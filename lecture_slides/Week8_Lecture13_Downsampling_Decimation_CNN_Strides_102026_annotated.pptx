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94" r:id="rId2"/>
    <p:sldId id="256" r:id="rId3"/>
    <p:sldId id="257" r:id="rId4"/>
    <p:sldId id="258" r:id="rId5"/>
    <p:sldId id="259" r:id="rId6"/>
    <p:sldId id="260" r:id="rId7"/>
    <p:sldId id="261" r:id="rId8"/>
    <p:sldId id="296" r:id="rId9"/>
    <p:sldId id="297" r:id="rId10"/>
    <p:sldId id="298" r:id="rId11"/>
    <p:sldId id="299" r:id="rId12"/>
    <p:sldId id="300" r:id="rId13"/>
    <p:sldId id="30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4:32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3621 16 24575,'16'-2'0,"-9"1"0,0 0 0,0 0 0,0-1 0,11-3 0,-45 2 0,-83 10 0,15 0 0,2-5 0,-138 5 0,-20-1 0,2 0 0,-459 4 0,460-12 0,80 1 0,-181 3 0,222 5 0,-40 0 0,-104-16 0,57-12 0,166 15 0,29 2 0,-31 0 0,30 4 0,2 0 0,0 0 0,0-1 0,-29-6 0,30 4-75,-1 1-1,1 0 1,-33 2-1,28 1-987,10-1-5763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4:34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1064 17 24575,'-189'-9'0,"-136"2"0,201 8 0,-302-1-1365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4:47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1337 104 24575,'0'-2'0,"2"-3"0,0-1 0,0 1 0,5-8 0,-6 11 0,0 0 0,0 1 0,1-1 0,-1 1 0,1-1 0,-1 1 0,1 0 0,-1 0 0,1-1 0,0 1 0,0 0 0,-1 1 0,4-2 0,13-4 0,-10 3 0,-26 3 0,-614 3 0,349-5 0,-119 2 0,396 0 0,-28-1 0,33 1 0,0 0 0,-1-1 0,1 1 0,0 0 0,-1 0 0,1-1 0,0 1 0,0-1 0,-1 1 0,1-1 0,0 0 0,0 0 0,0 1 0,0-1 0,0 0 0,0 0 0,0 0 0,0 0 0,-1-1 0,2 1 0,0 1 0,0-1 0,0 0 0,0 1 0,0-1 0,0 1 0,0-1 0,0 0 0,0 1 0,1-1 0,-1 1 0,0-1 0,0 1 0,1-1 0,-1 1 0,0-1 0,1 1 0,-1-1 0,0 1 0,1-1 0,-1 1 0,1-1 0,-1 1 0,1 0 0,-1-1 0,1 1 0,-1 0 0,1-1 0,-1 1 0,1 0 0,-1 0 0,1 0 0,0-1 0,0 1 0,21-7 0,0 3-57,1 1-1,-1 2 1,42 1 0,-31 1-1079,-14-1-5690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4:48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2444 104 24575,'-34'-16'-76,"-1"0"0,0 2 0,-1 2 0,-1 2 1,0 1-1,0 1 0,-39-2 0,-268 2-731,255 9 752,-186 0-121,-635 18-943,499 5 1338,338-14-593,58-7-4898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4:49.1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1154 30 24575,'-34'-3'0,"-22"0"0,-10 0 0,-7 0 0,-3-1-1675,-1 0 1675,-2 0 0,-2 1 0,0 2 0,-1 0 0,-1 0 0,2 3 0,-1 2 0,4 2 0,8 0 0,15-1-6516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4:59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16 24575,'-1'-7'0,"1"-2"0,3 14 0,2 13 0,-1-1 0,0 1 0,0 19 0,0-6 0,1 24 0,-3 102 0,-4-75 0,1-42 0,0-21 0,1-1 0,3 30 0,-3-48 0,0 1 0,0-1 0,0 0 0,1 1 0,-1-1 0,0 0 0,0 1 0,1-1 0,-1 0 0,0 0 0,0 1 0,1-1 0,-1 0 0,0 0 0,1 1 0,-1-1 0,0 0 0,1 0 0,-1 0 0,1 0 0,-1 1 0,0-1 0,1 0 0,-1 0 0,0 0 0,1 0 0,-1 0 0,1 0 0,-1 0 0,0 0 0,1 0 0,-1 0 0,1 0 0,-1-1 0,0 1 0,1 0 0,-1 0 0,0 0 0,1 0 0,-1 0 0,1-1 0,20-9 0,-15 7 0,9-3 0,0 0 0,0 1 0,1 1 0,-1 1 0,1 0 0,0 1 0,0 0 0,26 2 0,55 1-1365,-84-1-5461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4:59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114 177 24575,'-6'27'0,"2"-1"0,1 1 0,1 0 0,2 42 0,2-62 0,-1 1 0,1-1 0,5 15 0,2 4 0,-25-43 0,1-6 0,0-1 0,1-1 0,2 0 0,0 0 0,-11-39 0,20 55 0,1 1 0,-1-1 0,2 0 0,-1 0 0,1 0 0,1 0 0,0 0 0,0 0 0,1 0 0,2-12 0,-2 15 0,1 0 0,0 1 0,0-1 0,1 1 0,-1 0 0,1-1 0,1 1 0,-1 0 0,1 1 0,-1-1 0,1 1 0,1-1 0,-1 1 0,1 1 0,-1-1 0,10-5 0,-8 5 0,2 1 0,-1 0 0,0 0 0,0 1 0,1 0 0,0 0 0,-1 1 0,1 0 0,0 0 0,12 0 0,-13 2 0,1-1 0,-1 1 0,0 0 0,0 0 0,0 1 0,0 0 0,0 0 0,-1 0 0,1 1 0,-1 0 0,12 8 0,-16-10 0,0 0 0,0 1 0,0-1 0,-1 1 0,1 0 0,0-1 0,0 1 0,-1 0 0,1 0 0,-1 0 0,0 0 0,0 0 0,1 1 0,-1-1 0,-1 0 0,1 1 0,0-1 0,0 0 0,-1 1 0,0-1 0,1 1 0,-1-1 0,0 1 0,0-1 0,0 1 0,-1-1 0,1 1 0,0-1 0,-1 0 0,0 1 0,0-1 0,1 0 0,-1 1 0,-3 3 0,0 1 0,-1-1 0,0 1 0,0-1 0,-1 0 0,0 0 0,0 0 0,0-1 0,-1 0 0,-9 5 0,-62 31 0,50-27 0,-35 22 0,50-27-1365,3 0-5461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0.2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 24575,'-5'22'0,"-2"10"0,1 1 0,1-1 0,1-2 0,2-4 0,1-3 0,1-4 0,0-2 0,2-2 0,2 0 0,2-2 0,0 1 0,-1-5 0,-2-7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0.5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91 24575,'19'-14'0,"10"-6"0,1 1 0,2 4 0,-3 5 0,-4 3 0,-1 3 0,-3 3 0,-1 1 0,-3 3 0,-1 1 0,-6 0 0,-7-1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0.8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24575,'14'-3'0,"8"0"0,3 3 0,-1 0 0,-2 2 0,-2-1 0,-3 0 0,0 0 0,-2 0 0,-1-1 0,0 0 0,0-2 0,-2-2-8191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1.8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85 24575,'-183'-74'0,"180"73"0,-3-1 0,1 0 0,-1 1 0,1-1 0,-1 1 0,-6 0 0,11 1 0,0 0 0,0 0 0,0 0 0,0 0 0,0 0 0,0 0 0,0 1 0,0-1 0,0 0 0,0 0 0,0 1 0,0-1 0,0 1 0,0-1 0,0 1 0,1-1 0,-1 1 0,0 0 0,0-1 0,1 1 0,-1 0 0,0 0 0,1-1 0,-1 1 0,1 0 0,-1 0 0,1 0 0,-1 0 0,1 0 0,0 0 0,-1 0 0,1 0 0,0-1 0,0 1 0,0 0 0,0 2 0,-1 12 0,1 0 0,0 0 0,1 0 0,1 0 0,1-1 0,7 25 0,0-6 0,27 55 0,-17-49 0,-7-13 0,0 0 0,-2 0 0,-1 1 0,9 38 0,-17-52 0,0 1 0,-2-1 0,0 22 0,-1-31-1365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2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424 75 24575,'-27'-5'0,"-14"-2"0,-7-1 0,0-1 0,2 0 0,5 1 0,4 0 0,4 0 0,5 3 0,4 1 0,5 2 0,2 1 0,7 1 0,5 2 0,6 2 0,5 0 0,4 1 0,1 0-8191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2.7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115 218 24575,'-7'-5'0,"0"-1"0,1 1 0,-2-1 0,1 2 0,0-1 0,-1 1 0,0 1 0,1-1 0,-17-4 0,23 8 0,0 0 0,0-1 0,0 1 0,0 0 0,0 0 0,0 0 0,0 0 0,0 0 0,0 0 0,0 0 0,0 0 0,0 1 0,0-1 0,0 0 0,0 0 0,0 1 0,0-1 0,1 1 0,-1-1 0,0 1 0,-1 0 0,1 0 0,1 0 0,0-1 0,-1 1 0,1 0 0,0 0 0,0 0 0,-1 0 0,1-1 0,0 1 0,0 0 0,0 0 0,0 0 0,0 0 0,0 0 0,0-1 0,0 1 0,0 0 0,1 2 0,1 3 0,1 0 0,-1 0 0,1-1 0,7 11 0,0-1 0,1 0 0,1 0 0,19 18 0,-27-29 0,0 0 0,1 0 0,-1 0 0,1-1 0,0 0 0,0 0 0,1 0 0,-1 0 0,1-1 0,-1 0 0,1 0 0,0-1 0,-1 1 0,11 0 0,-14-2 0,-1 0 0,0 0 0,0 0 0,0 0 0,0 0 0,0 0 0,1 0 0,-1-1 0,0 1 0,0 0 0,0-1 0,0 1 0,0-1 0,0 1 0,0-1 0,0 0 0,0 1 0,0-1 0,0 0 0,0 0 0,-1 1 0,2-3 0,-1 2 0,0 0 0,-1-1 0,1 0 0,-1 1 0,0-1 0,1 1 0,-1-1 0,0 1 0,0-1 0,0 0 0,0 1 0,0-1 0,0 0 0,-1-1 0,-1-5 0,0 0 0,-1 0 0,0 0 0,-7-13 0,-24-36 0,30 50 0,-1 0 0,-1 1 0,1 0 0,-1 0 0,-12-10 0,17 15 0,0 1 0,1-1 0,-1 1 0,1-1 0,-1 1 0,0 0 0,0-1 0,1 1 0,-1 0 0,0 0 0,0-1 0,1 1 0,-1 0 0,0 0 0,0 0 0,1 0 0,-1 0 0,0 0 0,0 0 0,1 0 0,-1 1 0,0-1 0,0 0 0,1 0 0,-1 1 0,-1-1 0,2 1 0,0-1 0,-1 1 0,1-1 0,0 1 0,-1-1 0,1 1 0,0-1 0,0 1 0,0-1 0,0 1 0,-1-1 0,1 1 0,0-1 0,0 1 0,0-1 0,0 1 0,0 0 0,0-1 0,0 1 0,1-1 0,-1 1 0,0-1 0,0 1 0,0-1 0,0 1 0,1-1 0,-1 1 0,0-1 0,1 1 0,-1-1 0,0 1 0,1-1 0,-1 0 0,0 1 0,1-1 0,-1 0 0,2 1 0,1 3 0,1-1 0,0 1 0,1-1 0,-1 0 0,0-1 0,1 1 0,0-1 0,6 3 0,43 10 0,-27-8 0,7 3 0,221 74 0,-251-83 0,0 1 0,-1-1 0,1 0 0,0 0 0,6 1 0,-9-2 0,-1 0 0,1 0 0,-1 0 0,0 0 0,1 0 0,-1 0 0,1 0 0,-1 0 0,1 0 0,-1 0 0,0-1 0,1 1 0,-1 0 0,1 0 0,-1 0 0,0-1 0,1 1 0,-1 0 0,0 0 0,1-1 0,-1 1 0,0 0 0,1-1 0,-1 0 0,1 0 0,-1 0 0,0 0 0,0 0 0,0 1 0,0-1 0,0 0 0,0 0 0,0 0 0,0 0 0,0 0 0,0 0 0,0 0 0,-1 1 0,1-1 0,-1-1 0,-6-14 0,0 0 0,-2 0 0,-17-25 0,-10-17 0,31 49 0,-2-5 0,0-1 0,-7-19 0,13 30 0,0 1 0,0-1 0,0 0 0,1 0 0,-1 1 0,1-1 0,0 0 0,0 0 0,0 0 0,1 1 0,-1-1 0,1 0 0,0 0 0,0 1 0,2-5 0,-2 6-49,0 1 1,1-1-1,-1 0 0,0 1 0,1 0 1,-1-1-1,1 1 0,0 0 0,-1 0 1,1 0-1,0 0 0,0 0 0,0 0 1,-1 1-1,1-1 0,0 1 0,0-1 1,0 1-1,0 0 0,0-1 0,0 1 1,0 0-1,0 0 0,0 1 0,0-1 0,0 0 1,2 1-1,9 2-6777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3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396 87 24575,'-114'-31'0,"-114"-23"0,225 53 0,0 1 0,0 0 0,-1 0 0,1-1 0,0 2 0,0-1 0,-1 0 0,1 1 0,0-1 0,0 1 0,-3 1 0,5-1 0,0-1 0,0 1 0,0-1 0,1 1 0,-1-1 0,0 1 0,1-1 0,-1 1 0,0 0 0,1-1 0,-1 1 0,1 0 0,-1 0 0,1-1 0,-1 1 0,1 2 0,-1-2 0,1 1 0,0 0 0,0-1 0,-1 1 0,1 0 0,1-1 0,-1 1 0,0 0 0,0-1 0,1 1 0,-1 0 0,1 1 0,2 4 0,0-1 0,0 0 0,1 0 0,-1 0 0,1-1 0,1 1 0,-1-1 0,1 0 0,0 0 0,6 4 0,10 8 0,28 16 0,-44-30 0,15 10 0,0-1 0,0-1 0,1-1 0,1-1 0,37 11 0,-54-18 0,0-1 0,1 0 0,0 0 0,-1 0 0,1-1 0,-1 0 0,1 0 0,5-1 0,-9 0 0,0 1 0,0-1 0,0 1 0,-1-1 0,1 0 0,0 1 0,0-1 0,-1 0 0,1 0 0,-1-1 0,1 1 0,-1 0 0,1 0 0,-1-1 0,0 1 0,0-1 0,0 1 0,1-1 0,-1 1 0,-1-1 0,1 0 0,0 0 0,0 1 0,-1-1 0,1 0 0,-1 0 0,1-2 0,0-4 0,-1 0 0,0-1 0,0 1 0,-1 0 0,1 0 0,-2 0 0,0 0 0,0 0 0,0 0 0,-1 0 0,0 0 0,-6-10 0,24 57 0,-8-25 0,1 0 0,0-1 0,1 0 0,1 0 0,0-1 0,1-1 0,0 0 0,1 0 0,0-1 0,0-1 0,17 10 0,-26-17 0,0 0 0,0-1 0,0 1 0,1-1 0,-1 0 0,1 0 0,-1 0 0,1-1 0,-1 1 0,1-1 0,0 0 0,-1 0 0,7 0 0,-9-1 0,1 1 0,0-1 0,0 1 0,-1-1 0,1 0 0,0 0 0,-1 0 0,1 0 0,-1 0 0,1 0 0,-1 0 0,0 0 0,1-1 0,-1 1 0,0-1 0,0 1 0,0-1 0,0 1 0,0-1 0,0 1 0,-1-1 0,1 0 0,0 1 0,-1-1 0,1 0 0,-1 0 0,0 1 0,1-3 0,-1-6 0,0 0 0,0 1 0,-1-1 0,0 1 0,-1-1 0,0 1 0,-7-18 0,4 8 0,4 19 0,1-1 0,0 1 0,0-1 0,0 1 0,-1-1 0,1 1 0,0 0 0,0-1 0,0 1 0,0-1 0,0 1 0,0-1 0,0 1 0,0-1 0,0 1 0,0-1 0,0 1 0,0-1 0,1 1 0,-1-1 0,0 1 0,0-1 0,0 1 0,1-1 0,-1 1 0,1 0 0,-1 0 0,1 0 0,-1 0 0,1 0 0,-1 0 0,1 0 0,-1 0 0,0 0 0,1 0 0,-1 0 0,1 0 0,-1 0 0,1 0 0,-1 1 0,0-1 0,1 0 0,-1 0 0,1 1 0,21 15 0,-8-3 0,37 30 0,-45-38 0,1 0 0,0-1 0,1 0 0,-1-1 0,1 0 0,8 3 0,-14-5 0,0-1 0,-1 1 0,1-1 0,0 0 0,0 1 0,-1-1 0,1 0 0,0 0 0,0 0 0,0-1 0,-1 1 0,1 0 0,0-1 0,0 1 0,-1-1 0,1 1 0,0-1 0,-1 0 0,3-1 0,0-1 0,-1 0 0,0 0 0,0-1 0,-1 1 0,1 0 0,2-6 0,14-15 0,-18 23 0,1-1 0,0 1 0,-1 0 0,1 0 0,0 0 0,0 0 0,-1 1 0,1-1 0,0 0 0,0 1 0,0-1 0,0 1 0,0 0 0,0 0 0,0-1 0,0 1 0,0 1 0,0-1 0,0 0 0,0 0 0,0 1 0,0-1 0,0 1 0,2 0 0,6 3 0,0 1 0,-1 0 0,14 8 0,-7-3 0,-6-5-227,0 0-1,0-1 1,1 0-1,-1 0 1,22 3-1,-17-5-6598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4.4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0 24575,'29'143'0,"48"178"0,-76-319 0,-1 0 0,1-1 0,-1 1 0,0 0 0,1 0 0,-1-1 0,0 1 0,0 0 0,0 0 0,0-1 0,0 1 0,-1 0 0,1 0 0,0-1 0,-1 1 0,1 0 0,-2 1 0,1-2 0,1 0 0,-1 0 0,0-1 0,0 1 0,0 0 0,1 0 0,-1-1 0,0 1 0,0-1 0,0 1 0,0-1 0,0 1 0,0-1 0,0 0 0,0 1 0,-1-1 0,1 0 0,0 0 0,0 0 0,0 0 0,0 0 0,0 0 0,0 0 0,0 0 0,0 0 0,-1-1 0,1 1 0,-2-1 0,-4-2 0,-1 0 0,1 0 0,0-1 0,0 0 0,0 0 0,0-1 0,1 0 0,0 0 0,0 0 0,0-1 0,0 0 0,1 0 0,0 0 0,0-1 0,1 0 0,0 0 0,-3-7 0,6 12 0,0 1 0,1 0 0,-1 0 0,1-1 0,-1 1 0,1 0 0,0-1 0,0 1 0,-1-1 0,1 1 0,0 0 0,0-1 0,0 1 0,1-1 0,-1 1 0,0 0 0,0-1 0,1 1 0,-1 0 0,1-1 0,-1 1 0,1 0 0,0-1 0,-1 1 0,1 0 0,0 0 0,0 0 0,1-2 0,1 1 0,0 0 0,-1 1 0,1-1 0,0 1 0,0-1 0,0 1 0,0 0 0,0 0 0,0 1 0,0-1 0,0 0 0,4 1 0,6-1 0,0 1 0,0 1 0,0 0 0,16 4 0,52 14 0,-70-16 0,29 9 0,1-3 0,0-1 0,74 5 0,-98-16 0,-10 0 0,-7 3 0,0 0 0,0 0 0,0 0 0,0 0 0,0 0 0,1-1 0,-1 1 0,0 0 0,0 0 0,0 0 0,0 0 0,0 0 0,0 0 0,0 0 0,0 0 0,0 0 0,0-1 0,0 1 0,0 0 0,0 0 0,0 0 0,-1 0 0,1 0 0,0 0 0,0 0 0,0 0 0,0 0 0,0-1 0,0 1 0,0 0 0,0 0 0,0 0 0,0 0 0,0 0 0,0 0 0,0 0 0,0 0 0,0 0 0,-1 0 0,1 0 0,0 0 0,0 0 0,0 0 0,0 0 0,0 0 0,0 0 0,0 0 0,0 0 0,0 0 0,-1 0 0,1 0 0,0 0 0,0 0 0,0 0 0,0 0 0,0 0 0,-1 0 0,0-1 0,0 1 0,0 0 0,0 0 0,0 0 0,0 1 0,0-1 0,0 0 0,0 0 0,0 0 0,0 1 0,0-1 0,0 0 0,0 1 0,0-1 0,0 1 0,1-1 0,-1 1 0,0 0 0,0-1 0,0 1 0,1 0 0,-1-1 0,0 1 0,1 0 0,-1 0 0,1 0 0,-1 0 0,1-1 0,-1 1 0,0 2 0,-1 1 0,0 1 0,0-1 0,1 1 0,-1-1 0,0 6 0,1-4-65,1-1 0,0 1 0,0-1 0,0 1 0,0-1 0,1 0 0,0 1 0,0-1 0,1 0 0,0 0 0,-1 0 0,2 0 0,-1 0 0,0 0 0,1 0 0,0-1 0,0 1 0,1-1 0,-1 0 0,5 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4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24575,'4'-2'0,"3"1"0,-1 4 0,-1 3 0,-4 4 0,-2 2 0,-1 1 0,0 2 0,1-3-8191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5.8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221 548 24575,'-11'-9'0,"-11"-10"0,-1 1 0,-1 1 0,-34-18 0,55 33 0,-1 0 0,1 1 0,-1 0 0,1-1 0,-1 1 0,1 1 0,-1-1 0,1 0 0,-1 1 0,-6 0 0,8 0 0,1 0 0,-1 1 0,1-1 0,-1 1 0,1-1 0,-1 1 0,1 0 0,-1 0 0,1-1 0,0 1 0,-1 0 0,1 0 0,0 0 0,0 0 0,0 1 0,0-1 0,0 0 0,0 0 0,0 1 0,0-1 0,0 0 0,1 1 0,-1-1 0,0 1 0,1-1 0,-1 3 0,-1 4 0,0 0 0,1 0 0,0 0 0,1 0 0,0 0 0,0 0 0,0 1 0,1-1 0,2 9 0,-1-10 0,-1 0 0,1-1 0,0 1 0,1 0 0,0-1 0,0 1 0,0-1 0,1 0 0,0 0 0,8 9 0,-10-13 0,0 0 0,0 0 0,0 0 0,0-1 0,0 1 0,0-1 0,1 1 0,-1-1 0,0 0 0,1 0 0,-1 0 0,1 0 0,0 0 0,-1-1 0,1 1 0,-1-1 0,1 0 0,0 1 0,-1-1 0,4-1 0,-4 1 0,1-1 0,-1 0 0,1 0 0,-1 0 0,0 0 0,0 0 0,1 0 0,-1-1 0,0 1 0,0-1 0,0 0 0,-1 1 0,1-1 0,0 0 0,-1 0 0,1 0 0,-1 0 0,1 0 0,-1-1 0,2-4 0,-1 1 0,1 0 0,-1-1 0,-1 1 0,1-1 0,-1 0 0,0-9 0,-2-42 0,0 44 0,2 25 0,-1 2 0,0 0 0,2 0 0,0 0 0,4 17 0,-5-29 0,3 12 0,0 0 0,14 24 0,-17-35 0,1 1 0,-1 0 0,1-1 0,0 1 0,0-1 0,0 0 0,0 1 0,1-1 0,-1 0 0,0 0 0,1-1 0,0 1 0,-1 0 0,1-1 0,0 0 0,0 1 0,-1-1 0,1 0 0,5 1 0,-6-2 0,0 0 0,-1 0 0,1 0 0,0 0 0,-1 0 0,1-1 0,-1 1 0,1 0 0,0-1 0,-1 1 0,1-1 0,-1 0 0,1 1 0,-1-1 0,0 0 0,1 0 0,-1 0 0,0 0 0,2-1 0,-1-1 0,0 1 0,0-1 0,0 1 0,-1-1 0,1 0 0,-1 0 0,1 1 0,-1-1 0,1-5 0,1-4 0,-1-1 0,-1 0 0,1-22 0,-2 34 0,0-102 0,-4 0 0,-22-132 0,22 207 0,3 17 0,0 1 0,-1-1 0,0 1 0,0 0 0,-1 0 0,-1 0 0,-5-10 0,9 19 0,0 0 0,-1 1 0,1-1 0,0 0 0,-1 1 0,1-1 0,-1 0 0,0 1 0,1-1 0,-1 0 0,1 1 0,-1-1 0,0 1 0,1-1 0,-1 1 0,0 0 0,1-1 0,-1 1 0,0 0 0,0-1 0,0 1 0,1 0 0,-1 0 0,0 0 0,0 0 0,-1 0 0,1 0 0,-1 1 0,1-1 0,0 1 0,0-1 0,0 1 0,0 0 0,0 0 0,0-1 0,0 1 0,0 0 0,0 0 0,0 0 0,1 0 0,-1 0 0,-1 2 0,-1 2 0,0 1 0,0 0 0,0 0 0,1 1 0,-3 10 0,1 11 0,1 1 0,1 0 0,2-1 0,0 1 0,2 0 0,11 52 0,-8-61 0,0-1 0,2 0 0,0 0 0,1 0 0,1-1 0,1 0 0,1-1 0,0 0 0,1-1 0,0 0 0,2-1 0,23 22 0,-31-33 0,1 1 0,-1-1 0,1 0 0,0 0 0,0 0 0,0-1 0,0 0 0,1-1 0,-1 0 0,1 0 0,7 1 0,-11-3 0,0 1 0,-1-1 0,1 0 0,-1-1 0,1 1 0,0-1 0,-1 1 0,1-1 0,-1 0 0,1 0 0,-1-1 0,1 1 0,-1-1 0,0 1 0,0-1 0,0 0 0,0 0 0,0-1 0,0 1 0,-1 0 0,1-1 0,-1 0 0,1 0 0,-1 0 0,3-4 0,-1-2 0,0 0 0,0 1 0,-1-1 0,0 0 0,-1 0 0,0-1 0,0 1 0,-1-1 0,0 1 0,-1-11 0,1 33 0,0 0 0,1 0 0,1 0 0,5 17 0,6 11-1365,-10-32-5461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5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24575,'8'12'0,"1"7"0,3 5 0,-1 0 0,-3 0 0,-2-5-8191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6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87 24575,'-5'-4'0,"-9"-8"0,0 1 0,0 0 0,-1 1 0,0 0 0,0 2 0,-22-9 0,35 16 0,1 0 0,-1 1 0,0-1 0,0 1 0,1 0 0,-1-1 0,0 1 0,0 0 0,0 0 0,1 0 0,-1 0 0,0 0 0,0 1 0,0-1 0,1 1 0,-1-1 0,-3 2 0,4-1 0,0 0 0,0-1 0,0 1 0,0 0 0,0 0 0,0 1 0,1-1 0,-1 0 0,0 0 0,1 0 0,-1 0 0,0 1 0,1-1 0,0 0 0,-1 0 0,1 1 0,0-1 0,-1 0 0,1 1 0,0-1 0,0 0 0,0 1 0,1 1 0,0 8 0,0 0 0,1 0 0,1 0 0,0 0 0,0 0 0,9 17 0,-4-10 0,1-1 0,1 0 0,13 16 0,-20-30 0,0 0 0,0 0 0,0 0 0,0 0 0,0 0 0,0-1 0,1 1 0,7 3 0,-10-5 0,0-1 0,0 1 0,0-1 0,0 0 0,1 1 0,-1-1 0,0 0 0,0 0 0,1 0 0,-1 0 0,0 0 0,1 0 0,-1 0 0,0 0 0,0 0 0,1 0 0,-1-1 0,0 1 0,0 0 0,0-1 0,1 0 0,-1 1 0,0-1 0,0 1 0,0-1 0,0 0 0,0 0 0,0 0 0,0 0 0,0 1 0,-1-1 0,1 0 0,1-2 0,2-5 0,0 1 0,-1 0 0,0-1 0,0 0 0,-1 0 0,0 1 0,0-1 0,1-15 0,-2-68 0,-1 78 0,1 3 0,1 25 0,0-4 0,-2-9 0,7 36 0,1-1 0,24 66 0,-31-101-114,1 0 1,-1 1-1,0-1 0,1 0 0,-1 0 1,1 0-1,0 0 0,0 0 0,0 0 1,0 0-1,3 1 0,4 3-6712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6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224 56 24575,'-5'-10'0,"-12"-18"0,16 27 0,0-1 0,0 1 0,0-1 0,-1 1 0,1-1 0,0 1 0,-1 0 0,1-1 0,-1 1 0,0 0 0,1 0 0,-3-1 0,4 2 0,0 0 0,-1 0 0,1 0 0,0 0 0,0 0 0,0 0 0,0 0 0,0 0 0,0 0 0,0 0 0,0 0 0,-1 0 0,1 0 0,0 0 0,0 0 0,0 0 0,0 0 0,0 0 0,0 0 0,0 1 0,0-1 0,-1 0 0,1 0 0,0 0 0,0 0 0,0 0 0,0 0 0,0 0 0,0 0 0,0 0 0,0 0 0,0 0 0,0 0 0,0 1 0,0-1 0,0 0 0,0 0 0,0 0 0,-1 0 0,1 0 0,0 0 0,0 0 0,0 0 0,0 1 0,0-1 0,0 0 0,1 8 0,4 8 0,-5-16 0,14 33 0,21 34 0,-22-43 0,0 1 0,-2 0 0,11 33 0,-22-56 0,1 0 0,-1-1 0,1 1 0,-1 0 0,0 0 0,0 0 0,0 0 0,0 0 0,0-1 0,0 1 0,0 0 0,-1 0 0,1 0 0,-1 0 0,1-1 0,-1 1 0,0 0 0,0-1 0,1 1 0,-1 0 0,-2 1 0,1-1 0,0 0 0,-1 1 0,0-1 0,1-1 0,-1 1 0,0 0 0,0-1 0,0 0 0,0 1 0,0-1 0,-5 1 0,-27 6 2,0-3 0,-50 4-1,23-4-1371,32-2-5456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12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5058 46 24575,'16'0'0,"8"1"0,-1-2 0,0 0 0,28-6 0,-45 5 0,-2 1 0,0 0 0,0 1 0,0-1 0,7 1 0,-10 1 0,-4 1 0,-5 2 0,-11 0 0,0-2 0,0 0 0,0-1 0,-37-2 0,10-1 0,-395 2 0,347-7 0,7 0 0,-183 7 0,256 1 0,0 0 0,-18 4 0,17-2 0,-25 2 0,-245-5 0,137-1 0,137 1 0,0-1 0,-19-5 0,18 3 0,1 1 0,-15 0 0,-162 2 0,177 0 0,1 2 0,-21 3 0,20-2 0,-1-1 0,-13 1 0,-322-2 0,169-3 0,-1295 2 0,1449-1 0,-30-5 0,30 2 0,-28 0 0,26 3 0,-35-6 0,48 5 0,-27-2 0,-78 3 0,54 2 0,11 0 0,-66 7 0,74-4 0,-68-2 0,73-2 0,29-1 0,0 0 0,-19-5 0,19 4 0,-1 0 0,-14-1 0,-10 2 0,11 1 0,-1-1 0,-31-5 0,45 3-170,1 1-1,-1 1 0,0-1 1,0 2-1,1 0 0,-1 0 1,-19 4-1,22-1-6655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1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460 47 24575,'-29'-10'0,"0"1"0,0 1 0,0 1 0,-1 2 0,0 1 0,0 1 0,0 2 0,-48 4 0,73-3 0,1 1 0,-1-1 0,1 1 0,-1 1 0,1-1 0,0 1 0,0-1 0,-1 1 0,1 0 0,0 0 0,1 1 0,-1 0 0,0-1 0,1 1 0,0 0 0,-1 0 0,1 1 0,0-1 0,1 1 0,-1-1 0,1 1 0,-1 0 0,1 0 0,0 0 0,0 1 0,1-1 0,0 0 0,-1 0 0,0 6 0,2-6 0,-1 0 0,1 0 0,-1-1 0,1 1 0,0 0 0,0 0 0,1 0 0,-1-1 0,1 1 0,0 0 0,0-1 0,0 1 0,2 5 0,0-4 0,0 0 0,0 0 0,0-1 0,1 1 0,0-1 0,0 1 0,0-1 0,5 3 0,5 4 0,1-1 0,0-1 0,1-1 0,28 12 0,150 57 0,-105-48 0,-58-20 0,-1 1 0,-1 2 0,35 18 0,-62-29 0,-1-1 0,1 1 0,-1 0 0,1 0 0,-1 0 0,0 0 0,0 1 0,1-1 0,-1 0 0,0 0 0,0 1 0,0-1 0,0 1 0,-1-1 0,1 1 0,0-1 0,-1 1 0,2 1 0,-2-1 0,0-1 0,-1 0 0,1 0 0,0 0 0,0 0 0,-1 1 0,1-1 0,0 0 0,-1 0 0,1 0 0,-1 0 0,0 0 0,1 0 0,-1 0 0,0 0 0,1-1 0,-1 1 0,0 0 0,0 0 0,0 0 0,0-1 0,0 1 0,0 0 0,0-1 0,0 1 0,0-1 0,-2 1 0,-9 4 0,0-1 0,0 0 0,0-1 0,0 0 0,-22 1 0,-65 0 0,71-4 0,-347-2 0,346 0-1365,20-1-5461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2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24575,'1'28'0,"1"-1"0,2 0 0,1 0 0,0 0 0,2 0 0,12 28 0,6 4 0,47 84 0,-64-125 0,-7-14 0,0-1 0,0 0 0,0 0 0,1 1 0,-1-1 0,1 0 0,0-1 0,0 1 0,0 0 0,1 0 0,3 3 0,-6-6 0,1 0 0,-1 0 0,1 0 0,-1 0 0,1 0 0,0 0 0,-1 0 0,1 0 0,-1 0 0,1 0 0,-1 0 0,1 0 0,-1 0 0,1-1 0,-1 1 0,1 0 0,0 0 0,-1-1 0,0 1 0,1 0 0,-1 0 0,1-1 0,-1 1 0,1-1 0,-1 1 0,0 0 0,1-1 0,-1 1 0,0-1 0,1 1 0,-1-1 0,1 0 0,7-18 0,-5 7 0,0 0 0,1-15 0,-4 19 0,1 0 0,0 1 0,1-1 0,-1 0 0,2 1 0,-1-1 0,1 1 0,6-13 0,-8 19 0,0 0 0,0 0 0,0 0 0,0 0 0,0 0 0,0 0 0,0 0 0,0 0 0,0 0 0,0 1 0,1-1 0,-1 0 0,0 1 0,0-1 0,1 1 0,-1-1 0,1 1 0,-1 0 0,2-1 0,-1 1 0,1 0 0,-1 1 0,1-1 0,-1 0 0,1 1 0,-1-1 0,1 1 0,-1 0 0,5 2 0,0 1 0,0 0 0,-1 0 0,1 1 0,-1 0 0,11 11 0,18 29 0,-28-35 0,1 1 0,0-1 0,1 0 0,14 13 0,-22-23 0,0 1 0,0 0 0,0 0 0,0 0 0,0-1 0,0 1 0,0-1 0,0 1 0,0 0 0,0-1 0,0 0 0,1 1 0,-1-1 0,0 0 0,0 0 0,0 1 0,1-1 0,-1 0 0,0 0 0,0 0 0,0-1 0,1 1 0,-1 0 0,0 0 0,0-1 0,2 0 0,-1 0 0,0-1 0,0 0 0,0 1 0,0-1 0,-1 0 0,1 0 0,-1-1 0,1 1 0,-1 0 0,0 0 0,2-4 0,6-13 0,-4 7 0,0 1 0,1 0 0,0 0 0,0 1 0,10-11 0,-14 18 0,0 1 0,1 0 0,-1 0 0,0 0 0,1 0 0,-1 1 0,1-1 0,0 0 0,-1 1 0,1 0 0,0 0 0,0 0 0,0 0 0,0 0 0,0 1 0,0-1 0,0 1 0,0 0 0,0 0 0,0 0 0,0 0 0,0 0 0,0 1 0,0-1 0,6 3 0,-3-1 0,-1 0 0,1 1 0,-1 0 0,0 0 0,1 0 0,-2 0 0,1 1 0,0 0 0,-1 0 0,8 9 0,1 4 0,20 32 0,-7-9 0,-26-39-114,1 0 1,0 0-1,0 1 0,0-1 0,0 0 1,0 0-1,0 0 0,0 0 0,1-1 1,-1 1-1,2 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2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24575,'7'0'0,"5"3"0,1 2 0,0 2 0,-2-2-8191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3.0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27 24575,'0'-1'0,"-4"-2"0,-1 0 0,1 0 0,-1 1 0,1 0 0,-1-1 0,0 1 0,0 1 0,0-1 0,0 1 0,0 0 0,-10-1 0,14 2 0,0 0 0,1 0 0,-1 1 0,0-1 0,0 0 0,0 1 0,0-1 0,0 0 0,0 1 0,0-1 0,1 1 0,-1 0 0,0-1 0,0 1 0,1 0 0,-1-1 0,0 1 0,1 0 0,-1 0 0,1-1 0,-1 1 0,1 0 0,-1 0 0,1 0 0,0 0 0,-1 0 0,1 0 0,0 0 0,0 0 0,0 0 0,-1 0 0,1 1 0,0 3 0,0 1 0,0-1 0,1 1 0,1 7 0,5 16 0,0 0 0,21 48 0,32 54 0,-37-85 0,59 121 0,34 74 0,-106-217 0,-8-17 0,1 0 0,0-1 0,0 1 0,5 6 0,-16-25 0,1-2 0,-9-22 0,2 2 0,-1 3 0,-62-122 0,73 147 0,1 1 0,-1-1 0,-1 1 0,1 0 0,-1 1 0,0-1 0,0 1 0,0 0 0,-1 0 0,1 0 0,-1 1 0,0 0 0,0 0 0,0 0 0,-1 1 0,1 0 0,-1 0 0,1 1 0,-1-1 0,1 1 0,-11 0 0,-41 1-1365,46 0-5461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3.3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24575,'5'19'0,"4"12"0,1 8 0,-2 2 0,0-1 0,-1-2 0,1-3 0,-1-3 0,1-1 0,1-1 0,-1-2 0,1 1 0,-1-3 0,-2-1 0,-2-2 0,0-5 0,1-4 0,-2-3-8191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3.4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383 76 24575,'-30'-10'0,"-14"-6"0,-4 1 0,2 1 0,6 5 0,3 2 0,6 4 0,4 2 0,4 3 0,2 1 0,2 4 0,2-1-8191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4.1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17 277 24575,'44'-15'0,"35"-14"0,-67 24 0,-1 0 0,0-1 0,0-1 0,15-11 0,-24 16 0,1 0 0,-1 0 0,0 0 0,0 0 0,0 0 0,0-1 0,0 1 0,0-1 0,-1 1 0,1-1 0,-1 0 0,0 0 0,0 1 0,0-1 0,0 0 0,0 0 0,-1 0 0,1 0 0,-1 0 0,0 0 0,1 0 0,-2 0 0,1 0 0,0 0 0,-1 0 0,1 0 0,-1 0 0,0 0 0,0 0 0,-1-3 0,-2-1 0,1 1 0,-1 0 0,0 0 0,-1 0 0,1 0 0,-1 1 0,0 0 0,-1 0 0,1 0 0,-1 0 0,-9-4 0,6 3 0,-1 1 0,0 0 0,0 1 0,-15-5 0,21 8 0,-1 0 0,1 0 0,0 0 0,0 1 0,-1-1 0,1 1 0,0 0 0,-1 0 0,1 1 0,0-1 0,-1 1 0,1 0 0,0 0 0,-5 2 0,7-1 0,-1 0 0,1 0 0,-1 0 0,1 0 0,0 0 0,0 0 0,0 1 0,0-1 0,1 1 0,-1-1 0,0 1 0,1 0 0,0-1 0,0 1 0,0 0 0,0 0 0,0 0 0,0 0 0,1 5 0,-2 1 0,2-1 0,-1 1 0,1 0 0,1-1 0,1 16 0,1-14 0,0 1 0,1-1 0,0 0 0,1 0 0,0-1 0,0 1 0,1-1 0,0 0 0,0-1 0,1 0 0,0 0 0,1 0 0,0-1 0,11 9 0,-8-8 0,0 0 0,0-1 0,1-1 0,0 0 0,0 0 0,0-1 0,1-1 0,0 0 0,-1-1 0,1 0 0,17 1 0,-27-4 5,0 1 1,0-1-1,0-1 0,0 1 0,0 0 0,0-1 1,0 0-1,0 1 0,0-1 0,0 0 1,0-1-1,0 1 0,0 0 0,-1-1 0,1 0 1,-1 1-1,1-1 0,-1 0 0,0 0 0,1-1 1,-1 1-1,3-5 0,0-1-217,-1 0 0,1-1 0,-2 0-1,1 0 1,-1 0 0,2-9 0,-2 5-6614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4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87 24575,'-106'-52'0,"86"44"0,0 1 0,0 1 0,-32-6 0,50 12 0,-1-1 0,1 1 0,0 0 0,-1 0 0,1 0 0,0 0 0,-1 0 0,1 0 0,0 1 0,-1-1 0,1 1 0,0-1 0,0 1 0,0 0 0,0 0 0,-1 0 0,1 0 0,-2 2 0,2-1 0,0 0 0,1 0 0,0 0 0,-1 0 0,1 0 0,0 0 0,0 1 0,0-1 0,0 0 0,0 0 0,1 1 0,-1-1 0,1 1 0,0-1 0,-1 0 0,1 1 0,0 2 0,1 3 0,-1 0 0,1 0 0,1 0 0,-1 0 0,1 0 0,1 0 0,0-1 0,0 1 0,0-1 0,1 1 0,0-1 0,6 9 0,-6-12 0,-1 0 0,0 1 0,1-1 0,0-1 0,0 1 0,0 0 0,1-1 0,-1 0 0,1 0 0,0 0 0,-1-1 0,1 0 0,0 0 0,1 0 0,-1 0 0,0-1 0,0 0 0,1 0 0,7 0 0,-10-1 0,0 0 0,1 0 0,-1-1 0,0 1 0,0-1 0,1 0 0,-1 0 0,0-1 0,0 1 0,0 0 0,0-1 0,0 0 0,-1 0 0,1 0 0,0 0 0,-1 0 0,1 0 0,-1-1 0,0 1 0,0-1 0,0 0 0,0 1 0,0-1 0,-1 0 0,1 0 0,1-5 0,0-1 0,0 0 0,0-1 0,-1 1 0,0-1 0,-1 1 0,0-1 0,0-17 0,-1 26 0,2 3 0,3 13 0,11 32 0,-8-22 0,-4-14 0,48 127 0,-43-117 0,1-1 0,1 0 0,1-1 0,21 27 0,-24-37-1365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5.0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35 24575,'-1'0'0,"1"0"0,0 0 0,0 0 0,-1 0 0,1 0 0,0 0 0,0 0 0,0 0 0,-1 0 0,1 0 0,0 1 0,0-1 0,0 0 0,-1 0 0,1 0 0,0 0 0,0 0 0,0 0 0,-1 0 0,1 0 0,0 1 0,0-1 0,0 0 0,0 0 0,-1 0 0,1 0 0,0 1 0,0-1 0,0 0 0,0 0 0,0 0 0,0 1 0,0-1 0,0 0 0,0 0 0,0 0 0,-1 1 0,1-1 0,4 11 0,8 7 0,-4-9 0,0-1 0,0-1 0,1 1 0,0-1 0,12 7 0,-18-12 0,0 0 0,0-1 0,0 0 0,1 1 0,-1-1 0,0 0 0,1-1 0,-1 1 0,6 0 0,-7-1 0,0 0 0,0 0 0,0-1 0,0 1 0,-1 0 0,1-1 0,0 0 0,0 1 0,0-1 0,0 0 0,-1 0 0,1 0 0,0 0 0,-1 0 0,1 0 0,-1 0 0,0-1 0,3-1 0,-2 0 0,0 0 0,0 0 0,-1-1 0,1 1 0,0 0 0,-1-1 0,0 1 0,0-1 0,0 1 0,0-1 0,-1 0 0,1 1 0,-1-1 0,0-6 0,-1 4 0,1 0 0,-1 0 0,0-1 0,0 1 0,-1 0 0,1 0 0,-6-10 0,87 99-1365,-71-73-5461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5.2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24575,'17'27'0,"9"9"0,-1 0 0,-2-2 0,-5-6 0,-5-4 0,-5-7-8191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5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24575,'2'0'0,"1"2"0,0 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5.7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0 115 24575,'135'154'0,"-131"-148"0,-2-4 0,0 0 0,-1 1 0,1-1 0,0 0 0,1 0 0,-1 0 0,0-1 0,0 1 0,1 0 0,-1-1 0,1 1 0,-1-1 0,1 0 0,5 1 0,-8-2 0,1 0 0,-1 0 0,1 0 0,-1 0 0,1 0 0,-1-1 0,1 1 0,0 0 0,-1 0 0,1-1 0,-1 1 0,0 0 0,1-1 0,-1 1 0,1 0 0,-1-1 0,1 1 0,-1-1 0,0 1 0,1-1 0,-1 1 0,0-1 0,0 1 0,1-1 0,-1 1 0,0-1 0,0 1 0,0-1 0,0 0 0,1 1 0,-1-2 0,1-20 0,-1 19 0,-1-19 0,-2-1 0,0 1 0,-8-26 0,-1-4 0,5 22 0,5 22 0,0 0 0,0 0 0,0-1 0,1 1 0,1-15 0,1 20-1365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6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166 62 24575,'-8'-6'0,"-44"-28"0,45 30 0,0 1 0,0 0 0,0 0 0,0 1 0,0-1 0,-9 0 0,15 3 0,-1-1 0,1 1 0,-1 0 0,0 0 0,1 0 0,-1 0 0,1 0 0,-1 1 0,0-1 0,1 0 0,-1 1 0,1-1 0,-1 1 0,1-1 0,-1 1 0,1 0 0,0 0 0,-1-1 0,-1 3 0,1-1 0,1 0 0,-1 0 0,1 0 0,0 0 0,0 0 0,0 0 0,0 0 0,0 0 0,0 0 0,0 0 0,1 1 0,-1 2 0,0 4 0,1 0 0,-1 0 0,2 0 0,-1 0 0,5 17 0,-3-16 0,1 0 0,0 0 0,1 0 0,0-1 0,10 16 0,-12-21 0,0-1 0,0 1 0,1 0 0,0-1 0,0 0 0,0 0 0,0 1 0,0-2 0,1 1 0,-1 0 0,1-1 0,0 0 0,0 1 0,0-1 0,7 2 0,-10-4 0,0 0 0,0 0 0,0 0 0,0 0 0,0 0 0,0 0 0,1 0 0,-1 0 0,0 0 0,0 0 0,0-1 0,0 1 0,0 0 0,0-1 0,0 1 0,0-1 0,0 1 0,0-1 0,0 0 0,0 0 0,1-1 0,0 0 0,0 0 0,0 0 0,0 0 0,-1-1 0,0 1 0,3-5 0,0-4 0,0 1 0,-1-1 0,1-11 0,-3 21 0,1-30 0,-2 25 0,1 1 0,-1-1 0,1 0 0,0 1 0,2-8 0,-3 12 0,0 1 0,0-1 0,1 1 0,-1-1 0,0 1 0,0-1 0,1 0 0,-1 1 0,0-1 0,1 1 0,-1-1 0,1 1 0,-1-1 0,1 1 0,-1 0 0,1-1 0,-1 1 0,1 0 0,-1-1 0,1 1 0,-1 0 0,1-1 0,0 1 0,-1 0 0,2 0 0,-1 0 0,0 0 0,0 0 0,0 0 0,0 1 0,0-1 0,0 0 0,0 1 0,0-1 0,0 0 0,0 1 0,0 0 0,0-1 0,1 2 0,4 2 0,-1 1 0,0-1 0,6 10 0,-10-13 0,103 130-1365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6.5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141 206 24575,'1'1'0,"-1"1"0,1-1 0,-1 0 0,0 0 0,1 1 0,-1-1 0,0 0 0,0 0 0,0 1 0,0-1 0,0 0 0,0 1 0,0-1 0,-1 0 0,1 0 0,-1 2 0,1-2 0,0-1 0,0 0 0,-1 0 0,1 0 0,0 1 0,0-1 0,0 0 0,-1 0 0,1 0 0,0 0 0,0 1 0,-1-1 0,1 0 0,0 0 0,-1 0 0,1 0 0,0 0 0,0 0 0,-1 0 0,1 0 0,0 0 0,-1 0 0,1 0 0,0 0 0,-1 0 0,-12-6 0,4-3 0,-1 1 0,2-1 0,-1-1 0,2 0 0,-14-21 0,0 1 0,16 23 0,1 0 0,-1-1 0,1 0 0,0 0 0,1 0 0,0 0 0,0-1 0,-2-15 0,5 23 0,0 0 0,-1 0 0,1 0 0,0 0 0,0 0 0,1 0 0,-1 0 0,0 0 0,0 0 0,0 0 0,1 0 0,-1 0 0,0 0 0,1 0 0,-1 0 0,1 0 0,-1 0 0,1 1 0,0-1 0,-1 0 0,1 0 0,0 0 0,0 0 0,1 0 0,0 0 0,0 0 0,0 0 0,0 0 0,0 0 0,0 1 0,0-1 0,0 1 0,0-1 0,0 1 0,2 0 0,2-1 0,0 1 0,0 1 0,0-1 0,0 1 0,0 0 0,0 0 0,9 4 0,-7-1-136,1 0-1,-1 1 1,0 0-1,0 1 1,-1-1-1,0 1 1,0 1-1,0 0 0,6 8 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7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24575,'1'9'0,"0"1"0,0-1 0,4 12 0,0 1 0,-1-8 0,1 0 0,0 0 0,1-1 0,1 1 0,0-1 0,0 0 0,2-1 0,-1 0 0,12 12 0,5-3-1365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7.2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24575,'0'-2'0,"0"1"0,0 4 0,0 3 0,0 6 0,0 3 0,0-1-8191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7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148 111 24575,'-6'-10'0,"-7"-9"0,-17-20 0,27 34 0,-1 1 0,0 0 0,0 0 0,-1 0 0,1 1 0,-1 0 0,0 0 0,0 0 0,0 0 0,-6-2 0,10 5 0,0-1 0,0 1 0,0 0 0,0 0 0,0-1 0,0 1 0,-1 0 0,1 0 0,0 0 0,0 0 0,0 0 0,0 1 0,0-1 0,0 0 0,0 0 0,0 1 0,0-1 0,-1 1 0,1-1 0,1 1 0,-1-1 0,-2 2 0,2-1 0,0 1 0,-1-1 0,1 1 0,0 0 0,0-1 0,0 1 0,0 0 0,0 0 0,0 0 0,0 0 0,0 2 0,-1 5 0,1-1 0,0 1 0,0-1 0,2 16 0,0-11 0,1-1 0,1 1 0,0-1 0,1 0 0,0 1 0,1-2 0,1 1 0,0-1 0,0 0 0,1 0 0,0 0 0,1-1 0,0 0 0,1-1 0,0 0 0,0 0 0,13 9 0,-19-16 0,0 0 0,0 0 0,0-1 0,0 1 0,0-1 0,1 1 0,-1-1 0,1 0 0,-1 0 0,1-1 0,-1 1 0,7 0 0,-8-1 0,1-1 0,-1 1 0,0-1 0,0 1 0,0-1 0,0 0 0,1 0 0,-1 1 0,0-1 0,-1-1 0,1 1 0,0 0 0,0 0 0,0-1 0,-1 1 0,1-1 0,-1 0 0,1 1 0,-1-1 0,0 0 0,2-3 0,1-1 0,-1 0 0,0-1 0,0 1 0,-1-1 0,0 0 0,0 0 0,-1 0 0,1-8 0,0-7 0,-2-29 0,0-11 0,0 61 0,0 0 0,0 1 0,0-1 0,0 0 0,1 0 0,-1 0 0,0 0 0,0 0 0,0 1 0,1-1 0,-1 0 0,0 0 0,1 0 0,-1 1 0,1-1 0,-1 0 0,1 1 0,-1-1 0,1 0 0,0 0 0,0 1 0,-1 0 0,1 0 0,0 0 0,-1 0 0,1 0 0,-1 0 0,1 0 0,-1 0 0,1 0 0,0 0 0,-1 0 0,1 0 0,-1 0 0,1 0 0,-1 1 0,1-1 0,-1 0 0,1 1 0,-1-1 0,1 0 0,-1 1 0,1-1 0,5 6 0,0-1 0,-1 1 0,8 9 0,-5-6 0,0 1 0,11 11 0,42 38 0,-55-54 0,1 0 0,0-1 0,0 1 0,0-1 0,0 0 0,0-1 0,1 0 0,0 0 0,-1-1 0,1 0 0,14 2 0,-19-4 0,-1 0 0,0 1 0,0-1 0,0-1 0,1 1 0,-1 0 0,0 0 0,0-1 0,0 1 0,0-1 0,1 0 0,-1 0 0,0 1 0,0-1 0,-1-1 0,1 1 0,0 0 0,0 0 0,1-2 0,-1 0 0,0 1 0,-1 0 0,1-1 0,-1 1 0,0-1 0,0 1 0,0-1 0,0 0 0,0 0 0,0 1 0,-1-1 0,0 0 0,1 0 0,-1-4 0,-1-9 0,0 13 0,1-1 0,0 1 0,-1 0 0,1 0 0,1 0 0,-1 0 0,0 0 0,1 0 0,-1 0 0,1-1 0,0 1 0,0 1 0,1-5 0,-1 7 0,-1 0 0,1 0 0,0-1 0,-1 1 0,1 0 0,-1 0 0,1 0 0,-1 0 0,1 0 0,0 0 0,-1 0 0,1 0 0,-1 0 0,1 0 0,-1 0 0,1 0 0,0 0 0,-1 0 0,1 0 0,-1 1 0,1-1 0,-1 0 0,1 0 0,-1 1 0,1-1 0,-1 0 0,1 1 0,18 12 0,-15-10 0,8 7 0,1-2 0,1 1 0,0-2 0,0 0 0,0-1 0,1 0 0,20 5 0,76 15 0,-100-22-1365,-2-1-5461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8.6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90 24575,'-17'-8'0,"-30"-8"0,43 15 0,0 0 0,-1 0 0,1 0 0,-1 0 0,1 1 0,-1 0 0,1 0 0,-1 0 0,1 1 0,0-1 0,-1 1 0,-6 2 0,9-2 0,1 0 0,0-1 0,-1 1 0,1 0 0,0 0 0,0 0 0,0 0 0,0 0 0,0 0 0,0 0 0,0 0 0,0 0 0,0 0 0,0 1 0,0-1 0,1 0 0,-2 3 0,1-1 0,1 0 0,-1 0 0,1-1 0,0 1 0,-1 0 0,1 0 0,0 0 0,1 5 0,1-1 0,-1-1 0,1 1 0,0-1 0,1 1 0,0-1 0,0 0 0,4 7 0,-2-6 0,1 1 0,0-1 0,0 0 0,1-1 0,0 0 0,0 0 0,1 0 0,-1-1 0,1 0 0,15 7 0,-19-10 0,1 0 0,-1 0 0,1-1 0,-1 1 0,1-1 0,0 0 0,0-1 0,0 1 0,-1-1 0,1 0 0,0 0 0,0-1 0,0 1 0,-1-1 0,1 0 0,0 0 0,0-1 0,-1 1 0,1-1 0,-1 0 0,0 0 0,6-4 0,-4 1 0,1-1 0,-1 0 0,0 0 0,0-1 0,-1 0 0,1 0 0,-2 0 0,1 0 0,-1-1 0,4-9 0,0-3 0,-1-1 0,9-39 0,-16 58 0,1 0 0,-1-1 0,1 1 0,-1 0 0,0 0 0,0 0 0,0 0 0,0 0 0,-1 0 0,1-1 0,0 1 0,-1 0 0,0 0 0,1 0 0,-1 0 0,0 0 0,0 0 0,0 1 0,-2-4 0,1 3 0,0 1 0,0-1 0,1 1 0,-1 0 0,0 0 0,0-1 0,0 1 0,0 1 0,0-1 0,-1 0 0,1 0 0,0 1 0,0-1 0,0 1 0,-1 0 0,1 0 0,0 0 0,-4 0 0,1 0 0,0 1 0,1 0 0,-1 0 0,1 0 0,-1 1 0,1-1 0,0 1 0,-1 0 0,1 0 0,0 1 0,0-1 0,0 1 0,1 0 0,-1 0 0,1 0 0,-1 0 0,1 1 0,0-1 0,0 1 0,1 0 0,-1 0 0,1 0 0,0 0 0,-3 8 0,3-7 0,0-1 0,1 1 0,-1 0 0,1 0 0,0 0 0,1 0 0,-1 0 0,1 0 0,0 1 0,0-1 0,1 0 0,-1 0 0,1 0 0,0 0 0,1 0 0,-1-1 0,1 1 0,0 0 0,0 0 0,1-1 0,-1 1 0,6 5 0,6 6 0,2-1 0,0-1 0,0-1 0,2 0 0,-1-1 0,2-1 0,-1-1 0,1 0 0,28 9 0,19 3 0,101 21 0,-2-14-1365,-143-26-5461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3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24575,'0'-3'0,"0"3"0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4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5.1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430 26 24575,'-104'-12'0,"67"6"0,-1 2 0,-67 0 0,102 4 0,0 0 0,0 1 0,1-1 0,-1 0 0,0 1 0,0 0 0,0 0 0,1 0 0,-1 0 0,0 0 0,1 0 0,-1 1 0,-2 1 0,3-1 0,1 0 0,0-1 0,0 1 0,-1 0 0,1 0 0,0 0 0,1-1 0,-1 1 0,0 0 0,0 0 0,1 0 0,-1 1 0,1-1 0,0 0 0,0 0 0,0 0 0,0 0 0,0 4 0,1-1 0,0 1 0,0 0 0,1-1 0,-1 1 0,1-1 0,0 0 0,1 1 0,-1-1 0,1 0 0,0 0 0,1-1 0,-1 1 0,1-1 0,0 1 0,0-1 0,4 4 0,11 7 0,1 0 0,29 17 0,-37-24 0,38 21 0,1-2 0,95 36 0,-145-63 0,8 4 0,0-1 0,0 2 0,12 6 0,-19-10 0,-1 1 0,0-1 0,1 0 0,-1 0 0,0 0 0,1 1 0,-1-1 0,0 0 0,0 1 0,0 0 0,1 2 0,-1-3 0,-1 0 0,0 0 0,0-1 0,0 1 0,0 0 0,0 0 0,0 0 0,0 0 0,0 0 0,0 0 0,0-1 0,-1 1 0,1 0 0,0 0 0,-1 0 0,1 0 0,0-1 0,-1 1 0,1 0 0,-1 0 0,1-1 0,-1 1 0,1 0 0,-1-1 0,-1 2 0,0 0 0,-1 0 0,0 0 0,0 0 0,0 0 0,0-1 0,0 1 0,-1-1 0,1 0 0,-6 2 0,-34 4 0,33-5 0,-52 4 0,-106-4 0,34-2 0,123 0-227,1 1-1,-1 0 1,1 0-1,-1 1 1,-18 6-1,19-3-6598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5.8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0 24575,'-2'3'0,"0"0"0,-1 0 0,1 0 0,0 0 0,1 0 0,-1 0 0,1 0 0,-1 1 0,1-1 0,0 1 0,0-1 0,0 1 0,1-1 0,-1 1 0,1 0 0,0-1 0,0 1 0,0-1 0,0 1 0,1 0 0,1 5 0,2 7 0,1 0 0,1 0 0,12 22 0,-5-10 0,48 124 0,-61-151 0,1 1 0,-1-1 0,1 0 0,-1 0 0,1 1 0,0-1 0,-1 0 0,1 0 0,0 0 0,0 0 0,0 0 0,0 0 0,0 0 0,0 0 0,0-1 0,0 1 0,0 0 0,2 0 0,-2-1 0,0 0 0,1 0 0,-1 0 0,0-1 0,0 1 0,0 0 0,0-1 0,0 1 0,0-1 0,0 0 0,0 1 0,0-1 0,0 0 0,0 1 0,0-1 0,-1 0 0,1 0 0,0 0 0,0 0 0,-1 0 0,2-1 0,20-33 0,-17 26 0,-1 1 0,2 0 0,-1 0 0,1 1 0,12-13 0,-16 19 0,0-1 0,0 1 0,0 0 0,0 0 0,0-1 0,0 1 0,1 0 0,-1 1 0,0-1 0,1 0 0,-1 1 0,0-1 0,1 1 0,-1 0 0,1 0 0,-1 0 0,1 0 0,-1 0 0,0 0 0,1 1 0,-1-1 0,1 1 0,-1 0 0,0 0 0,0 0 0,1 0 0,2 2 0,10 6 0,-1 0 0,0 1 0,-1 1 0,0 0 0,0 1 0,17 22 0,-26-30 0,0 0 0,0 0 0,0-1 0,0 0 0,0 0 0,1 0 0,0 0 0,-1-1 0,1 0 0,0 0 0,0 0 0,7 1 0,-9-2 0,0 0 0,1-1 0,-1 1 0,1-1 0,-1 0 0,0 0 0,1 0 0,-1-1 0,0 1 0,1-1 0,-1 0 0,0 0 0,1 0 0,-1 0 0,0-1 0,0 1 0,0-1 0,0 0 0,5-4 0,43-44 0,-50 49 5,0 0 0,0 0-1,0 1 1,0-1 0,0 0-1,0 1 1,1-1 0,-1 1 0,0 0-1,0-1 1,1 1 0,-1 0-1,0-1 1,1 1 0,-1 0 0,0 0-1,1 0 1,-1 0 0,0 1-1,0-1 1,1 0 0,-1 1-1,0-1 1,3 1 0,1 2-287,-1-1 1,1 1 0,0 0-1,5 5 1,-9-8 205,11 9-6750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6.1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43 24575,'-2'-12'0,"-2"-2"0,1 4 0,-2 4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6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48 24575,'-1'-1'0,"-70"-31"0,62 29 0,0 0 0,0 1 0,0 0 0,0 0 0,0 1 0,-11 0 0,18 1 0,-1 0 0,1 0 0,-1 0 0,1 0 0,-1 1 0,1-1 0,0 1 0,-1 0 0,1 0 0,0 0 0,0 0 0,-1 0 0,1 0 0,0 1 0,0-1 0,-3 4 0,3-3 0,0 1 0,0-1 0,0 1 0,0 0 0,1 0 0,-1 0 0,1 0 0,0 0 0,0 1 0,-2 5 0,2 4 0,0 1 0,0-1 0,1 0 0,1 1 0,2 12 0,2 8 0,2-1 0,1 0 0,18 48 0,52 90 0,3-25 0,-66-123 0,1 0 0,1-1 0,1-1 0,21 19 0,-35-37-273,0 0 0,0 0 0,0 0 0,8 4 0,0-2-6553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6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305 136 24575,'-27'-22'0,"-11"-7"0,-2 1 0,3 5 0,6 7 0,4 6 0,3 5 0,3 3 0,3 2 0,3 3 0,0 2 0,4-1-8191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7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0 24575,'-5'2'0,"-1"7"0,-1 3 0,2 5 0,2 4 0,3 4 0,5 2 0,1 4 0,2 2 0,2 0 0,2-1 0,4 0 0,1-2 0,1-2 0,-1-2 0,-3-3 0,-4-5-8191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7.2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405 76 24575,'-32'-10'0,"-15"-3"0,-5-2 0,2 1 0,4 4 0,8 3 0,7 3 0,8 2 0,4 1 0,3 2 0,2-1 0,1 3 0,0 4 0,3 2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7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24575,'0'5'0,"0"4"0,0 3 0,0 2 0,0 1 0,0 0 0,0-2-8191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7.7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24575,'3'3'0,"0"3"0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8.0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87 24575,'0'1'0,"0"0"0,0 0 0,0-1 0,0 1 0,0 0 0,0 0 0,0-1 0,0 1 0,1 0 0,-1 0 0,0-1 0,0 1 0,1 0 0,-1 0 0,0-1 0,1 1 0,-1-1 0,1 1 0,0 1 0,-1-2 0,1 0 0,-1 0 0,1 0 0,-1 0 0,1 0 0,-1 0 0,1 0 0,-1 0 0,0 0 0,1 0 0,-1 0 0,1 0 0,-1 0 0,1 0 0,-1 0 0,0 0 0,1-1 0,-1 1 0,1 0 0,-1 0 0,0 0 0,1-1 0,0 0 0,1-1 0,1 0 0,-1 0 0,1-1 0,-1 1 0,0-1 0,0 0 0,3-5 0,-2 1 0,1-1 0,0 1 0,1 0 0,0 0 0,9-10 0,-12 15 0,0 0 0,0 0 0,0 0 0,1 0 0,-1 0 0,1 1 0,-1 0 0,1-1 0,0 1 0,-1 0 0,1 0 0,0 0 0,0 1 0,0-1 0,-1 1 0,1-1 0,0 1 0,0 0 0,6 1 0,-1 0 0,1 1 0,-1 0 0,0 1 0,0 0 0,0 0 0,0 1 0,13 8 0,1 3 0,23 20 0,-22-12-1365,-14-12-5461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8.7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133 231 24575,'8'45'0,"2"16"0,30 98 0,-33-136 0,-7-23 0,0 0 0,0 1 0,0-1 0,0 0 0,0 0 0,0 1 0,0-1 0,0 0 0,0 0 0,0 1 0,0-1 0,0 0 0,0 0 0,0 0 0,0 1 0,0-1 0,0 0 0,-1 0 0,1 1 0,0-1 0,0 0 0,0 0 0,0 0 0,0 0 0,0 1 0,-1-1 0,1 0 0,0 0 0,-1 0 0,0 0 0,1 0 0,-1 0 0,1-1 0,-1 1 0,0 0 0,1 0 0,-1-1 0,1 1 0,-1 0 0,1-1 0,-1 1 0,1-1 0,-1 1 0,1-1 0,-1 0 0,-13-15 0,1 0 0,0-1 0,-20-37 0,19 30 0,-4-6 0,2-1 0,-21-54 0,31 66 0,0 0 0,1 0 0,1-1 0,1 1 0,1-1 0,0-24 0,2 39 0,1 0 0,-1 0 0,1 1 0,0-1 0,0 0 0,0 0 0,0 1 0,1-1 0,0 1 0,4-9 0,-4 11 0,0 0 0,-1 0 0,1 0 0,0 0 0,0 0 0,0 1 0,0-1 0,0 1 0,0-1 0,1 1 0,-1 0 0,0 0 0,1 0 0,-1 0 0,1 0 0,-1 1 0,1-1 0,-1 1 0,1-1 0,0 1 0,4 0 0,6 1 0,0 1 0,-1 0 0,1 0 0,-1 2 0,0-1 0,0 1 0,19 10 0,-14-5 0,0 0 0,-1 1 0,0 1 0,21 19 0,-34-28 0,0 1 0,-1 0 0,1 0 0,-1 0 0,0 0 0,0 0 0,0 0 0,0 0 0,0 1 0,-1-1 0,1 1 0,-1-1 0,0 1 0,1 6 0,-2-8 0,0 0 0,0 0 0,0 0 0,0 0 0,-1 1 0,1-1 0,-1 0 0,1 0 0,-1 0 0,0 0 0,0 0 0,0 0 0,0 0 0,0 0 0,0-1 0,-1 1 0,1 0 0,-1 0 0,1-1 0,-1 1 0,1-1 0,-1 0 0,0 1 0,0-1 0,0 0 0,-2 1 0,-6 3 15,0-1 0,0 0 0,-1-1 0,1 0 0,-1 0-1,0-1 1,-11 1 0,-78-1-1473,99-2 1432,-16-1-6800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9.2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19 24575,'-1'-1'0,"1"1"0,-1 0 0,1-1 0,0 1 0,-1 0 0,1 0 0,-1-1 0,1 1 0,-1 0 0,1 0 0,-1 0 0,1 0 0,-1 0 0,1 0 0,-1-1 0,1 1 0,-1 0 0,1 0 0,-1 1 0,1-1 0,-1 0 0,1 0 0,-1 0 0,1 0 0,0 0 0,-1 1 0,0-1 0,1 1 0,0-1 0,0 1 0,0-1 0,0 1 0,0-1 0,0 1 0,0 0 0,0-1 0,0 1 0,0-1 0,0 1 0,0-1 0,0 1 0,0-1 0,0 1 0,1-1 0,-1 2 0,2 1 0,0 1 0,0 0 0,0-1 0,0 0 0,4 5 0,-3-5 0,0 0 0,1-1 0,-1 1 0,1-1 0,-1 0 0,1 0 0,0-1 0,0 1 0,0-1 0,0 1 0,0-1 0,0-1 0,0 1 0,0-1 0,0 1 0,0-1 0,1 0 0,3-1 0,-4 1 0,0-1 0,0 0 0,-1 0 0,1 0 0,-1 0 0,1 0 0,-1-1 0,1 0 0,-1 1 0,0-1 0,0 0 0,0-1 0,0 1 0,0-1 0,0 1 0,0-1 0,-1 0 0,0 0 0,5-6 0,-3-1 0,-3 7 0,0 1 0,1-1 0,-1 1 0,0-1 0,1 1 0,3-4 0,-5 6 0,1-1 0,-1 1 0,1 0 0,-1-1 0,1 1 0,-1 0 0,1 0 0,-1-1 0,1 1 0,-1 0 0,1 0 0,0 0 0,-1 0 0,1 0 0,-1 0 0,1 0 0,0 0 0,-1 0 0,1 0 0,-1 0 0,1 0 0,0 0 0,-1 1 0,1-1 0,-1 0 0,1 0 0,-1 1 0,1-1 0,-1 0 0,1 1 0,-1-1 0,1 0 0,-1 1 0,1-1 0,-1 1 0,1 0 0,97 84 0,-87-76-1365,-2-1-5461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9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24575,'0'8'0,"3"9"0,2 9 0,4 8 0,3 6 0,1 3 0,1 1 0,1 1 0,0-2 0,0-2 0,0-2 0,0-3 0,-3-3 0,-1-2 0,1-4 0,-3-1 0,-2-6-8191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9.6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89 24575,'-27'-14'0,"-11"-6"0,-5 1 0,1 4 0,5 5 0,6 3 0,8 3-8191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1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0 24575,'-3'28'0,"1"0"0,1-1 0,2 1 0,0 0 0,2 0 0,1 0 0,1-1 0,2 0 0,10 29 0,-4-21 0,1-1 0,1 0 0,2-1 0,23 34 0,-38-64-62,-1-1 0,1 1 0,0-1 0,0 1 0,0-1 0,0 0 0,0 0 0,1 0 0,-1 0 0,0 0 0,1 0 0,0 0-1,-1-1 1,1 0 0,0 1 0,0-1 0,0 0 0,0 0 0,0-1 0,0 1 0,3 0 0,6-2-6764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1.4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394 45 24575,'-32'-5'0,"-18"-2"0,-5 1 0,2-2 0,4 2 0,9 0 0,9 3 0,6 0 0,6 2 0,4 3 0,3 4 0,5 3 0,3 3 0,3-1-8191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1.7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90 24575,'-48'-13'0,"1"-1"0,-1 2 0,-65-7 0,108 18 0,1 1 0,0 0 0,0 0 0,0 0 0,0 1 0,-6 1 0,9-2 0,0 0 0,0 0 0,0 1 0,1-1 0,-1 0 0,0 1 0,0-1 0,1 1 0,-1-1 0,0 1 0,1-1 0,-1 1 0,1-1 0,-1 1 0,0 0 0,1-1 0,0 1 0,-1 0 0,1 0 0,-1-1 0,1 1 0,0 0 0,-1 0 0,1-1 0,0 1 0,0 0 0,0 0 0,0 0 0,-1 0 0,1-1 0,0 1 0,1 0 0,-1 0 0,0 0 0,0 0 0,0 0 0,0-1 0,1 2 0,0 2 0,1 0 0,0 1 0,0-1 0,0 0 0,1-1 0,-1 1 0,1 0 0,0-1 0,0 1 0,0-1 0,0 0 0,5 3 0,6 5 0,26 15 0,-39-26 0,20 12 0,0-1 0,1-1 0,0-1 0,31 9 0,-39-14 0,0-1 0,1-1 0,-1 0 0,0-1 0,1 0 0,-1-1 0,1-1 0,20-3 0,-32 3 0,0 1 0,1-1 0,-1 0 0,0 0 0,-1 0 0,1-1 0,0 1 0,0-1 0,0 1 0,-1-1 0,1 0 0,-1 0 0,1 0 0,-1-1 0,0 1 0,2-3 0,-3 3 0,1 0 0,-1-1 0,-1 1 0,1 0 0,0-1 0,0 1 0,-1 0 0,0-1 0,1 1 0,-1-1 0,0 1 0,0 0 0,0-1 0,0 1 0,-1-1 0,1 1 0,-1 0 0,1-1 0,-1 1 0,0 0 0,-2-4 0,-1-4 14,-1 1-1,0 0 0,-1 0 0,0 1 1,0-1-1,-1 1 0,0 1 1,-14-12-1,15 14-137,0 0 0,-1 0 1,0 1-1,0 0 0,0 1 0,0 0 1,-1 0-1,1 0 0,-1 1 0,0 0 1,-15-2-1,9 4-6702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2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73 24575,'-44'-15'0,"-9"-3"0,-86-19 0,133 36 0,-1 0 0,1 1 0,-1-1 0,-9 2 0,15-1 0,0 0 0,0 0 0,0 0 0,1 0 0,-1 0 0,0 0 0,0 0 0,0 0 0,1 1 0,-1-1 0,0 0 0,0 1 0,1-1 0,-1 0 0,0 1 0,0-1 0,1 1 0,-1-1 0,1 1 0,-1-1 0,0 1 0,1 0 0,-1-1 0,1 1 0,-1 0 0,1-1 0,0 1 0,-1 0 0,1 0 0,0-1 0,-1 1 0,1 0 0,0 0 0,0-1 0,0 1 0,0 0 0,0 0 0,0 0 0,0 0 0,0-1 0,0 1 0,0 0 0,0 0 0,0 0 0,1-1 0,-1 2 0,2 3 0,1 1 0,-1-1 0,1-1 0,0 1 0,1 0 0,-1-1 0,1 1 0,-1-1 0,8 5 0,3 4 0,24 14 0,-24-18 0,1 0 0,-1-1 0,1 0 0,28 9 0,-38-16 0,-1 1 0,0-1 0,1 0 0,-1 0 0,1-1 0,-1 1 0,0-1 0,1 0 0,-1 0 0,1-1 0,-1 1 0,1-1 0,-1 0 0,1 0 0,-1-1 0,0 1 0,0-1 0,0 0 0,0 0 0,0 0 0,0-1 0,6-4 0,-8 4 0,0 1 0,0-1 0,0 0 0,0 1 0,-1-1 0,1 0 0,-1 0 0,0 0 0,0 0 0,0 0 0,0-1 0,0 1 0,-1 0 0,1 0 0,-1-1 0,0 1 0,0 0 0,0 0 0,-1-1 0,-1-5 0,1 3 0,0-1 0,-1 1 0,0 0 0,0 0 0,-1 0 0,0 1 0,0-1 0,0 1 0,-7-9 0,-2 4 0,12 10 0,0 0 0,-1 0 0,1 0 0,0 0 0,0 0 0,0 0 0,0 0 0,-1 0 0,1 0 0,0 0 0,0 0 0,0 0 0,0 1 0,0-1 0,-1 0 0,1 0 0,0 0 0,0 0 0,0 0 0,0 0 0,0 0 0,0 0 0,-1 1 0,1-1 0,0 0 0,0 0 0,0 0 0,0 0 0,0 0 0,0 1 0,0-1 0,0 0 0,0 0 0,0 0 0,0 0 0,0 1 0,0-1 0,0 0 0,0 0 0,0 0 0,0 1 0,0 1 0,0 1 0,0 0 0,1 0 0,-1 0 0,1-1 0,0 1 0,2 4 0,11 21 0,2-1 0,1-1 0,1 0 0,1-2 0,37 39 0,-41-49-1365,-2-3-5461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3.2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292 1 24575,'-13'4'0,"0"2"0,0-1 0,1 2 0,0 0 0,0 0 0,-11 10 0,20-14 0,0-1 0,0 1 0,0-1 0,0 1 0,1 0 0,-1 0 0,1 0 0,0 1 0,0-1 0,0 0 0,0 1 0,1 0 0,0-1 0,-1 1 0,1 0 0,1-1 0,-1 1 0,0 0 0,1 0 0,0 0 0,0 0 0,0 0 0,0 0 0,1-1 0,-1 1 0,3 6 0,0-2 0,0 0 0,1 0 0,0-1 0,0 1 0,1-1 0,6 7 0,38 41 0,-32-37 0,29 25 0,-23-23 0,-22-19 0,-1-1 0,1 0 0,-1 0 0,1 1 0,-1-1 0,0 0 0,1 1 0,-1-1 0,0 0 0,0 1 0,1-1 0,-1 1 0,0-1 0,0 1 0,1-1 0,-1 0 0,0 1 0,0-1 0,0 1 0,0-1 0,0 1 0,0-1 0,0 2 0,0-2 0,0 0 0,0 0 0,-1 1 0,1-1 0,0 0 0,-1 1 0,1-1 0,-1 0 0,1 0 0,0 0 0,-1 0 0,1 1 0,0-1 0,-1 0 0,1 0 0,-1 0 0,1 0 0,-1 0 0,1 0 0,-1 0 0,-25-2 0,-196-64 0,178 51 0,42 14-83,-4 0-173,1-1-1,0 0 1,-1-1-1,-6-3 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3.6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31 24575,'3'10'0,"1"-1"0,0 0 0,0 0 0,8 12 0,-11-19 0,0 0 0,0 0 0,0-1 0,0 1 0,1-1 0,-1 1 0,1-1 0,-1 0 0,1 1 0,0-1 0,-1 0 0,1 0 0,0 0 0,0 0 0,-1 0 0,1-1 0,0 1 0,0 0 0,0-1 0,0 1 0,0-1 0,0 0 0,0 0 0,0 0 0,0 0 0,0 0 0,0 0 0,4-1 0,-4 0 0,0 0 0,0-1 0,-1 1 0,1 0 0,0 0 0,-1-1 0,1 1 0,-1-1 0,1 0 0,-1 1 0,0-1 0,1 0 0,-1 0 0,0 0 0,0 0 0,-1 0 0,1 0 0,0 0 0,0-3 0,2-4 0,-1 1 0,-1-1 0,2-12 0,1-3 0,-4 24 0,0 0 0,0-1 0,0 1 0,0 0 0,0 0 0,0-1 0,0 1 0,0 0 0,1 0 0,-1-1 0,0 1 0,0 0 0,0 0 0,0 0 0,1-1 0,-1 1 0,0 0 0,0 0 0,0 0 0,1 0 0,-1-1 0,0 1 0,0 0 0,1 0 0,-1 0 0,0 0 0,0 0 0,1 0 0,0 0 0,-1 0 0,1 1 0,-1-1 0,1 1 0,0-1 0,-1 1 0,1-1 0,-1 1 0,1-1 0,-1 1 0,0-1 0,1 1 0,-1 0 0,1-1 0,-1 1 0,1 1 0,7 16 0,-1 1 0,-1 0 0,8 37 0,-4-11 0,15 42 0,-7-26 0,19 114 0,-37-172 0,0 0 0,1 1 0,-1-1 0,-1 0 0,1 1 0,0-1 0,-2 5 0,2-7 0,0-1 0,-1 1 0,1-1 0,0 1 0,-1 0 0,1-1 0,0 1 0,-1-1 0,1 1 0,-1-1 0,1 1 0,-1-1 0,1 1 0,-1-1 0,1 1 0,-1-1 0,1 0 0,-1 1 0,0-1 0,1 0 0,-1 1 0,0-1 0,1 0 0,-1 0 0,1 0 0,-1 0 0,0 0 0,0 0 0,1 0 0,-1 0 0,0 0 0,1 0 0,-1 0 0,0 0 0,1 0 0,-1 0 0,0-1 0,1 1 0,-1 0 0,1 0 0,-1-1 0,-1 0 0,-7-3 34,1-1 0,-12-8 1,0-1-1503,7 6-5358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4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343 77 24575,'-90'-45'0,"75"38"0,0 1 0,-1 1 0,-31-7 0,45 11 0,-1 1 0,1 0 0,-1-1 0,1 1 0,-1 0 0,1 0 0,0 1 0,-1-1 0,1 0 0,-1 1 0,1-1 0,0 1 0,-1 0 0,1 0 0,0 0 0,0 0 0,0 0 0,-1 1 0,-1 1 0,2-1 0,0 0 0,0 1 0,1-1 0,-1 1 0,1-1 0,-1 1 0,1-1 0,0 1 0,0 0 0,0 0 0,1-1 0,-1 1 0,1 0 0,-1 0 0,1 6 0,1 2 0,-1 1 0,2 0 0,0-1 0,0 1 0,1-1 0,0 0 0,1 0 0,10 20 0,1-4 0,0 0 0,23 29 0,-18-30 0,2 0 0,1-2 0,35 31 0,-56-54 0,12 13 0,-13-9 0,-9-3 0,-26-5 0,-45-11 0,10 1 0,-44-3-1365,84 12-5461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4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24575,'8'34'0,"2"20"0,1 6 0,3 2 0,2-3 0,2-4 0,0-7 0,0-3 0,-2-3 0,-2-3 0,-2-2 0,-1-1 0,1-4 0,-2-4 0,0-3 0,-2-4 0,1-5 0,-2-6-8191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4.7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377 75 24575,'-35'-11'0,"-115"-32"0,120 37 0,0 0 0,-1 2 0,-31-1 0,60 5 0,1 0 0,-1 0 0,0 0 0,0 0 0,0 1 0,1-1 0,-1 0 0,0 1 0,0-1 0,1 1 0,-1 0 0,0-1 0,1 1 0,-1 0 0,1 0 0,-1 0 0,-1 2 0,2-2 0,0 0 0,0 1 0,1-1 0,-1 0 0,1 0 0,-1 1 0,1-1 0,0 1 0,-1-1 0,1 0 0,0 1 0,0-1 0,0 1 0,0-1 0,0 0 0,0 1 0,0-1 0,1 1 0,-1-1 0,0 0 0,1 1 0,0 1 0,1 0 5,-1 0-1,0 0 1,1-1 0,-1 1-1,1-1 1,0 1-1,0-1 1,0 0 0,0 1-1,0-1 1,0 0-1,4 2 1,2 1-130,0 0-1,13 5 1,-4-2-924,-7-3-5777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5.5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219 301 24575,'-13'-39'0,"-27"-53"0,32 75 0,-2 0 0,0 1 0,-1 1 0,-1 0 0,-19-20 0,18 22 0,9 7 0,-1 1 0,-1 0 0,1 0 0,-1 0 0,1 1 0,-11-6 0,15 10 0,1 0 0,-1-1 0,0 1 0,1 0 0,-1 0 0,1 0 0,-1-1 0,0 1 0,1 0 0,-1 0 0,1 0 0,-1 0 0,0 0 0,1 0 0,-1 1 0,0-1 0,1 0 0,-1 0 0,1 0 0,-1 0 0,0 1 0,1-1 0,-1 0 0,1 1 0,-1-1 0,1 0 0,-1 1 0,1-1 0,-1 1 0,1-1 0,0 1 0,-1-1 0,1 1 0,0-1 0,-1 1 0,1-1 0,0 1 0,-1-1 0,1 1 0,0 0 0,0-1 0,0 1 0,0-1 0,0 1 0,-1 1 0,0 3 0,1 1 0,-1 0 0,1 11 0,0-13 0,1 8 0,0 0 0,1 1 0,1-1 0,0 0 0,0 0 0,1-1 0,1 1 0,0-1 0,0 0 0,13 19 0,-9-17 0,1 0 0,0 0 0,1-1 0,1 0 0,0-1 0,0 0 0,24 15 0,-28-22 0,0 1 0,1-2 0,-1 1 0,1-1 0,0 0 0,-1-1 0,1 0 0,1 0 0,-1-1 0,0 0 0,0-1 0,0 0 0,1 0 0,-1-1 0,0 0 0,15-4 0,-18 3 0,0 0 0,0 0 0,0 0 0,-1-1 0,1 0 0,-1 0 0,0 0 0,0-1 0,0 0 0,0 0 0,0 0 0,-1 0 0,0-1 0,0 0 0,0 0 0,0 0 0,-1 0 0,0 0 0,0-1 0,-1 1 0,1-1 0,-1 0 0,0 0 0,-1 0 0,2-9 0,-2 11 0,-1 0 0,0 0 0,0 0 0,0 0 0,0 0 0,-1 0 0,0 0 0,0 0 0,0 0 0,0 0 0,0 0 0,-1 0 0,0 1 0,1-1 0,-1 1 0,-1-1 0,-2-3 0,29 47 0,-12-27 0,0 1 0,0-2 0,2 0 0,-1 0 0,2-2 0,-1 1 0,2-2 0,-1 0 0,1-1 0,31 12 0,-44-19 0,0-1 0,0 1 0,0 0 0,0-1 0,1 0 0,-1 1 0,0-1 0,0-1 0,0 1 0,1 0 0,-1-1 0,0 1 0,4-2 0,-6 1 0,1 0 0,-1 0 0,1 0 0,-1 0 0,1 0 0,-1-1 0,1 1 0,-1 0 0,0-1 0,0 1 0,0-1 0,0 1 0,0-1 0,0 1 0,0-1 0,0 0 0,-1 1 0,1-1 0,-1 0 0,1 0 0,-1 0 0,0 1 0,1-5 0,-2-35 0,0 33 0,1 0 0,0 1 0,0-1 0,0 0 0,3-11 0,-3 19 0,1-1 0,-1 1 0,0-1 0,0 1 0,1-1 0,-1 1 0,0 0 0,0-1 0,1 1 0,-1-1 0,1 1 0,-1 0 0,0-1 0,1 1 0,-1 0 0,1 0 0,-1-1 0,1 1 0,-1 0 0,1 0 0,-1-1 0,1 1 0,-1 0 0,1 0 0,-1 0 0,1 0 0,-1 0 0,1 0 0,-1 0 0,1 0 0,-1 0 0,1 0 0,-1 0 0,1 0 0,-1 0 0,1 1 0,-1-1 0,1 0 0,-1 0 0,1 1 0,0-1 0,25 15 0,-17-9 0,15 6 0,0-1 0,42 12 0,54 7 0,-95-24 0,-18-5-273,0 1 0,0 0 0,0 1 0,12 5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6.2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16 117 24575,'-3'-11'0,"-1"-2"0,-3-21 0,6 31 0,1 0 0,0 0 0,-1 0 0,1 0 0,1 0 0,-1 0 0,0 0 0,1 0 0,0 0 0,-1 0 0,1 0 0,0 0 0,2-2 0,-2 4 0,0 0 0,0 0 0,0 0 0,0 0 0,0 0 0,0 0 0,0 0 0,0 0 0,0 0 0,1 1 0,-1-1 0,0 0 0,1 1 0,-1-1 0,1 1 0,-1 0 0,0-1 0,1 1 0,-1 0 0,1 0 0,-1 0 0,1 0 0,-1 0 0,1 0 0,-1 0 0,0 1 0,1-1 0,-1 0 0,1 1 0,-1-1 0,2 2 0,6 2 0,-1-1 0,0 2 0,12 7 0,-16-9 0,128 89 0,-117-79-455,-1 1 0,23 25 0,-28-27-6371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7.2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0 24575,'-3'13'0,"1"1"0,0-1 0,0 0 0,2 1 0,0-1 0,0 1 0,1-1 0,5 19 0,-1-10 0,1-1 0,1 0 0,1 0 0,15 26 0,2 0 0,2-1 0,2-1 0,2-1 0,37 40 0,-65-81 0,-1-1 0,0 1 0,1-1 0,0 0 0,0 0 0,-1 0 0,1-1 0,5 3 0,-7-3 0,0-1 0,-1 0 0,1 0 0,-1 0 0,1 0 0,-1 0 0,1 0 0,-1 0 0,1 0 0,-1 0 0,1 0 0,0 0 0,-1 0 0,1 0 0,-1 0 0,1 0 0,-1-1 0,1 1 0,-1 0 0,1 0 0,-1-1 0,1 1 0,0-1 0,0 0 0,-1 0 0,1 0 0,-1 0 0,1 0 0,-1 0 0,1 0 0,-1 0 0,0 0 0,1 0 0,-1 0 0,0 0 0,0-1 0,0 1 0,0 0 0,0-1 0,-1-11 0,0 0 0,-1 0 0,-1 0 0,0 0 0,-6-14 0,-3-15 0,12 41 0,-1 0 0,1 1 0,0-1 0,0 0 0,0 1 0,-1-1 0,1 0 0,0 1 0,0-1 0,0 0 0,0 0 0,0 1 0,0-1 0,1 0 0,-1 1 0,0-1 0,0 0 0,0 1 0,1-1 0,-1 0 0,1 0 0,-1 1 0,1 0 0,-1-1 0,1 1 0,-1 0 0,1 0 0,-1 0 0,1 0 0,-1 0 0,1 0 0,-1 0 0,1 0 0,-1 0 0,1 0 0,-1 0 0,1 0 0,-1 0 0,1 0 0,-1 1 0,1-1 0,-1 0 0,0 0 0,1 1 0,6 3 0,-1 0 0,0 0 0,6 6 0,-7-7 0,11 11 0,1 0 0,-2 0 0,0 2 0,-1 0 0,0 0 0,-1 2 0,13 23 0,-24-39 0,-1 0 0,0 1 0,0-1 0,0 0 0,0 1 0,-1-1 0,1 1 0,-1-1 0,1 1 0,-1-1 0,0 1 0,0-1 0,0 1 0,0-1 0,-1 1 0,1-1 0,-1 4 0,0-4 0,0-1 0,0 1 0,0 0 0,-1-1 0,1 1 0,0-1 0,0 0 0,-1 1 0,1-1 0,-1 0 0,0 0 0,1 0 0,-1 0 0,0 0 0,1 0 0,-1 0 0,0 0 0,0-1 0,0 1 0,0-1 0,0 0 0,-3 1 0,-11 0 0,0 0 0,0-1 0,0 0 0,1-1 0,-1-1 0,-28-7 0,-90-35 0,117 37 0,2 3 0,12 4 0,1-1 0,-1 1 0,1-1 0,-1 0 0,0 0 0,1 0 0,-1 0 0,1 0 0,0 0 0,-1-1 0,-2-2 0,5 4 0,0 0 0,0-1 0,0 1 0,0 0 0,0 0 0,0 0 0,0-1 0,0 1 0,0 0 0,0 0 0,0 0 0,0-1 0,0 1 0,0 0 0,1 0 0,-1 0 0,0-1 0,0 1 0,0 0 0,0 0 0,0 0 0,0 0 0,1-1 0,-1 1 0,0 0 0,0 0 0,0 0 0,1 0 0,-1 0 0,0 0 0,0 0 0,0 0 0,1 0 0,-1 0 0,0 0 0,0-1 0,0 1 0,1 0 0,-1 0 0,0 0 0,0 1 0,1-1 0,10-2 0,-11 2 0,27-1-1365,-14 1-5461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7.8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113 172 24575,'-39'-86'0,"32"73"0,0 1 0,-1 0 0,0 0 0,-14-15 0,22 26 0,-1 1 0,0-1 0,0 0 0,1 0 0,-1 0 0,0 1 0,0-1 0,0 0 0,0 1 0,0-1 0,0 1 0,0-1 0,0 1 0,0 0 0,-2-1 0,3 1 0,0 0 0,0 0 0,-1 0 0,1 1 0,0-1 0,-1 0 0,1 0 0,0 0 0,-1 0 0,1 1 0,0-1 0,0 0 0,-1 0 0,1 1 0,0-1 0,0 0 0,0 0 0,-1 1 0,1-1 0,0 0 0,0 1 0,0-1 0,0 0 0,0 1 0,0-1 0,0 0 0,-1 1 0,1-1 0,0 0 0,0 1 0,0 3 0,0 0 0,0 0 0,1-1 0,-1 1 0,1 0 0,0-1 0,1 6 0,3 4 0,1-1 0,0 0 0,1 0 0,1 0 0,-1-1 0,2 1 0,10 9 0,-4-5 0,0-2 0,1 0 0,35 24 0,-43-34 0,0 1 0,0-1 0,0 0 0,0-1 0,18 5 0,-23-7 0,-1-1 0,1 1 0,0-1 0,0 1 0,-1-1 0,1 0 0,0 0 0,0-1 0,0 1 0,-1 0 0,1-1 0,0 0 0,-1 1 0,1-1 0,0 0 0,-1-1 0,1 1 0,-1 0 0,0-1 0,1 1 0,-1-1 0,0 0 0,3-2 0,-1-1 0,-1-1 0,1 1 0,-1 0 0,0-1 0,-1 1 0,1-1 0,-1 0 0,0 0 0,-1 0 0,1 0 0,0-7 0,-1 4 0,-1 1 0,0-1 0,0 0 0,0 0 0,-1 0 0,-1 1 0,-2-12 0,1 13 0,1 6 0,-1 14 0,1 21 0,4-2 0,1-1 0,14 56 0,26 60 0,-19-71 0,-13-39 0,1 0 0,-2 0 0,8 54 0,-18-88 0,1-1 0,-1 0 0,0 1 0,0-1 0,-1 0 0,1 1 0,0-1 0,-1 0 0,1 0 0,-1 0 0,0 1 0,0-1 0,0 0 0,0 0 0,0 0 0,-3 3 0,3-4 0,0 0 0,0 0 0,0 0 0,0 0 0,0-1 0,-1 1 0,1 0 0,0-1 0,-1 1 0,1-1 0,0 1 0,-1-1 0,1 0 0,0 0 0,-1 1 0,1-1 0,0 0 0,-1 0 0,1 0 0,-1-1 0,1 1 0,0 0 0,-1 0 0,1-1 0,0 1 0,-1-1 0,1 1 0,-3-2 0,-3-3 0,-1 1 0,0-1 0,1-1 0,0 1 0,-13-14 0,-27-36 0,44 52-48,-6-9 106,-1 0 0,-12-23 0,20 32-136,1 0-1,-1 0 1,1 0-1,0 0 1,0 0-1,0-1 1,0 1-1,1 0 1,-1-1-1,1 1 1,0 0-1,0-1 1,0 1-1,0-1 1,0 1-1,1 0 1,0-1-1,1-4 1,4-4-6748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3.1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254 72 24575,'-16'-13'0,"-1"1"0,-26-14 0,37 23 0,0 0 0,0 0 0,0 0 0,0 1 0,0 0 0,-1 1 0,1 0 0,-1-1 0,1 2 0,-1-1 0,-12 1 0,18 1 0,-1-1 0,0 0 0,0 1 0,0-1 0,1 1 0,-1-1 0,0 1 0,1 0 0,-1 0 0,0 0 0,1 0 0,-1 0 0,1 0 0,-1 0 0,1 0 0,0 0 0,0 1 0,-1-1 0,1 1 0,0-1 0,0 1 0,0-1 0,1 1 0,-1 0 0,0-1 0,0 3 0,0-1 0,1-1 0,0 0 0,0 1 0,0-1 0,0 1 0,0-1 0,0 0 0,1 1 0,-1-1 0,1 0 0,0 0 0,-1 1 0,1-1 0,0 0 0,0 0 0,1 0 0,-1 0 0,0 0 0,1 0 0,1 2 0,5 3 0,-1 0 0,1 0 0,0-1 0,1 0 0,11 7 0,51 21 0,-10-6 0,-57-25 0,45 26 0,-45-26 0,0 0 0,0 0 0,-1 0 0,1 0 0,-1 1 0,0 0 0,0-1 0,0 1 0,3 6 0,-6-9 0,1 1 0,0-1 0,-1 0 0,1 0 0,-1 1 0,0-1 0,1 0 0,-1 1 0,0-1 0,0 0 0,0 1 0,0-1 0,0 0 0,0 1 0,0-1 0,-1 0 0,1 0 0,0 1 0,-1-1 0,1 0 0,-1 1 0,0 1 0,-1-1 0,1-1 0,-1 1 0,0 0 0,1-1 0,-1 0 0,0 1 0,0-1 0,0 0 0,0 0 0,0 0 0,0 0 0,-3 1 0,-5 1 0,0-1 0,-1 0 0,1-1 0,-18 1 0,-190-5 0,193 1-1365,16-1-5461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3.8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57 24575,'0'-1'0,"0"1"0,-1 0 0,1 0 0,0 0 0,0-1 0,0 1 0,0 0 0,-1 0 0,1 0 0,0 0 0,0 0 0,0 0 0,0 0 0,-1-1 0,1 1 0,0 0 0,0 0 0,-1 0 0,1 0 0,0 0 0,0 0 0,0 0 0,-1 0 0,1 0 0,0 0 0,0 0 0,-1 0 0,1 0 0,0 0 0,0 0 0,0 0 0,-1 1 0,1-1 0,0 0 0,0 0 0,0 0 0,-1 0 0,1 0 0,5 9 0,11 11 0,-4-8 0,0 0 0,0-1 0,24 15 0,-30-22 0,0-1 0,-1 1 0,1-1 0,1-1 0,-1 1 0,0-1 0,1 0 0,-1 0 0,1-1 0,-1 0 0,1 0 0,7-1 0,-12 0 0,1 0 0,-1-1 0,1 1 0,-1-1 0,1 1 0,-1-1 0,0 0 0,1 0 0,-1 0 0,0-1 0,0 1 0,0 0 0,0-1 0,0 1 0,0-1 0,0 0 0,0 0 0,-1 0 0,1 0 0,-1 0 0,1 0 0,-1 0 0,0 0 0,0 0 0,0-1 0,0 1 0,0 0 0,0-1 0,0-4 0,1-1 0,-1 0 0,-1 0 0,1 0 0,-1 0 0,-1 0 0,1-1 0,-1 1 0,-3-8 0,2 8 0,1 5 0,0 0 0,1 0 0,-1 0 0,1 0 0,-1 0 0,1 0 0,0 0 0,1-3 0,-1 6 0,0-1 0,0 1 0,0 0 0,0 0 0,0-1 0,1 1 0,-1 0 0,0 0 0,0 0 0,1 0 0,-1-1 0,0 1 0,0 0 0,1 0 0,-1 0 0,0 0 0,0 0 0,1 0 0,-1 0 0,0-1 0,0 1 0,1 0 0,-1 0 0,0 0 0,1 0 0,-1 0 0,0 0 0,0 0 0,1 0 0,-1 1 0,0-1 0,0 0 0,1 0 0,-1 0 0,0 0 0,0 0 0,1 0 0,-1 0 0,0 1 0,0-1 0,1 0 0,-1 0 0,0 0 0,0 1 0,0-1 0,1 1 0,12 9 0,-12-9 0,16 14 0,-7-5 0,1 0 0,14 9 0,-23-17 0,1 0 0,0-1 0,-1 1 0,1-1 0,0 0 0,0 1 0,0-1 0,0-1 0,0 1 0,1 0 0,-1-1 0,0 1 0,0-1 0,0 0 0,5-1 0,-6 1 0,0-1 0,0 0 0,-1 0 0,1 0 0,0 0 0,0 0 0,-1-1 0,1 1 0,-1 0 0,1-1 0,-1 1 0,0-1 0,1 0 0,-1 1 0,0-1 0,0 0 0,1-2 0,-1 2 0,1-1 0,-1 1 0,1 0 0,0 0 0,0-1 0,0 1 0,2-2 0,-3 4 0,0-1 0,0 1 0,0 0 0,0-1 0,0 1 0,-1 0 0,1-1 0,0 1 0,0 0 0,0 0 0,0 0 0,0 0 0,0 0 0,0 0 0,0 0 0,0 0 0,0 1 0,0-1 0,0 0 0,0 0 0,0 1 0,0-1 0,0 1 0,1 0 0,25 19 77,-23-17-257,-1 1-1,1-1 1,0 0 0,0-1 0,0 1-1,0-1 1,5 2 0,2-1-6646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4.7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141 470 24575,'-12'-7'0,"1"0"0,0 1 0,-1 0 0,0 1 0,1 0 0,-2 1 0,-15-4 0,27 8 0,0-1 0,0 1 0,-1 0 0,1 0 0,0 0 0,0 0 0,0 0 0,-1 0 0,1 0 0,0 0 0,0 0 0,0 1 0,-1-1 0,1 0 0,0 1 0,0-1 0,0 1 0,0-1 0,0 1 0,-2 1 0,2-1 0,1 0 0,-1 0 0,1 0 0,0 0 0,-1 0 0,1 0 0,0 0 0,-1 0 0,1 0 0,0 0 0,0 0 0,0 0 0,0 0 0,0 0 0,0 0 0,0 0 0,0 0 0,0 0 0,1 1 0,1 4 0,0-1 0,0 0 0,0 1 0,1-1 0,0 0 0,0 0 0,5 6 0,6 5 0,1-2 0,0 1 0,1-2 0,23 16 0,-36-27 0,1 0 0,-1 0 0,1 0 0,-1 0 0,1-1 0,0 0 0,0 1 0,-1-1 0,1-1 0,0 1 0,0 0 0,0-1 0,0 0 0,6-1 0,-8 1 0,0 0 0,0-1 0,0 0 0,0 1 0,0-1 0,-1 0 0,1 0 0,0 0 0,0 0 0,-1-1 0,1 1 0,0 0 0,-1-1 0,1 1 0,-1-1 0,0 1 0,0-1 0,1 0 0,-1 1 0,0-1 0,0 0 0,-1 0 0,1 0 0,0 0 0,-1 0 0,1 0 0,-1 0 0,1-4 0,0-1 0,-1-1 0,0 1 0,0-1 0,-1 1 0,1-1 0,-2 1 0,1-1 0,-1 1 0,0 0 0,-1 0 0,0 0 0,0 0 0,-6-10 0,9 17 0,0-1 0,-1 1 0,1-1 0,0 1 0,-1 0 0,1-1 0,0 1 0,-1-1 0,1 1 0,-1 0 0,1-1 0,0 1 0,-1 0 0,1-1 0,-1 1 0,1 0 0,-1 0 0,1 0 0,-2-1 0,2 1 0,0 0 0,-1 1 0,1-1 0,0 0 0,0 0 0,-1 0 0,1 0 0,0 1 0,0-1 0,0 0 0,-1 0 0,1 0 0,0 1 0,0-1 0,0 0 0,0 1 0,0-1 0,-1 0 0,1 0 0,0 1 0,0-1 0,0 0 0,0 0 0,0 1 0,0 2 0,-1 0 0,1-1 0,0 1 0,0 0 0,0-1 0,2 5 0,0 0 0,0 1 0,1-1 0,1 0 0,-1 0 0,1 0 0,0 0 0,1-1 0,0 0 0,0 0 0,0 0 0,0 0 0,1-1 0,0 0 0,11 7 0,-13-9 0,0-1 0,0 0 0,0 0 0,0 0 0,0 0 0,0-1 0,1 1 0,-1-1 0,0 0 0,1-1 0,-1 1 0,1-1 0,0 0 0,-1 0 0,1 0 0,-1 0 0,1-1 0,-1 0 0,0 0 0,1 0 0,-1-1 0,0 1 0,1-1 0,-1 0 0,0 0 0,5-4 0,-5 2 0,0 0 0,0 0 0,0 0 0,-1 0 0,0-1 0,0 1 0,0-1 0,0 0 0,-1 0 0,0 0 0,0 0 0,0 0 0,0-1 0,-1 1 0,0 0 0,0-1 0,0-10 0,0-8 0,-2 0 0,-5-40 0,5 53 0,-7-49 0,-3 1 0,-2 0 0,-23-62 0,35 118 0,0 0 0,-1 0 0,0 0 0,1 0 0,-4-4 0,5 7 0,0 0 0,-1-1 0,1 1 0,0 0 0,0 0 0,0-1 0,-1 1 0,1 0 0,0 0 0,-1 0 0,1-1 0,0 1 0,0 0 0,-1 0 0,1 0 0,0 0 0,-1 0 0,1 0 0,0 0 0,-1 0 0,1 0 0,0-1 0,-1 1 0,1 1 0,-1-1 0,1 0 0,-1 0 0,1 1 0,-1-1 0,1 1 0,-1-1 0,1 1 0,-1 0 0,1-1 0,0 1 0,-1-1 0,1 1 0,0 0 0,0-1 0,-1 1 0,1 0 0,0-1 0,0 1 0,0 1 0,-2 10 0,0 0 0,1 0 0,1 0 0,0 0 0,3 22 0,16 60 0,-3-38 0,3 0 0,42 89 0,-52-128 0,0-1 0,1 0 0,1 0 0,0-1 0,18 18 0,-24-28 0,0 0 0,0 0 0,0-1 0,1 0 0,0 0 0,0 0 0,0-1 0,0 0 0,1 0 0,-1 0 0,1-1 0,-1 0 0,1 0 0,0-1 0,0 0 0,0 0 0,10 0 0,-12-2 0,-1 0 0,0 0 0,0 0 0,0 0 0,0 0 0,0-1 0,0 0 0,-1 0 0,1 0 0,0 0 0,-1 0 0,0-1 0,1 0 0,-1 1 0,0-1 0,0 0 0,-1-1 0,1 1 0,-1 0 0,1-1 0,-1 0 0,0 1 0,1-5 0,4-7 0,-2 0 0,0-1 0,0 1 0,3-27 0,-5 21 0,-2 0 0,0 0 0,-1 0 0,-1 0 0,-1 0 0,-8-36 0,-1 15 0,-2 0 0,-22-49 0,28 73 0,-1 1 0,-1 0 0,-1 0 0,0 1 0,-13-16 0,22 31 0,1 1 0,0 0 0,0-1 0,0 1 0,0 0 0,-1-1 0,1 1 0,0 0 0,0 0 0,-1-1 0,1 1 0,0 0 0,0 0 0,-1-1 0,1 1 0,0 0 0,-1 0 0,1 0 0,0 0 0,-1-1 0,1 1 0,-1 0 0,1 0 0,0 0 0,-1 0 0,1 0 0,0 0 0,-1 0 0,1 0 0,-1 0 0,0 0 0,1 12 0,7 19 0,12 26 0,2-1 0,3-1 0,2-1 0,2-1 0,61 85 0,-72-117 0,24 26 0,-33-39 0,0-1 0,1 1 0,0-2 0,0 1 0,18 9 0,-25-15-136,1 0-1,-1 0 1,0-1-1,0 1 1,1 0-1,-1-1 1,0 0-1,0 1 0,4-1 1,3-2-6690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6.9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365 45 24575,'-90'-18'0,"-23"-3"0,89 18 0,-1 1 0,-40 1 0,63 1 0,0 0 0,0 1 0,0-1 0,0 0 0,0 1 0,0-1 0,0 1 0,0 0 0,0-1 0,0 1 0,0 0 0,0 0 0,1 0 0,-1 0 0,0 1 0,1-1 0,-1 0 0,1 1 0,0-1 0,-1 1 0,1 0 0,-2 1 0,2 0 0,0 0 0,0 0 0,0 0 0,1 0 0,-1 0 0,1 0 0,-1 0 0,1 0 0,0 0 0,0 0 0,0 0 0,1 0 0,-1 0 0,2 4 0,0 1 0,0-1 0,1 1 0,0-1 0,0 0 0,1 0 0,0 0 0,0 0 0,1 0 0,7 8 0,-4-6 0,1-1 0,0-1 0,0 1 0,0-2 0,21 12 0,-11-8 0,1-2 0,0 0 0,1-2 0,0 0 0,0-1 0,34 4 0,-46-8 0,1 0 0,-1 0 0,0 0 0,1-1 0,-1-1 0,10-1 0,-17 2 0,0 0 0,0-1 0,0 1 0,0-1 0,-1 1 0,1-1 0,0 0 0,0 0 0,-1 0 0,1 0 0,-1 0 0,1 0 0,-1-1 0,1 1 0,-1 0 0,0-1 0,1 1 0,-1-1 0,0 0 0,0 1 0,0-1 0,0 0 0,-1 1 0,1-1 0,0 0 0,-1 0 0,1 0 0,-1 0 0,0 0 0,1-2 0,-1-1 0,-1-1 0,1 1 0,-1 0 0,1 0 0,-2 0 0,1 0 0,0 0 0,-1 0 0,0 0 0,0 1 0,-1-1 0,-5-8 0,0 2 0,0 0 0,-1 1 0,-16-16 0,10 16 0,12 11 0,8 7 0,11 12 0,1 0 0,0-1 0,39 32 0,-46-43 0,0-1 0,1 1 0,0-2 0,0 0 0,1 0 0,0-1 0,0-1 0,0 1 0,0-2 0,13 2 0,-23-4 0,1-1 0,-1 1 0,0-1 0,0 0 0,1 0 0,-1 0 0,0 0 0,0-1 0,1 1 0,-1-1 0,0 1 0,0-1 0,0 0 0,0 1 0,0-1 0,0 0 0,0-1 0,0 1 0,0 0 0,0-1 0,0 1 0,-1 0 0,1-1 0,-1 0 0,1 1 0,-1-1 0,0 0 0,1 0 0,-1 0 0,0 0 0,0 0 0,0 0 0,-1 0 0,1 0 0,0-1 0,-1 1 0,1 0 0,-1 0 0,0 0 0,0-1 0,0 1 0,0 0 0,0-1 0,0 1 0,-1 0 0,1 0 0,-1 0 0,-1-3 0,-2-7 0,0 1 0,-1-1 0,0 1 0,-1 0 0,-1 1 0,0-1 0,-16-17 0,40 55 0,-8-16 0,0-1 0,1-1 0,0 0 0,1 0 0,0-1 0,18 10 0,-19-12 0,0-1 0,0-1 0,0 0 0,0-1 0,1 1 0,-1-2 0,1 0 0,18 2 0,-27-4 0,1 0 0,-1 0 0,1 0 0,-1 0 0,1 0 0,-1-1 0,1 1 0,-1-1 0,1 0 0,-1 1 0,0-1 0,1 0 0,-1 0 0,0-1 0,0 1 0,0 0 0,3-3 0,-4 2 0,1 0 0,-1 0 0,1-1 0,-1 1 0,0-1 0,1 1 0,-1-1 0,-1 1 0,1-1 0,0 1 0,-1-1 0,1 0 0,-1 0 0,0 1 0,0-5 0,0 0 0,0 0 0,-1-1 0,0 1 0,0 0 0,-1 0 0,0 1 0,0-1 0,-1 0 0,1 1 0,-5-8 0,57 57 0,-44-38 0,1 0 0,0-1 0,-1 1 0,14 4 0,-17-8 0,-1 0 0,1 0 0,-1 0 0,1-1 0,0 1 0,0-1 0,-1 0 0,1 1 0,0-1 0,0 0 0,-1-1 0,1 1 0,0-1 0,0 1 0,-1-1 0,1 0 0,2-1 0,-3 1 0,0 0 0,0 0 0,0 0 0,0 0 0,1 0 0,-1 0 0,0 1 0,0-1 0,0 1 0,1-1 0,-1 1 0,0 0 0,1 0 0,-1 0 0,0 0 0,1 0 0,-1 1 0,0-1 0,0 1 0,1-1 0,-1 1 0,0 0 0,0 0 0,0 0 0,0 0 0,0 0 0,0 0 0,0 1 0,2 1 0,11 9 0,-13-6 0,-12-6 0,5-1 0,0-1 0,0 0 0,0 0 0,0 0 0,0-1 0,0 1 0,-8-7 0,11 8 0,1 0 0,-1 0 0,1-1 0,-1 1 0,1 0 0,-1-1 0,1 1 0,0-1 0,0 0 0,0 1 0,0-1 0,0 0 0,0 1 0,0-1 0,0 0 0,1 0 0,-1 0 0,1 0 0,-1 0 0,1 0 0,0 0 0,0 0 0,0 0 0,0-3 0,0 4 0,1 0 0,-1 0 0,1 0 0,0 0 0,-1 0 0,1 0 0,0 0 0,0 0 0,-1 0 0,1 0 0,0 1 0,0-1 0,0 0 0,0 0 0,0 1 0,0-1 0,1 1 0,-1-1 0,0 1 0,0-1 0,0 1 0,0 0 0,1 0 0,1-1 0,34 0 0,-31 1 0,23 1 0,1 0 0,33 8 0,-53-7 0,-1 0 0,0 0 0,0 2 0,0-1 0,0 1 0,-1 0 0,1 0 0,-1 1 0,0 1 0,13 11 0,-19-16-76,-1 0 1,0 0-1,0 0 0,0 0 0,-1 0 0,1 0 0,0 0 0,0 1 1,-1-1-1,1 0 0,0 1 0,-1-1 0,1 0 0,-1 1 1,0-1-1,1 1 0,-1 2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7.4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76 24575,'-10'-10'0,"0"1"0,-1 1 0,0-1 0,-1 2 0,1-1 0,-2 2 0,-19-9 0,31 14 0,0 1 0,0-1 0,-1 1 0,1 0 0,0-1 0,0 1 0,-1 0 0,1 0 0,0 0 0,-1 0 0,1 0 0,0 0 0,-1 0 0,1 0 0,0 1 0,0-1 0,-1 0 0,1 1 0,0-1 0,0 1 0,0-1 0,0 1 0,-2 1 0,1 0 0,1-1 0,0 1 0,0-1 0,0 1 0,1-1 0,-1 1 0,0 0 0,1 0 0,-1-1 0,1 1 0,-1 0 0,1 0 0,0 0 0,0 3 0,0 5 0,1 0 0,0 1 0,0-1 0,6 18 0,-5-22 0,1 0 0,-1 0 0,2 0 0,-1 0 0,0-1 0,1 1 0,0-1 0,0 0 0,1 0 0,-1 0 0,1 0 0,0-1 0,1 0 0,-1 0 0,1 0 0,-1-1 0,1 0 0,0 0 0,0 0 0,1-1 0,-1 0 0,0 0 0,1-1 0,-1 0 0,1 0 0,0 0 0,-1-1 0,1 0 0,0 0 0,-1 0 0,1-1 0,11-3 0,-15 3 0,1 0 0,-1 0 0,0-1 0,0 1 0,0-1 0,0 0 0,0 0 0,-1 0 0,1 0 0,0 0 0,-1-1 0,0 1 0,1-1 0,-1 1 0,0-1 0,0 0 0,-1 0 0,1 0 0,0 0 0,-1 0 0,0 0 0,0-1 0,0 1 0,0 0 0,0-1 0,-1 1 0,1-4 0,-1 3 0,0-1 0,-1 1 0,1-1 0,-1 1 0,0 0 0,0-1 0,0 1 0,-1 0 0,1 0 0,-1 0 0,0 0 0,0 0 0,0 0 0,-1 0 0,1 1 0,-1-1 0,0 1 0,0 0 0,0 0 0,-6-4 0,2 2-80,-1 1 0,1 0-1,-1 1 1,0 0 0,0 0-1,0 1 1,0 0 0,-1 0-1,1 1 1,0 0 0,-1 1 0,1 0-1,-1 0 1,1 0 0,0 1-1,-11 3 1,7-1-6746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7.8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 24575,'88'40'0,"-28"-12"0,-54-25 0,1 0 0,0-1 0,0 0 0,0 0 0,0-1 0,0 0 0,0 0 0,0 0 0,0-1 0,0 0 0,12-2 0,-16 1 0,0 0 0,1 0 0,-1 0 0,0 0 0,-1 0 0,1 0 0,0-1 0,0 1 0,0-1 0,-1 0 0,1 0 0,-1 0 0,0 0 0,1-1 0,-1 1 0,0 0 0,0-1 0,-1 0 0,1 1 0,0-1 0,-1 0 0,0 0 0,1 0 0,-1 0 0,-1 0 0,1 0 0,0 0 0,0-4 0,0-2 0,-1 7 0,0 0 0,0 0 0,0 0 0,1 0 0,-1 0 0,1 0 0,-1-1 0,1 2 0,0-1 0,1-2 0,-2 4 0,0-1 0,1 1 0,-1 0 0,0 0 0,0 0 0,1 0 0,-1 0 0,0 0 0,1 0 0,-1 0 0,0 0 0,0 0 0,1 0 0,-1 0 0,0 0 0,1 0 0,-1 1 0,0-1 0,0 0 0,1 0 0,-1 0 0,0 0 0,0 0 0,1 1 0,-1-1 0,0 0 0,0 0 0,0 0 0,1 1 0,-1-1 0,0 0 0,0 0 0,0 1 0,0-1 0,0 0 0,0 0 0,1 1 0,-1-1 0,0 0 0,0 0 0,0 1 0,0-1 0,6 13 0,-3-3-227,0 0-1,1-1 1,0 1-1,0-1 1,9 12-1,-7-12-6598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8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 24575,'20'-7'0,"-10"2"0,1 1 0,-5 2 0,-1 0 0,0 0 0,1 1 0,-1-1 0,1 1 0,-1 0 0,1 1 0,-1-1 0,1 1 0,0 0 0,-1 1 0,1-1 0,6 3 0,123 27-1365,-123-27-5461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8.9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30 24575,'-2'2'0,"-1"1"0,1-1 0,0 1 0,0 0 0,1 0 0,-1 0 0,0 0 0,1 0 0,0 0 0,0 0 0,0 0 0,0 0 0,-1 6 0,2-7 0,0-1 0,0 1 0,0 0 0,0 0 0,0 0 0,1-1 0,-1 1 0,1 0 0,-1 0 0,1-1 0,-1 1 0,1 0 0,0-1 0,0 1 0,0-1 0,0 1 0,0-1 0,0 1 0,0-1 0,1 0 0,-1 1 0,0-1 0,1 0 0,-1 0 0,1 0 0,1 1 0,-1-1 0,1 0 0,-1 0 0,0 0 0,0 0 0,0 0 0,1-1 0,-1 1 0,0-1 0,1 0 0,-1 1 0,0-1 0,1 0 0,-1 0 0,1 0 0,-1-1 0,0 1 0,4-2 0,-4 2 0,0-1 0,-1 0 0,1 0 0,0 0 0,-1 0 0,1-1 0,-1 1 0,0 0 0,1-1 0,-1 1 0,0-1 0,0 1 0,0-1 0,0 1 0,0-1 0,0 0 0,0 0 0,-1 1 0,1-1 0,-1 0 0,1 0 0,0-3 0,1-16 0,-2 15 0,0-1 0,1 1 0,0 0 0,0 0 0,1 0 0,2-6 0,-4 11 0,1 0 0,0 0 0,-1 0 0,1 0 0,0 0 0,0 0 0,-1 0 0,1 0 0,0 0 0,0 0 0,0 1 0,0-1 0,0 0 0,0 1 0,0-1 0,0 1 0,1-1 0,-1 1 0,0 0 0,0-1 0,0 1 0,0 0 0,1 0 0,-1 0 0,0 0 0,0 0 0,0 0 0,1 0 0,-1 0 0,0 0 0,0 1 0,0-1 0,1 0 0,-1 1 0,0-1 0,2 2 0,8 3 0,0 1 0,0 0 0,-1 1 0,0 0 0,15 13 0,-12-9 0,0-1 0,20 12 0,-26-18-105,-4-3-35,0 0 0,-1 1 0,1-1 0,-1 1 0,0-1 0,1 1 0,-1 0 0,3 4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9.4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24575,'10'7'0,"0"1"0,-1 0 0,1 1 0,-2 0 0,1 0 0,-1 1 0,-1 0 0,0 1 0,0 0 0,8 18 0,1 10 0,20 76 0,-17-48 0,-12-44-97,-2-5-325,1 0-1,12 25 0,-13-35-6403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9.5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399 76 24575,'-29'-13'0,"-15"-3"0,-5 1 0,1 2 0,4 4 0,5 4 0,3 2 0,4 1 0,1 5 0,5 1 0,6-1-8191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1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70 24575,'-2'23'0,"2"-13"0,4-25 0,-2 7 0,0 0 0,1 0 0,-1 0 0,2 0 0,-1 1 0,7-11 0,-9 17 0,0-1 0,0 1 0,0-1 0,1 0 0,-1 1 0,0 0 0,1-1 0,-1 1 0,1 0 0,0 0 0,-1 0 0,1 0 0,0 0 0,-1 0 0,1 0 0,0 1 0,0-1 0,0 0 0,0 1 0,0 0 0,0-1 0,0 1 0,0 0 0,0 0 0,0 0 0,0 1 0,-1-1 0,1 0 0,0 1 0,0-1 0,0 1 0,2 0 0,11 6 0,1 1 0,13 11 0,22 10 0,24 4-1365,-66-28-5461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3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679 70 24575,'-95'-16'0,"-134"-12"0,115 21 0,-42-1 0,139 8-455,1-2 0,-23-4 0,26 3-6371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3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607 60 24575,'-32'-8'0,"-18"-1"0,-5-1 0,-1 3 0,2-1 0,3 1 0,5 2 0,5 2 0,5 1 0,4 2 0,5-1 0,1 2 0,4 1 0,2 2 0,3-1 0,2 3 0,0-1 0,3-1-8191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4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0 24575,'37'34'0,"0"-1"0,3-2 0,60 37 0,-32-28 0,106 42 0,-165-78 0,-5-3 0,0 1 0,0-1 0,-1 1 0,1-1 0,-1 1 0,1 0 0,-1 1 0,0-1 0,1 1 0,-1-1 0,2 4 0,-4-5 0,-1-1 0,0 0 0,0 1 0,0-1 0,0 0 0,0 1 0,0-1 0,0 0 0,0 1 0,0-1 0,0 0 0,0 1 0,0-1 0,-1 0 0,1 1 0,0-1 0,0 0 0,0 1 0,0-1 0,-1 0 0,1 1 0,0-1 0,0 0 0,0 0 0,-1 1 0,1-1 0,0 0 0,-1 0 0,1 1 0,0-1 0,0 0 0,-1 0 0,1 0 0,0 0 0,-1 1 0,1-1 0,0 0 0,-1 0 0,1 0 0,-1 0 0,1 0 0,0 0 0,-1 0 0,1 0 0,-1 0 0,-19 3 0,19-3 0,-120 6 0,-38 2 0,121-4 0,0 2 0,-42 12 0,68-14-455,-1 0 0,-21 12 0,20-8-6371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5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24575,'0'-1'0,"-1"0"0,1 0 0,0 0 0,0 1 0,0-1 0,1 0 0,-1 0 0,0 1 0,0-1 0,0 0 0,0 0 0,1 1 0,-1-1 0,0 0 0,1 0 0,-1 1 0,1-1 0,0 0 0,-1 1 0,0 0 0,1 0 0,-1-1 0,0 1 0,1 0 0,-1 0 0,0 0 0,1 0 0,-1 0 0,0 0 0,1 1 0,-1-1 0,0 0 0,1 0 0,-1 0 0,0 0 0,1 0 0,-1 0 0,0 0 0,1 1 0,-1-1 0,0 0 0,0 0 0,1 1 0,-1-1 0,1 0 0,2 3 0,0 1 0,-1-1 0,1 0 0,-1 1 0,3 3 0,9 21 0,-2 0 0,14 49 0,-3-11 0,44 115 0,-66-178 0,10 32 0,-11-32-1365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5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0 118 24575,'23'-8'0,"128"-46"0,-125 46 0,1 2 0,1 1 0,47-3 0,-67 7 0,3 1 0,1-1 0,14-2 0,-26 3 0,1 0 0,-1 0 0,0 0 0,0 0 0,1 0 0,-1 0 0,0 0 0,1 0 0,-1 0 0,0-1 0,1 1 0,-1 0 0,0 0 0,0 0 0,1 0 0,-1 0 0,0-1 0,1 1 0,-1 0 0,0 0 0,0 0 0,0-1 0,1 1 0,-1 0 0,0 0 0,0-1 0,0 1 0,1 0 0,-1 0 0,0-1 0,0 1 0,-8-6 0,-16-1 0,-3 4-273,-1 1 0,0 1 0,1 1 0,-29 5 0,37-2-6553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5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75 24575,'36'-23'0,"-33"21"0,-1 0 0,1-1 0,0 1 0,-1-1 0,0 0 0,1 0 0,-1 1 0,0-2 0,2-3 0,-4 7 0,0 0 0,0-1 0,1 1 0,-1-1 0,0 1 0,0-1 0,0 1 0,0-1 0,0 1 0,0-1 0,0 0 0,0 1 0,0-1 0,0 1 0,0-1 0,0 1 0,0-1 0,0 1 0,0-1 0,0 1 0,-1-1 0,1 1 0,0-1 0,0 1 0,-1-1 0,1 0 0,-1 1 0,0-1 0,0 0 0,0 1 0,0-1 0,0 1 0,0-1 0,0 1 0,0 0 0,0-1 0,0 1 0,0 0 0,-1 0 0,-3-1 0,1 1 0,-1 0 0,1 0 0,-1 0 0,-5 2 0,3 0 0,0 1 0,0-1 0,0 1 0,1 1 0,-1-1 0,1 1 0,0 1 0,0-1 0,0 1 0,0 0 0,1 0 0,-8 10 0,8-10 0,1 1 0,0-1 0,0 1 0,1 1 0,-1-1 0,1 0 0,1 1 0,-1-1 0,1 1 0,0 0 0,1 0 0,-1 0 0,0 11 0,3-13 0,0-1 0,-1 1 0,1 0 0,1 0 0,-1 0 0,1-1 0,0 1 0,0-1 0,0 1 0,1-1 0,-1 0 0,1 0 0,0 0 0,0 0 0,1 0 0,-1-1 0,1 0 0,0 1 0,4 2 0,0-1 0,-1 0 0,1 0 0,0-1 0,1 0 0,-1 0 0,1-1 0,-1 0 0,1-1 0,14 3 0,26-2 0,73-3 0,-46-2 0,-39 2-1365,-22 0-5461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6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24575,'7'-3'0,"6"5"0,4 4 0,5 3 0,6 6 0,3 2 0,2 3 0,1 1 0,1-1 0,-1-1 0,-1 1 0,-2-3 0,-3-2 0,-2-1 0,-2-1 0,-4-1 0,-2-5 0,-4-2-8191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6.5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328 1 24575,'-29'0'0,"-13"2"0,-1 1 0,4 3 0,6 0 0,7 1 0,5 2 0,3 0 0,3 1 0,3 0 0,2 2 0,0 1 0,2 1 0,-1 0 0,2 0 0,2-1-8191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7.1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210 103 24575,'1'29'0,"1"1"0,1-1 0,2 0 0,1-1 0,1 1 0,1-1 0,2 0 0,1-1 0,16 30 0,-38-76 0,-2 1 0,-20-23 0,-17-24 0,42 54 0,-43-74 0,46 76 0,1-1 0,-1 0 0,2 0 0,-1 0 0,2-1 0,-4-20 0,6 28 0,0-1 0,-1 1 0,1 0 0,1 0 0,-1-1 0,0 1 0,1 0 0,0 0 0,0 0 0,0 0 0,0 0 0,0 0 0,1 0 0,-1 0 0,1 0 0,3-5 0,-2 6 0,0-1 0,0 1 0,0-1 0,0 1 0,0 0 0,1 0 0,-1 0 0,0 1 0,1-1 0,0 1 0,-1 0 0,7-1 0,1 0 0,0 1 0,0 0 0,1 1 0,-1 1 0,0-1 0,0 2 0,1 0 0,17 5 0,-9-1 0,24 11 0,-38-15 0,-1 1 0,0 0 0,0 0 0,0 0 0,0 0 0,-1 1 0,1 0 0,-1 0 0,6 7 0,-9-10 0,-1 0 0,1 0 0,0 0 0,-1 0 0,1 0 0,-1 0 0,1 0 0,-1 0 0,1 1 0,-1-1 0,0 0 0,1 0 0,-1 1 0,0-1 0,0 0 0,0 0 0,0 1 0,0-1 0,-1 0 0,1 3 0,-1-3 0,0 1 0,0 0 0,0-1 0,0 1 0,0-1 0,0 1 0,0-1 0,-1 0 0,1 1 0,0-1 0,-1 0 0,-2 2 0,-4 1 0,-1 0 0,1 0 0,-1 0 0,-12 2 0,21-6 0,-51 13 0,-56 5 0,-25 7 0,103-16-1365,19-4-5461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7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219 117 24575,'-20'-5'0,"-60"-13"0,71 17 0,0 0 0,-1 0 0,1 1 0,-1 0 0,1 1 0,-13 2 0,20-2 0,0-1 0,0 0 0,-1 1 0,2 0 0,-1-1 0,0 1 0,0 0 0,0 0 0,0 0 0,0 0 0,1 1 0,-1-1 0,0 0 0,1 1 0,0-1 0,-1 1 0,1-1 0,0 1 0,-1 0 0,1-1 0,0 1 0,-1 3 0,1-2 0,1-1 0,0 1 0,0-1 0,0 0 0,0 1 0,0-1 0,0 0 0,0 1 0,1-1 0,-1 0 0,1 1 0,0-1 0,0 0 0,0 0 0,0 0 0,0 0 0,0 0 0,0 0 0,3 3 0,4 4 0,0 1 0,1-2 0,0 1 0,0-2 0,1 1 0,12 7 0,2-1 0,42 18 0,-56-28 0,1 0 0,1-1 0,-1 0 0,0-1 0,1 0 0,-1-1 0,1 0 0,0-1 0,-1 0 0,1-1 0,17-4 0,-23 4 0,1-1 0,-1 0 0,0 0 0,0 0 0,0-1 0,0 0 0,-1 0 0,1-1 0,8-7 0,-11 8 0,1-1 0,-1 1 0,0-1 0,0 0 0,-1 0 0,1 0 0,-1 0 0,0-1 0,0 1 0,0 0 0,0-1 0,-1 0 0,0 1 0,1-7 0,0-2 0,-2 0 0,1 1 0,-1-1 0,-1 0 0,-4-24 0,3 31 0,1 0 0,-1 0 0,0 0 0,0 0 0,0 0 0,-1 1 0,0-1 0,0 1 0,0 0 0,-1 0 0,0 0 0,0 0 0,0 1 0,-6-6 0,8 9 0,1 0 0,0 0 0,-1 0 0,1 0 0,-1 0 0,1 0 0,-1 1 0,1-1 0,-1 1 0,1-1 0,-1 1 0,0-1 0,1 1 0,-1 0 0,0 0 0,1 0 0,-1 0 0,0 0 0,1 0 0,-1 0 0,0 0 0,1 1 0,-1-1 0,1 1 0,-1-1 0,0 1 0,1-1 0,-1 1 0,1 0 0,0 0 0,-1 0 0,1 0 0,0 0 0,-1 0 0,1 0 0,0 1 0,-1 1 0,-2 2 0,0 0 0,1 1 0,0 0 0,0-1 0,0 1 0,1 0 0,0 0 0,-2 9 0,2-8 0,1 0 0,0 0 0,0 0 0,1 0 0,0 0 0,0 0 0,1 0 0,-1 0 0,2 0 0,-1-1 0,1 1 0,0 0 0,0 0 0,1-1 0,-1 0 0,2 1 0,-1-1 0,1 0 0,0-1 0,0 1 0,0 0 0,1-1 0,0 0 0,0 0 0,0-1 0,1 0 0,-1 1 0,1-2 0,0 1 0,12 5 0,-2-3 0,0-1 0,1 0 0,-1-2 0,1 1 0,0-2 0,0 0 0,0-1 0,0-1 0,0-1 0,0 0 0,0-1 0,0-1 0,26-8 0,-15 0-1365,-19 4-5461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8.7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17 24575,'-39'-6'0,"0"1"0,-67 0 0,102 5 0,0 0 0,1 0 0,-1 1 0,0 0 0,1-1 0,-1 2 0,1-1 0,-1 0 0,-3 2 0,6-2 0,1-1 0,-1 1 0,0 0 0,0-1 0,1 1 0,-1 0 0,0-1 0,1 1 0,-1 0 0,1 0 0,-1 0 0,1 0 0,-1-1 0,1 1 0,-1 0 0,1 0 0,0 0 0,0 0 0,-1 0 0,1 0 0,0 0 0,0 0 0,0 0 0,0 0 0,0 0 0,0 0 0,1 0 0,-1 0 0,0 0 0,0 0 0,1 0 0,-1 0 0,0 0 0,1-1 0,-1 1 0,1 0 0,-1 0 0,2 1 0,3 6 0,2 1 0,-1-1 0,1 0 0,0-1 0,0 1 0,1-2 0,0 1 0,17 10 0,79 38 0,-76-41 0,-19-9 0,12 5 0,27 9 0,-43-17 0,1 0 0,-1 0 0,1-1 0,0 0 0,-1 0 0,1-1 0,0 0 0,0 0 0,-1 0 0,10-2 0,-13 2 7,0-1 0,0 0 0,0 1 0,0-1 0,0 0 1,0 0-1,0 0 0,0-1 0,-1 1 0,1 0 0,0-1 0,-1 1 0,1-1 0,-1 1 0,1-1 0,0-2 0,0 0-172,0 1 0,-1 0 0,1-1 0,-1 0 0,0 1 0,0-1 0,0 0 0,0-5 0,0-7-6661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9.0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24575,'20'24'0,"8"16"0,5 8 0,-1 4 0,-1 0 0,-3-2 0,-4-3 0,-4-4 0,-2-3 0,-3-4 0,0-6 0,-4-7-8191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9.1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74 24575,'-30'-14'0,"-12"-6"0,-1 1 0,4 7 0,7 4 0,5 7 0,6 4 0,6 0-8191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0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0 24575,'108'22'0,"-89"-17"0,0 1 0,-1 1 0,29 14 0,-43-18 0,0-1 0,-1 1 0,1-1 0,-1 1 0,1 0 0,-1 0 0,0 1 0,0-1 0,0 1 0,-1-1 0,1 1 0,-1 0 0,0 0 0,3 6 0,-4-8 0,-1 0 0,1 0 0,-1 1 0,0-1 0,0 0 0,1 0 0,-1 0 0,0 0 0,-1 0 0,1 0 0,0 0 0,-1 0 0,1 1 0,-1-1 0,1 0 0,-1 0 0,0-1 0,0 1 0,0 0 0,0 0 0,0 0 0,-1-1 0,1 1 0,0 0 0,-1-1 0,1 1 0,-1-1 0,0 0 0,0 1 0,1-1 0,-5 2 0,1-1 0,0 1 0,-1-1 0,1 0 0,-1-1 0,0 1 0,0-1 0,1 0 0,-1-1 0,0 1 0,0-1 0,0 0 0,-6-1 0,-11-3 0,-40-9 0,25 3 0,38 10 0,-8-1 0,0-1 0,0 0 0,1 0 0,0-1 0,-8-4 0,14 7 0,0-1 0,0 1 0,0-1 0,0 0 0,0 0 0,0 1 0,0-1 0,0 0 0,1 0 0,-1 0 0,0 0 0,0 0 0,1 0 0,-1 0 0,1 0 0,-1-3 0,0 3 0,1 0 0,0-1 0,1 1 0,-1 0 0,0-1 0,0 1 0,0 0 0,1-1 0,-1 1 0,1 0 0,-1 0 0,1-1 0,-1 1 0,1 0 0,0 0 0,-1 0 0,1 0 0,0 0 0,1-1 0,4-3-4,-1 0 0,1 1 0,0-1 0,1 1-1,-1 1 1,0-1 0,1 1 0,0 1 0,0-1 0,10-2-1,13-5-1314,-21 6-5507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0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24575,'-1'0'0,"1"1"0,-1 0 0,1-1 0,-1 1 0,1 0 0,-1-1 0,1 1 0,0 0 0,-1 0 0,1 0 0,0-1 0,0 1 0,-1 0 0,1 0 0,0 0 0,0-1 0,0 1 0,0 0 0,0 0 0,0 0 0,0 0 0,1 1 0,-1 0 0,1 0 0,0 0 0,0 0 0,0 0 0,0 0 0,0-1 0,0 1 0,3 3 0,2 1 0,1 1 0,0-1 0,8 6 0,-15-12 0,8 5 0,-1 0 0,2 0 0,-1 0 0,0-1 0,1-1 0,0 0 0,0 0 0,0 0 0,0-1 0,16 2 0,-19-4 0,-1 0 0,1 0 0,-1 0 0,0 0 0,1-1 0,-1 0 0,0 0 0,0 0 0,0-1 0,0 0 0,0 0 0,0 0 0,0-1 0,0 1 0,-1-1 0,1 0 0,-1 0 0,0-1 0,0 1 0,4-5 0,-6 5 0,-1 0 0,1 1 0,0-1 0,-1 0 0,0 0 0,0 0 0,2-6 0,6-13 0,-9 22 0,0 0 0,0-1 0,1 1 0,-1 0 0,0-1 0,0 1 0,1 0 0,-1-1 0,0 1 0,1 0 0,-1-1 0,0 1 0,1 0 0,-1 0 0,1-1 0,-1 1 0,0 0 0,1 0 0,-1 0 0,1 0 0,-1 0 0,1 0 0,-1 0 0,0-1 0,1 1 0,-1 0 0,1 0 0,-1 1 0,2-1 0,-1 0 0,0 1 0,0-1 0,0 1 0,1 0 0,-1-1 0,0 1 0,0 0 0,0 0 0,0 0 0,1 1 0,18 27 0,-19-28 0,17 29-4,17 28-1357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0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24575,'12'29'0,"7"18"0,2 5 0,3 1 0,-1-1 0,-1-4 0,-2-3 0,-2-5 0,0-3 0,1-6 0,-2-4 0,-3-3 0,-1-4 0,-1-3 0,0-4 0,-2-1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1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411 207 24575,'-32'-27'0,"-15"-12"0,-5-1 0,2 6 0,4 7 0,8 7 0,5 7 0,6 7 0,2 5 0,4 4 0,5 4 0,2 3 0,5-1-8191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1.7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58 175 24575,'29'63'0,"22"71"0,-51-131 0,-1-6 0,-6-10 0,-8-21 0,-3-11 0,0-2 0,-26-96 0,42 136 0,1 1 0,0-1 0,1 0 0,0 1 0,0-1 0,1-11 0,-1 16 0,1 1 0,-1-1 0,0 1 0,1-1 0,-1 1 0,1-1 0,0 1 0,-1 0 0,1-1 0,0 1 0,0 0 0,0 0 0,0-1 0,0 1 0,0 0 0,0 0 0,1 0 0,-1 0 0,0 0 0,0 1 0,1-1 0,-1 0 0,0 1 0,1-1 0,-1 1 0,1-1 0,-1 1 0,1-1 0,-1 1 0,1 0 0,-1 0 0,1 0 0,0 0 0,2 0 0,6 2 0,0-1 0,0 1 0,-1 1 0,1 0 0,-1 0 0,0 1 0,14 7 0,3 4 0,29 21 0,-51-33 0,-1-1 0,0 1 0,1 0 0,-1 0 0,0 0 0,-1 0 0,1 1 0,0-1 0,-1 1 0,4 6 0,-6-8 0,1-1 0,-1 1 0,1 0 0,-1-1 0,0 1 0,0-1 0,0 1 0,0 0 0,0-1 0,0 1 0,0 0 0,0-1 0,-1 1 0,1 0 0,-1-1 0,1 1 0,-1-1 0,0 1 0,1-1 0,-1 1 0,0-1 0,0 0 0,0 1 0,0-1 0,0 0 0,-1 0 0,1 0 0,0 0 0,0 0 0,-3 2 0,-1 0 0,0 0 0,0 0 0,-1-1 0,1 0 0,-1 0 0,1 0 0,-1 0 0,0-1 0,0 0 0,-8 1 0,-10-1 0,-30-3 0,26 1 0,-47 0-1365,62 1-5461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2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24575,'3'5'0,"-1"-1"0,1 0 0,1 0 0,-1 0 0,0 0 0,1-1 0,8 7 0,30 17 0,-33-22 0,0-1 0,0-1 0,1 1 0,-1-1 0,1-1 0,0 0 0,13 1 0,-19-2 0,0-1 0,0 0 0,1 0 0,-1 0 0,0 0 0,0-1 0,0 1 0,0-1 0,0 0 0,0 0 0,0-1 0,0 1 0,0-1 0,0 0 0,-1 0 0,1 0 0,-1 0 0,1-1 0,5-5 0,-7 5 0,-1 0 0,1 0 0,-1 0 0,1 0 0,-1 0 0,0 0 0,0-1 0,-1 1 0,1 0 0,-1-1 0,1 1 0,-1 0 0,-1-8 0,2-9 0,-1 20 0,0 0 0,0 0 0,0 0 0,0 0 0,0 0 0,0 0 0,0 0 0,0 0 0,0 0 0,0 0 0,0-1 0,0 1 0,0 0 0,0 0 0,0 0 0,0 0 0,0 0 0,0 0 0,0 0 0,0 0 0,0 0 0,0 0 0,1 0 0,-1 0 0,0 0 0,0 0 0,0 0 0,0 0 0,0 0 0,0 0 0,0 0 0,0 0 0,0 0 0,0 0 0,0 0 0,0 0 0,0 0 0,0 0 0,0 0 0,1 0 0,-1 0 0,0 0 0,0 0 0,0 0 0,0 0 0,0 0 0,0 0 0,0 0 0,0 0 0,0 0 0,0 0 0,0 0 0,0 0 0,0 0 0,0 0 0,0 0 0,0 0 0,0 0 0,1 0 0,-1 0 0,0 0 0,0 0 0,0 0 0,0 1 0,5 5 0,5 9 0,2 7 60,28 33 0,-34-47-246,1-1 1,0 0-1,0-1 0,0 1 1,1-1-1,0-1 1,14 8-1,-10-7-6640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2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24575,'14'34'0,"8"19"0,3 8 0,-1 0 0,-2-4 0,-2-6 0,-5-3 0,-2-5 0,-1-5 0,0-4 0,-2-3 0,-1-5 0,-1-3 0,-2-4 0,-3-5-8191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2.5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298 189 24575,'-24'-27'0,"-11"-9"0,-5 0 0,3 5 0,5 5 0,5 8 0,5 7 0,4 7 0,2 8 0,2 4 0,0 5 0,3 1 0,4-1-8191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3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47 24575,'11'5'0,"0"-1"0,0 1 0,-1 1 0,0-1 0,11 9 0,-19-12 0,1 0 0,-1 0 0,0 0 0,0 0 0,0 1 0,-1-1 0,1 0 0,0 1 0,-1 0 0,0-1 0,2 5 0,-2-5 0,-1 0 0,0 0 0,1 0 0,-1 0 0,0 0 0,0 0 0,0 0 0,-1 0 0,1 0 0,0 0 0,-1-1 0,1 1 0,-1 0 0,0 0 0,0 0 0,1 0 0,-1 0 0,-2 2 0,0-1 0,1-1 0,-1 1 0,1-1 0,-1 0 0,0 0 0,0 0 0,0 0 0,0 0 0,0-1 0,0 1 0,-1-1 0,1 0 0,-7 2 0,1-1 0,0-1 0,-1 1 0,1-1 0,-10-1 0,9 0 0,0-2 0,1 1 0,0-1 0,-1-1 0,1 0 0,0 0 0,0-1 0,1 0 0,-11-6 0,-3-4 0,-1-1 0,-19-18 0,37 28 0,0 1 0,0-1 0,0 0 0,-6-10 0,10 13 0,0 1 0,-1-1 0,1 0 0,0-1 0,0 1 0,0 0 0,1 0 0,-1 0 0,1 0 0,-1-1 0,1 1 0,-1 0 0,1-1 0,0 1 0,0 0 0,0 0 0,1-4 0,0 5 0,-1 0 0,1 0 0,-1 0 0,1-1 0,0 1 0,-1 0 0,1 0 0,0 0 0,0 0 0,0 0 0,0 0 0,0 0 0,0 1 0,0-1 0,0 0 0,0 1 0,1-1 0,-1 0 0,0 1 0,0-1 0,1 1 0,-1 0 0,0-1 0,1 1 0,-1 0 0,0 0 0,1 0 0,-1 0 0,0 0 0,0 0 0,1 0 0,-1 1 0,2-1 0,4 1 0,-1 1 0,0 0 0,0-1 0,0 2 0,9 3 0,15 13-1365,-17-9-5461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3.5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 1 24575,'-17'24'0,"-1"19"0,6 10 0,8 8 0,11 5 0,9 0-1115,7 0 1115,4-2 0,2-4 0,-1-3 0,0-3 0,-3-5 0,0-1 0,-3-6 0,-4-7 365,-3-6-365,-5-9-7441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3.7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332 194 24575,'-25'-27'0,"-10"-11"0,-2 0 0,3 5 0,3 8 0,3 7 0,5 8 0,3 5 0,3 6 0,2 3 0,1 3 0,0 3 0,1 2 0,-1-1 0,3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4.4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0 24575,'-1'0'0,"-80"19"0,72-17 0,1 1 0,-1 0 0,1 1 0,0 0 0,0 0 0,1 1 0,-9 6 0,15-10 0,-1 0 0,1 0 0,-1 1 0,1-1 0,0 1 0,-1-1 0,1 1 0,0-1 0,0 1 0,0-1 0,0 1 0,0 0 0,1 0 0,-1-1 0,0 1 0,1 0 0,0 0 0,-1 0 0,1 0 0,0 0 0,0 0 0,0 0 0,0 0 0,0-1 0,0 1 0,1 0 0,-1 0 0,1 3 0,2 0 0,-1 0 0,1 0 0,0 0 0,1-1 0,-1 1 0,1-1 0,-1 0 0,8 6 0,8 7 0,1 0 0,1-2 0,0-1 0,35 19 0,-53-32 0,-1 0 0,0 1 0,1-1 0,-1 0 0,1-1 0,0 1 0,-1 0 0,1-1 0,0 1 0,-1-1 0,1 0 0,4 0 0,-7 0 0,0 0 0,1 0 0,-1 0 0,0 0 0,0 0 0,0-1 0,0 1 0,0 0 0,1 0 0,-1 0 0,0 0 0,0 0 0,0 0 0,0 0 0,0-1 0,0 1 0,0 0 0,0 0 0,1 0 0,-1 0 0,0 0 0,0-1 0,0 1 0,0 0 0,0 0 0,0 0 0,0 0 0,0-1 0,0 1 0,0 0 0,0 0 0,0 0 0,0 0 0,0-1 0,0 1 0,0 0 0,0 0 0,0 0 0,-1 0 0,1-1 0,0 1 0,0 0 0,0 0 0,0 0 0,0 0 0,0 0 0,0 0 0,0-1 0,-1 1 0,1 0 0,0 0 0,0 0 0,0 0 0,0 0 0,0 0 0,-1 0 0,1 0 0,-9-7 0,-4-2 0,-1 1 0,1 1 0,-2 0 0,-20-7 0,24 10 0,1 2 0,-1-1 0,1 1 0,-1 1 0,0 0 0,0 0 0,-15 2 0,24-1-151,-1 1-1,1-1 0,-1 1 0,1-1 1,-1 1-1,1 0 0,-1 0 1,-2 2-1,-4 4-6674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4.9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 24575,'5'7'0,"0"-1"0,0 0 0,1 0 0,-1 0 0,1-1 0,1 0 0,-1 0 0,10 5 0,-15-9 0,11 6 0,0 0 0,0 0 0,1-1 0,0 0 0,19 5 0,-27-10 0,0 0 0,1 0 0,-1 0 0,0-1 0,1 0 0,-1 0 0,10-1 0,-12 0 0,-1 1 0,1-1 0,0 0 0,0 0 0,-1 0 0,1-1 0,-1 1 0,1 0 0,-1-1 0,1 0 0,-1 1 0,0-1 0,0 0 0,0 0 0,2-3 0,-2 2 0,0 0 0,-1 0 0,1 0 0,-1 0 0,0 0 0,0 0 0,0 0 0,0 0 0,0 0 0,-1 0 0,0-5 0,0-35 0,-1 40 0,2 15 0,0 9 0,8 38 0,7-4 0,24 53 0,-20-56 0,17 63 0,-30-76 0,-6-36 0,-1 0 0,0 0 0,0 0 0,0 0 0,0 0 0,0 0 0,-1 0 0,1 0 0,-1 0 0,-1 5 0,1-8 0,1 1 0,0-1 0,-1 1 0,1-1 0,-1 0 0,1 1 0,0-1 0,-1 0 0,1 1 0,-1-1 0,1 0 0,-1 1 0,1-1 0,-1 0 0,1 0 0,-1 1 0,1-1 0,-1 0 0,1 0 0,-1 0 0,0 0 0,1 0 0,-1 0 0,1 0 0,-1 0 0,1 0 0,-1 0 0,0 0 0,1 0 0,-1-1 0,1 1 0,-1 0 0,1 0 0,-1 0 0,1-1 0,-1 1 0,0-1 0,-19-13 0,19 13 0,-55-51-1365,46 42-5461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5.2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7 24575,'-11'-2'0,"-1"0"0,0 0 0,0 1 0,-22 1 0,31 0 0,0 1 0,0-1 0,0 1 0,1 0 0,-1 0 0,0 0 0,0 0 0,1 0 0,-1 1 0,-4 3 0,5-4 0,1 0 0,-1 1 0,1-1 0,0 1 0,0 0 0,-1-1 0,1 1 0,0 0 0,1 0 0,-1 0 0,0 0 0,0-1 0,1 1 0,-1 0 0,1 0 0,0 0 0,0 4 0,0 0 0,0-1 0,1 1 0,-1-1 0,1 1 0,1-1 0,-1 1 0,1-1 0,0 0 0,0 0 0,5 7 0,4 7 0,18 23 0,-15-24 0,28 39 0,62 63 0,-113-126 0,1 1 0,-2 0 0,-10-5 0,2 2 0,18 7-10,-21-9-261,0-1 0,0 2 0,-1 1 0,-29-7 0,37 12-6555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5.6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24575,'17'27'0,"8"16"0,3 9 0,-4-1 0,-4 0 0,-2-5 0,-5-5 0,-1-5 0,-4-3 0,-2-5 0,-3-5 0,-2-4 0,0-2 0,-2-3 0,1-2-8191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6.4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0 219 24575,'68'12'0,"121"17"0,-177-28 0,0 0 0,0-1 0,0 0 0,0-1 0,0-1 0,-1 0 0,1 0 0,0-1 0,15-6 0,-22 7 0,-1 0 0,0 0 0,0 0 0,0 0 0,-1-1 0,1 1 0,0-1 0,-1 0 0,0 0 0,0 0 0,0-1 0,0 1 0,0-1 0,-1 0 0,1 1 0,-1-1 0,0 0 0,0-1 0,-1 1 0,1 0 0,-1 0 0,0-1 0,0 1 0,0 0 0,-1-1 0,1 1 0,-1-9 0,-1 5 0,0-1 0,0 1 0,0 0 0,-1-1 0,0 1 0,-1 0 0,1 0 0,-2 0 0,1 1 0,-1-1 0,0 1 0,-1 0 0,0 0 0,0 0 0,-7-7 0,12 14 0,-1-1 0,1 1 0,-1-1 0,1 1 0,-1-1 0,1 1 0,-1 0 0,1-1 0,-1 1 0,1-1 0,-1 1 0,0 0 0,1 0 0,-1-1 0,1 1 0,-1 0 0,0 0 0,1 0 0,-1 0 0,0 0 0,1 0 0,-1 0 0,0 0 0,1 0 0,-1 0 0,0 0 0,1 0 0,-2 1 0,1-1 0,1 1 0,-1 0 0,0 0 0,0 0 0,1-1 0,-1 1 0,1 0 0,-1 0 0,1 0 0,-1 0 0,1 0 0,-1 0 0,1 0 0,0 0 0,-1 2 0,0 4 0,0 0 0,1 1 0,0-1 0,0 8 0,3 4 0,0 0 0,2 0 0,0-1 0,11 28 0,-2-14 0,29 49 0,-37-70 0,1-1 0,1 0 0,0 0 0,0-1 0,1 0 0,10 8 0,-14-13 0,0 0 0,0-1 0,1 1 0,-1-1 0,1 0 0,0-1 0,0 1 0,0-1 0,0 0 0,0-1 0,0 1 0,1-1 0,9 0 0,-13-1 0,0 0 0,-1 0 0,1 0 0,0-1 0,-1 1 0,1-1 0,-1 0 0,1 0 0,-1 0 0,1 0 0,-1 0 0,0-1 0,1 1 0,-1-1 0,0 1 0,3-4 0,-2 2 0,-1 0 0,1 0 0,-1-1 0,0 1 0,0-1 0,0 1 0,0-1 0,-1 0 0,3-7 0,-2-1 0,0 0 0,0-1 0,-2 1 0,1-1 0,-1 1 0,-2-13 0,-1 10 0,0 0 0,-6-19 0,3 16 0,6 18 0,0 0 0,0-1 0,0 1 0,-1-1 0,1 1 0,0-1 0,0 1 0,0 0 0,0-1 0,0 1 0,0-1 0,0 1 0,0-1 0,0 1 0,0-1 0,0 1 0,0 0 0,0-1 0,0 1 0,0-1 0,1 1 0,-1-1 0,0 0 0,8 5 0,15 18 0,-19-18 0,26 27 0,-13-12 0,37 29 0,-49-43 0,1-1 0,0 0 0,0-1 0,0 1 0,1-1 0,-1-1 0,1 1 0,0-1 0,0 0 0,0-1 0,9 2 0,-14-3 0,0 0 0,-1 0 0,1 0 0,0 0 0,-1 0 0,1 0 0,-1-1 0,1 1 0,0 0 0,-1-1 0,1 1 0,-1-1 0,1 0 0,-1 1 0,1-1 0,-1 0 0,0 0 0,1 0 0,-1 0 0,0 0 0,0 0 0,0-1 0,0 1 0,0 0 0,0-1 0,0 1 0,0 0 0,0-1 0,0 1 0,-1-1 0,1 1 0,-1-1 0,1 1 0,-1-3 0,2-5 0,-1 0 0,0-1 0,-1 1 0,-2-18 0,1 9 0,0 8 0,0-1 0,-1 1 0,-3-12 0,31 53 0,-18-23 0,0 0 0,1 0 0,-1-1 0,1 0 0,1 0 0,0-1 0,0 0 0,0-1 0,13 5 0,-18-8 0,1-1 0,-1 1 0,1-1 0,0 0 0,-1 0 0,1-1 0,-1 0 0,1 0 0,0 0 0,-1 0 0,1-1 0,0 0 0,-1 0 0,1-1 0,-1 0 0,0 0 0,1 0 0,-1 0 0,0-1 0,6-4 0,3-3 0,-8 5 0,-1 1 0,1 1 0,11-7 0,-15 9 0,0 0 0,1 1 0,-1-1 0,1 1 0,-1-1 0,1 1 0,0 0 0,-1 0 0,1 0 0,-1 0 0,1 0 0,-1 0 0,1 1 0,2 0 0,-1 0-72,-1 0 1,0 0-1,0 0 0,1 0 0,-1 1 0,0 0 0,0-1 0,0 1 1,0 0-1,-1 0 0,1 1 0,0-1 0,-1 1 0,0-1 0,1 1 1,-1 0-1,0-1 0,2 7 0,0 2-6754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7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 8 24575,'-3'-1'0,"1"-1"0,0 1 0,0 1 0,0-1 0,-1 0 0,1 1 0,0-1 0,-1 1 0,1-1 0,0 1 0,-1 0 0,1 0 0,-4 1 0,5-1 0,0 0 0,0 1 0,0-1 0,0 1 0,1-1 0,-1 1 0,0 0 0,0-1 0,0 1 0,1 0 0,-1 0 0,0 0 0,1-1 0,-1 1 0,0 0 0,1 0 0,-1 0 0,1 0 0,0 0 0,-1 0 0,1 0 0,0 0 0,0 0 0,-1 0 0,1 0 0,0 0 0,0 0 0,0 0 0,0 0 0,0 1 0,1-1 0,-1 1 0,1 8 0,1 0 0,0 0 0,0 0 0,1-1 0,0 1 0,6 13 0,34 55 0,-19-35 0,-6-9 0,68 121 0,-71-129 0,-1 0 0,-1 1 0,12 37 0,-24-62-151,-1 0-1,1 0 0,0 1 0,-1-1 1,0 0-1,1 0 0,-1 1 1,0 1-1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8.0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14 24575,'-32'-2'0,"-12"-2"0,-3 1 0,3 1 0,7 0 0,6 3 0,7 2 0,4 2 0,6 3 0,3 1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8.4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45 24575,'-1'0'0,"-45"3"0,43-3 0,-1 1 0,0-1 0,1 1 0,-1 1 0,1-1 0,-1 0 0,1 1 0,0-1 0,-6 5 0,8-6 0,0 1 0,0 0 0,1-1 0,-1 1 0,0 0 0,1-1 0,-1 1 0,0 0 0,1 0 0,-1 0 0,1-1 0,-1 1 0,1 0 0,0 0 0,-1 0 0,1 0 0,0 0 0,-1 0 0,1 0 0,0 0 0,0 0 0,0 0 0,0 2 0,1-2 0,-1 1 0,1 0 0,-1 0 0,1-1 0,0 1 0,0 0 0,0-1 0,0 1 0,0-1 0,0 1 0,3 2 0,2 1 0,0 0 0,0-1 0,1 1 0,12 6 0,-3-4 0,0 0 0,0-1 0,1 0 0,20 3 0,-26-7 0,-1 0 0,0-1 0,1-1 0,-1 1 0,1-2 0,-1 1 0,1-2 0,12-2 0,-20 3 0,0 1 0,-1-1 0,1 0 0,-1 0 0,1 0 0,-1-1 0,0 1 0,1 0 0,-1-1 0,0 0 0,0 1 0,0-1 0,0 0 0,0 0 0,0 0 0,-1 0 0,1-1 0,-1 1 0,1 0 0,-1-1 0,0 1 0,0-1 0,0 1 0,0-1 0,0 1 0,-1-1 0,1 0 0,-1 1 0,0-1 0,0 0 0,0 0 0,0 1 0,0-1 0,0 0 0,-1-2 0,0 0 0,-1-1 0,1 1 0,-1 1 0,0-1 0,0 0 0,0 0 0,-1 1 0,1-1 0,-1 1 0,0 0 0,-1 0 0,1 0 0,-1 0 0,0 0 0,1 1 0,-1 0 0,-8-5 0,7 6-105,0 0 0,0 0 0,0 0 0,-1 1 0,1-1 0,0 2 0,-1-1 0,1 0 0,-1 1 0,1 0 0,-1 0 0,-9 2 0,-1 2-6721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0.3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8 24575,'-1'-1'0,"0"1"0,0-1 0,-1 0 0,1 0 0,0 1 0,0-1 0,-1 1 0,1-1 0,0 1 0,-1-1 0,1 1 0,-1 0 0,1 0 0,-1 0 0,1 0 0,0 0 0,-1 0 0,-1 0 0,2 1 0,0-1 0,0 1 0,0 0 0,0-1 0,0 1 0,0 0 0,0-1 0,1 1 0,-1 0 0,0 0 0,1 0 0,-1 0 0,0 0 0,1 0 0,-1 0 0,1 0 0,-1 0 0,1 0 0,0 0 0,-1 0 0,1 0 0,0 0 0,0 2 0,-1 6 0,0 0 0,1 0 0,0 0 0,1 0 0,-1 0 0,2 0 0,0 0 0,0 0 0,0 0 0,1-1 0,6 13 0,6 9 0,34 50 0,-23-40 0,-7-13 0,-14-21 0,0 1 0,0 0 0,-1 0 0,7 14 0,-11-15 0,-4-10 0,-6-8 0,9 10 0,0 1 0,0-1 0,1 1 0,-1 0 0,0-1 0,1 1 0,-1-1 0,1 0 0,0 1 0,-1-1 0,1 1 0,0-1 0,0 0 0,0 1 0,0-1 0,0 0 0,0 1 0,1-1 0,-1 1 0,0-1 0,1 0 0,-1 1 0,1-1 0,0 1 0,0-1 0,-1 1 0,1 0 0,0-1 0,1 0 0,0 0 0,0 1 0,0-1 0,0 1 0,1 0 0,-1 0 0,0 0 0,1 0 0,-1 0 0,0 0 0,1 0 0,-1 1 0,1-1 0,-1 1 0,1 0 0,-1 0 0,1 0 0,-1 0 0,5 1 0,17 4 0,0 1 0,0 2 0,-1 0 0,36 18 0,-25-10 0,-30-14 0,7 2 0,-1 1 0,19 12 0,-27-16 0,0 0 0,-1 0 0,1 1 0,-1-1 0,1 0 0,-1 1 0,1-1 0,-1 1 0,0-1 0,0 1 0,0-1 0,0 1 0,0 0 0,0 0 0,0 0 0,0-1 0,-1 1 0,1 0 0,-1 0 0,1 0 0,-1 0 0,0 0 0,0 0 0,0 3 0,0-3 0,-1-1 0,0 1 0,1-1 0,-1 1 0,0 0 0,0-1 0,0 0 0,0 1 0,0-1 0,0 0 0,0 1 0,-1-1 0,1 0 0,0 0 0,-1 0 0,1 0 0,-1 0 0,1 0 0,-1-1 0,1 1 0,-1 0 0,-2 0 0,-5 2 0,-1-1 0,-17 2 0,17-2 0,-37 3 0,-1-2 0,-47-4 0,56 1 0,42 0 0,43 1 0,1-3 0,63-9 0,-101 10 0,118-27 0,-102 21 0,0-2 0,46-21 0,-58 23 0,0 1 0,-1-2 0,0 0 0,14-12 0,-23 18 0,-1-1 0,1 0 0,-1 1 0,0-1 0,1 0 0,-1 0 0,0 0 0,-1 0 0,1-1 0,-1 1 0,1 0 0,-1-1 0,0 1 0,0-1 0,-1 1 0,1-1 0,-1 1 0,1-1 0,-1 0 0,0 1 0,0-1 0,-2-6 0,2 9 0,0 0 0,0 0 0,0 0 0,-1-1 0,1 1 0,0 0 0,-1 0 0,1 0 0,-1 0 0,1 0 0,-1 0 0,1 0 0,-1 0 0,0 0 0,1 0 0,-1 1 0,0-1 0,0 0 0,0 0 0,0 1 0,1-1 0,-1 0 0,0 1 0,0-1 0,0 1 0,0-1 0,-1 1 0,1 0 0,0-1 0,0 1 0,0 0 0,0 0 0,0 0 0,0-1 0,-3 2 0,2-1 0,-1 1 0,1 0 0,-1-1 0,1 1 0,-1 1 0,1-1 0,0 0 0,0 0 0,0 1 0,-1 0 0,1-1 0,1 1 0,-1 0 0,-3 3 0,2 0 0,-1-1 0,2 1 0,-1-1 0,0 1 0,1 0 0,0 0 0,0 0 0,0 1 0,1-1 0,0 0 0,0 0 0,0 1 0,0 8 0,2-6 0,-1-1 0,1 1 0,0-1 0,1 1 0,0-1 0,0 1 0,1-1 0,0 0 0,4 7 0,-2-4 0,1 0 0,1 0 0,0-1 0,0 0 0,1 0 0,0-1 0,1 0 0,-1 0 0,2-1 0,-1 0 0,1-1 0,18 10 0,-14-11 20,0 1 0,0-2 0,1 0 0,-1 0 0,16 0 0,-21-3-169,0 0 1,0-1-1,0-1 1,-1 1-1,1-1 1,0-1-1,-1 0 1,1 0-1,14-6 1,-11 3-6678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2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9 24575,'28'-4'0,"-18"3"0,1-1 0,-1 1 0,15 1 0,-41 7 0,-13 3 0,6-5 0,10-3 0,0 1 0,-23 9 0,34-11 0,-1 0 0,1 0 0,-1 1 0,1-1 0,0 0 0,0 1 0,-1 0 0,1-1 0,0 1 0,1 0 0,-1 0 0,0 0 0,0 0 0,1 1 0,-1-1 0,1 0 0,0 1 0,0-1 0,-2 5 0,3-5 0,0 0 0,0 0 0,0 0 0,0 0 0,0 0 0,1 0 0,-1 0 0,0 0 0,1 0 0,0 0 0,-1 0 0,1 0 0,0 0 0,0 0 0,0-1 0,0 1 0,1 0 0,-1-1 0,0 1 0,1-1 0,-1 1 0,3 1 0,3 3 0,0-1 0,1 1 0,12 6 0,153 67 0,-120-57 0,-16-7 0,-14-6 0,29 15 0,-51-24 0,-1 0 0,1 1 0,-1-1 0,1 0 0,0 0 0,-1 1 0,1-1 0,-1 0 0,0 1 0,1-1 0,-1 0 0,1 1 0,-1-1 0,1 1 0,-1-1 0,0 1 0,1-1 0,-1 1 0,0-1 0,0 1 0,1-1 0,-1 1 0,0 0 0,0-1 0,0 1 0,0 0 0,0 0 0,-1-1 0,1 1 0,0-1 0,-1 0 0,1 1 0,-1-1 0,1 1 0,-1-1 0,1 0 0,-1 1 0,1-1 0,-1 0 0,1 1 0,-1-1 0,1 0 0,-1 0 0,0 0 0,0 1 0,-4 0 0,-1 0 0,0 0 0,-10 0 0,-19-2 0,-57-12 0,-22-1 0,58 13-1365,43 1-5461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3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24575,'0'23'0,"1"0"0,1 0 0,2 0 0,0-1 0,12 37 0,-10-41 0,1-1 0,1 0 0,1-1 0,0 0 0,2 0 0,-1 0 0,19 18 0,-16-20 0,0-1 0,1 0 0,24 17 0,-35-28 0,0-1 0,0 1 0,1 0 0,-1-1 0,1 0 0,-1 1 0,1-1 0,-1-1 0,1 1 0,-1-1 0,1 1 0,0-1 0,-1 0 0,1 0 0,0 0 0,-1-1 0,1 0 0,0 1 0,-1-1 0,1 0 0,-1-1 0,1 1 0,5-4 0,-5 3 0,-1-1 0,1 1 0,-1-1 0,0 0 0,1 0 0,-1 0 0,-1 0 0,1-1 0,0 1 0,-1-1 0,0 0 0,0 1 0,0-1 0,0 0 0,0 0 0,-1-1 0,0 1 0,0 0 0,1-8 0,-2-41 0,0 53 0,0-1 0,0 1 0,0 0 0,0 0 0,0 0 0,0 0 0,0-1 0,0 1 0,0 0 0,0 0 0,0 0 0,0 0 0,0-1 0,1 1 0,-1 0 0,0 0 0,0 0 0,0 0 0,0-1 0,0 1 0,0 0 0,0 0 0,0 0 0,1 0 0,-1 0 0,0 0 0,0-1 0,0 1 0,0 0 0,0 0 0,1 0 0,-1 0 0,0 0 0,0 0 0,0 0 0,0 0 0,1 0 0,-1 0 0,0 0 0,0 0 0,8 5 0,9 14 0,-13-15 0,12 14 0,-5-4 0,2-1 0,23 21 0,-33-31 0,1-1 0,-1 0 0,0 1 0,1-1 0,-1-1 0,1 1 0,0 0 0,0-1 0,-1 0 0,1 0 0,0 0 0,0 0 0,0 0 0,0-1 0,0 0 0,0 0 0,8-1 0,-9 1 0,-1-1 0,0 0 0,1 1 0,-1-1 0,0 0 0,0 0 0,0-1 0,1 1 0,-1 0 0,0-1 0,-1 1 0,1-1 0,0 0 0,2-1 0,-1-2 0,0 0 0,0 0 0,0-1 0,3-5 0,-4 5 0,0 1 0,1 0 0,0-1 0,0 1 0,5-5 0,-7 9 0,-1 0 0,1 1 0,0-1 0,-1 1 0,1-1 0,0 1 0,0-1 0,-1 1 0,1-1 0,0 1 0,0-1 0,0 1 0,-1 0 0,1-1 0,0 1 0,0 0 0,0 0 0,0 0 0,0 0 0,0 0 0,-1 0 0,3 0 0,-1 1 0,0-1 0,-1 1 0,1 0 0,-1-1 0,1 1 0,-1 0 0,1 0 0,-1 0 0,1 0 0,-1 0 0,2 2 0,3 4 0,-1 0 0,1 1 0,6 12 0,-10-17 0,19 37-1365,-16-28-5461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3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24575,'-5'0'0,"1"3"0,1 2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4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0 24575,'-5'4'0,"1"0"0,0 0 0,0 1 0,0-1 0,0 1 0,1 0 0,0 0 0,0 0 0,0 0 0,1 1 0,-1-1 0,-2 11 0,4-7 0,-1 0 0,1 0 0,1 1 0,-1-1 0,2 0 0,-1 0 0,3 14 0,4 5 0,1 0 0,2-1 0,0 0 0,17 32 0,14 22 0,3-1 0,75 101 0,-115-176 0,1 3 0,2 0 0,10 10 0,-16-16 0,0-1 0,0 0 0,1 0 0,-1 0 0,0 0 0,0 0 0,1 0 0,-1-1 0,1 1 0,-1 0 0,1-1 0,-1 1 0,1-1 0,-1 1 0,1-1 0,-1 0 0,1 0 0,-1 0 0,1 0 0,0 0 0,-1 0 0,1 0 0,2-1 0,-3 1 0,0 0 0,-1-1 0,1 1 0,0-1 0,0 1 0,-1 0 0,1-1 0,0 1 0,-1-1 0,1 0 0,-1 1 0,1-1 0,-1 0 0,1 1 0,-1-1 0,1 0 0,-1 1 0,1-1 0,-1 0 0,0 0 0,0 1 0,1-2 0,-1 0 0,0 0 0,0 0 0,0 1 0,0-1 0,0 0 0,0 0 0,-1 1 0,1-1 0,-1 0 0,0-1 0,-2-4 0,0 1 0,-1 0 0,1 0 0,-6-7 0,-6-3 0,0 0 0,0 1 0,-1 1 0,-1 0 0,-1 1 0,0 1 0,0 1 0,-1 1 0,-33-14 0,46 22-76,0 0 1,0 0-1,0 1 0,0 0 0,0 0 0,-1 0 0,1 1 0,0 0 1,-1 0-1,1 1 0,0-1 0,-1 1 0,1 1 0,0-1 1,0 1-1,0 0 0,-6 4 0,-1-2-6750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4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24575,'12'29'0,"7"15"0,-1 7 0,1 0 0,-2-3 0,-1-6 0,-1-5 0,-2-4 0,-2-4 0,0-3 0,-2-4 0,1 0 0,0-1 0,-2-5-8191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4.9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0 204 24575,'37'1'0,"-8"0"0,1-2 0,-1 0 0,46-9 0,-68 9 0,0-1 0,0 0 0,0 0 0,0-1 0,0 0 0,-1 0 0,1 0 0,-1-1 0,0 0 0,0 0 0,0-1 0,-1 0 0,1 0 0,-1 0 0,0 0 0,-1-1 0,1 0 0,-1 0 0,5-10 0,-7 11 0,0 1 0,-1-1 0,0 0 0,0 1 0,0-1 0,0 0 0,-1 1 0,0-1 0,0 0 0,0 0 0,0 0 0,-2-7 0,1 11 0,1-1 0,-1 0 0,1 0 0,-1 1 0,1-1 0,-1 1 0,0-1 0,0 0 0,0 1 0,0 0 0,0-1 0,0 1 0,0-1 0,0 1 0,-1 0 0,1 0 0,0 0 0,-1 0 0,1 0 0,-1 0 0,1 0 0,-1 0 0,1 1 0,-1-1 0,0 1 0,1-1 0,-1 1 0,0-1 0,0 1 0,1 0 0,-1 0 0,0 0 0,0 0 0,1 0 0,-1 0 0,-3 1 0,3 0 0,0-1 0,0 1 0,0-1 0,1 1 0,-1 0 0,0 0 0,0 0 0,0 0 0,1 0 0,-1 0 0,0 1 0,1-1 0,0 1 0,-1-1 0,-2 4 0,2-2 0,0 1 0,0 0 0,0 0 0,0 0 0,1 0 0,0 0 0,-2 5 0,2 1 0,-1 0 0,2-1 0,-1 1 0,1-1 0,1 1 0,1 11 0,0-11 0,1-1 0,0 0 0,1 1 0,0-1 0,0-1 0,1 1 0,0-1 0,1 1 0,-1-2 0,2 1 0,-1 0 0,1-1 0,0-1 0,0 1 0,1-1 0,12 8 0,-2-3 0,1 0 0,1-1 0,0-1 0,1 0 0,-1-2 0,28 6 0,-42-11-73,10 1 174,26 4 0,-38-7-225,0 1-1,0-1 1,1-1-1,-1 1 1,0 0-1,0-1 1,0 0-1,0 0 1,0 0-1,0-1 0,6-2 1,-1-2-6702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5.7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266 434 24575,'-75'-1'0,"-82"3"0,154-2 0,0 0 0,-1 0 0,1 1 0,-1 0 0,1 0 0,-4 1 0,6-2 0,1 1 0,-1-1 0,1 0 0,0 0 0,-1 0 0,1 1 0,0-1 0,0 0 0,-1 0 0,1 1 0,0-1 0,0 0 0,-1 1 0,1-1 0,0 0 0,0 1 0,0-1 0,-1 0 0,1 1 0,0-1 0,0 0 0,0 1 0,0-1 0,0 1 0,0 0 0,0-1 0,0 1 0,1 0 0,-1 0 0,0-1 0,1 1 0,-1 0 0,1 0 0,-1-1 0,0 1 0,1 0 0,0-1 0,-1 1 0,1-1 0,-1 1 0,2 0 0,9 7 0,0-1 0,1 0 0,-1-1 0,1 0 0,1 0 0,-1-2 0,1 1 0,0-2 0,0 0 0,0 0 0,25 1 0,-34-4 0,1 0 0,-1 0 0,1 0 0,-1-1 0,0 1 0,1-1 0,-1-1 0,0 1 0,0 0 0,1-1 0,-1 0 0,-1 0 0,1 0 0,0 0 0,0-1 0,-1 0 0,1 1 0,-1-1 0,0 0 0,0-1 0,0 1 0,0 0 0,-1-1 0,1 0 0,-1 0 0,0 0 0,2-4 0,-1 0 0,-1 1 0,0-1 0,0 0 0,0 1 0,-1-1 0,0 0 0,-1 0 0,0 0 0,0 0 0,-1 0 0,0 0 0,0 0 0,0 1 0,-5-12 0,-4-9 0,-3 1 0,0 0 0,-32-48 0,11 28 0,-42-46 0,71 87 0,3 4 0,1-1 0,-1 1 0,0 0 0,0 0 0,0 0 0,0 0 0,0 1 0,0-1 0,0 0 0,0 1 0,-1 0 0,1-1 0,-5-1 0,6 4 0,1-1 0,0 0 0,-1 1 0,1-1 0,0 0 0,-1 1 0,1-1 0,0 0 0,0 1 0,-1-1 0,1 1 0,0-1 0,0 0 0,0 1 0,-1-1 0,1 1 0,0-1 0,0 1 0,0-1 0,0 1 0,0-1 0,0 1 0,0-1 0,0 0 0,0 1 0,0-1 0,0 1 0,1-1 0,-1 1 0,0-1 0,0 1 0,1-1 0,-1 2 0,5 16 0,0 0 0,2 0 0,0 0 0,1-1 0,16 26 0,-12-21 0,10 17-112,72 126 358,-72-132-746,0 0 1,50 51-1,-59-70-6326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7.6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 24575,'0'29'0,"2"1"0,1-1 0,1 1 0,2-1 0,1 0 0,1-1 0,1 1 0,2-2 0,16 32 0,-17-41 0,0-1 0,1 0 0,23 27 0,-44-58 0,1 1 0,0-2 0,1 1 0,-6-19 0,13 32 0,1 0 0,-1 0 0,1 0 0,-1 0 0,1 0 0,0 0 0,0 0 0,-1 0 0,1 0 0,0 0 0,0 0 0,0 0 0,0 0 0,0 0 0,0 0 0,1-1 0,-1 1 0,0 0 0,1 0 0,-1 0 0,0 0 0,1 0 0,-1 0 0,1 1 0,-1-1 0,1 0 0,0 0 0,0 0 0,-1 0 0,1 1 0,0-1 0,0 0 0,0 0 0,-1 1 0,1-1 0,0 1 0,0-1 0,0 1 0,0-1 0,0 1 0,0 0 0,0-1 0,0 1 0,1 0 0,-1 0 0,0 0 0,1 0 0,5-1 0,0 1 0,0 1 0,-1-1 0,1 1 0,0 0 0,8 3 0,23 8 0,0 2 0,-2 1 0,40 23 0,-21-5 0,-50-29 0,1 1 0,-1-1 0,1 1 0,-1 0 0,-1 0 0,1 1 0,3 5 0,-7-10 0,-1 0 0,1 0 0,-1 0 0,1-1 0,-1 1 0,1 0 0,-1 0 0,0 0 0,0 0 0,1 0 0,-1 0 0,0 0 0,0 0 0,0 0 0,0 0 0,0 0 0,0 0 0,0 0 0,0 0 0,-1 0 0,1 0 0,0 0 0,-1-1 0,1 1 0,-1 2 0,0-2 0,-1 1 0,1-1 0,-1 0 0,1 1 0,-1-1 0,1 0 0,-1 0 0,0 0 0,0 0 0,1 0 0,-5 1 0,-4 1 0,0-1 0,0 0 0,-18 2 0,-15-3 0,-1-2 0,1-2 0,-58-11 0,63 9 0,-116-17-1365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8.2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24575,'-1'6'0,"0"-1"0,1 0 0,-1 1 0,1-1 0,1 1 0,-1-1 0,1 1 0,0-1 0,0 1 0,0-1 0,1 0 0,0 0 0,4 9 0,-4-10 0,1-1 0,-1 1 0,1-1 0,0 0 0,0 0 0,0 0 0,0 0 0,0-1 0,1 1 0,-1-1 0,1 0 0,0 0 0,0 0 0,-1 0 0,1-1 0,0 0 0,0 0 0,7 1 0,-4-1 0,1 0 0,0-1 0,-1 0 0,1 0 0,0-1 0,-1 0 0,1 0 0,0-1 0,-1 0 0,0 0 0,1-1 0,-1 0 0,0 0 0,0 0 0,-1-1 0,1 0 0,-1-1 0,0 0 0,0 0 0,0 0 0,6-8 0,-9 8 0,0 0 0,0 0 0,-1-1 0,0 0 0,0 1 0,2-9 0,-4 13 0,0 18 0,0 1 0,2-1 0,5 29 0,18 52 0,-10-43 0,-7-24 0,14 62 0,-19-77 0,-1 0 0,-1 0 0,-1 29 0,0-42 0,0-1 0,0 0 0,0 0 0,0 0 0,-1 1 0,1-1 0,-1 0 0,0 0 0,1 0 0,-1 0 0,0 0 0,0 0 0,0 0 0,-1-1 0,1 1 0,0 0 0,-1 0 0,1-1 0,-1 1 0,1-1 0,-1 1 0,0-1 0,0 0 0,0 0 0,0 0 0,0 0 0,0 0 0,0 0 0,0 0 0,0-1 0,0 1 0,0-1 0,0 0 0,0 1 0,-3-1 0,-1 0 0,0-1 0,0 1 0,1-1 0,-1 0 0,0-1 0,1 1 0,-1-1 0,1 0 0,-1-1 0,1 1 0,0-1 0,-5-4 0,-1-1 0,1 0 0,0-2 0,1 1 0,0-1 0,1 0 0,0-1 0,0 0 0,1 0 0,1-1 0,0 0 0,0 0 0,1 0 0,1-1 0,-5-21 0,8 32 7,1 0-1,0 0 0,-1-1 0,1 1 1,0 0-1,0-1 0,0 1 1,0 0-1,1-1 0,-1 1 1,1 0-1,-1 0 0,1-1 0,0 1 1,0 0-1,0 0 0,0 0 1,1-2-1,0 2-99,0 0 0,0 0 1,0 1-1,0-1 0,0 1 0,1-1 0,-1 1 0,0 0 1,1 0-1,-1 0 0,1 0 0,-1 0 0,1 1 1,-1-1-1,5 0 0,8 0-6733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8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349 104 24575,'-11'-5'0,"-118"-55"0,106 51 0,1 1 0,-1 1 0,-46-6 0,65 12 0,1 1 0,-1 0 0,1-1 0,-1 2 0,0-1 0,1 0 0,-1 1 0,1 0 0,-1 0 0,1 0 0,-1 0 0,1 0 0,-5 3 0,6-3 0,1 0 0,0 1 0,-1-1 0,1 0 0,0 0 0,0 1 0,0-1 0,0 1 0,0-1 0,0 1 0,0-1 0,0 1 0,1-1 0,-1 1 0,1 0 0,-1-1 0,1 1 0,0 0 0,-1 0 0,1-1 0,0 1 0,0 0 0,0 0 0,0 0 0,1-1 0,-1 1 0,0 0 0,1-1 0,0 4 0,2 1 0,-1 0 0,1 0 0,0-1 0,0 1 0,1-1 0,0 1 0,0-1 0,0 0 0,1-1 0,-1 1 0,1-1 0,7 6 0,7 3 0,0-1 0,24 12 0,-33-20 0,-1 0 0,1 0 0,-1-1 0,1-1 0,0 1 0,0-1 0,13 0 0,-17-1 0,1-1 0,-1 0 0,0-1 0,1 1 0,-1-1 0,0 0 0,0-1 0,0 0 0,0 0 0,0 0 0,0 0 0,9-7 0,-12 7 0,0 0 0,0-1 0,-1 0 0,1 1 0,-1-1 0,0 0 0,0 0 0,0-1 0,0 1 0,-1 0 0,1-1 0,-1 1 0,0-1 0,0 1 0,0-1 0,0 1 0,-1-1 0,1-6 0,-1 5 0,1 1 0,-2 0 0,1-1 0,0 1 0,-1-1 0,0 1 0,0-1 0,0 1 0,0 0 0,-1 0 0,0-1 0,0 1 0,0 0 0,-5-7 0,7 11 0,0 0 0,0 0 0,-1 0 0,1-1 0,0 1 0,0 0 0,0 0 0,0 0 0,0-1 0,-1 1 0,1 0 0,0 0 0,0 0 0,0 0 0,-1-1 0,1 1 0,0 0 0,0 0 0,0 0 0,-1 0 0,1 0 0,0 0 0,0 0 0,0 0 0,-1 0 0,1 0 0,0 0 0,0 0 0,-1 0 0,1 0 0,0 0 0,0 0 0,-1 0 0,1 0 0,0 0 0,0 0 0,0 0 0,-1 0 0,1 0 0,0 0 0,0 1 0,-1-1 0,1 0 0,-4 13 0,3 17 0,2-21 10,1 1 0,0-1 0,0 0 0,1 0 0,0 0 0,1 0 0,0-1 0,0 1 0,1-1 0,0 0 0,10 12 0,-4-7-258,1 0 1,0-1-1,1 0 1,0-1-1,22 14 1,-23-17-6579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9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 13 24575,'-48'-5'0,"18"1"0,1 2 0,-1 0 0,-39 4 0,68-2 0,0 0 0,1 0 0,-1 0 0,0 1 0,0-1 0,0 0 0,0 0 0,0 1 0,0-1 0,0 0 0,0 1 0,1-1 0,-1 1 0,0-1 0,0 1 0,0 0 0,1-1 0,-1 1 0,0 0 0,1-1 0,-1 1 0,1 0 0,-1 0 0,1 0 0,-1-1 0,1 1 0,-1 0 0,1 0 0,0 0 0,0 0 0,-1 0 0,1 0 0,0 0 0,0 0 0,0 0 0,0 0 0,0 0 0,0 0 0,0-1 0,0 1 0,1 0 0,-1 0 0,0 0 0,1 1 0,1 5 0,1 0 0,-1-1 0,2 1 0,6 11 0,1-3 15,-1 0 0,2 0 0,0-2 0,0 1 0,2-2 0,-1 0 0,32 21 0,-33-25-150,0-1 0,1 0 0,0-1 0,1-1 0,-1 0 0,1 0 0,0-2 0,0 0 0,0 0 0,25 1 0,-22-5-6691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9.9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27 24575,'-3'8'0,"1"0"0,-1 0 0,2 1 0,-1-1 0,1 1 0,0-1 0,1 15 0,1-19 0,0 0 0,-1 0 0,1 0 0,1-1 0,-1 1 0,0 0 0,1 0 0,0-1 0,0 1 0,0-1 0,0 1 0,1-1 0,-1 0 0,1 0 0,0 0 0,0 0 0,0-1 0,4 4 0,2-1 0,0 1 0,0-1 0,1-1 0,-1 0 0,1 0 0,0-1 0,18 4 0,-20-6 0,1 1 0,0-2 0,0 1 0,-1-1 0,1 0 0,0-1 0,0 0 0,0 0 0,12-5 0,-19 6 0,0-1 0,0 1 0,0-1 0,0 0 0,0 0 0,0 0 0,0 0 0,0-1 0,-1 1 0,1 0 0,0-1 0,-1 1 0,1-1 0,-1 1 0,1-1 0,-1 0 0,0 0 0,0 0 0,0 0 0,0 1 0,0-2 0,0 1 0,-1 0 0,1 0 0,-1 0 0,1 0 0,-1 0 0,0 0 0,1 0 0,-1-1 0,0 1 0,-1 0 0,1 0 0,0 0 0,-2-4 0,0-2 0,0 1 0,-1-1 0,-1 1 0,1 0 0,-1 0 0,0 0 0,-1 0 0,-7-8 0,6 7 15,-1 1 0,-1 0 0,1 0 0,-1 1 0,0-1 0,-1 2 0,-11-7 0,16 10-98,0 0 1,0 0-1,-1 1 1,1-1-1,-1 1 1,1 0-1,-1 0 1,0 0-1,1 1 1,-1 0-1,0 0 1,1 0-1,-1 0 1,0 1-1,1 0 1,-1 0-1,-7 2 1,-1 3-6744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0.6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24575,'203'158'0,"-197"-154"0,-1 0 0,1-1 0,-1 0 0,1 0 0,0 0 0,0 0 0,0-1 0,1 0 0,7 1 0,-12-3 0,0 0 0,0 0 0,0 0 0,-1 0 0,1 0 0,0 0 0,0 0 0,-1-1 0,1 1 0,0 0 0,0-1 0,-1 0 0,1 1 0,-1-1 0,1 0 0,0 0 0,-1 0 0,0 0 0,1 0 0,-1 0 0,1-1 0,-1 1 0,0 0 0,0-1 0,0 1 0,0-1 0,0 1 0,0-1 0,0 1 0,-1-1 0,1 0 0,0 1 0,-1-1 0,0 0 0,1 1 0,-1-1 0,0 0 0,0-2 0,1-5 0,0 0 0,-1-1 0,0 1 0,0 0 0,-1-1 0,-1 1 0,0 0 0,0 0 0,0 0 0,-1 0 0,-1 1 0,-4-10 0,14 28 0,0 0 0,1 0 0,1-1 0,-1 1 0,1-2 0,18 16 0,-12-13 0,0 0 0,1-1 0,1 0 0,22 10 0,-33-18 0,-1-1 0,0 1 0,1-1 0,0 1 0,-1-1 0,1-1 0,0 1 0,0-1 0,-1 0 0,1 0 0,0 0 0,0 0 0,-1-1 0,1 0 0,8-3 0,-10 3 0,1 0 0,-2-1 0,1 0 0,0 1 0,0-1 0,0 0 0,-1-1 0,1 1 0,-1 0 0,0-1 0,0 1 0,0-1 0,0 0 0,0 0 0,0 1 0,-1-1 0,1 0 0,-1-1 0,0 1 0,0 0 0,0 0 0,0 0 0,0-5 0,-1-13 0,0 18 0,-1 1 0,1-1 0,0 0 0,0 1 0,0-1 0,0 0 0,1 0 0,-1 1 0,1-1 0,0 0 0,0 1 0,0-1 0,0 1 0,0-1 0,2-1 0,-3 3 0,1 1 0,0-1 0,-1 1 0,1 0 0,0-1 0,0 1 0,0 0 0,0 0 0,-1-1 0,1 1 0,0 0 0,0 0 0,0 0 0,0 0 0,-1 0 0,1 0 0,0 0 0,0 1 0,0-1 0,0 0 0,-1 0 0,1 1 0,0-1 0,0 0 0,-1 1 0,3 0 0,18 15 0,-20-15 0,129 108-1365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1.1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167 307 24575,'42'104'0,"10"22"0,-41-110 0,-10-15 0,-2-2 0,-7-7 0,-17-17 0,-30-42 0,27 32 0,12 14 0,0 0 0,2-1 0,-20-41 0,27 47 0,0 0 0,1 0 0,1-1 0,1 0 0,0 1 0,-2-31 0,6 41 0,0-1 0,0 1 0,1-1 0,0 1 0,0-1 0,0 1 0,1-1 0,0 1 0,0 0 0,1 0 0,-1 0 0,8-11 0,-7 13 0,0 0 0,1 0 0,-1 0 0,1 1 0,0-1 0,0 1 0,0 0 0,0 0 0,0 1 0,1-1 0,-1 1 0,1 0 0,0 0 0,0 0 0,0 1 0,9-2 0,-4 1 0,1 1 0,-1 1 0,1 0 0,-1 0 0,1 1 0,16 4 0,-23-4 0,1 0 0,0 1 0,-1-1 0,1 1 0,-1 0 0,0 1 0,6 3 0,-8-4 0,0-1 0,0 1 0,0 0 0,0 0 0,-1 0 0,1 0 0,-1 0 0,1 0 0,-1 1 0,0-1 0,0 0 0,0 1 0,0-1 0,1 4 0,-2-3 0,0-1 0,1 0 0,-1 1 0,0-1 0,-1 0 0,1 1 0,0-1 0,-1 0 0,1 1 0,-1-1 0,0 0 0,0 0 0,0 0 0,0 1 0,0-1 0,0 0 0,0 0 0,-1-1 0,1 1 0,-1 0 0,1 0 0,-1-1 0,0 1 0,0-1 0,-3 3 0,-5 3 0,-1-1 0,0 0 0,-19 7 0,20-9 0,-158 62-1365,139-57-5461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2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77 24575,'-9'2'0,"-9"3"0,-32 13 0,46-17 0,0 1 0,0 0 0,0 0 0,0 1 0,1-1 0,-1 1 0,1 0 0,-1 0 0,1 0 0,0 1 0,0-1 0,0 1 0,-2 3 0,4-5 0,1-1 0,-1 1 0,0-1 0,1 1 0,-1 0 0,1-1 0,0 1 0,-1-1 0,1 1 0,0 0 0,0-1 0,0 1 0,0 0 0,0-1 0,1 1 0,-1 0 0,0-1 0,1 3 0,0-2 0,1 1 0,-1-1 0,1 1 0,-1-1 0,1 0 0,0 0 0,0 1 0,0-1 0,4 3 0,3 2 0,1-1 0,0 0 0,0-1 0,12 5 0,-20-9 0,0 0 0,1 0 0,0 0 0,0 0 0,0 0 0,0 0 0,-1-1 0,1 1 0,0-1 0,0 0 0,5 0 0,-7 0 0,1-1 0,-1 1 0,0 0 0,0-1 0,0 1 0,1-1 0,-1 0 0,0 1 0,0-1 0,0 0 0,0 0 0,0 0 0,0 1 0,0-1 0,-1 0 0,1 0 0,0 0 0,0-1 0,-1 1 0,1 0 0,-1 0 0,1 0 0,-1 0 0,1-1 0,-1 1 0,1-2 0,0-4 0,0 0 0,0 0 0,0-1 0,-1 1 0,0 0 0,0 0 0,-3-14 0,-1 6 0,1 1 0,-12-25 0,50 73 0,-19-17 0,1 0 0,1-1 0,0-1 0,1-1 0,28 16 0,-35-23 0,1-1 0,0-1 0,0 0 0,0 0 0,1-2 0,0 1 0,-1-2 0,1 0 0,0-1 0,21 0 0,-13-3 0,-1-1 0,0-2 0,0 0 0,26-10 0,-20 7 0,48-11 0,-75 19 0,6 0 0,0-1 0,0 0 0,-1-1 0,1 0 0,5-2 0,-10 4 0,0-1 0,-1 1 0,1 0 0,0-1 0,0 1 0,0-1 0,-1 0 0,1 1 0,0-1 0,-1 0 0,1 1 0,0-1 0,-1 0 0,1 0 0,-1 1 0,1-1 0,-1 0 0,0 0 0,1 0 0,-1 0 0,0 0 0,0 1 0,1-1 0,-1 0 0,0 0 0,0 0 0,0 0 0,0 0 0,0 0 0,0 0 0,0 0 0,-1 0 0,1 0 0,0 0 0,0 1 0,-1-1 0,1 0 0,-1 0 0,0-1 0,-2-3 0,0-1 0,-1 1 0,0 1 0,0-1 0,0 0 0,0 1 0,-1 0 0,0 0 0,0 0 0,0 1 0,0-1 0,-8-2 0,-9-5 0,-41-13 0,45 18 0,17 6 0,0 0 0,-1-1 0,1 1 0,0-1 0,-1 0 0,1 1 0,0-1 0,0 0 0,0 0 0,-1 1 0,1-1 0,0 0 0,0 0 0,0 0 0,1-1 0,-1 1 0,0 0 0,0 0 0,0 0 0,1-1 0,-1 1 0,1 0 0,-1-1 0,1 1 0,-1-3 0,1 3 0,0 0 0,1-1 0,-1 1 0,0 0 0,1-1 0,-1 1 0,1 0 0,-1 0 0,1-1 0,-1 1 0,1 0 0,0 0 0,0 0 0,0 0 0,0 0 0,0 0 0,0 0 0,0 0 0,0 0 0,0 0 0,0 1 0,0-1 0,0 0 0,1 1 0,-1-1 0,2 0 0,5-2 0,-1 1 0,1 0 0,-1 1 0,1 0 0,0 0 0,12 0 0,47 5 0,-60-3-136,0 0-1,-1 1 1,1-1-1,-1 1 1,0 0-1,1 1 1,-1 0-1,0 0 0,6 4 1,-3 0-6690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2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2 24575,'-7'2'0,"-1"1"0,0 0 0,1 1 0,-1-1 0,1 1 0,0 1 0,1-1 0,-1 1 0,1 0 0,-7 7 0,11-9 0,-1 0 0,1 0 0,0 0 0,0 0 0,0 0 0,0 0 0,0 1 0,1-1 0,0 1 0,-1-1 0,1 1 0,1-1 0,-1 1 0,0 0 0,1 0 0,0-1 0,0 1 0,0 0 0,0-1 0,1 1 0,-1 0 0,1 0 0,0-1 0,1 5 0,1-1 0,1 1 0,-1-1 0,1 0 0,0-1 0,1 1 0,0-1 0,0 0 0,0 0 0,0 0 0,1 0 0,0-1 0,1 0 0,-1-1 0,13 8 0,-18-12 0,1 1 0,-1-1 0,0 1 0,0-1 0,0 0 0,0 0 0,0 0 0,1 1 0,-1-1 0,0 0 0,0 0 0,0-1 0,0 1 0,1 0 0,-1 0 0,0 0 0,0-1 0,0 1 0,0-1 0,2 0 0,-1 0 0,-1-1 0,1 1 0,-1-1 0,1 1 0,-1-1 0,0 1 0,1-1 0,-1 0 0,0 1 0,0-1 0,1-2 0,1-5 0,0 0 0,-1 0 0,0 0 0,1-10 0,-1 5 0,-1 0 0,0 0 0,-1 0 0,-1 0 0,0 0 0,-1 0 0,-1 0 0,0 1 0,-7-18 0,6 24 0,4 16 0,5 18 0,6 13 0,2-1 0,1-1 0,36 69 0,-35-87-1365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2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24575,'28'49'0,"-2"1"0,-2 2 0,-3 0 0,-2 2 0,-2 0 0,14 81 0,-9-5 0,-24-149 0,3-32 0,0 13 0,-2 13 0,0 18 0,0-1 0,1 1 0,0 0 0,1-1 0,-1 1 0,1-1 0,3-7 0,-4 14 0,1 0 0,-1 0 0,1 0 0,-1 0 0,1 0 0,0 0 0,-1 0 0,1 0 0,0 0 0,0 0 0,0 0 0,0 1 0,0-1 0,0 0 0,0 1 0,0-1 0,0 0 0,0 1 0,2-1 0,0 0 0,-1 1 0,1 0 0,-1-1 0,0 1 0,1 0 0,-1 0 0,1 1 0,-1-1 0,4 1 0,2 2 0,-1-1 0,0 1 0,1 0 0,-1 1 0,7 4 0,-1 2 0,0 1 0,-1 0 0,-1 1 0,0 0 0,11 16 0,-2-4 0,-12-15 0,0 1 0,9 17 0,-15-24 0,-1-1 0,1 1 0,-1-1 0,0 1 0,0 0 0,0 0 0,0-1 0,-1 1 0,1 0 0,-1 0 0,0 0 0,0 0 0,0 0 0,0 0 0,0-1 0,-1 1 0,0 3 0,1-4 0,-1-1 0,0 0 0,0 1 0,0-1 0,0 0 0,0 0 0,0 0 0,0 0 0,0 0 0,0 0 0,0 0 0,-1-1 0,1 1 0,0 0 0,0-1 0,-1 1 0,1-1 0,-1 1 0,1-1 0,0 1 0,-1-1 0,-2 0 0,-5 1 0,0 0 0,-14-2 0,12 0 0,-25-1 0,0-3 0,0-1 0,-49-14 0,80 19-136,0 0-1,1-1 1,0 0-1,-1 1 1,1-2-1,0 1 1,0 0-1,0-1 0,-4-3 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3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24575,'7'57'0,"1"0"0,4-1 0,32 95 0,-43-146 0,52 122 0,-45-111 0,1 0 0,0-1 0,1 0 0,0-1 0,22 23 0,-29-35 0,-1 1 0,1-1 0,0 0 0,0 1 0,0-1 0,0-1 0,0 1 0,0 0 0,1-1 0,-1 1 0,1-1 0,-1 0 0,1 0 0,-1-1 0,5 1 0,-5-1 0,0 0 0,-1 0 0,1-1 0,-1 1 0,1-1 0,-1 0 0,1 0 0,-1 0 0,0 0 0,1 0 0,-1 0 0,0 0 0,0-1 0,0 1 0,0-1 0,0 0 0,0 0 0,0 1 0,-1-1 0,1 0 0,2-5 0,1-1 0,-1 0 0,0 0 0,0-1 0,-1 0 0,0 0 0,2-13 0,7-59 0,-8 40 0,-2 27 0,0-7 0,2 0 0,10-37 0,-14 57 0,0 1 0,1-1 0,-1 1 0,0-1 0,0 1 0,0-1 0,0 1 0,0-1 0,1 1 0,-1 0 0,0-1 0,0 1 0,1-1 0,-1 1 0,0 0 0,1-1 0,-1 1 0,1 0 0,-1-1 0,0 1 0,1 0 0,-1 0 0,1-1 0,-1 1 0,0 0 0,1 0 0,0-1 0,0 2 0,-1-1 0,1 0 0,0 1 0,-1-1 0,1 0 0,-1 1 0,1-1 0,-1 1 0,0-1 0,1 1 0,-1-1 0,1 1 0,-1-1 0,0 1 0,1-1 0,-1 1 0,0 0 0,9 30 0,-6 1 0,-1 1 0,-4 41 0,2 40 0,1-113 0,-1 1 0,0-1 0,0 1 0,1-1 0,-1 1 0,1-1 0,-1 0 0,1 1 0,0-1 0,-1 0 0,1 1 0,0-1 0,0 0 0,0 0 0,0 0 0,0 0 0,0 0 0,0 0 0,0 0 0,1 0 0,-1 0 0,0 0 0,1 0 0,-1-1 0,0 1 0,1-1 0,-1 1 0,1-1 0,-1 0 0,1 1 0,-1-1 0,1 0 0,-1 0 0,1 0 0,-1 0 0,3 0 0,6-1 0,1 0 0,0-1 0,-1 0 0,12-4 0,-11 3 0,9-3 0,1 2 0,-1 0 0,1 2 0,25-1 0,53 12-181,-72-6-1003,-11-1-5642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3.9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24575,'24'0'0,"9"2"0,-2 4 0,-9 3 0,-9 2 0,-14 0 0,-7-3 0,-6 1 0,-5-2 0,-5 0 0,0 0 0,4-2-8191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5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364 116 24575,'-50'-25'0,"-1"1"0,-1 3 0,-85-22 0,134 42 0,0 1 0,0-1 0,1 1 0,-1 0 0,0-1 0,0 1 0,0 0 0,0 1 0,1-1 0,-1 0 0,0 1 0,0 0 0,1 0 0,-1 0 0,0 0 0,1 0 0,-1 0 0,1 0 0,-4 3 0,4-2 0,1 0 0,-1 0 0,1-1 0,0 1 0,0 0 0,-1 1 0,1-1 0,0 0 0,1 0 0,-1 0 0,0 0 0,1 1 0,-1-1 0,1 0 0,0 1 0,-1-1 0,1 0 0,0 1 0,1-1 0,-1 0 0,0 1 0,1-1 0,0 4 0,2 3 0,0-1 0,1 0 0,0 0 0,0 0 0,0-1 0,1 1 0,0-1 0,1 0 0,-1-1 0,1 1 0,1-1 0,10 9 0,1-2 0,0 0 0,1-1 0,38 17 0,-46-24 0,1-1 0,1 0 0,-1-1 0,0 0 0,1-1 0,0-1 0,-1 0 0,1 0 0,22-3 0,-33 2 0,0 0 0,0-1 0,0 1 0,0 0 0,0-1 0,0 1 0,0-1 0,0 0 0,-1 0 0,1 1 0,0-1 0,0 0 0,-1-1 0,1 1 0,-1 0 0,1 0 0,-1-1 0,1 1 0,-1-1 0,0 1 0,0-1 0,1 0 0,-1 1 0,1-4 0,-1 1 0,0 1 0,0-1 0,-1 0 0,1 1 0,-1-1 0,0 0 0,0 1 0,0-1 0,0 0 0,-1 0 0,0 1 0,-1-6 0,-2-3 0,0 0 0,-1 1 0,0-1 0,-1 1 0,0 0 0,-12-15 0,35 55 0,-12-19 0,1 0 0,1 0 0,13 17 0,-8-15 0,0 0 0,27 18 0,-32-25 0,-1-1 0,1-1 0,0 1 0,-1-1 0,2-1 0,-1 1 0,0-1 0,0 0 0,9 1 0,-15-3 0,1 0 0,0 1 0,0-1 0,0 0 0,0 0 0,0 0 0,-1 0 0,1 0 0,0-1 0,0 1 0,0-1 0,0 1 0,-1-1 0,1 1 0,0-1 0,-1 0 0,1 0 0,0 0 0,-1 0 0,1 0 0,-1 0 0,0 0 0,1-1 0,-1 1 0,0-1 0,0 1 0,0-1 0,0 1 0,0-1 0,1-1 0,0-4 0,0 0 0,0 0 0,-1 0 0,0-1 0,-1 1 0,0-11 0,0 11 0,0 0 0,1 1 0,0-1 0,0 0 0,2-9 0,-2 15 0,-1 0 0,0 1 0,0-1 0,1 1 0,-1-1 0,1 0 0,-1 1 0,0-1 0,1 1 0,-1-1 0,1 1 0,-1-1 0,1 1 0,-1 0 0,1-1 0,-1 1 0,1 0 0,0-1 0,-1 1 0,1 0 0,0 0 0,-1-1 0,1 1 0,0 0 0,-1 0 0,1 0 0,0 0 0,-1 0 0,1 0 0,0 0 0,-1 0 0,1 0 0,0 0 0,-1 0 0,1 1 0,0-1 0,-1 0 0,1 0 0,-1 1 0,1-1 0,0 0 0,-1 1 0,1-1 0,0 1 0,5 3 0,1 1 0,-2 0 0,9 8 0,-1-1 0,-9-10 0,0 1 0,1 0 0,-1-1 0,1 0 0,-1 0 0,1 0 0,0 0 0,0-1 0,0 0 0,0 0 0,0 0 0,0-1 0,0 0 0,10 0 0,2-2 0,0-1 0,0-1 0,17-6 0,-11 3 0,-20 6-54,-1 1-1,0-1 0,1 0 1,-1 1-1,1 0 1,-1-1-1,1 1 0,0 0 1,-1 0-1,1 1 1,-1-1-1,1 0 0,-1 1 1,1-1-1,-1 1 0,0 0 1,1 0-1,-1 0 1,0 0-1,0 0 0,1 1 1,-1-1-1,0 1 1,3 3-1,3 3-6771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6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108 519 24575,'-6'-3'0,"-1"1"0,1-1 0,-1 2 0,1-1 0,-1 1 0,0 0 0,0 0 0,-11 1 0,16 0 0,1 1 0,-1-1 0,0 0 0,0 1 0,1-1 0,-1 1 0,0-1 0,1 1 0,-1 0 0,0 0 0,1 0 0,-1 0 0,1 0 0,-1 0 0,-1 2 0,2-1 0,0-1 0,0 1 0,0 0 0,0-1 0,1 1 0,-1 0 0,1 0 0,-1 0 0,1 0 0,-1-1 0,1 1 0,0 0 0,0 0 0,0 0 0,0 0 0,0 0 0,1 3 0,1 4 0,0-1 0,1 0 0,0 0 0,0 0 0,1 0 0,0-1 0,0 1 0,10 12 0,-6-10 0,0-1 0,1 1 0,0-1 0,0-1 0,15 10 0,-22-16 0,1 0 0,-1 0 0,1 0 0,0-1 0,0 0 0,-1 1 0,1-1 0,0 0 0,0 0 0,0-1 0,0 1 0,0-1 0,1 1 0,-1-1 0,0 0 0,0 0 0,0 0 0,0-1 0,0 1 0,0-1 0,0 0 0,0 1 0,0-1 0,0-1 0,0 1 0,0 0 0,0-1 0,-1 1 0,1-1 0,-1 0 0,1 0 0,-1 0 0,0 0 0,0 0 0,0-1 0,0 1 0,0-1 0,0 1 0,2-6 0,0 0 0,0 0 0,-1-1 0,0 1 0,0-1 0,-1 1 0,-1-1 0,1 0 0,-1 0 0,0-14 0,-2 0 0,-1 0 0,-6-35 0,0 25 0,-1-1 0,-15-35 0,-33-64 0,41 98 0,-6-17 0,6 14 0,-23-42 0,53 134 0,29 49 0,5-1 0,78 120 0,-89-164-1365,-22-37-5461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7.6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0 24575,'1'21'0,"1"-1"0,0 0 0,2 0 0,0-1 0,2 1 0,0-1 0,1 0 0,1 0 0,19 34 0,3-1 0,-7-15 0,-2 1 0,30 81 0,-49-107 0,-2-12 0,0 0 0,-1 0 0,1 0 0,0 0 0,0 0 0,0 0 0,-1 0 0,1 0 0,0 0 0,0 0 0,0 0 0,-1 0 0,1 0 0,0 0 0,0 0 0,0 0 0,-1 0 0,1 0 0,0 0 0,0 0 0,0 0 0,-1 0 0,1 0 0,0-1 0,0 1 0,0 0 0,0 0 0,-1 0 0,1 0 0,0 0 0,0-1 0,-17-18 0,-20-35 0,-32-64 0,41 68 0,13 22 0,-14-33 0,24 49 0,1 0 0,0 0 0,1 0 0,1 0 0,-3-25 0,5 35 0,0 0 0,0-1 0,0 1 0,0 0 0,0-1 0,1 1 0,-1 0 0,1 0 0,0 0 0,-1-1 0,1 1 0,0 0 0,0 0 0,1 0 0,-1 0 0,0 0 0,1 0 0,1-2 0,0 3 0,-1-1 0,0 0 0,1 1 0,-1 0 0,1-1 0,0 1 0,-1 0 0,1 0 0,0 1 0,0-1 0,-1 1 0,7-1 0,3 1 0,0 0 0,1 1 0,-1 1 0,0 0 0,19 6 0,-16-4 0,0 2 0,0-1 0,15 9 0,-26-12 0,0 0 0,-1 0 0,1 0 0,-1 1 0,1-1 0,-1 1 0,0 0 0,0 0 0,0 0 0,0 0 0,-1 1 0,1-1 0,-1 1 0,0 0 0,0-1 0,3 8 0,-5-10 0,0 1 0,0 0 0,1-1 0,-1 1 0,0 0 0,0-1 0,-1 1 0,1 0 0,0-1 0,0 1 0,-1 0 0,1-1 0,-1 1 0,1-1 0,-1 1 0,0-1 0,0 1 0,0-1 0,0 0 0,0 1 0,0-1 0,0 0 0,0 0 0,0 1 0,0-1 0,-1 0 0,1 0 0,-1-1 0,1 1 0,0 0 0,-1 0 0,1-1 0,-4 2 0,-5 1 0,0 1 0,0-2 0,-1 1 0,-11 0 0,13-2 0,-14 3-195,-1-1 0,0-1 0,1-1 0,-1-2 0,0 0 0,-24-5 0,35 4-6631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8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102 236 24575,'17'22'0,"-17"-22"0,0 0 0,0 0 0,0 0 0,0 0 0,0 0 0,0 0 0,0 0 0,0 0 0,0 0 0,0 0 0,0 0 0,0 0 0,0 0 0,0 0 0,0 0 0,0 0 0,0 0 0,0 0 0,0 0 0,0 0 0,0 0 0,0 0 0,0 0 0,0 0 0,0 0 0,0 0 0,0 0 0,0 0 0,0 0 0,0 0 0,0 0 0,0 0 0,0 0 0,0 0 0,0 0 0,0 0 0,1 0 0,-1 0 0,0 0 0,0 0 0,0 0 0,0 0 0,0 0 0,0 0 0,0 0 0,0 0 0,0 0 0,0 0 0,0 0 0,0 0 0,-2-6 0,-4-8 0,-10-9 0,0 0 0,-30-31 0,13 16 0,38 42 0,1 0 0,0 0 0,-1 0 0,10 3 0,36 18 0,-28-14 0,1-2 0,1 0 0,0-1 0,0-1 0,0-2 0,1-1 0,-1 0 0,47-1 0,-60-4 0,0 0 0,-1-1 0,1-1 0,0 0 0,-1-1 0,1 0 0,-1 0 0,0-1 0,12-8 0,-17 10 0,-1-1 0,1 0 0,-1 0 0,0 0 0,0 0 0,-1-1 0,1 1 0,-1-1 0,0-1 0,-1 1 0,1 0 0,-1-1 0,0 0 0,0 0 0,-1 0 0,0 0 0,0 0 0,2-11 0,-3 14 0,-1-1 0,0 1 0,-1-1 0,1 1 0,-1-1 0,1 1 0,-1-1 0,0 1 0,0 0 0,0-1 0,-1 1 0,-1-3 0,2 5 0,1 0 0,-1 0 0,1 0 0,-1 0 0,0 0 0,0 0 0,1 0 0,-1 1 0,0-1 0,0 0 0,0 1 0,0-1 0,0 0 0,0 1 0,0-1 0,0 1 0,0 0 0,0-1 0,0 1 0,0 0 0,0 0 0,0-1 0,0 1 0,0 0 0,0 0 0,0 0 0,-1 0 0,1 0 0,0 1 0,0-1 0,0 0 0,0 0 0,0 1 0,0-1 0,0 1 0,0-1 0,0 1 0,0-1 0,0 1 0,-1 1 0,-2 1 0,0 0 0,1 1 0,-1-1 0,1 1 0,0 0 0,0 0 0,1 0 0,-1 1 0,1-1 0,0 1 0,0-1 0,0 1 0,1 0 0,-1-1 0,0 7 0,-1 8 0,1 0 0,-1 29 0,3-35 15,0-1 0,1 1 0,0 0 0,1-1 0,0 0 0,1 1 0,5 14 0,-6-23-83,0 1 1,1-1-1,-1 0 1,1 0-1,-1 0 1,1 0-1,0 0 1,1 0-1,-1-1 1,1 1-1,-1-1 1,1 0-1,0 0 1,0-1-1,0 1 1,1-1-1,-1 0 1,1 0-1,-1 0 1,1 0-1,7 1 1,1-1-6759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8.9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144 338 24575,'-19'11'0,"-46"31"0,58-37 0,1 0 0,-1 0 0,2 1 0,-1 0 0,0 0 0,1 1 0,-4 7 0,8-13 0,0 1 0,0 0 0,0 0 0,0 0 0,0 0 0,1-1 0,-1 1 0,1 0 0,-1 0 0,1 0 0,0 0 0,0 1 0,0-1 0,0 0 0,0 0 0,0 0 0,1 0 0,-1 0 0,1 0 0,0 3 0,1-3 0,-1 1 0,1 0 0,0 0 0,0-1 0,0 1 0,0-1 0,1 0 0,-1 0 0,1 0 0,-1 0 0,1 0 0,3 2 0,-1-1 0,1-1 0,-1 1 0,1-1 0,0 0 0,0 0 0,0 0 0,0-1 0,1 0 0,-1 0 0,0-1 0,0 0 0,0 0 0,9-1 0,-12 0 0,0 0 0,0 0 0,0 0 0,0 0 0,0-1 0,-1 1 0,1-1 0,0 0 0,-1 0 0,1 0 0,-1 0 0,1 0 0,2-4 0,-2 2 0,0-1 0,0 1 0,0-1 0,-1 0 0,0 0 0,1 0 0,0-7 0,1-4 0,-1-1 0,-1 0 0,1-33 0,-4 22 0,-1-1 0,-1 1 0,-1 0 0,-2 0 0,-1 1 0,-1-1 0,-1 1 0,-1 1 0,-2 0 0,0 1 0,-17-25 0,28 48 0,1 1 0,-1 0 0,0 0 0,0-1 0,0 1 0,0 0 0,0 0 0,0 0 0,0 0 0,-1 0 0,1 0 0,0 0 0,-1 1 0,-1-2 0,3 2 0,-1 0 0,1 0 0,0 0 0,-1 0 0,1 0 0,0 0 0,0 0 0,-1 0 0,1 0 0,0 0 0,-1 0 0,1 1 0,0-1 0,0 0 0,-1 0 0,1 0 0,0 0 0,0 0 0,-1 1 0,1-1 0,0 0 0,0 0 0,0 0 0,-1 1 0,1-1 0,0 1 0,-4 13 0,3 11 0,1 0 0,1-1 0,1 1 0,1-1 0,2 0 0,8 31 0,7 5 0,33 72 0,-47-118 0,1 0 0,0-1 0,1 0 0,10 12 0,-15-21 0,0 0 0,1 0 0,-1-1 0,1 1 0,0-1 0,0 0 0,0 0 0,1 0 0,-1-1 0,1 0 0,-1 0 0,1 0 0,0 0 0,0 0 0,8 1 0,-10-3 0,0 0 0,0 0 0,-1 0 0,1 0 0,0 0 0,0-1 0,-1 1 0,1-1 0,0 0 0,-1 0 0,1 0 0,0 0 0,-1 0 0,0 0 0,1-1 0,-1 1 0,0-1 0,1 0 0,-1 0 0,0 1 0,0-1 0,-1-1 0,3-2 0,3-4 0,-1-1 0,-1 0 0,0-1 0,5-13 0,-1 3 0,-8 20 0,-1 0 0,1 0 0,-1 0 0,1 0 0,-1 0 0,1 0 0,-1 0 0,1 0 0,0 0 0,0 0 0,-1 0 0,1 0 0,0 1 0,0-1 0,0 0 0,0 1 0,0-1 0,0 1 0,1-2 0,-1 2 0,0 0 0,0 0 0,0 1 0,-1-1 0,1 0 0,0 0 0,0 0 0,0 0 0,-1 1 0,1-1 0,0 0 0,-1 1 0,1-1 0,0 1 0,0-1 0,-1 1 0,1-1 0,-1 1 0,1-1 0,0 2 0,4 4 0,-1 1 0,1 0 0,-2-1 0,5 12 0,-5-13 0,2 7-273,1 0 0,1 0 0,0-1 0,12 16 0,-9-18-6553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9.0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24575,'5'17'0,"2"8"0,1 3 0,1-5-8191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9.3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1 24575,'-31'2'0,"12"-1"0,0 0 0,-1 2 0,1 0 0,0 1 0,-36 12 0,53-15 0,-1 0 0,1 0 0,0 0 0,0 0 0,0 0 0,0 1 0,0-1 0,0 1 0,0-1 0,1 1 0,-1 0 0,0 0 0,1-1 0,0 1 0,-1 0 0,1 0 0,0 1 0,0-1 0,0 0 0,0 0 0,0 0 0,1 1 0,-1-1 0,1 0 0,-1 1 0,1-1 0,0 1 0,0-1 0,0 0 0,0 1 0,0-1 0,1 0 0,-1 1 0,1-1 0,0 0 0,-1 1 0,1-1 0,2 4 0,1 3 0,1 0 0,1 0 0,-1-1 0,1 1 0,1-1 0,0 0 0,0-1 0,0 0 0,1 0 0,10 7 0,-3-3 0,1-1 0,0-1 0,1 0 0,32 11 0,-39-17 24,0 0 0,0-1 0,0 0 0,11 1 0,-15-3-173,-1 0 1,0 0-1,0 0 1,1 0-1,-1-1 1,0 0-1,0 0 1,0-1-1,9-3 1,-1-2-6678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9.8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24575,'4'29'0,"5"15"0,3 2 0,2-1 0,1-4 0,0-4 0,1-6 0,-1-3 0,3-4 0,-3-1 0,0-2 0,-1-2 0,0-2 0,-1-2 0,-1 0 0,-2-3 0,-1-1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0.3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85 24575,'91'20'0,"50"10"0,-112-26 0,0-1 0,55-1 0,-75-3 0,-1 0 0,1 0 0,-1-1 0,1 0 0,-1 0 0,1-1 0,-1 0 0,12-7 0,-17 8 0,0 0 0,0 1 0,-1-1 0,1 0 0,-1 0 0,0 0 0,1 0 0,-1-1 0,0 1 0,0-1 0,0 1 0,-1-1 0,1 0 0,-1 0 0,1 0 0,-1 0 0,0 0 0,0 0 0,0 0 0,0 0 0,-1 0 0,1 0 0,-1 0 0,0 0 0,0-1 0,-1-4 0,1 6 0,-1-1 0,1 1 0,-1 0 0,0 0 0,0 0 0,0 0 0,0 0 0,0 0 0,0 0 0,0 1 0,-1-1 0,1 0 0,-1 1 0,0-1 0,1 1 0,-1-1 0,0 1 0,0 0 0,1-1 0,-1 1 0,0 0 0,0 1 0,-4-2 0,4 1 0,1 1 0,0 0 0,-1-1 0,1 1 0,-1 0 0,1 0 0,-1 0 0,1 0 0,-1 0 0,1 0 0,-1 1 0,1-1 0,-1 1 0,1-1 0,0 1 0,-1-1 0,1 1 0,0-1 0,-1 1 0,1 0 0,0 0 0,0 0 0,0 0 0,0 0 0,0 0 0,0 0 0,0 0 0,0 0 0,0 1 0,0-1 0,1 0 0,-1 0 0,0 1 0,1-1 0,-1 1 0,0 1 0,-1 9 0,0 0 0,0 0 0,1 0 0,0 1 0,1-1 0,1 0 0,0 1 0,4 18 0,-4-24 0,1-1 0,0 0 0,0-1 0,5 11 0,-6-14 0,0-1 0,0 1 0,0 0 0,0 0 0,1-1 0,-1 1 0,0-1 0,1 1 0,-1-1 0,1 1 0,0-1 0,-1 0 0,1 0 0,0 0 0,0 0 0,-1 0 0,1 0 0,2 0 0,-2-1 0,-1 0 0,1 0 0,-1 0 0,0 0 0,1-1 0,-1 1 0,1 0 0,-1-1 0,0 1 0,0-1 0,1 0 0,-1 1 0,0-1 0,0 0 0,0 0 0,1 1 0,-1-1 0,0 0 0,0 0 0,-1 0 0,1-1 0,1 0 0,18-30 0,-16 23 0,6-14 0,-8 16 0,1 1 0,-1-1 0,2 1 0,-1 0 0,5-6 0,-8 11 0,1 0 0,0 0 0,0 0 0,0 0 0,0 0 0,0 0 0,0 1 0,0-1 0,0 0 0,0 1 0,0-1 0,1 1 0,-1-1 0,0 1 0,0-1 0,1 1 0,-1 0 0,0 0 0,0-1 0,1 1 0,-1 0 0,0 0 0,1 0 0,-1 1 0,0-1 0,0 0 0,1 0 0,-1 1 0,0-1 0,0 1 0,0-1 0,2 1 0,5 4 17,0 0 0,0 0 1,0 1-1,-1-1 0,0 2 0,6 6 0,4 5-760,14 22 1,-24-31-6084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0.8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24575,'91'375'0,"-74"-290"0,-16-77 0,-3-10 0,-2-14 0,3 10 0,1 1 0,-1-1 0,2 0 0,-1 0 0,0 1 0,1-1 0,0 0 0,1 1 0,3-10 0,-4 12 0,0 1 0,0 0 0,1-1 0,-1 1 0,1 0 0,-1 0 0,1 0 0,0 0 0,0 1 0,0-1 0,0 0 0,0 1 0,0-1 0,1 1 0,-1 0 0,0 0 0,1-1 0,-1 2 0,1-1 0,-1 0 0,1 0 0,-1 1 0,5-1 0,0 1 0,0 0 0,1 1 0,-1 0 0,0 0 0,1 0 0,-1 1 0,0 0 0,0 1 0,0-1 0,9 6 0,8 5 0,31 22 0,-53-33 0,1 0 0,0 1 0,-1-1 0,1 0 0,-1 1 0,0-1 0,0 1 0,0 0 0,0 0 0,3 6 0,-5-8 0,1 0 0,-1 0 0,0 0 0,1 0 0,-1 0 0,0 0 0,0 1 0,0-1 0,0 0 0,0 0 0,0 0 0,0 1 0,0-1 0,-1 0 0,1 0 0,0 0 0,-1 0 0,1 0 0,-1 0 0,1 0 0,-1 0 0,1 0 0,-1 0 0,0 0 0,0 0 0,1 0 0,-1 0 0,0 0 0,0 0 0,0-1 0,0 1 0,0 0 0,0-1 0,-2 2 0,-4 1 0,0 0 0,0 0 0,0-1 0,0 0 0,0 0 0,-1-1 0,1 0 0,-1 0 0,-10-1 0,-9-1 0,-34-6 0,36 4 0,22 2 0,-24-2 0,-47-13 0,70 15-227,0-1-1,0 0 1,0 0-1,0 0 1,-4-3-1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1.4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24575,'0'36'0,"4"158"0,-1-153 0,2 0 0,16 66 0,-17-89 0,-2-8 0,1 1 0,0-1 0,0 0 0,1 0 0,0 0 0,1-1 0,11 17 0,-14-24 0,0 0 0,0 0 0,1-1 0,-1 1 0,0-1 0,1 1 0,-1-1 0,1 0 0,0 0 0,-1 0 0,1 0 0,0 0 0,0-1 0,0 1 0,-1-1 0,1 0 0,0 0 0,0 0 0,0 0 0,0 0 0,0-1 0,4 0 0,3-2 0,1 0 0,-1 0 0,0-1 0,15-8 0,17-12 0,-2-1 0,56-48 0,-83 62 0,17-17 0,-27 24 0,1 1 0,-1-1 0,0 0 0,0-1 0,-1 1 0,1 0 0,-1-1 0,0 1 0,2-8 0,-4 11 0,1 0 0,-1-1 0,0 1 0,0 0 0,0-1 0,0 1 0,0 0 0,-1-1 0,1 1 0,0 0 0,-1 0 0,1-1 0,0 1 0,-1 0 0,0 0 0,1 0 0,-1 0 0,0-1 0,1 1 0,-1 0 0,0 0 0,0 0 0,0 1 0,0-1 0,0 0 0,0 0 0,0 0 0,0 1 0,0-1 0,0 1 0,-3-2 0,-3-1 0,0 1 0,0-1 0,-1 1 0,-8-1 0,10 2 0,0 0 0,1 0 0,0 1 0,0 0 0,-1-1 0,1 2 0,0-1 0,-1 1 0,1-1 0,0 1 0,0 1 0,0-1 0,0 1 0,-5 2 0,6-2 0,1 0 0,0 0 0,0 0 0,0 1 0,0-1 0,0 1 0,0-1 0,1 1 0,-1 0 0,1 0 0,0 0 0,0 1 0,0-1 0,0 0 0,0 1 0,1-1 0,-1 1 0,0 5 0,0-2 0,1 0 0,0-1 0,1 1 0,-1 0 0,1 0 0,1 0 0,-1-1 0,1 1 0,0 0 0,1-1 0,-1 1 0,1-1 0,1 1 0,-1-1 0,1 0 0,0 0 0,1 0 0,-1 0 0,5 5 0,0-3 0,-1 0 0,1 0 0,1 0 0,-1-1 0,1 0 0,0-1 0,1 0 0,0-1 0,0 0 0,18 7 0,-5-5 0,-1-1 0,1 0 0,0-2 0,33 2 0,-11-4 0,60-6 0,-87 1-1365,-4 0-5461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2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318 0 24575,'-61'30'0,"-73"25"0,88-37 0,44-18 0,-1 1 0,1 0 0,0 0 0,-1 0 0,1 1 0,0-1 0,0 1 0,0-1 0,0 1 0,0-1 0,0 1 0,0 0 0,-1 2 0,3-3 0,-1 1 0,1-1 0,0 0 0,-1 1 0,1-1 0,0 0 0,0 1 0,0-1 0,0 0 0,0 1 0,0-1 0,0 0 0,0 1 0,1-1 0,-1 0 0,0 0 0,1 1 0,-1-1 0,1 0 0,0 0 0,-1 0 0,1 0 0,0 1 0,0-1 0,0 0 0,1 1 0,10 10 0,0 0 0,1 0 0,0-2 0,1 1 0,28 14 0,-11-5 0,-20-14 0,57 36 0,-60-38 0,-1-1 0,1 1 0,0-1 0,0 0 0,1-1 0,15 2 0,-24-4 0,0 0 0,0 0 0,0 0 0,0 0 0,0 0 0,0 0 0,0 0 0,0 0 0,0 0 0,0 0 0,0 0 0,0 0 0,0 0 0,0 0 0,0 0 0,0 0 0,0 0 0,0 0 0,0 0 0,0 0 0,0 0 0,0 0 0,0-1 0,0 1 0,0 0 0,0 0 0,0 0 0,0 0 0,0 0 0,0 0 0,0 0 0,0 0 0,0 0 0,0 0 0,0 0 0,0 0 0,0 0 0,0 0 0,0 0 0,0 0 0,0 0 0,0 0 0,0 0 0,0 0 0,0 0 0,0 0 0,0 0 0,0 0 0,0 0 0,0 0 0,0 0 0,0 0 0,0 0 0,1 0 0,-1 0 0,0 0 0,0 0 0,0 0 0,0 0 0,0 0 0,-7-5 0,-9-5 0,-15-2-170,-1 1-1,-1 2 0,0 1 1,0 2-1,-1 1 0,1 2 1,-44 0-1,64 3-6655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3.1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24575,'0'0'0,"-1"0"0,0 0 0,0 0 0,1 0 0,-1 1 0,0-1 0,0 0 0,0 0 0,1 0 0,-1 1 0,0-1 0,0 0 0,1 1 0,-1-1 0,-1 1 0,2-1 0,0 1 0,0-1 0,0 0 0,-1 1 0,1-1 0,0 0 0,0 1 0,0-1 0,0 0 0,0 1 0,-1-1 0,1 0 0,0 1 0,0-1 0,0 0 0,0 1 0,0-1 0,0 1 0,0-1 0,0 0 0,1 1 0,-1-1 0,0 1 0,1 0 0,-1 1 0,1 0 0,0-1 0,0 1 0,0-1 0,0 1 0,0-1 0,1 0 0,-1 1 0,0-1 0,3 2 0,21 12 0,0-1 0,1-1 0,0-1 0,32 9 0,-55-20 0,-1 0 0,1 0 0,-1-1 0,1 1 0,-1-1 0,1 1 0,-1-1 0,1 0 0,0 0 0,-1 0 0,1 0 0,-1-1 0,1 1 0,0-1 0,3-1 0,-4 1 0,1-1 0,-1 1 0,1-1 0,-1 0 0,0 0 0,1 0 0,-1 0 0,0-1 0,-1 1 0,1-1 0,0 1 0,-1-1 0,2-3 0,3-6 0,-4 7 0,1 1 0,-1-1 0,1 0 0,0 1 0,6-8 0,-8 11 0,0 0 0,0 1 0,0-1 0,0 0 0,0 1 0,0-1 0,0 0 0,0 1 0,0-1 0,0 1 0,0-1 0,1 1 0,-1 0 0,0 0 0,0-1 0,1 1 0,-1 0 0,0 0 0,0 0 0,0 0 0,1 1 0,-1-1 0,0 0 0,0 0 0,0 1 0,1-1 0,-1 0 0,0 1 0,0 0 0,2 0 0,4 4 0,0 0 0,0 1 0,-1 0 0,1 0 0,9 13 0,8 7 0,-20-21 0,1-2 0,-1 1 0,1 0 0,-1-1 0,1 0 0,8 4 0,-12-6 0,0-1 0,1 0 0,-1 1 0,0-1 0,0 0 0,1 0 0,-1 1 0,0-1 0,0 0 0,1-1 0,-1 1 0,0 0 0,0 0 0,1 0 0,-1-1 0,0 1 0,0 0 0,1-1 0,-1 0 0,0 1 0,0-1 0,0 1 0,0-1 0,0 0 0,0 0 0,0 0 0,0 0 0,0 0 0,0 0 0,-1 0 0,1 0 0,0 0 0,-1 0 0,1 0 0,0-2 0,1 0 0,-1-1 0,0 1 0,0-1 0,0 0 0,0 0 0,0 0 0,-1 0 0,0 1 0,0-6 0,0 4 0,0 0 0,1 0 0,-1 1 0,1-1 0,2-5 0,-3 9 0,1-1 0,-1 1 0,1 0 0,0 0 0,0 0 0,0 0 0,-1 0 0,1 0 0,0 0 0,0 0 0,0 1 0,0-1 0,1 0 0,-1 1 0,0-1 0,0 0 0,0 1 0,1-1 0,-1 1 0,0 0 0,0-1 0,1 1 0,-1 0 0,0 0 0,1 0 0,-1 0 0,0 0 0,1 0 0,-1 0 0,0 1 0,0-1 0,2 1 0,4 0 0,0 1 0,-1 0 0,1 0 0,10 6 0,18 9 0,-1-1 0,45 13 0,-57-23 0,-1 0 0,1-2 0,1-1 0,-1 0 0,26-2 0,-33-1-1365,-3 0-5461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4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251 387 24575,'-14'-3'0,"-85"-18"0,89 20 0,-1 0 0,0 0 0,1 1 0,-1 1 0,0-1 0,1 2 0,-14 3 0,22-5 0,0 0 0,0 1 0,0-1 0,0 1 0,0 0 0,1 0 0,-1-1 0,0 1 0,0 0 0,1 0 0,-1 1 0,1-1 0,-1 0 0,1 1 0,-1-1 0,1 0 0,0 1 0,0 0 0,0-1 0,0 1 0,0 0 0,0-1 0,0 1 0,0 0 0,1 0 0,-1 0 0,0 0 0,1 0 0,0 0 0,0 0 0,-1 0 0,1 0 0,0 0 0,1 0 0,-1 0 0,0-1 0,1 5 0,1-1 0,0-1 0,0 1 0,0 0 0,0 0 0,1-1 0,-1 0 0,1 1 0,1-1 0,-1 0 0,0 0 0,1-1 0,0 1 0,6 4 0,-6-5 0,1 0 0,0 0 0,-1 0 0,1-1 0,1 1 0,-1-1 0,0-1 0,8 3 0,-11-4 0,0 0 0,0 0 0,0 0 0,0 0 0,0 0 0,0 0 0,0 0 0,0-1 0,0 1 0,0-1 0,0 0 0,0 1 0,-1-1 0,1 0 0,0 0 0,0 0 0,-1 0 0,1 0 0,-1-1 0,1 1 0,-1 0 0,1-1 0,-1 1 0,0-1 0,0 0 0,2-2 0,2-6 0,0 0 0,-1 0 0,0 0 0,-1-1 0,0 0 0,0 0 0,-1 0 0,1-17 0,13 73 0,-10-29 0,0-1 0,1 0 0,1 0 0,0-1 0,12 16 0,-17-25 0,1-1 0,0 0 0,0 0 0,0 0 0,1 0 0,-1-1 0,1 1 0,6 2 0,-8-4 0,0-1 0,1 0 0,-1 0 0,0 0 0,0 0 0,0-1 0,1 1 0,-1-1 0,0 0 0,0 0 0,1 0 0,-1-1 0,0 1 0,1-1 0,4-1 0,-5 1 0,1-1 0,-1 0 0,1 0 0,-1 0 0,0 0 0,0 0 0,0-1 0,0 0 0,0 1 0,-1-1 0,1 0 0,-1-1 0,0 1 0,1 0 0,-2-1 0,1 1 0,2-7 0,1-1 0,-2 0 0,1-1 0,-2 1 0,3-21 0,-2 9 0,2-19 0,-2 0 0,-3-57 0,-1 84 0,-10-81 0,9 83 0,-1 0 0,-1 0 0,0 0 0,-1 0 0,-6-12 0,10 22 0,-1 0 0,1 1 0,-1 0 0,0-1 0,0 1 0,0 0 0,0 0 0,0 0 0,0 0 0,-1 0 0,-2-1 0,4 2 0,0 1 0,1 0 0,-1-1 0,0 1 0,0 0 0,0-1 0,0 1 0,0 0 0,0 0 0,0 0 0,0 0 0,0 0 0,0 0 0,1 0 0,-1 0 0,0 0 0,0 1 0,0-1 0,0 0 0,0 1 0,0-1 0,0 0 0,1 1 0,-1-1 0,0 1 0,0-1 0,1 1 0,-1 0 0,0-1 0,0 1 0,1 0 0,-1-1 0,1 1 0,-1 0 0,1 0 0,-1 0 0,0 1 0,-1 3 0,0 0 0,0 0 0,0 0 0,0 0 0,1 0 0,0 1 0,0-1 0,0 7 0,1 44 0,0-54 0,2 18 0,1 1 0,0-1 0,1 0 0,9 23 0,1-4 0,20 40 0,-21-53 0,2 0 0,25 35 0,-30-48 0,1 0 0,0 0 0,1-1 0,1-1 0,24 19 0,-35-29 0,0 1 0,0-1 0,0 0 0,1 0 0,-1 0 0,1 0 0,-1 0 0,0 0 0,1 0 0,-1-1 0,1 0 0,0 1 0,-1-1 0,1 0 0,-1 0 0,1 0 0,-1 0 0,1-1 0,3 0 0,-4 0 0,1-1 0,-1 1 0,1 0 0,-1-1 0,0 0 0,0 1 0,0-1 0,1 0 0,-2 0 0,1 0 0,0 0 0,0-1 0,-1 1 0,1 0 0,-1-1 0,0 1 0,2-6 0,1-6 0,0-1 0,-1 1 0,-1-1 0,0 0 0,-1-25 0,1-5 0,2-6 0,-3-54 0,-3 79 0,-1 0 0,0 0 0,-15-50 0,6 52 0,12 24 0,0-1 0,0 1 0,-1 0 0,1-1 0,0 1 0,-1-1 0,1 1 0,-1 0 0,1-1 0,0 1 0,-1 0 0,1-1 0,-1 1 0,1 0 0,-1 0 0,1 0 0,-1-1 0,0 1 0,1 0 0,-1 0 0,1 1 0,0-1 0,-1 0 0,1 0 0,-1 1 0,1-1 0,0 0 0,-1 1 0,1-1 0,0 0 0,-1 1 0,1-1 0,0 0 0,0 1 0,-1-1 0,1 1 0,0-1 0,0 0 0,0 1 0,0-1 0,0 1 0,-1-1 0,1 1 0,0 0 0,-2 10 0,0-1 0,1 1 0,0 0 0,2 20 0,6 44 0,-6-71 0,3 20 14,0 0-1,2 0 0,1-1 0,1 0 1,0 0-1,2-1 0,1 0 1,20 31-1,-20-38-137,0 0 0,1 0 1,0-1-1,1-1 0,1 0 0,0-1 1,1-1-1,0 0 0,1-1 0,0 0 1,28 11-1,-29-15-6702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4.8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1 24575,'-20'2'0,"-11"1"0,-2 1 0,1 0 0,1 2 0,4-2 0,1 1 0,3 1 0,3-2 0,5-1-8191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6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334 133 24575,'-59'-39'0,"-59"-33"0,111 68 0,0 1 0,0 0 0,-1 0 0,1 1 0,-1 0 0,0 0 0,-10 0 0,16 1 0,-1 1 0,0 0 0,1 0 0,-1 0 0,0 1 0,1-1 0,-1 1 0,1-1 0,-1 1 0,0 0 0,1 0 0,0 0 0,-1 0 0,1 0 0,0 1 0,-1-1 0,1 1 0,0-1 0,0 1 0,0 0 0,0 0 0,1 0 0,-1 0 0,-2 5 0,0-1 0,0 1 0,1 1 0,0-1 0,0 0 0,1 1 0,-1-1 0,0 14 0,2-18 0,1 0 0,0 0 0,0 0 0,0 0 0,1-1 0,-1 1 0,0 0 0,1 0 0,0-1 0,0 1 0,0 0 0,0-1 0,0 1 0,1-1 0,-1 1 0,1-1 0,-1 1 0,1-1 0,0 0 0,0 0 0,0 0 0,0 0 0,0 0 0,4 2 0,2 0 0,0 0 0,0-1 0,1 1 0,-1-2 0,1 1 0,0-1 0,-1 0 0,1-1 0,0 0 0,0-1 0,0 0 0,0 0 0,0-1 0,13-2 0,-15 2 0,0-1 0,0 0 0,0 0 0,0-1 0,0 0 0,0 0 0,12-9 0,-15 9 0,0 0 0,0 0 0,-1-1 0,1 1 0,-1-1 0,0 0 0,0 0 0,0 0 0,0-1 0,-1 1 0,0-1 0,3-5 0,-4 6 0,0 0 0,-1 0 0,1 0 0,-1 1 0,0-1 0,0 0 0,0 0 0,-1-6 0,1 9 0,0 0 0,0 0 0,-1-1 0,1 1 0,0 0 0,-1 0 0,1 0 0,0 0 0,-1-1 0,0 1 0,1 0 0,-1 0 0,1 0 0,-1 0 0,0 0 0,0 0 0,0 0 0,0 1 0,1-1 0,-1 0 0,0 0 0,0 1 0,-1-1 0,1 0 0,0 1 0,0-1 0,0 1 0,0 0 0,-3-1 0,4 1 0,-1 0 0,1 0 0,-1 0 0,1 0 0,0 0 0,-1 0 0,1 0 0,-1 0 0,1 0 0,-1 0 0,1 0 0,-1 0 0,1 1 0,-1-1 0,1 0 0,0 0 0,-1 1 0,1-1 0,-1 0 0,1 0 0,0 1 0,-1-1 0,1 1 0,0-1 0,-1 0 0,1 1 0,0 0 0,-1 0 0,1 0 0,0 0 0,0 0 0,-1 0 0,1 0 0,0 0 0,0 0 0,0 0 0,0 0 0,0 0 0,1 2 0,0 1 0,0 0 0,0 0 0,1 0 0,0 0 0,2 4 0,3 3 0,1-2 0,0 1 0,1-1 0,0 0 0,0-1 0,1 0 0,0 0 0,0-1 0,1-1 0,13 7 0,-21-11 0,0-1 0,1 0 0,-1 0 0,1 0 0,-1 0 0,1-1 0,0 1 0,-1-1 0,1 0 0,0 0 0,-1 0 0,1-1 0,0 1 0,-1-1 0,1 0 0,4-1 0,-6 1 0,0 0 0,1-1 0,-1 1 0,0-1 0,0 1 0,0-1 0,0 0 0,0 0 0,0 0 0,0 0 0,-1 0 0,1 0 0,-1-1 0,1 1 0,-1 0 0,0-1 0,0 1 0,0-1 0,0 1 0,0-1 0,-1 0 0,1-3 0,1-6 0,-2-1 0,1 1 0,-2 0 0,1-1 0,-2 1 0,1 0 0,-6-17 0,15 42 0,0-1 0,1 0 0,0-1 0,1 0 0,0 0 0,1-1 0,0-1 0,17 12 0,-17-13 0,0-1 0,0-1 0,20 9 0,-25-12 0,0-1 0,0 0 0,1-1 0,-1 0 0,0 0 0,1 0 0,-1 0 0,1-1 0,7-1 0,-12 1 0,0 0 0,0-1 0,0 1 0,0-1 0,1 0 0,-1 1 0,0-1 0,0 0 0,-1 0 0,1 0 0,0-1 0,0 1 0,0 0 0,-1-1 0,3-2 0,-1 1 0,-1 0 0,0 0 0,0-1 0,0 1 0,0-1 0,-1 1 0,1-1 0,0-4 0,1-4 0,-1 0 0,-1 0 0,0 0 0,-1-19 0,0 31 0,0 0 0,0 0 0,0 0 0,0-1 0,0 1 0,0 0 0,-1 0 0,1 0 0,0-1 0,0 1 0,0 0 0,0 0 0,0-1 0,0 1 0,0 0 0,0 0 0,0 0 0,0-1 0,0 1 0,1 0 0,-1 0 0,0-1 0,0 1 0,0 0 0,0 0 0,0 0 0,0 0 0,0-1 0,0 1 0,1 0 0,-1 0 0,0 0 0,0 0 0,0-1 0,0 1 0,1 0 0,-1 0 0,0 0 0,0 0 0,0 0 0,1 0 0,-1 0 0,0 0 0,0-1 0,1 1 0,8 10 0,11 24 0,-18-31 0,0 0 0,3 7 0,1-1 0,0 1 0,12 12 0,-17-20 0,0 0 0,1 0 0,0-1 0,-1 1 0,1-1 0,0 1 0,0-1 0,0 0 0,0 0 0,0 0 0,0 0 0,0 0 0,0 0 0,1 0 0,-1-1 0,0 1 0,0-1 0,1 0 0,-1 1 0,0-1 0,1 0 0,-1 0 0,0-1 0,3 1 0,-4-1 0,1 0 0,-1 1 0,0-1 0,0 1 0,0-1 0,0 0 0,0 0 0,0 0 0,0 0 0,0 1 0,0-1 0,0 0 0,-1-1 0,1 1 0,0 0 0,-1 0 0,1 0 0,-1 0 0,1 0 0,-1-1 0,1 1 0,-1 0 0,0-1 0,1-1 0,-1-5 0,1 0 0,-1 0 0,0-8 0,-1 0 0,1 14 0,0 1 0,0 0 0,1-1 0,-1 1 0,0 0 0,0 0 0,1-1 0,-1 1 0,1 0 0,-1 0 0,2-2 0,-2 3 0,0 0 0,0-1 0,1 1 0,-1 0 0,0 0 0,1-1 0,-1 1 0,0 0 0,1 0 0,-1 0 0,0-1 0,1 1 0,-1 0 0,0 0 0,1 0 0,-1 0 0,1 0 0,-1 0 0,0 0 0,1 0 0,-1 0 0,1 0 0,0 0 0,2 1 0,-1 0 0,1 0 0,0 0 0,0 0 0,0 1 0,-1 0 0,4 2 0,-4-3 0,52 42 0,-38-30 0,0-1 0,29 18 0,-33-23-1365,-3 0-5461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6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62 24575,'-41'-7'0,"14"1"0,0 2 0,-1 1 0,-31 0 0,57 3 0,-1 0 0,0 0 0,1 1 0,-1-1 0,0 1 0,1-1 0,-1 1 0,1 0 0,-1 0 0,1 0 0,-1 0 0,1 1 0,0-1 0,0 1 0,-1-1 0,-2 4 0,4-3 0,0 0 0,0-1 0,0 1 0,0 0 0,0 0 0,0 0 0,1-1 0,-1 1 0,1 0 0,-1 0 0,1 0 0,0 0 0,0 0 0,0 0 0,0 0 0,0 0 0,0 0 0,1 0 0,-1 0 0,0 0 0,1 0 0,1 3 0,1 3 0,1-1 0,0 1 0,0-1 0,1 0 0,-1 0 0,2 0 0,-1-1 0,1 0 0,0 0 0,0 0 0,0-1 0,1 0 0,8 5 0,-6-5 0,0 0 0,0 0 0,1-1 0,-1 0 0,1 0 0,0-1 0,1-1 0,-1 1 0,0-2 0,11 1 0,-15-1 0,0-1 0,-1-1 0,1 1 0,-1-1 0,1 0 0,-1 0 0,1 0 0,-1-1 0,0 0 0,6-3 0,-7 3 0,0 0 0,-1-1 0,0 0 0,1 1 0,-1-1 0,0 0 0,-1 0 0,1-1 0,0 1 0,-1-1 0,0 1 0,0-1 0,3-7 0,-3 4 0,0 1 0,0 0 0,-1 0 0,0-1 0,0 1 0,0 0 0,-1-1 0,0 1 0,0-1 0,-1 1 0,-2-11 0,2 12 0,0 0 0,-1 0 0,0 0 0,1 1 0,-2-1 0,1 0 0,0 1 0,-1 0 0,0-1 0,0 1 0,0 0 0,-1 1 0,1-1 0,-1 0 0,-5-3 0,5 5 12,0 0 0,0 0 0,0 1 0,0-1 0,0 1 0,0 0 0,-1 0 0,1 0 0,-8 0 0,5 1-309,-1 0 0,1 0 0,-1 1 0,-12 3 0,7-1-6529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7.4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33 24575,'-1'1'0,"0"-1"0,1 1 0,-1 0 0,0 0 0,1 0 0,0 1 0,-1-1 0,1 0 0,-1 0 0,1 0 0,0 0 0,0 0 0,0 0 0,0 1 0,0-1 0,0 0 0,0 0 0,0 0 0,0 0 0,0 0 0,0 1 0,1-1 0,-1 0 0,1 0 0,0 1 0,2 5 0,0-1 0,8 13 0,-5-10 0,-2-3 0,-1-1 0,1 0 0,0 0 0,0 0 0,1-1 0,-1 1 0,1-1 0,0 0 0,10 6 0,-13-9 0,0 0 0,0 0 0,-1-1 0,1 1 0,0 0 0,0-1 0,0 0 0,0 1 0,0-1 0,-1 0 0,1 0 0,0 0 0,0 0 0,0 0 0,3-1 0,-3 0 0,0 0 0,0 0 0,-1 0 0,1 0 0,0 0 0,0-1 0,0 1 0,-1 0 0,1-1 0,-1 0 0,1 1 0,-1-1 0,0 0 0,0 1 0,1-1 0,0-4 0,3-5 0,-1 0 0,0 0 0,-1-1 0,0 1 0,-1-1 0,0 0 0,0-15 0,-1 19 0,-1 7 0,0 0 0,0-1 0,0 1 0,0 0 0,1 0 0,-1 0 0,0 0 0,1-1 0,-1 1 0,1 0 0,-1 0 0,2-1 0,-2 2 0,0-1 0,0 1 0,0 0 0,1 0 0,-1 0 0,0 0 0,0 0 0,1 0 0,-1 0 0,0 0 0,0 0 0,1 0 0,-1 0 0,0 0 0,0 0 0,0 0 0,1 0 0,-1 0 0,0 0 0,0 0 0,1 0 0,-1 0 0,0 1 0,0-1 0,0 0 0,1 0 0,-1 0 0,0 0 0,0 0 0,0 1 0,1-1 0,-1 0 0,0 0 0,0 0 0,0 1 0,4 4 0,-1-1 0,0 1 0,4 9 0,-1-3 0,20 28-7,-16-25-332,-1 0-1,0 0 1,10 25-1,-14-26-6486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7.8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52 24575,'0'7'0,"1"0"0,1 0 0,-1 0 0,1-1 0,1 1 0,-1 0 0,1-1 0,0 1 0,0-1 0,1 0 0,0 0 0,0 0 0,0-1 0,1 1 0,0-1 0,0 0 0,0-1 0,8 6 0,-12-9 0,0 0 0,0-1 0,0 1 0,0 0 0,0-1 0,1 1 0,-1-1 0,0 0 0,0 1 0,1-1 0,-1 0 0,0 0 0,0 1 0,1-1 0,-1 0 0,0 0 0,1-1 0,-1 1 0,0 0 0,1 0 0,1-1 0,-1 0 0,0 0 0,0-1 0,0 1 0,-1 0 0,1-1 0,0 1 0,-1-1 0,1 1 0,-1-1 0,1 0 0,1-3 0,1-2 0,0-1 0,0 0 0,-1 0 0,0-1 0,3-11 0,-2-2 0,-4 16 0,1-1 0,0 1 0,1 0 0,-1 0 0,1-1 0,1 1 0,-1 0 0,1 1 0,5-9 0,-8 14 0,1-1 0,-1 1 0,1-1 0,-1 1 0,1 0 0,-1-1 0,1 1 0,0 0 0,-1-1 0,1 1 0,-1 0 0,1 0 0,0 0 0,-1 0 0,1 0 0,0 0 0,-1 0 0,1 0 0,0 0 0,-1 0 0,1 0 0,0 0 0,-1 0 0,1 0 0,0 0 0,-1 1 0,1-1 0,0 0 0,-1 1 0,1-1 0,-1 0 0,1 1 0,-1-1 0,1 1 0,0 0 0,20 22 0,-16-17 0,28 32 0,59 70 0,-84-100-110,0 1 0,13 10-1,-13-13-923,0 2-5792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8.5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90 24575,'-16'-90'0,"20"105"0,1-1 0,0 0 0,1 0 0,0 0 0,12 17 0,-9-15 0,0 1 0,12 31 0,11 79 0,2 5 0,-28-113 0,1 0 0,1-1 0,1 1 0,18 27 0,-19-35 0,-1-1 0,2 0 0,10 9 0,-17-17 0,0 1 0,0-1 0,0 0 0,1-1 0,-1 1 0,1 0 0,0-1 0,-1 1 0,1-1 0,0 0 0,0 0 0,0 0 0,0 0 0,0 0 0,0-1 0,0 1 0,0-1 0,5 0 0,-6-1 6,0 1 0,0-1 0,0 0 0,-1 0 0,1 0 0,0 0 0,-1 0 0,1 0 0,0 0 0,-1-1 0,0 1 0,1-1 0,-1 1 0,0-1 0,0 1 0,1-1 0,-1 0 0,0 1 0,0-3 0,2-2-303,-1 0 0,0 0 0,0 0 0,1-11 0,-1 4-6529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8.7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375 0 24575,'-27'0'0,"-13"0"0,-9 0 0,1 0 0,5 0 0,5 0 0,5 0 0,2 0 0,4 0 0,5 3 0,5 0-8191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7:52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24575,'1'7'0,"1"0"0,-1-1 0,1 1 0,1 0 0,-1-1 0,1 0 0,0 1 0,0-1 0,7 9 0,3 3 0,0 0 0,18 18 0,157 150 0,-179-178 0,-6-4 0,0-1 0,1 0 0,0 0 0,-1 0 0,6 2 0,-9-5 0,0 0 0,0 1 0,0-1 0,0 0 0,0 0 0,0 0 0,1 0 0,-1 0 0,0 0 0,0 0 0,0 0 0,0 0 0,0 0 0,0 0 0,0 0 0,0 0 0,1 0 0,-1 1 0,0-1 0,0 0 0,0 0 0,0 0 0,0 0 0,0 0 0,1 0 0,-1 0 0,0 0 0,0 0 0,0 0 0,0-1 0,0 1 0,0 0 0,0 0 0,1 0 0,-1 0 0,0 0 0,0 0 0,0 0 0,0 0 0,0 0 0,0 0 0,0 0 0,0 0 0,0 0 0,0-1 0,1 1 0,-1 0 0,0 0 0,0 0 0,0 0 0,0 0 0,0 0 0,0 0 0,0 0 0,0-1 0,-3-8 0,-9-9 0,-14-19 51,17 22-759,-22-24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7:52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264 75 24575,'-16'-21'0,"13"16"0,-1 0 0,1 0 0,-1 0 0,0 0 0,-1 0 0,1 1 0,-1 0 0,0 0 0,-9-6 0,13 10 0,1-1 0,-1 1 0,0 0 0,0 0 0,1 0 0,-1 0 0,0-1 0,0 1 0,1 0 0,-1 0 0,0 0 0,0 0 0,1 1 0,-1-1 0,0 0 0,0 0 0,1 0 0,-1 1 0,0-1 0,0 0 0,1 1 0,-1-1 0,0 0 0,1 1 0,-1-1 0,1 1 0,-1-1 0,1 1 0,-1 0 0,1-1 0,-1 1 0,1-1 0,-1 1 0,1 0 0,-1-1 0,1 1 0,0 1 0,-3 3 0,1 1 0,0-1 0,-2 12 0,1-6 0,-4 11 0,0-1 0,-2-1 0,-15 27 0,18-37 0,0-1 0,0 0 0,-2 0 0,1-1 0,-1 1 0,0-2 0,-1 1 0,-13 9 0,0-3-1365,13-8-5461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7:53.5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313 40 24575,'-20'-7'0,"-8"-3"0,-3 1 0,2 1 0,3 3 0,4 4 0,3 3 0,3 0 0,1 0 0,0 3 0,2 0 0,-1-1 0,0-1 0,0-1 0,0-1 0,2-3 0,1-1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7:53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31 24575,'-19'-7'0,"-10"-3"0,1 3 0,2 3 0,4 2 0,2 3 0,3 5 0,1 1 0,2-1 0,0-1 0,3 1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7:56.8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276 175 24575,'-1'-7'0,"1"-1"0,-1 1 0,0 0 0,-1 0 0,0 0 0,0 0 0,0 0 0,-1 1 0,0-1 0,0 1 0,-1-1 0,0 1 0,0 0 0,0 0 0,-1 1 0,-8-9 0,7 9 0,-1-1 0,0 1 0,0 0 0,-1 0 0,1 0 0,-1 1 0,0 1 0,0-1 0,0 1 0,-1 1 0,1-1 0,-1 2 0,-12-3 0,17 4 0,1 0 0,-1 1 0,1-1 0,-1 1 0,1 0 0,-1-1 0,1 1 0,-1 1 0,1-1 0,0 0 0,-1 1 0,1 0 0,0 0 0,0 0 0,0 0 0,1 0 0,-1 1 0,0-1 0,1 1 0,0-1 0,-1 1 0,1 0 0,-2 4 0,0-1 0,1 0 0,0 0 0,0 1 0,1-1 0,-1 1 0,1-1 0,1 1 0,-1 0 0,1 0 0,0 0 0,1 10 0,0-13 0,1 0 0,0 1 0,0-1 0,1 1 0,-1-1 0,1 0 0,0 0 0,0 0 0,0 0 0,1 0 0,-1-1 0,6 7 0,5 4 0,24 21 0,-28-27 0,17 13 0,30 18 0,-32-24 0,-1 2 0,22 21 0,-42-35 0,0 0 0,0 0 0,-1 0 0,1 0 0,-1 1 0,0-1 0,0 1 0,0 0 0,0-1 0,-1 1 0,1 0 0,1 8 0,-3-10 0,0 0 0,0 0 0,0 1 0,0-1 0,0 0 0,-1 0 0,1 0 0,0 0 0,-1 0 0,0 0 0,1 0 0,-1 0 0,0-1 0,0 1 0,0 0 0,0 0 0,0-1 0,-1 1 0,1 0 0,0-1 0,-1 1 0,1-1 0,-1 0 0,1 0 0,-1 1 0,0-1 0,-3 1 0,0 0 0,0 0 0,0 0 0,0-1 0,0 0 0,-1 0 0,1 0 0,0 0 0,0-1 0,-1 0 0,1 0 0,0-1 0,-1 1 0,-5-3 0,1 1 0,0-1 0,0 0 0,0 0 0,1-1 0,0-1 0,-10-5 0,18 9-85,-1 0 0,1 0-1,-1 0 1,1 0 0,0-1-1,-1 1 1,1-1 0,0 1-1,0-1 1,0 1 0,0-1-1,0 1 1,1-1 0,-1 0-1,0-3 1,-2-5-6741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7:57.0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24575,'-3'7'0,"0"6"0,2-1 0,2 1 0,3 1 0,3 0 0,3 0 0,0-2-8191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7:57.2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24575,'5'3'0,"2"2"0,1 4 0,1 2 0,0 3 0,-1 0 0,-2 1 0,-2-3-8191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7:57.6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 24575,'1'7'0,"-1"1"0,1-1 0,0 1 0,1-1 0,0 0 0,0 1 0,0-1 0,6 10 0,-6-13 0,0-1 0,0 1 0,0-1 0,0 0 0,0 0 0,1 0 0,-1 0 0,1-1 0,0 1 0,0-1 0,0 1 0,0-1 0,0 0 0,1 0 0,-1 0 0,0-1 0,1 1 0,6 1 0,-9-3 0,1 0 0,-1 0 0,1 0 0,0 1 0,-1-2 0,1 1 0,-1 0 0,1 0 0,0 0 0,-1-1 0,1 1 0,-1-1 0,1 1 0,-1-1 0,1 0 0,-1 1 0,3-3 0,-2 1 0,0 0 0,0 0 0,1 0 0,-1-1 0,-1 1 0,1-1 0,0 1 0,2-6 0,-1 1 0,0-1 0,0 0 0,-1 0 0,0 0 0,0 0 0,0-9 0,-2 7 0,0 5 0,0 1 0,1 0 0,-1 0 0,1 0 0,0 0 0,1-4 0,-1 7 0,-1 0 0,0 0 0,1 1 0,-1-1 0,1 0 0,0 0 0,-1 0 0,1 1 0,0-1 0,-1 0 0,1 1 0,0-1 0,0 1 0,-1-1 0,1 1 0,0-1 0,0 1 0,0-1 0,0 1 0,0 0 0,0 0 0,0-1 0,0 1 0,0 0 0,0 0 0,0 0 0,0 0 0,0 0 0,-1 0 0,1 0 0,1 1 0,8 1 0,-1 1 0,1 1 0,-1-1 0,0 1 0,-1 1 0,1 0 0,15 11 0,-9-5 0,12 6-118,155 95-1129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0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73 24575,'15'-13'0,"-12"11"0,0 0 0,-1 0 0,1-1 0,0 0 0,-1 1 0,1-1 0,-1 0 0,0 0 0,0 0 0,0 0 0,0 0 0,1-5 0,-3 7 0,0 1 0,0-1 0,0 0 0,0 0 0,0 1 0,0-1 0,0 0 0,0 1 0,0-1 0,0 0 0,0 0 0,-1 1 0,1-1 0,0 1 0,0-1 0,-1 0 0,1 1 0,0-1 0,-1 0 0,1 1 0,-1-1 0,1 1 0,-1-1 0,1 1 0,-1-1 0,1 1 0,-1 0 0,0-1 0,1 1 0,-1 0 0,0-1 0,1 1 0,-1 0 0,0 0 0,1 0 0,-1-1 0,0 1 0,1 0 0,-1 0 0,0 0 0,0 0 0,1 0 0,-2 0 0,-2 0 0,0 0 0,0 1 0,1-1 0,-1 0 0,0 1 0,-7 2 0,4 1 0,-1 0 0,1 0 0,0 1 0,0-1 0,0 2 0,1-1 0,-1 1 0,1 0 0,1 0 0,-1 1 0,1 0 0,0 0 0,1 0 0,-6 12 0,0 2 0,1 0 0,1 1 0,1 0 0,-4 27 0,4-6 0,3 0 0,1 1 0,3-1 0,8 83 0,-2-85 0,2-1 0,1 0 0,16 44 0,57 110 0,-12-61 120,-56-111-491,1 0-1,1-1 1,30 31 0,-29-35-6455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1.5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19 105 24575,'-2'-4'0,"-1"1"0,1-1 0,0 0 0,1 0 0,-1 1 0,1-2 0,-1 1 0,1 0 0,0 0 0,1 0 0,-1 0 0,1-5 0,0 7 0,0 0 0,0 0 0,1 0 0,-1 0 0,1 0 0,-1 0 0,1 1 0,0-1 0,0 0 0,0 0 0,0 1 0,0-1 0,0 1 0,0-1 0,0 1 0,1-1 0,-1 1 0,1 0 0,-1-1 0,1 1 0,-1 0 0,1 0 0,0 0 0,-1 1 0,1-1 0,0 0 0,0 0 0,3 0 0,5-1 0,0 0 0,0 1 0,0 0 0,0 0 0,0 1 0,0 1 0,0-1 0,0 2 0,0-1 0,0 1 0,13 5 0,-21-6 0,1 1 0,-1-1 0,0 0 0,1 1 0,-1 0 0,0 0 0,0-1 0,0 1 0,0 0 0,0 1 0,-1-1 0,1 0 0,-1 0 0,1 1 0,-1-1 0,0 1 0,0-1 0,0 1 0,0 0 0,0-1 0,-1 1 0,1 4 0,1 6 0,-1 1 0,-1 0 0,-2 19 0,1-10 0,1-8 0,-1 0 0,-1 0 0,-1 0 0,0-1 0,0 1 0,-2-1 0,0 0 0,-7 15 0,8-21 0,2-4 0,0 1 0,0-1 0,0 1 0,0 0 0,1-1 0,-1 7 0,2-10 0,0 1 0,0-1 0,0 0 0,0 0 0,0 1 0,1-1 0,-1 0 0,0 0 0,1 1 0,-1-1 0,1 0 0,-1 0 0,1 0 0,0 1 0,-1-1 0,1 0 0,0 0 0,0 0 0,0 0 0,0-1 0,0 1 0,0 0 0,0 0 0,0 0 0,0-1 0,0 1 0,0-1 0,2 2 0,4 0 0,-1 0 0,1 0 0,-1 0 0,1-1 0,-1 0 0,13 0 0,-1-1 0,24-3 0,-7-6-1365,-26 6-5461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1.9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24575,'-3'0'0,"0"2"0,0 4 0,0 3 0,4 2 0,1 2 0,3-1 0,1-1 0,1 1 0,3 1 0,1 0 0,-1 1 0,1-3 0,0 0 0,1 1 0,1-3 0,1 1 0,-2-2-8191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2.1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24575,'0'17'0,"0"8"0,3 3 0,2-2 0,2-2 0,1-3 0,2-3 0,2-1 0,-2-5-8191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2.3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407 46 24575,'-29'-7'0,"-15"-3"0,-5 1 0,4 1 0,4 3 0,7 1 0,6 3 0,4 0 0,3 1 0,3 3 0,2 0 0,-2 3 0,3 3 0,1-1 0,4-1-8191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3.7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249 172 24575,'-3'-10'0,"0"0"0,0 0 0,-1 0 0,-1 0 0,1 1 0,-9-11 0,10 14 0,-1 1 0,0 0 0,-1 0 0,1 1 0,-1-1 0,0 1 0,0 0 0,-1 1 0,1-1 0,-1 1 0,-8-4 0,-8-2 0,12 4 0,0 0 0,-1 1 0,1 0 0,-1 1 0,0 0 0,-21-2 0,31 5 0,0 0 0,-1 0 0,1 1 0,0-1 0,0 0 0,0 1 0,-1-1 0,1 0 0,0 1 0,0 0 0,0-1 0,0 1 0,0 0 0,0-1 0,0 1 0,0 0 0,0 0 0,0 0 0,0 0 0,0 0 0,1 0 0,-1 0 0,0 0 0,1 0 0,-1 0 0,1 0 0,-1 0 0,1 1 0,0-1 0,-1 0 0,1 0 0,0 2 0,-1 6 0,0-1 0,0 0 0,2 16 0,0-13 0,1 20 0,2 0 0,0 0 0,3 0 0,0-1 0,13 31 0,66 144 0,-45-117 0,121 312 0,-154-375 0,7 38 0,-15-62 0,1-1 0,-1 1 0,0 0 0,0-1 0,0 1 0,0-1 0,0 1 0,0 0 0,0-1 0,0 1 0,0-1 0,0 1 0,0 0 0,0-1 0,0 1 0,0-1 0,-1 1 0,1 0 0,-1 0 0,1-1 0,0 0 0,-1 0 0,1 0 0,0 0 0,-1 0 0,1 0 0,0-1 0,-1 1 0,1 0 0,0 0 0,0 0 0,-1 0 0,1 0 0,0-1 0,-1 1 0,1 0 0,0 0 0,0 0 0,-1-1 0,1 1 0,0 0 0,0 0 0,-1-1 0,-13-21 0,-6-32-1365,16 38-5461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3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371 88 24575,'-27'-10'0,"-14"-3"0,-4-2 0,2 2 0,4 3 0,6 0 0,4 3 0,4 2 0,4 2 0,3 1 0,3 4 0,0 1 0,4 3 0,3 3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4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307 133 24575,'-48'-29'0,"4"2"0,-87-38 0,126 63 0,0 0 0,-1 0 0,1 1 0,-1-1 0,1 1 0,-1 1 0,-6-1 0,11 1 0,0 0 0,-1 0 0,1 0 0,-1 1 0,1-1 0,0 0 0,-1 1 0,1-1 0,0 1 0,0-1 0,-1 1 0,1 0 0,0-1 0,0 1 0,0 0 0,0 0 0,0 0 0,0 0 0,0 0 0,0 0 0,0 0 0,0 0 0,1 0 0,-1 1 0,0-1 0,1 0 0,-1 0 0,1 1 0,-1-1 0,1 0 0,0 1 0,0-1 0,-1 3 0,0 8 0,0 0 0,1 0 0,1 1 0,0-1 0,0 0 0,1 1 0,1-1 0,0 0 0,1-1 0,0 1 0,0-1 0,1 1 0,1-1 0,0-1 0,1 1 0,0-1 0,15 17 0,-19-23 0,1-1 0,-1 0 0,1-1 0,0 1 0,0-1 0,0 1 0,0-1 0,0 0 0,0-1 0,1 1 0,-1-1 0,1 0 0,-1 0 0,9 1 0,-10-2 0,-1 0 0,1 0 0,0 0 0,0 0 0,0 0 0,0-1 0,0 1 0,-1-1 0,1 0 0,0 0 0,0 0 0,-1 0 0,1 0 0,-1-1 0,1 1 0,-1-1 0,1 0 0,-1 0 0,0 1 0,0-1 0,0-1 0,0 1 0,0 0 0,1-3 0,2-5 0,0-1 0,-1 0 0,-1 1 0,0-1 0,0 0 0,-1-1 0,-1 1 0,0 0 0,0 0 0,-2-19 0,1 30 0,0 0 0,0-1 0,0 1 0,0 0 0,0-1 0,-1 1 0,1 0 0,0-1 0,1 1 0,-1-1 0,0 1 0,0 0 0,0-1 0,0 1 0,0 0 0,0-1 0,0 1 0,0 0 0,1-1 0,-1 1 0,0 0 0,0 0 0,0-1 0,1 1 0,-1 0 0,0-1 0,0 1 0,1 0 0,-1 0 0,0 0 0,1-1 0,0 1 0,0 0 0,-1 1 0,1-1 0,0 0 0,-1 0 0,1 1 0,0-1 0,-1 0 0,1 1 0,0-1 0,-1 0 0,1 1 0,-1-1 0,2 2 0,24 28 0,-18-20 0,61 66-1365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5.5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24575,'0'3'0,"0"2"0,-3 2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6.2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24575,'-1'14'0,"2"0"0,0 0 0,0-1 0,2 1 0,-1 0 0,2 0 0,0-1 0,0 0 0,2 0 0,6 13 0,-7-17 0,24 42 0,-25-45 0,0-1 0,0 1 0,1-1 0,0 0 0,0-1 0,8 7 0,-13-10 0,1-1 0,0 1 0,0-1 0,0 1 0,0-1 0,-1 1 0,1-1 0,0 1 0,0-1 0,0 0 0,0 1 0,0-1 0,0 0 0,0 0 0,0 0 0,0 0 0,0 0 0,0 0 0,0 0 0,0 0 0,0 0 0,0 0 0,0-1 0,0 1 0,0 0 0,0-1 0,0 1 0,0-1 0,0 1 0,0-1 0,-1 1 0,1-1 0,0 1 0,0-1 0,0 0 0,-1 0 0,1 1 0,-1-1 0,1 0 0,0 0 0,-1 0 0,1 0 0,-1 0 0,0 0 0,1-1 0,1-3 0,0-1 0,0 1 0,-1-1 0,1 0 0,-1 0 0,0-9 0,-2-50 0,1-16 0,0 80 0,0 0 0,0 0 0,0 0 0,0 0 0,0 0 0,0 0 0,0 0 0,1 0 0,-1 0 0,0 1 0,1-1 0,-1 0 0,1 0 0,-1 0 0,1 0 0,-1 1 0,1-1 0,-1 0 0,1 1 0,0-1 0,0 0 0,-1 1 0,2-1 0,-1 0 0,0 1 0,0 0 0,1 0 0,-1-1 0,0 1 0,0 0 0,0 0 0,1 0 0,-1 0 0,0 1 0,0-1 0,0 0 0,1 0 0,-1 1 0,2 0 0,4 3 0,1 0 0,0 0 0,13 11 0,-17-12 0,42 32 0,-2 3 0,62 67 0,-94-91-1365,-3-2-5461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8.0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55 24575,'-1'-2'0,"0"-1"0,1 1 0,0 0 0,-1 0 0,1-1 0,0 1 0,0 0 0,1-1 0,-1 1 0,0 0 0,1 0 0,-1-1 0,1 1 0,0 0 0,-1 0 0,3-3 0,-2 4 0,0 0 0,-1 0 0,1 0 0,0 0 0,1 0 0,-1 0 0,0 0 0,0 0 0,0 1 0,1-1 0,-1 0 0,0 1 0,0-1 0,1 1 0,-1-1 0,1 1 0,-1 0 0,0 0 0,1-1 0,-1 1 0,1 0 0,-1 0 0,1 0 0,-1 1 0,0-1 0,1 0 0,1 1 0,6 1 0,1 1 0,0 1 0,-1 0 0,0 0 0,0 1 0,0 0 0,0 0 0,14 13 0,2 4 0,30 35 0,-11-7 0,-3 2 0,-2 1 0,-3 3 0,-2 1 0,-2 1 0,45 120 0,-69-155 0,0 1 0,3 26 0,-9-39 0,0 0 0,-2-1 0,1 1 0,-1 0 0,-1-1 0,1 1 0,-4 14 0,3-21 10,-1-1 0,1 1 0,-1 0 0,1-1 0,-1 1 0,0-1 0,0 0 0,0 1 0,-1-1 0,1 0 0,-5 3 0,0 0-307,1-1 0,-1 0 0,-1 0 0,-7 3 0,2-1-6529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18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24575,'0'0'0,"0"0"0,0 0 0,0 0 0,0 0 0,0-1 0,0 1 0,1 0 0,-1 0 0,0 0 0,0 0 0,0 0 0,0 0 0,0 0 0,0 0 0,1 0 0,-1 0 0,0 0 0,0 0 0,0 0 0,0 0 0,0 0 0,1 0 0,-1 0 0,0 0 0,0 0 0,0 0 0,0 0 0,0 0 0,0 0 0,1 0 0,-1 0 0,0 0 0,0 0 0,0 0 0,0 0 0,0 0 0,1 1 0,2 5 0,2 12 0,-5-15 0,4 13-101,1-1 0,0 1 0,1-1 0,9 17 0,35 55-5499,-18-36 4921,-25-35 3627,-2-5 921,-7-22-3902,-4-14-1332,4 12-5461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18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321 31 24575,'-29'-3'0,"-15"0"0,-3-3 0,3 1 0,5 0 0,8 1 0,6 2 0,5 0 0,4 2 0,1 0 0,4 2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19.6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191 13 24575,'6'0'0,"0"0"0,0 0 0,0 1 0,0 0 0,0 1 0,-1-1 0,1 1 0,0 0 0,0 1 0,-1-1 0,0 1 0,1 0 0,-1 0 0,9 8 0,-3 0 0,0 1 0,0 0 0,-1 1 0,12 20 0,-16-24 0,-1 0 0,0 1 0,0 0 0,0 0 0,5 21 0,-10-29 0,1 1 0,-1 0 0,1-1 0,-1 1 0,0 0 0,0-1 0,-1 1 0,1 0 0,0-1 0,-1 1 0,1 0 0,-3 4 0,2-6 0,0 1 0,0 0 0,0 0 0,-1-1 0,1 1 0,-1-1 0,1 1 0,-1-1 0,1 0 0,-1 1 0,0-1 0,0 0 0,1 0 0,-1 0 0,0-1 0,0 1 0,0 0 0,-4 0 0,-5 1 0,0 0 0,0-1 0,0 0 0,-1-1 0,1 0 0,0-1 0,-1 0 0,-17-5 0,-1-2 0,-55-22 0,76 26 0,0-1 0,1 0 0,-1 0 0,1 0 0,0-1 0,1-1 0,-1 1 0,1-1 0,1 0 0,-12-15 0,16 18 0,-1 0 0,1 0 0,0 1 0,1-1 0,-1-1 0,1 1 0,-1 0 0,1 0 0,0 0 0,1-1 0,-1-6 0,1 7 0,1 0 0,-1 1 0,1-1 0,0 1 0,0-1 0,0 1 0,0 0 0,1-1 0,-1 1 0,1 0 0,0 0 0,0 0 0,0 0 0,0 0 0,6-5 0,-4 4-195,1 0 0,0-1 0,0 2 0,0-1 0,1 1 0,11-6 0,-5 4-6631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19.8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0 24575,'-2'3'0,"-2"3"0,1 2 0,-2 1 0,0 1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0.4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25 24575,'8'-4'0,"0"0"0,1 1 0,-1 0 0,1 0 0,0 1 0,0 0 0,-1 0 0,2 1 0,-1 1 0,0-1 0,0 1 0,0 1 0,0 0 0,0 0 0,13 4 0,12 4 0,-1 2 0,51 23 0,-83-33 0,0-1 0,0 0 0,0 1 0,0-1 0,0 1 0,0-1 0,0 1 0,0 0 0,0-1 0,0 1 0,0 0 0,0-1 0,0 1 0,-1 0 0,1 0 0,0 0 0,0 0 0,-1 0 0,1 0 0,-1 0 0,1 0 0,-1 0 0,1 0 0,-1 0 0,1 2 0,-2-2 0,1 0 0,0 1 0,-1-1 0,1 0 0,-1 0 0,1 0 0,-1 0 0,0 0 0,1 0 0,-1 0 0,0 0 0,0 0 0,0 0 0,1 0 0,-1 0 0,0-1 0,0 1 0,0 0 0,-1-1 0,1 1 0,0-1 0,-2 2 0,-24 7 0,23-8 0,0 0 0,0 0 0,0 0 0,1 0 0,-1 1 0,0 0 0,1 0 0,-1 0 0,1 0 0,0 0 0,-1 1 0,1-1 0,-4 5 0,7-6 0,-1 0 0,1 1 0,-1-1 0,1 0 0,-1 0 0,1 0 0,0 0 0,-1 1 0,1-1 0,0 0 0,0 0 0,0 0 0,0 1 0,0-1 0,0 0 0,1 0 0,0 3 0,0-1 0,0-1 0,0 1 0,0 0 0,1-1 0,-1 1 0,1-1 0,2 3 0,3 3 0,0-1 0,1 0 0,10 6 0,40 26 0,12 10 0,-63-44 0,1 1 0,-1-1 0,-1 1 0,1 1 0,8 9 0,-15-15 0,1 0 0,0 0 0,0 0 0,-1 0 0,1 0 0,0 0 0,-1 0 0,1 0 0,-1 0 0,1 0 0,-1 0 0,0 0 0,0 1 0,1-1 0,-1 0 0,0 0 0,0 0 0,0 1 0,0-1 0,0 0 0,-1 0 0,1 0 0,0 0 0,0 1 0,-1-1 0,1 0 0,-1 0 0,1 0 0,-1 0 0,1 0 0,-1 0 0,0 0 0,1 0 0,-1 0 0,0 0 0,0 0 0,0-1 0,0 1 0,0 0 0,0 0 0,-1 0 0,-3 1 0,1 1 0,-1-1 0,1-1 0,-1 1 0,0-1 0,0 0 0,1 0 0,-1 0 0,-7 0 0,-48-2 0,34 0 0,-94 0-1365,106 1-5461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1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17 24575,'-4'-3'0,"-1"1"0,1-1 0,-1 1 0,1 1 0,-1-1 0,-9-2 0,13 4 0,0 0 0,0 0 0,0 0 0,1 0 0,-1 0 0,0 0 0,0 0 0,0 0 0,1 1 0,-1-1 0,0 0 0,0 0 0,1 1 0,-1-1 0,0 0 0,1 1 0,-1-1 0,0 1 0,1-1 0,-2 1 0,2 0 0,-1 0 0,1 0 0,-1 0 0,1 0 0,0 1 0,-1-1 0,1 0 0,0 0 0,0 0 0,0 0 0,0 0 0,0 0 0,0 1 0,0-1 0,0 0 0,0 0 0,0 0 0,1 2 0,1 5 0,0-1 0,1 1 0,0-1 0,0 0 0,0 0 0,1 0 0,0 0 0,1-1 0,-1 1 0,1-1 0,7 7 0,-3-6 0,-1 1 0,1-1 0,1-1 0,-1 0 0,1 0 0,0-1 0,13 5 0,27 8 0,25 11 0,-72-28 0,0 0 0,0 1 0,-1-1 0,1 1 0,-1 0 0,1 0 0,-1 0 0,0 0 0,1 0 0,2 5 0,-5-6 0,1 0 0,-1 0 0,1 0 0,-1 0 0,1 1 0,-1-1 0,0 0 0,0 0 0,0 0 0,0 1 0,0-1 0,0 0 0,0 0 0,0 1 0,0-1 0,0 0 0,-1 0 0,1 0 0,0 1 0,-1-1 0,1 0 0,-1 0 0,0 0 0,1 0 0,-1 0 0,0 0 0,1 0 0,-1 0 0,-1 1 0,-3 3 0,0 0 0,0 0 0,-1-1 0,0 0 0,0 0 0,0 0 0,0 0 0,0-1 0,-1 0 0,1 0 0,-1-1 0,0 0 0,-7 1 0,-1 0 0,0-1 0,0-1 0,0 0 0,0-1 0,-18-3 0,19 1-1365,2-2-5461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1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61 24575,'27'-10'0,"14"-3"0,2 1 0,-1 2 0,-3 3 0,-6 2 0,-5 3 0,-6 1 0,-6 1-8191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3.8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248 111 24575,'-22'-14'0,"-18"-13"0,-69-32 0,105 57 0,0 1 0,0-1 0,0 1 0,0 0 0,0 0 0,-1 0 0,-4 0 0,8 1 0,-1 0 0,1 0 0,0 0 0,0 1 0,0-1 0,-1 0 0,1 1 0,0-1 0,0 0 0,0 1 0,0 0 0,-1-1 0,1 1 0,0 0 0,0-1 0,0 1 0,1 0 0,-1 0 0,0 0 0,0 0 0,0 0 0,1 0 0,-1 0 0,0 0 0,1 0 0,-1 0 0,0 2 0,-1 3 0,0-1 0,0 0 0,1 1 0,0-1 0,0 1 0,0 0 0,0-1 0,1 1 0,0 0 0,0-1 0,1 1 0,0 0 0,0-1 0,0 1 0,0-1 0,1 1 0,0-1 0,0 0 0,1 0 0,-1 0 0,1 0 0,0 0 0,0 0 0,1-1 0,0 0 0,-1 1 0,7 4 0,15 9 0,1 0 0,0-2 0,2-1 0,39 17 0,-33-17 0,-1 1 0,48 32 0,-80-47 0,0 0 0,1 0 0,-1 0 0,0 0 0,0 0 0,0 0 0,0 0 0,0 0 0,0 0 0,0 1 0,0-1 0,0 0 0,-1 1 0,1-1 0,0 1 0,-1-1 0,0 0 0,1 1 0,-1-1 0,1 3 0,-2-3 0,1 0 0,0 0 0,-1 1 0,1-1 0,-1 0 0,1 0 0,-1 0 0,1 1 0,-1-1 0,0 0 0,0 0 0,0 0 0,1 0 0,-1 0 0,0-1 0,0 1 0,0 0 0,0 0 0,-1-1 0,1 1 0,0 0 0,0-1 0,0 1 0,-2 0 0,-6 2 0,1-1 0,0 1 0,-1-1 0,0-1 0,0 1 0,1-2 0,-1 1 0,-17-2 0,-5-2 0,-37-10 0,7 1 0,55 11-118,-16-3 370,21 3-320,0 1 0,0 0-1,0 0 1,0-1 0,1 1 0,-1-1 0,0 1 0,0-1 0,1 1 0,-1-1-1,0 1 1,1-1 0,-1 1 0,1-1 0,-1 0 0,0 1 0,1-1-1,0 0 1,-1 0 0,1 0 0,-1-1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4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24575,'0'10'0,"2"5"0,4 3 0,3 1 0,2 0 0,3-2 0,0 0 0,1-1 0,0-1 0,-3-1 0,0-2 0,-3-1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4.3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24575,'8'10'0,"4"5"0,3 3 0,-1 1 0,-3 0 0,-1-2 0,-2 0 0,-3-4-8191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4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24575,'16'33'0,"-3"-6"0,0-1 0,19 25 0,-30-48 0,0 0 0,0-1 0,1 1 0,-1-1 0,1 0 0,-1 0 0,1 0 0,0 0 0,0 0 0,0 0 0,0-1 0,1 1 0,-1-1 0,0 0 0,0 0 0,1 0 0,-1-1 0,1 1 0,3-1 0,-5 0 0,0 0 0,0 0 0,0 0 0,1-1 0,-1 1 0,0-1 0,0 1 0,0-1 0,0 0 0,0 0 0,0 0 0,0 0 0,-1 0 0,1 0 0,0 0 0,-1-1 0,1 1 0,0-1 0,-1 1 0,0-1 0,1 0 0,-1 0 0,0 1 0,0-1 0,0 0 0,0 0 0,0 0 0,0 0 0,-1 0 0,1 0 0,0-3 0,2-12 0,-2 9 0,1 0 0,0 0 0,0 1 0,6-14 0,-7 19 0,-1 1 0,1 0 0,0 0 0,0 0 0,0 0 0,0 0 0,0 0 0,0 0 0,0 0 0,0 0 0,0 0 0,1 1 0,-1-1 0,0 0 0,0 1 0,1-1 0,-1 1 0,0-1 0,1 1 0,-1 0 0,0 0 0,1-1 0,-1 1 0,1 0 0,-1 0 0,0 0 0,1 1 0,-1-1 0,1 0 0,-1 0 0,0 1 0,1-1 0,-1 1 0,3 1 0,4 1 0,-1 1 0,1 1 0,-1 0 0,10 8 0,-11-8 0,2 1-195,0 0 0,0 0 0,-1 1 0,0 0 0,0 1 0,10 15 0,-10-11-6631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6.0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157 42 24575,'-5'-5'0,"0"0"0,0 0 0,-1 1 0,1 0 0,-1 0 0,0 0 0,-7-2 0,11 5 0,0 0 0,1 0 0,-1 1 0,0-1 0,0 1 0,0 0 0,0 0 0,0-1 0,0 1 0,0 0 0,0 1 0,0-1 0,0 0 0,0 0 0,0 1 0,0 0 0,0-1 0,0 1 0,1 0 0,-1 0 0,0 0 0,0 0 0,1 0 0,-1 0 0,1 0 0,-1 0 0,1 1 0,-3 2 0,-1 2 0,1 1 0,-1 0 0,1 0 0,1 0 0,-1 0 0,1 0 0,1 1 0,-3 9 0,0 7 0,-4 33 0,8-36 0,0 1 0,2-1 0,0 0 0,1 0 0,2 0 0,7 27 0,46 121 0,-25-84 0,-16-39 0,2-1 0,44 79 0,-36-92-1365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6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0 108 24575,'11'-8'0,"74"-49"0,-73 50 0,1 1 0,0 0 0,0 1 0,0 0 0,18-3 0,-21 6 0,-7 1 0,0 0 0,0 0 0,0 1 0,1-1 0,-1 1 0,6 0 0,-8 0 0,0 1 0,0-1 0,0 0 0,0 0 0,-1 1 0,1-1 0,0 1 0,0-1 0,0 1 0,-1-1 0,1 1 0,0-1 0,0 1 0,-1 0 0,1 0 0,-1-1 0,1 1 0,-1 0 0,1 0 0,-1-1 0,1 1 0,-1 0 0,0 0 0,1 0 0,-1 0 0,0 0 0,0 0 0,0-1 0,1 2 0,0 14 0,0-1 0,0 1 0,-3 22 0,0-1 0,0-15 0,-1-1 0,0 1 0,-2-1 0,-8 23 0,4-12 0,9-31 0,0-1 0,0 0 0,0 1 0,-1-1 0,1 1 0,0-1 0,0 0 0,0 1 0,0-1 0,0 0 0,0 1 0,0-1 0,0 1 0,0-1 0,0 0 0,0 1 0,0-1 0,0 0 0,0 1 0,0-1 0,1 1 0,-1-1 0,0 0 0,0 1 0,0-1 0,1 0 0,-1 1 0,0-1 0,0 0 0,1 0 0,-1 1 0,0-1 0,0 0 0,1 0 0,-1 1 0,0-1 0,1 0 0,-1 0 0,1 0 0,-1 0 0,0 1 0,1-1 0,-1 0 0,0 0 0,1 0 0,-1 0 0,1 0 0,-1 0 0,0 0 0,1 0 0,-1 0 0,0 0 0,1 0 0,-1 0 0,1-1 0,-1 1 0,0 0 0,1 0 0,29-11 0,-19 7 0,1 1 0,0 1 0,0 0 0,16-1 0,-13 3 0,24-6 0,-1 1-1365,-27 4-5461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7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24575,'2'5'0,"1"4"0,0 3 0,2 1 0,3 2 0,-1 1 0,2-1 0,1 0 0,-1 1 0,1-2 0,1 1 0,-2 0 0,1-3 0,0-4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7.2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24575,'8'10'0,"4"8"0,3 3 0,1 1 0,-1-1 0,-2 1 0,0-1 0,-3-2 0,0-1 0,1-1 0,-2-2 0,-2-3-8191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7.4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361 67 24575,'-29'-10'0,"-16"-3"0,-1-2 0,2 2 0,5 3 0,8 5 0,6 4 0,5 5 0,3 3 0,3 2 0,1 0 0,0 3 0,-1-2 0,4-2-8191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8.4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363 277 24575,'-116'-132'0,"86"102"0,-1 1 0,-39-28 0,64 53 0,0 0 0,0 0 0,0 1 0,-1 0 0,-12-4 0,18 6 0,-1 0 0,1 1 0,-1 0 0,1-1 0,-1 1 0,1 0 0,-1 0 0,1 0 0,-1 0 0,1 0 0,-1 0 0,1 0 0,-1 0 0,1 1 0,-1-1 0,1 1 0,-1-1 0,1 1 0,0-1 0,-1 1 0,1 0 0,0 0 0,0 0 0,-1 0 0,1 0 0,0 0 0,0 0 0,0 0 0,0 0 0,0 0 0,0 0 0,0 1 0,0 1 0,-4 7 0,2 1 0,0-1 0,0 0 0,1 1 0,0 0 0,-1 13 0,3 68 0,2-40 0,0-18 0,1-1 0,2 1 0,1-1 0,13 38 0,118 284 0,-54-156 0,-78-188-227,-1 0-1,-1 1 1,0-1-1,-1 1 1,2 18-1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8.6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90 24575,'-27'-12'0,"-14"-7"0,-2 0 0,3 4 0,4 3 0,6 5 0,5 3 0,5 2 0,2 4 0,3 4 0,4 4 0,1 2 0,2 0-8191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9.4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49 24575,'-1'-4'0,"0"-1"0,0 1 0,0 0 0,-1 0 0,1 0 0,-1 0 0,0 0 0,-1 0 0,1 0 0,-3-3 0,10 25 0,5 7 0,-2 0 0,0 0 0,-2 1 0,-1 0 0,-1 0 0,-1 1 0,-1-1 0,-3 45 0,1-66 0,-1 0 0,0 0 0,0 0 0,0 0 0,-4 7 0,3-10 0,1-7 0,1-9 0,1 9 0,1 0 0,0 0 0,0 0 0,1 0 0,-1 0 0,1 1 0,0-1 0,1 1 0,-1 0 0,1 0 0,-1 0 0,1 0 0,0 1 0,9-6 0,-9 6 0,0 0 0,1 1 0,-1 0 0,1 0 0,-1 0 0,1 1 0,-1-1 0,1 1 0,0 0 0,0 1 0,-1-1 0,1 1 0,0 0 0,0 0 0,0 0 0,7 2 0,-2 1 0,0 0 0,0 1 0,-1 0 0,0 1 0,10 5 0,-15-7 0,0-1 0,0 1 0,-1 0 0,1-1 0,-1 2 0,0-1 0,0 0 0,0 1 0,0-1 0,-1 1 0,1 0 0,-1 0 0,4 8 0,-6-11 0,0 1 0,1 0 0,-1-1 0,0 1 0,0 0 0,1 0 0,-1-1 0,-1 1 0,1 0 0,0 0 0,0-1 0,-1 1 0,1 0 0,-1-1 0,1 1 0,-1-1 0,0 1 0,1 0 0,-3 2 0,1-2 0,0 0 0,0 0 0,-1 0 0,1 0 0,-1 0 0,1 0 0,-1 0 0,0-1 0,1 1 0,-5 0 0,-2 2 0,-1-1 0,1-1 0,-1 0 0,0 0 0,-19 0 0,-157-3-1365,173 1-5461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31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 24575,'9'19'0,"-2"1"0,7 26 0,5 15 0,-18-59 0,-1-1 0,1 1 0,0-1 0,-1 0 0,1 1 0,0-1 0,0 1 0,0-1 0,0 0 0,0 0 0,0 0 0,0 0 0,0 0 0,1 0 0,-1 0 0,0 0 0,1 0 0,1 1 0,-2-2 0,1 0 0,-1 0 0,1 0 0,-1 1 0,0-2 0,1 1 0,-1 0 0,1 0 0,-1 0 0,0-1 0,1 1 0,-1-1 0,1 1 0,-1-1 0,0 1 0,0-1 0,1 0 0,-1 0 0,0 1 0,0-1 0,1-1 0,10-9 0,-1-1 0,0 0 0,-1-1 0,12-18 0,-5 7 0,-3 2 0,-12 17 0,1 0 0,0 0 0,0 1 0,0-1 0,1 1 0,-1 0 0,1 0 0,0 0 0,1 0 0,-1 0 0,6-2 0,-9 5 0,1 1 0,-1 0 0,1-1 0,-1 1 0,1 0 0,0 0 0,-1 0 0,1 0 0,-1 0 0,1 1 0,0-1 0,-1 0 0,1 1 0,-1-1 0,1 1 0,-1 0 0,1-1 0,-1 1 0,0 0 0,1 0 0,1 1 0,4 4 0,0 0 0,10 11 0,-10-9 0,19 19 0,130 126 0,-147-144-1365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32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24575,'38'15'0,"-2"2"0,0 1 0,-1 1 0,-1 2 0,-1 2 0,33 29 0,-19-9 0,-1 2 0,-2 2 0,39 55 0,-65-79 0,-2 1 0,-1 1 0,0 0 0,-2 1 0,-1 0 0,14 45 0,-23-59 0,0-1 0,-1 1 0,-1 0 0,0-1 0,-1 1 0,0 0 0,0 0 0,-3 14 0,1-18 0,-1 1 0,1-1 0,-1 0 0,0 0 0,-1 0 0,0 0 0,0 0 0,-1-1 0,0 0 0,0 0 0,-1 0 0,-8 7 0,-4 2-312,-1-2 0,0 0 0,-24 12 0,42-25 195,-13 8-6709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35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24575,'4'27'0,"1"1"0,1-2 0,1 1 0,13 30 0,55 93 0,-65-130 0,-6-14 0,-1 0 0,-1 0 0,5 12 0,-8-16 0,-3-5 0,-3-5 0,-8-17-1365,8 12-5461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35.6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75 24575,'29'-12'0,"13"-4"0,3 0 0,0 4 0,-6 3 0,-4 3 0,-7 3 0,-2 2 0,-3 1 0,-3 1 0,-3-1 0,-7 1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35.8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24575,'14'0'0,"11"0"0,3 0 0,-1 0 0,-3 0 0,0 0 0,-2 0 0,-2 0 0,-2 0 0,-4 0-8191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36.4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8 24575,'-25'-2'0,"8"-1"0,0 2 0,-1 0 0,1 1 0,0 0 0,-32 6 0,47-6 0,0 1 0,1-1 0,-1 1 0,0-1 0,0 1 0,1 0 0,-1-1 0,1 1 0,-1 0 0,1 0 0,-1 1 0,1-1 0,-1 0 0,1 0 0,0 1 0,0-1 0,0 0 0,0 1 0,0-1 0,-2 4 0,3-3 0,-1 0 0,1 0 0,-1 1 0,1-1 0,0 0 0,0 1 0,0-1 0,0 0 0,0 1 0,1-1 0,-1 0 0,1 1 0,1 3 0,1 2 0,1 0 0,0 0 0,1-1 0,-1 0 0,1 0 0,1 0 0,8 9 0,5 1 0,1-2 0,1 0 0,32 17 0,31 23 0,-81-53 0,0 1 0,0-1 0,-1 1 0,1 0 0,-1-1 0,4 7 0,-5-8 0,-1-1 0,0 0 0,0 1 0,1-1 0,-1 1 0,0-1 0,0 1 0,0-1 0,0 1 0,0-1 0,0 1 0,0-1 0,0 1 0,0-1 0,0 1 0,0 0 0,0-1 0,0 1 0,0-1 0,0 1 0,0-1 0,-1 1 0,0 0 0,1-1 0,-1 1 0,0 0 0,1-1 0,-1 1 0,0-1 0,0 1 0,0-1 0,1 1 0,-1-1 0,0 0 0,0 0 0,0 1 0,0-1 0,0 0 0,0 0 0,-1 0 0,-24 2 18,-1-1-1,1-2 1,-1 0-1,-28-6 1,-30-2-1471,71 8-5373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38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8 24575,'-1'-1'0,"-1"0"0,1 0 0,0 1 0,-1-1 0,1 0 0,0 1 0,-1-1 0,1 1 0,-1-1 0,1 1 0,-1 0 0,1 0 0,-1-1 0,1 1 0,-1 0 0,1 0 0,-3 1 0,3-1 0,1 1 0,-1-1 0,0 1 0,0-1 0,0 1 0,0-1 0,1 1 0,-1 0 0,0-1 0,0 1 0,1 0 0,-1 0 0,1 0 0,-1-1 0,1 1 0,-1 0 0,1 0 0,-1 0 0,1 0 0,0 0 0,-1 0 0,1 0 0,0 0 0,0 0 0,0 0 0,0 2 0,0 2 0,0 0 0,0-1 0,1 1 0,-1 0 0,1 0 0,0 0 0,1-1 0,-1 1 0,1-1 0,4 8 0,4 6 0,16 21 0,-2-2 0,-7-2-1365,-13-24-5461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1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143 30 24575,'7'-1'0,"71"-8"0,-70 8 0,0 1 0,1 0 0,-1 1 0,0 0 0,1 0 0,-1 1 0,9 3 0,-7 1 0,-10-6 0,1 0 0,-1 0 0,0 1 0,0-1 0,0 0 0,0 0 0,0 0 0,0 0 0,0 0 0,0 0 0,0 1 0,0-1 0,0 0 0,0 0 0,0 0 0,0 0 0,0 0 0,0 1 0,0-1 0,0 0 0,0 0 0,0 0 0,0 0 0,0 0 0,0 0 0,0 1 0,0-1 0,0 0 0,0 0 0,-1 0 0,1 0 0,0 0 0,0 0 0,0 0 0,0 0 0,0 1 0,0-1 0,0 0 0,-1 0 0,0 0 0,0 1 0,-1-1 0,1 1 0,0-1 0,-1 0 0,1 1 0,0-1 0,-1 0 0,1 0 0,0 0 0,-1 0 0,-1-1 0,-84-17 0,58 10 0,-49-6 0,7 13-312,56 1-741,3 0-5773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1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51 24575,'-22'-10'0,"-10"-3"0,-2 1 0,3 2 0,6 5 0,5 4 0,4 2 0,1 3 0,2 1 0,3 2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2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346 161 24575,'-45'-31'0,"0"-1"0,-2 3 0,-60-29 0,103 56 0,0 1 0,0-1 0,0 1 0,0 0 0,0 0 0,0 0 0,0 0 0,-1 1 0,1 0 0,0 0 0,0 0 0,-6 1 0,8-1 0,0 1 0,-1 0 0,1 0 0,0 0 0,0 0 0,0 0 0,0 0 0,0 1 0,0-1 0,1 1 0,-1-1 0,0 1 0,1 0 0,-1 0 0,1-1 0,-1 1 0,1 0 0,0 0 0,0 1 0,0-1 0,0 0 0,0 0 0,0 3 0,0-1 0,0-1 0,1 1 0,-1 0 0,1-1 0,0 1 0,0-1 0,0 1 0,0 0 0,1-1 0,0 1 0,-1-1 0,1 1 0,0-1 0,1 1 0,-1-1 0,1 0 0,1 4 0,4 4 0,1 1 0,1-1 0,10 11 0,-4-5 0,-7-8 0,2 1 0,-1-1 0,1-1 0,0 0 0,1 0 0,16 8 0,-19-12 0,0 0 0,0 0 0,1-1 0,-1 0 0,1 0 0,0-1 0,-1 0 0,1-1 0,0 0 0,11 0 0,-18-1 0,0-1 0,0 1 0,0 0 0,0-1 0,0 1 0,0-1 0,0 0 0,0 1 0,-1-1 0,1 0 0,0 0 0,-1 0 0,1 0 0,0-1 0,-1 1 0,1 0 0,-1-1 0,0 1 0,1-1 0,-1 1 0,0-1 0,0 0 0,0 1 0,0-1 0,0 0 0,-1 0 0,1 0 0,0 0 0,-1 0 0,1 1 0,-1-1 0,0-4 0,1 2 0,-1 0 0,0 0 0,0 0 0,-1 0 0,1 0 0,-1 0 0,0 0 0,0 0 0,0 0 0,0 0 0,-1 1 0,1-1 0,-1 0 0,0 1 0,-4-6 0,6 10 0,0-1 0,0 0 0,0 0 0,0 0 0,0 1 0,0-1 0,0 0 0,0 0 0,0 0 0,0 1 0,0-1 0,0 0 0,0 0 0,0 0 0,-1 1 0,1-1 0,0 0 0,0 0 0,0 0 0,0 0 0,0 1 0,0-1 0,-1 0 0,1 0 0,0 0 0,0 0 0,0 0 0,0 0 0,-1 0 0,1 1 0,0-1 0,0 0 0,0 0 0,-1 0 0,1 0 0,0 0 0,0 0 0,0 0 0,-1 0 0,1 0 0,0 0 0,0 0 0,0 0 0,-1 0 0,1 0 0,0 0 0,0 0 0,0 0 0,-1 0 0,1-1 0,0 1 0,0 0 0,0 0 0,0 0 0,-1 0 0,1 0 0,0 0 0,0 0 0,0-1 0,0 1 0,-1 0 0,3 18 0,7 17 0,21 50 0,-16-49 0,9 42 0,-22-76 0,-1 0 0,1 0 0,-1 0 0,0 0 0,1 0 0,-1-1 0,0 1 0,0 0 0,-1 0 0,1 0 0,0 0 0,-1 0 0,1 0 0,-1 0 0,1 0 0,-1-1 0,0 1 0,0 0 0,0 0 0,0-1 0,-2 3 0,1-2 0,0 0 0,0-1 0,0 1 0,-1-1 0,1 0 0,-1 0 0,1 0 0,-1 0 0,1 0 0,-1 0 0,1-1 0,-1 1 0,0-1 0,1 0 0,-4 1 0,-69-3-1365,62 1-5461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2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73 24575,'-15'-9'0,"-1"-2"0,-1 0 0,-1 2 0,1 0 0,-32-11 0,47 19 0,0 0 0,-1 1 0,1-1 0,0 1 0,0 0 0,0-1 0,0 1 0,0 0 0,0 0 0,0 1 0,-1-1 0,1 0 0,-4 2 0,6-2 0,-1 1 0,0 0 0,0-1 0,0 1 0,0 0 0,0 0 0,1-1 0,-1 1 0,0 0 0,1 0 0,-1 0 0,1 0 0,-1 0 0,1 0 0,-1 0 0,1 0 0,0 0 0,-1 0 0,1 0 0,0 0 0,0 0 0,0 0 0,0 0 0,0 1 0,0-1 0,0 0 0,0 1 0,1 7 0,1-1 0,0 0 0,0 1 0,1-1 0,0 0 0,0 0 0,0 0 0,1-1 0,1 1 0,9 12 0,4 3 0,39 37 0,-47-51 0,0 1 0,1-2 0,1 0 0,18 11 0,-23-15 0,0-1 0,1 0 0,0 0 0,-1 0 0,1-1 0,0 0 0,0-1 0,0 0 0,10 0 0,-16-1 0,0 0 0,0 0 0,0 0 0,-1 0 0,1 0 0,0-1 0,0 1 0,0-1 0,0 1 0,-1-1 0,1 0 0,0 0 0,0 0 0,-1 0 0,1 0 0,-1 0 0,1 0 0,-1 0 0,1-1 0,0-1 0,0 1 0,-1 0 0,0 0 0,0-1 0,0 1 0,0-1 0,0 1 0,-1-1 0,1 0 0,-1 1 0,1-1 0,-1 0 0,0-4 0,-1-3 0,0-1 0,-1 1 0,0 0 0,-1 0 0,0 0 0,-5-11 0,1 3 0,-1 2 0,-1-1 0,-1 1 0,0 1 0,-1 0 0,-1 0 0,-13-13 0,24 27-34,0 0 0,-1-1 0,1 1 0,-1 0 0,1 0-1,-1 0 1,0 0 0,1 0 0,-1 1 0,0-1 0,1 0 0,-1 1 0,0-1-1,0 1 1,0 0 0,1 0 0,-1-1 0,0 1 0,0 0 0,0 1-1,0-1 1,0 0 0,1 0 0,-1 1 0,0-1 0,0 1 0,1 0 0,-1-1-1,0 1 1,1 0 0,-1 0 0,0 0 0,1 0 0,0 0 0,-1 1 0,1-1-1,0 0 1,-1 1 0,0 1 0,-5 5-6792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3.1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177 100 24575,'-9'-4'0,"-12"-5"0,-28-10 0,44 18 0,-1-1 0,1 1 0,-1 0 0,0 0 0,0 0 0,0 1 0,1 0 0,-1 0 0,0 1 0,-7 1 0,11-2 0,1 1 0,0-1 0,-1 1 0,1-1 0,0 1 0,-1-1 0,1 1 0,0 0 0,0 0 0,-1 0 0,1 0 0,0 0 0,0 0 0,0 0 0,0 0 0,0 0 0,1 0 0,-1 0 0,-1 3 0,1-2 0,0 0 0,1 0 0,-1 1 0,1-1 0,0 0 0,0 1 0,0-1 0,0 0 0,0 1 0,0-1 0,1 3 0,1 5 0,1-1 0,0 1 0,1-1 0,7 14 0,-6-14 0,0 1 0,1-1 0,0-1 0,1 1 0,-1-1 0,2 0 0,-1-1 0,13 10 0,-15-13 0,0-1 0,0 0 0,0 0 0,0 0 0,1-1 0,-1 0 0,1 0 0,-1 0 0,1 0 0,0-1 0,0 0 0,-1-1 0,1 1 0,0-1 0,0 0 0,11-2 0,-13 2 0,-1-1 0,0 0 0,0 1 0,0-2 0,0 1 0,0 0 0,0 0 0,0-1 0,0 0 0,0 1 0,-1-1 0,1 0 0,-1-1 0,1 1 0,-1 0 0,0-1 0,3-2 0,-3 1 0,-1 1 0,1-1 0,0 1 0,-1-1 0,0 0 0,0 0 0,0 0 0,0 0 0,-1 0 0,0 0 0,1 0 0,-2-5 0,0-1 0,0 1 0,-1 0 0,0 0 0,0 1 0,-1-1 0,-1 0 0,1 1 0,-1-1 0,-1 1 0,1 0 0,-9-10 0,6 10-97,-1 0-1,0 1 1,0 0-1,0 0 1,-1 1-1,0 0 1,0 0-1,-1 1 1,1 1-1,-1-1 1,0 1-1,0 1 0,-21-4 1,18 4-6729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3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41 24575,'-2'0'0,"-12"-4"0,-1 0 0,0 1 0,-26-1 0,37 4 0,0 0 0,0 0 0,0 1 0,0-1 0,0 1 0,0 0 0,0 0 0,-5 3 0,7-3 0,0 0 0,0 0 0,0 1 0,0-1 0,0 0 0,0 1 0,0 0 0,1-1 0,-1 1 0,1 0 0,-1 0 0,1 0 0,0 0 0,0 0 0,-2 3 0,2 0 0,0 0 0,0 0 0,0-1 0,1 1 0,0 0 0,0 0 0,0 0 0,0-1 0,1 1 0,-1 0 0,1 0 0,0-1 0,4 10 0,0 0 0,1-1 0,1 1 0,10 15 0,-11-18 0,2-1 0,0 0 0,0 0 0,0 0 0,1-1 0,20 15 0,-24-20 0,-1-1 0,1 0 0,0-1 0,0 1 0,0-1 0,0 0 0,1 0 0,-1-1 0,0 0 0,1 0 0,-1 0 0,1 0 0,-1-1 0,1 0 0,0 0 0,-1 0 0,1-1 0,8-2 0,-12 2 0,1 1 0,-1-1 0,1 0 0,-1 0 0,1-1 0,-1 1 0,0 0 0,0-1 0,0 1 0,1-1 0,-1 0 0,-1 0 0,1 0 0,0 0 0,3-4 0,-3 2 0,-1 1 0,1-1 0,0 0 0,-1 0 0,0 0 0,0 0 0,0 0 0,-1 0 0,1-6 0,-1-1 0,0 1 0,-1-1 0,-1 1 0,1 0 0,-2 0 0,0 0 0,-5-15 0,2 11 24,-1 1 0,0 0 0,-1 0 0,-10-13 0,12 18-210,-1 1 1,1 0-1,-1 0 0,0 1 1,-1 0-1,1 0 1,-14-7-1,8 7-6640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4.3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28 24575,'-8'-4'0,"-44"-14"0,47 16 0,-1 1 0,0 0 0,0 0 0,1 1 0,-1-1 0,0 1 0,-6 1 0,11-1 0,0 0 0,-1 0 0,1 0 0,0 1 0,0-1 0,0 0 0,-1 1 0,1-1 0,0 1 0,0-1 0,0 1 0,0-1 0,0 1 0,0 0 0,0 0 0,0-1 0,0 1 0,0 0 0,0 0 0,1 0 0,-1 0 0,0 0 0,0 2 0,0-2 0,1 1 0,-1 0 0,1 0 0,0 0 0,0 0 0,0 0 0,0 0 0,0-1 0,0 1 0,0 0 0,1 0 0,-1 0 0,2 3 0,1 4 0,1 0 0,1-1 0,0 1 0,9 12 0,-2-5 0,1-1 0,0 0 0,20 15 0,47 33 0,-45-37 0,39 37 0,-73-62 0,-1 0 0,1 0 0,0 0 0,0 0 0,0 0 0,-1 0 0,1 0 0,0 0 0,-1 0 0,1 0 0,-1 0 0,1 0 0,-1 0 0,1 0 0,-1 1 0,0-1 0,0 0 0,0 0 0,1 0 0,-1 2 0,-1-2 0,1 0 0,-1 0 0,1 0 0,-1 0 0,1 0 0,-1 0 0,0-1 0,1 1 0,-1 0 0,0 0 0,0-1 0,1 1 0,-1 0 0,0-1 0,0 1 0,0-1 0,0 1 0,0-1 0,0 1 0,0-1 0,0 0 0,0 1 0,-2-1 0,-3 1 0,-1 0 0,0 0 0,0 0 0,1-1 0,-1 0 0,0-1 0,-12-1 0,-49-16 0,35 9 0,-13-2 0,24 7 0,-42-15 0,57 16-1365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5.2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77 24575,'-16'-8'0,"-12"-7"0,0 2 0,-49-16 0,74 29 0,1-1 0,-1 0 0,0 1 0,0 0 0,1-1 0,-1 1 0,0 0 0,0 0 0,1 1 0,-1-1 0,0 0 0,0 1 0,1 0 0,-5 1 0,6-1 0,-1 0 0,1 0 0,0-1 0,0 1 0,0 0 0,0 0 0,0 0 0,1 0 0,-1 1 0,0-1 0,0 0 0,1 0 0,-1 0 0,1 1 0,-1-1 0,1 0 0,-1 1 0,1-1 0,0 0 0,-1 1 0,1-1 0,0 0 0,0 1 0,0-1 0,0 0 0,1 1 0,-1-1 0,0 1 0,0-1 0,2 3 0,0 2 0,0 0 0,0 0 0,1 0 0,0 0 0,1 0 0,-1-1 0,1 1 0,8 8 0,5 4 0,19 15 0,-32-29 0,5 4 0,0-1 0,1 0 0,0-1 0,-1 0 0,2 0 0,-1-1 0,1-1 0,0 0 0,0 0 0,0-1 0,0 0 0,1-1 0,-1 0 0,1-1 0,-1-1 0,20 0 0,-29 0 0,0-1 0,0 1 0,0 0 0,0-1 0,0 0 0,0 1 0,0-1 0,0 0 0,0 0 0,-1 0 0,1 0 0,0 0 0,-1 0 0,1-1 0,-1 1 0,1 0 0,1-4 0,-1 2 0,0 0 0,0 0 0,-1 0 0,1 0 0,-1 0 0,0-1 0,0 1 0,0 0 0,0-6 0,0-4 0,-1 0 0,0 0 0,-1 0 0,-3-19 0,2 19 0,-1-1 0,0 1 0,-1 1 0,0-1 0,-7-13 0,6 20 0,5 9 0,7 14 0,8 6 0,0 0 0,1-1 0,2-1 0,0 0 0,1-2 0,1 0 0,27 20 0,-37-32 0,0-1 0,0-1 0,17 8 0,-23-11 0,1 0 0,-1-1 0,1 0 0,0 1 0,0-1 0,-1-1 0,1 1 0,0-1 0,0 0 0,0 0 0,5-1 0,-8 0 0,1 0 0,-1 0 0,0 0 0,1 0 0,-1 0 0,0 0 0,0-1 0,0 1 0,0-1 0,0 0 0,0 1 0,-1-1 0,1 0 0,0 0 0,-1 0 0,0 0 0,1 0 0,-1-1 0,0 1 0,0 0 0,0-1 0,0 1 0,-1 0 0,1-1 0,-1 1 0,1-1 0,-1-2 0,1-5 0,-1 0 0,0 0 0,0 0 0,-1 0 0,-3-14 0,4 24 0,0 0 0,-1-1 0,1 1 0,0-1 0,0 1 0,0-1 0,0 1 0,0-1 0,0 1 0,0-1 0,0 1 0,0 0 0,0-1 0,0 1 0,0-1 0,0 1 0,0-1 0,1 1 0,-1 0 0,0-1 0,0 1 0,1-1 0,6 5 0,13 19 0,-15-16 0,12 10 0,19 17 0,-31-29 0,0-1 0,1 0 0,0 0 0,0 0 0,0-1 0,0 0 0,1 0 0,8 2 0,-13-4 0,0-1 0,1 1 0,-1-1 0,0 0 0,0 0 0,0 0 0,0 0 0,0 0 0,0-1 0,0 1 0,0-1 0,0 1 0,0-1 0,0 0 0,0 0 0,0 1 0,0-1 0,-1-1 0,1 1 0,0 0 0,-1 0 0,1-1 0,-1 1 0,1-1 0,-1 1 0,0-1 0,1 1 0,-1-1 0,0 0 0,0 0 0,1-2 0,1-4 0,0 0 0,0-1 0,0 1 0,-1-1 0,2-15 0,-4 22 0,0 1 0,0 0 0,0 0 0,0 0 0,0 0 0,1 0 0,-1 1 0,0-1 0,1 0 0,-1 0 0,1 0 0,-1 0 0,1 0 0,0 0 0,0 0 0,0 0 0,-1 1 0,0 0 0,1 0 0,-1-1 0,1 1 0,-1 0 0,1 0 0,-1 0 0,1 0 0,-1-1 0,1 1 0,-1 0 0,1 0 0,-1 0 0,1 0 0,0 1 0,-1-1 0,1 0 0,-1 0 0,1 0 0,0 0 0,3 2 0,0 1 0,0-1 0,-1 0 0,1 1 0,5 5 0,0-1 0,2 0 0,-1 0 0,2 0 0,-1-1 0,1-1 0,0 0 0,0 0 0,0-2 0,21 5 0,-4-4 0,1-1 0,47-1 0,-75-2-91,0 0 0,1 0 0,-1 0 0,0 0 0,0 0 0,0 0 0,0 1 0,0-1 0,1 1 0,-1-1 0,0 1 0,0 0 0,-1 0 0,4 2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5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85 219 24575,'1'1'0,"78"209"0,-79-207 0,2 3 0,0-1 0,0 1 0,-1-1 0,0 1 0,0 0 0,-1 0 0,1 0 0,-2 8 0,1-14 0,0 0 0,0 0 0,0 0 0,0 0 0,0 1 0,0-1 0,0 0 0,0 0 0,0 0 0,0 0 0,0 0 0,0 0 0,0 0 0,0 0 0,0 0 0,0 0 0,-1 0 0,1 0 0,0 1 0,0-1 0,0 0 0,0 0 0,0 0 0,0 0 0,0 0 0,0 0 0,0 0 0,-1 0 0,1 0 0,0 0 0,0 0 0,0 0 0,0 0 0,0 0 0,0 0 0,0 0 0,0 0 0,0 0 0,-1 0 0,1 0 0,0 0 0,0 0 0,0 0 0,0 0 0,0-1 0,0 1 0,-6-4 0,-3-7 0,-20-29 0,-23-47 0,43 71 0,-3-5 0,1 0 0,1-1 0,-11-37 0,18 49 0,1 0 0,0 0 0,0 0 0,1 0 0,0 0 0,1-1 0,0 1 0,0 0 0,2 0 0,3-20 0,-3 25 0,0 0 0,1 0 0,-1 0 0,1 1 0,0-1 0,0 1 0,0 0 0,1 0 0,-1 0 0,1 0 0,0 1 0,0-1 0,1 1 0,-1 0 0,1 1 0,-1-1 0,1 1 0,0-1 0,0 1 0,0 1 0,0-1 0,0 1 0,0 0 0,0 0 0,7 0 0,-8 1 0,1-1 0,-1 1 0,1 0 0,-1 1 0,0-1 0,1 1 0,-1 0 0,0 0 0,0 0 0,0 0 0,1 1 0,-1-1 0,-1 1 0,1 0 0,0 1 0,0-1 0,-1 1 0,1-1 0,-1 1 0,0 0 0,0 1 0,0-1 0,0 0 0,-1 1 0,1-1 0,-1 1 0,0 0 0,0 0 0,0 0 0,2 7 0,-3-8-6,-1 0 0,1 0 0,-1 0 0,0 0 0,0 0 0,0 0 0,0 0 0,0 0 0,-1 0 0,1 0-1,-1 0 1,0 0 0,-1 3 0,0-1 35,0 0-1,-1 0 0,0-1 0,0 1 1,0-1-1,-7 7 0,-3 2-344,-1-1-1,0-1 1,-20 12 0,30-21 103,-18 12-6613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6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104 719 24575,'13'-7'0,"1"0"0,-1-1 0,0 0 0,20-18 0,-30 23 0,1-1 0,0 0 0,-1 0 0,0 0 0,0 0 0,0-1 0,-1 1 0,1-1 0,-1 1 0,0-1 0,0 0 0,-1 0 0,1 0 0,-1 0 0,-1 0 0,1-1 0,0-7 0,-2 0 0,0 0 0,-1 0 0,-1 0 0,0 0 0,-6-17 0,-30-62 0,25 61 0,-140-324 0,154 355 0,0 1 0,0-1 0,0 0 0,0 0 0,0 0 0,0 0 0,0 0 0,0 0 0,0 0 0,0 0 0,0 0 0,0 0 0,0 0 0,0 0 0,0 0 0,0 0 0,-1 0 0,1 0 0,0 0 0,0 0 0,0 0 0,0 0 0,0 0 0,0 0 0,0 0 0,0 0 0,0 1 0,0-1 0,0 0 0,0 0 0,0 0 0,0 0 0,0 0 0,0 0 0,0 0 0,0 0 0,-1 0 0,1 0 0,0 0 0,0 0 0,0-1 0,0 1 0,0 0 0,0 0 0,0 0 0,0 0 0,0 0 0,0 0 0,0 0 0,0 0 0,0 0 0,0 0 0,0 0 0,-1 11 0,0 14 0,6 49 0,2 0 0,23 93 0,-25-145 0,1 0 0,1-1 0,1 0 0,1 0 0,1-1 0,0 0 0,2-1 0,19 26 0,-23-35 0,0-1 0,1 1 0,0-2 0,1 1 0,0-1 0,0 0 0,1-1 0,-1 0 0,2-1 0,-1 0 0,1-1 0,0 0 0,0-1 0,0-1 0,0 1 0,16 1 0,-20-5 0,0 1 0,0-1 0,0 0 0,-1-1 0,1 0 0,0 0 0,0-1 0,0 1 0,-1-2 0,1 1 0,-1-1 0,0 0 0,8-6 0,-9 6 0,-1-1 0,0 0 0,0 0 0,0 0 0,-1-1 0,1 0 0,-1 0 0,0 0 0,-1 0 0,1 0 0,-1-1 0,0 0 0,0 0 0,-1 0 0,0 0 0,3-9 0,-3 5 0,-1 0 0,0 0 0,0 0 0,-1 0 0,0 0 0,-3-18 0,3 23 0,-1 1 0,0 0 0,0 0 0,0 0 0,-1-1 0,1 1 0,-1 1 0,0-1 0,0 0 0,-1 0 0,1 1 0,-1-1 0,1 1 0,-1 0 0,0 0 0,0 0 0,-1 0 0,-4-3 0,7 6 0,0-1 0,0 0 0,0 1 0,0-1 0,0 1 0,0 0 0,0-1 0,0 1 0,0 0 0,0-1 0,0 1 0,-1 0 0,1 0 0,0 0 0,0 0 0,0 0 0,0 1 0,0-1 0,-1 0 0,1 0 0,0 1 0,0-1 0,0 1 0,-1 0 0,0 0 0,1 0 0,-1 1 0,1-1 0,-1 1 0,1 0 0,0-1 0,-1 1 0,1 0 0,0 0 0,0 0 0,1-1 0,-2 4 0,0 3 0,0-1 0,0 0 0,1 1 0,0-1 0,0 1 0,1 11 0,2-7 0,0 1 0,1 0 0,0-1 0,1 0 0,0 0 0,1 0 0,6 12 0,3 0 0,0-1 0,23 27 0,-30-41 0,0 0 0,1-1 0,0-1 0,1 1 0,14 9 0,-20-14 0,0-1 0,0 0 0,1-1 0,-1 1 0,0-1 0,1 1 0,-1-1 0,1 0 0,-1 0 0,1-1 0,-1 1 0,1-1 0,0 1 0,-1-1 0,1 0 0,0-1 0,-1 1 0,1-1 0,0 1 0,-1-1 0,4-2 0,-4 2-124,-1 0 0,0-1 0,0 1 0,0-1 0,0 1 0,0-1-1,0 0 1,0 0 0,-1 0 0,3-3 0,0-3-6702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6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48 24575,'-10'-8'0,"-28"-19"0,34 25 0,1 1 0,0-1 0,-1 1 0,1-1 0,-1 1 0,1 0 0,-1 0 0,1 1 0,-8-1 0,10 1 0,0 0 0,-1 0 0,1 0 0,0 1 0,-1-1 0,1 1 0,0-1 0,0 1 0,-1-1 0,1 1 0,0 0 0,0 0 0,0-1 0,0 1 0,0 0 0,0 0 0,0 0 0,0 0 0,1 0 0,-1 0 0,0 0 0,0 1 0,1-1 0,-1 0 0,1 0 0,-1 0 0,1 1 0,-1-1 0,1 0 0,0 1 0,0-1 0,0 3 0,-1 3 0,0 1 0,1 0 0,0 0 0,2 9 0,4 17 0,2-2 0,16 46 0,8 34 0,-31-109 12,-1 0 0,1 0 0,-1 0 0,0 0 0,0 0 0,0 0 0,0 1 0,0-1 0,-2 3 0,2-4-83,-1-1 1,1 0-1,-1 1 0,0-1 0,1 0 1,-1 1-1,0-1 0,0 0 1,0 0-1,0 0 0,0 0 0,0 0 1,0 0-1,0 0 0,-1 0 1,1 0-1,0 0 0,0-1 0,-1 1 1,-1 0-1,-8 2-6755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7.3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363 7 24575,'0'0'0,"0"-1"0,1 1 0,-1 0 0,0 0 0,0-1 0,0 1 0,0 0 0,-1 0 0,1-1 0,0 1 0,0 0 0,0 0 0,0 0 0,0-1 0,0 1 0,0 0 0,0 0 0,0 0 0,-1-1 0,1 1 0,0 0 0,0 0 0,0 0 0,0 0 0,0-1 0,-1 1 0,1 0 0,0 0 0,0 0 0,0 0 0,-1 0 0,1 0 0,0-1 0,-1 1 0,-8 3 0,-8 9 0,6 0 0,0 1 0,1 0 0,1 0 0,-14 26 0,-25 64 0,45-97 0,-135 389 0,132-375 0,3-9 0,-55 166 0,55-169-341,1 0 0,0 1-1,-2 12 1,3-10-6485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8.1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3 24575,'-8'-1'0,"0"0"0,0 0 0,-1 1 0,1 1 0,0-1 0,-1 1 0,-8 3 0,15-4 0,0 1 0,0 0 0,0 0 0,0-1 0,0 1 0,0 1 0,0-1 0,0 0 0,0 0 0,0 1 0,1-1 0,-1 1 0,0-1 0,1 1 0,0 0 0,-1-1 0,1 1 0,0 0 0,0 0 0,0 0 0,0 0 0,0 0 0,0 0 0,1 1 0,-1-1 0,1 0 0,-1 0 0,1 0 0,0 1 0,0-1 0,0 3 0,1 3 0,1 0 0,-1 0 0,1 0 0,1-1 0,-1 1 0,1-1 0,0 0 0,5 8 0,37 55 0,-43-68 0,71 91 0,-72-92 0,0 0 0,0 0 0,-1 0 0,1 0 0,0 0 0,-1 0 0,1 0 0,-1 0 0,1 0 0,-1 0 0,0 0 0,1 1 0,-1-1 0,0 0 0,0 0 0,0 3 0,0-4 0,0 1 0,0-1 0,-1 0 0,1 1 0,0-1 0,-1 1 0,1-1 0,0 1 0,-1-1 0,1 0 0,0 1 0,-1-1 0,1 0 0,-1 1 0,1-1 0,-1 0 0,1 1 0,-1-1 0,1 0 0,-1 0 0,1 0 0,-1 0 0,1 0 0,-1 1 0,0-1 0,-3 0 0,1 0 0,-1 0 0,0 0 0,0 0 0,1-1 0,-1 0 0,0 0 0,-6-2 0,-112-57 0,83 39 0,38 21 0,0-1 0,0 1 0,0 0 0,0-1 0,0 0 0,1 1 0,-1-1 0,0 1 0,0-1 0,1 0 0,-1 0 0,0 1 0,1-1 0,-1 0 0,0 0 0,0-1 0,1 2 0,0-1 0,0 1 0,1 0 0,-1-1 0,0 1 0,0 0 0,0-1 0,0 1 0,0 0 0,0-1 0,1 1 0,-1 0 0,0 0 0,0-1 0,0 1 0,1 0 0,-1-1 0,0 1 0,0 0 0,1 0 0,-1 0 0,0-1 0,1 1 0,-1 0 0,0 0 0,1 0 0,-1 0 0,1-1 0,3 0 0,1 0 0,-1 0 0,1 0 0,0 0 0,6 0 0,71 2 0,-41 1 0,51-6 0,-80 3 0,0-1 0,0 0 0,0-1 0,0-1 0,-1 0 0,1 0 0,-1-1 0,17-10 0,-24 12 0,0 0 0,-1 0 0,0 0 0,1 0 0,-1 0 0,0-1 0,-1 0 0,1 1 0,-1-1 0,0 0 0,1 0 0,1-6 0,-3 7 0,0-1 0,0 1 0,0-1 0,0 0 0,-1 1 0,1-1 0,-1 0 0,0 1 0,0-1 0,0 0 0,-1 1 0,1-1 0,-1 0 0,0 1 0,-2-6 0,3 8 0,0 1 0,0-1 0,-1 0 0,1 0 0,0 1 0,-1-1 0,1 0 0,0 0 0,-1 1 0,1-1 0,-1 0 0,1 1 0,-1-1 0,0 1 0,1-1 0,-1 0 0,1 1 0,-1-1 0,0 1 0,0 0 0,1-1 0,-1 1 0,0 0 0,0-1 0,1 1 0,-1 0 0,0 0 0,0 0 0,0-1 0,1 1 0,-1 0 0,0 0 0,0 0 0,0 0 0,1 1 0,-1-1 0,0 0 0,0 0 0,0 0 0,1 1 0,-1-1 0,0 0 0,0 1 0,1-1 0,-1 1 0,-1 0 0,0 1 0,0 0 0,0 0 0,0 0 0,0 0 0,0 0 0,0 0 0,1 1 0,-1-1 0,1 1 0,0-1 0,-1 1 0,0 4 0,1 0 0,0 0 0,0 0 0,0 0 0,1 0 0,0 0 0,1 0 0,-1 0 0,1 1 0,1-1 0,-1-1 0,1 1 0,1 0 0,-1 0 0,1-1 0,0 1 0,1-1 0,-1 0 0,7 8 0,-5-8 0,0 0 0,0-1 0,0 1 0,1-1 0,0 0 0,0-1 0,0 1 0,0-1 0,1-1 0,-1 1 0,1-1 0,0 0 0,0 0 0,1-1 0,-1 0 0,0-1 0,10 2 0,-5-3-124,0 0 0,0 0 0,0-1 0,0-1 0,0 0 0,0-1-1,-1 0 1,1-1 0,-1 0 0,19-10 0,-18 9-6702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8.4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81 1 24575,'-7'4'0,"0"0"0,0 1 0,1 1 0,0-1 0,0 1 0,0 0 0,0 0 0,1 1 0,0-1 0,-4 9 0,8-12 0,-1 1 0,0 0 0,1-1 0,0 1 0,0 0 0,0 0 0,0 0 0,1 0 0,-1 0 0,1 0 0,0 0 0,1 0 0,-1 0 0,0 0 0,1 0 0,0 0 0,0 0 0,0 0 0,1 0 0,-1 0 0,1-1 0,3 6 0,5 6 0,2 0 0,0-1 0,0 0 0,1-1 0,1-1 0,0 0 0,1 0 0,0-2 0,1 0 0,21 11 0,27 4-1365,-48-19-5461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39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0 110 24575,'14'-110'0,"-14"116"0,1-1 0,-1 0 0,1 0 0,0 1 0,0-1 0,3 6 0,0 4 0,70 236 0,-53-191 0,69 188 0,-83-232 0,0 1 0,18 30 0,-19-40 0,-6-14 0,-6-13 0,0 9-455,1 1 0,-10-12 0,6 12-6371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39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24575,'22'-3'0,"12"0"0,5 0 0,-1 0 0,-2 2 0,-6-1 0,-4 2 0,-5-3 0,-3 0 0,-3 0 0,-1-2 0,-2-2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39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24575,'-1'1'0,"1"-1"0,-1 0 0,1 0 0,-1 0 0,1 0 0,0 0 0,-1 1 0,1-1 0,-1 0 0,1 0 0,0 1 0,-1-1 0,1 0 0,0 0 0,-1 1 0,1-1 0,0 0 0,-1 1 0,1-1 0,0 1 0,0-1 0,-1 0 0,1 1 0,0-1 0,0 1 0,0-1 0,0 1 0,0-1 0,0 1 0,0-1 0,-1 0 0,1 1 0,0-1 0,1 1 0,-1 0 0,2 18 0,4 7 0,1-1 0,1 1 0,14 27 0,42 69 0,-50-102 0,24 29 0,-23-32 0,21 34 0,-35-48-105,1-1 0,-1 1 0,0-1 0,0 1 0,1-1 0,-2 1 0,1 0 0,0 0 0,-1 0 0,1-1 0,-1 1 0,0 4 0,-2 2-6721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0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44 24575,'-8'-4'0,"-42"-24"0,44 26 0,1 0 0,0 0 0,-1 1 0,1-1 0,-1 1 0,1 0 0,-11 0 0,14 1 0,1 0 0,-1 0 0,1 0 0,-1 0 0,1 1 0,0-1 0,-1 0 0,1 1 0,-1-1 0,1 1 0,0-1 0,0 1 0,-1 0 0,1-1 0,0 1 0,0 0 0,0 0 0,0 0 0,0 0 0,0 0 0,0 0 0,-1 2 0,1-1 0,0 0 0,0 0 0,0 1 0,0-1 0,1 0 0,-1 1 0,1-1 0,0 0 0,0 1 0,0-1 0,0 0 0,0 4 0,2 3 0,0 0 0,0 0 0,1 0 0,0-1 0,8 17 0,-5-14 0,1 0 0,1 0 0,0-1 0,0 0 0,1 0 0,0-1 0,1 0 0,0 0 0,0-1 0,1-1 0,0 0 0,0 0 0,1-1 0,20 7 0,-29-11 0,1-1 0,-1-1 0,0 1 0,1 0 0,-1-1 0,0 0 0,1 1 0,-1-1 0,1-1 0,-1 1 0,0 0 0,1-1 0,4-1 0,-6 1 0,0 0 0,-1 0 0,1 0 0,0 0 0,-1-1 0,1 1 0,-1 0 0,0-1 0,1 1 0,-1-1 0,0 1 0,0-1 0,0 0 0,0 0 0,0 1 0,0-1 0,-1 0 0,1 0 0,-1 0 0,1 0 0,-1 0 0,1 0 0,-1 1 0,0-4 0,0-2 0,0 1 0,-1-1 0,0 1 0,0 0 0,0-1 0,-1 1 0,0 0 0,0 0 0,0 0 0,-1 0 0,0 1 0,-5-9 0,0 2 0,0 1 0,-1-1 0,-1 1 0,-15-13 0,18 18-124,-2-1 0,1 2 0,0-1 0,-1 1 0,0 0 0,0 1-1,-1 0 1,1 1 0,-1-1 0,-17-2 0,13 4-6702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0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0 140 24575,'1'2'0,"0"0"0,1 1 0,-1-1 0,0 0 0,1 0 0,-1 0 0,1 0 0,0 0 0,0 0 0,3 2 0,-2-1 0,13 11 0,0 0 0,1-1 0,29 18 0,-34-24 0,0-1 0,0-1 0,0 0 0,1 0 0,0-2 0,0 1 0,13 1 0,-24-5 0,-1 0 0,0 1 0,1-1 0,-1 0 0,0 0 0,1 0 0,-1 0 0,1 0 0,-1 0 0,0 0 0,1-1 0,-1 1 0,0 0 0,1-1 0,-1 1 0,0-1 0,1 1 0,-1-1 0,0 0 0,0 1 0,0-1 0,0 0 0,0 0 0,0 0 0,0 0 0,0 0 0,0 0 0,0 0 0,0 0 0,0-1 0,-1 1 0,1 0 0,0 0 0,-1-1 0,0 1 0,1 0 0,-1-1 0,1 1 0,-1-2 0,0-1 0,0-1 0,0 1 0,0 0 0,-1 0 0,0 0 0,1 0 0,-1 0 0,-1 0 0,1 0 0,-1 0 0,1 1 0,-4-6 0,2 4 0,-4-8 0,9 11 0,7 5 0,34 20 0,-34-17 0,1-1 0,1 1 0,-1-2 0,1 1 0,-1-2 0,1 1 0,0-1 0,12 1 0,-14-3 0,-1-1 0,0 0 0,0 0 0,1-1 0,-1 0 0,0 0 0,0-1 0,0 0 0,9-4 0,-15 5 0,0 0 0,0 0 0,1 0 0,-1-1 0,0 1 0,0-1 0,0 1 0,0-1 0,0 1 0,-1-1 0,1 0 0,0 0 0,-1 0 0,0 0 0,1 0 0,-1-1 0,0 1 0,0 0 0,0 0 0,0-1 0,-1 1 0,1-1 0,0 1 0,-1-1 0,0 1 0,0-1 0,0 1 0,0-1 0,0 1 0,0-1 0,0 1 0,-1-1 0,0 1 0,0-3 0,-1-3 10,-1 1 0,0-1 0,0 1 0,-1 0 0,0 0 0,0 0 0,-1 0 0,0 1 0,0 0 0,0 0 0,-10-8 0,3 4-258,0 1 1,0 1-1,-1 0 1,-1 0-1,-14-6 1,10 7-6579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1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37 24575,'-7'-13'0,"-7"-9"0,14 22 0,0 0 0,0 0 0,0 0 0,0 0 0,0 0 0,0 0 0,0 0 0,0 0 0,0-1 0,0 1 0,0 0 0,0 0 0,0 0 0,0 0 0,0 0 0,0 0 0,0 0 0,0 0 0,0 0 0,0 0 0,-1 0 0,1 0 0,0 0 0,0 0 0,0 0 0,0 0 0,0 0 0,0 0 0,0 0 0,0 0 0,0 0 0,0 0 0,0 0 0,0 0 0,-1 0 0,1 0 0,0 0 0,0 0 0,0 0 0,0 0 0,0 0 0,0 0 0,0 0 0,0 0 0,0 0 0,0 0 0,0 0 0,0 0 0,0 0 0,-1 0 0,1 0 0,0 0 0,0 0 0,0 0 0,0 0 0,0 1 0,0-1 0,0 0 0,0 0 0,0 7 0,3 9 0,123 302 0,-86-227 0,-22-47-455,3-2 0,38 60 0,-51-91-6371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1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75 24575,'-29'-8'0,"-15"-4"0,-2-1 0,1 3 0,4 0 0,6 1 0,5 3 0,4 2 0,5 2 0,3 1 0,0 1 0,0 3 0,1 1 0,1-1 0,1 3 0,0-1 0,3 0-8191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1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7 24575,'-11'-1'0,"2"-1"0,0 0 0,0 1 0,0 0 0,-1 1 0,1 0 0,0 1 0,0 0 0,-15 3 0,22-3 0,0-1 0,1 1 0,-1 0 0,0 0 0,1 0 0,-1 0 0,1 0 0,-1 0 0,1 1 0,0-1 0,-1 0 0,1 1 0,0-1 0,0 1 0,0 0 0,0-1 0,0 1 0,0 0 0,1-1 0,-1 1 0,1 0 0,-1 0 0,1-1 0,-1 1 0,1 0 0,0 0 0,0 0 0,0 0 0,0 0 0,0 0 0,0-1 0,1 1 0,-1 0 0,2 3 0,-1 0 0,1 1 0,0 0 0,0 0 0,1-1 0,0 1 0,0-1 0,0 0 0,0 0 0,7 7 0,-3-6 0,0 0 0,0 0 0,0-1 0,1 0 0,0 0 0,0-1 0,0 0 0,13 5 0,-4-4 0,1 0 0,-1-1 0,24 3 0,-38-7 0,0 1 0,-1-1 0,1 0 0,0 0 0,-1 0 0,1 0 0,0-1 0,-1 1 0,1-1 0,0 0 0,-1 1 0,1-1 0,-1 0 0,1-1 0,-1 1 0,0 0 0,1-1 0,-1 1 0,0-1 0,0 0 0,0 1 0,2-4 0,-1 1 0,-1 1 0,-1 0 0,1-1 0,0 1 0,-1-1 0,0 0 0,0 1 0,0-1 0,0 0 0,0 0 0,-1 0 0,0 0 0,0 1 0,0-1 0,-1-5 0,1 6-5,0-1-1,-1 0 0,0 0 0,0 1 1,0-1-1,-1 1 0,1-1 0,-1 1 1,0 0-1,0-1 0,0 1 0,0 0 1,-3-3-1,1 2 31,0 0 0,-1 0 0,1 1 0,-1-1 0,0 1 0,0 0 0,-10-4 0,2 3-237,0 0 0,0 0 0,0 1-1,-1 1 1,1 0 0,-20 0 0,15 2-6614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33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2463 58 24575,'191'-26'0,"-170"24"0,25 1 0,-33 1 0,0 0 0,0 0 0,1-2 0,-1 0 0,19-5 0,-44 5 0,-10 1 0,9 1 0,-253 9 0,174-3 0,-105-7 0,84-6 0,-47 0 0,-13-1 0,-8 1 0,-342 8 0,500 0 0,-30 5 0,29-2 0,-29 0 0,-347-5 0,389 0 0,0 0 0,-19-4 0,18 2 0,1 1 0,-15-1 0,16 3 0,-168 1 0,128 6 0,-12 0 0,-32 2-1365,75-6-5461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34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55 24575,'-61'-55'0,"119"112"0,7 7 0,-36-40 0,185 148 0,-206-166 0,-6-4 0,0 0 0,1-1 0,-1 1 0,1-1 0,-1 1 0,1-1 0,3 1 0,-6-2-1,0 0 0,0 0-1,0 0 1,0 0-1,0 0 1,0 0 0,0 0-1,0 0 1,0 0 0,0 0-1,0 0 1,0 0-1,0 0 1,0 0 0,0 0-1,1 0 1,-1 0 0,0 0-1,0 0 1,0 0 0,0 0-1,0 0 1,0 0-1,0 0 1,0 0 0,0 0-1,0-1 1,0 1 0,0 0-1,0 0 1,0 0-1,0 0 1,0 0 0,0 0-1,0 0 1,0 0 0,0 0-1,0 0 1,0 0-1,0 0 1,0 0 0,0 0-1,0 0 1,0 0 0,0-1-1,0 1 1,0 0 0,0 0-1,0 0 1,0 0-1,0 0 1,0 0 0,0 0-1,0 0 1,0 0 0,0 0-1,0 0 1,0 0-1,0 0 1,0 0 0,0 0-1,0 0 1,-1 0 0,1 0-1,0 0 1,-4-8 188,-9-8-1112,12 14 388,-5-6-6289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35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49 24575,'0'-6'0,"0"1"0,0 1 0,0-1 0,-1 0 0,-1-8 0,2 12 0,0 1 0,0-1 0,-1 1 0,1-1 0,0 1 0,0-1 0,-1 1 0,1-1 0,0 1 0,0-1 0,-1 1 0,1 0 0,-1-1 0,1 1 0,0-1 0,-1 1 0,1 0 0,-1 0 0,1-1 0,-1 1 0,1 0 0,-1 0 0,1-1 0,-1 1 0,1 0 0,-1 0 0,1 0 0,-1 0 0,1 0 0,-1 0 0,1 0 0,-1 0 0,1 0 0,-1 0 0,0 0 0,1 0 0,-1 0 0,1 0 0,-1 0 0,1 1 0,-1-1 0,1 0 0,-1 0 0,1 1 0,0-1 0,-1 0 0,1 1 0,-1-1 0,1 0 0,-1 1 0,1 0 0,-19 13 0,1 2 0,1 0 0,1 1 0,-23 31 0,10-7 0,21-28 0,-1 0 0,-20 21 0,26-31 0,-1 1 0,0-1 0,0 0 0,0 0 0,0-1 0,0 1 0,0-1 0,-1 0 0,1 0 0,-1-1 0,1 1 0,-1-1 0,-7 1 0,-2-1-1365,2 0-5461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35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24575,'0'2'0,"0"4"0,0 3 0,0 2 0,3 0 0,0 0 0,0 1 0,0 0 0,1 1 0,0 1 0,0 1 0,1-1 0,0 1 0,2-1 0,-1 1 0,-3-3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36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31 24575,'-14'-6'0,"0"-1"0,-19-5 0,29 11 0,-1 0 0,1 0 0,0 0 0,0 0 0,-1 1 0,1 0 0,0 0 0,0 0 0,-1 0 0,1 1 0,0 0 0,0 0 0,-6 1 0,9-1 0,-1 0 0,0 0 0,1 0 0,-1 1 0,1-1 0,0 0 0,-1 1 0,1-1 0,0 1 0,0-1 0,-1 1 0,1-1 0,1 1 0,-1 0 0,0-1 0,0 1 0,1 0 0,-1 0 0,1 0 0,-1 0 0,1 0 0,0 0 0,0-1 0,0 1 0,0 0 0,0 0 0,0 3 0,2 7 0,0-1 0,0 1 0,5 14 0,-4-19 0,7 28 0,-2 0 0,6 52 0,-8-40 0,-2-17 0,1 37 0,-6-51 0,0-9 0,1-1 0,0 1 0,0-1 0,2 12 0,-1-17 0,-1 0 0,0 1 0,1-1 0,-1 0 0,1 1 0,0-1 0,-1 0 0,1 0 0,0 0 0,0 1 0,-1-1 0,1 0 0,0 0 0,0 0 0,0 0 0,1 0 0,-1-1 0,0 1 0,0 0 0,0 0 0,1-1 0,-1 1 0,0-1 0,1 1 0,-1-1 0,3 1 0,14 1 0,0-1 0,0-1 0,25-2 0,8 0 0,-33 2-455,0 1 0,29 6 0,-34-4-6371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37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24575,'0'-1'0,"0"1"0,0 0 0,0-1 0,0 1 0,0 0 0,0 0 0,0-1 0,0 1 0,0 0 0,0 0 0,1-1 0,-1 1 0,0 0 0,0 0 0,0-1 0,0 1 0,0 0 0,1 0 0,-1 0 0,0-1 0,0 1 0,0 0 0,0 0 0,1 0 0,-1 0 0,0-1 0,0 1 0,1 0 0,-1 0 0,0 0 0,0 0 0,1 0 0,-1 0 0,0 0 0,0 0 0,1 0 0,-1 0 0,0-1 0,0 1 0,1 1 0,-1-1 0,0 0 0,0 0 0,1 0 0,-1 0 0,0 0 0,0 0 0,1 0 0,-1 0 0,0 0 0,0 0 0,1 1 0,-1-1 0,0 0 0,0 0 0,0 0 0,1 0 0,-1 1 0,14 9 0,-7 0 0,-1 0 0,7 12 0,-10-15 0,1-1 0,-1 0 0,1 1 0,0-1 0,1-1 0,-1 1 0,1-1 0,1 0 0,6 6 0,-12-11 0,0 0 0,1 0 0,-1 1 0,0-1 0,0 0 0,0 0 0,1 0 0,-1 0 0,0 0 0,0 0 0,1 0 0,-1 0 0,0 1 0,0-1 0,1 0 0,-1 0 0,0 0 0,1 0 0,-1-1 0,0 1 0,0 0 0,1 0 0,-1 0 0,0 0 0,0 0 0,1 0 0,-1 0 0,0 0 0,0 0 0,0-1 0,1 1 0,-1 0 0,0 0 0,0 0 0,0 0 0,1-1 0,-1 1 0,0 0 0,0 0 0,0 0 0,0-1 0,0 1 0,0 0 0,1 0 0,-1-1 0,0 1 0,0 0 0,0 0 0,0-1 0,0 1 0,0 0 0,0 0 0,0-1 0,0 1 0,0 0 0,0 0 0,0-1 0,0 1 0,0 0 0,0 0 0,-1-1 0,1 1 0,-3-23 0,2 18 0,0-2 0,1 1 0,-1-1 0,1 0 0,0 0 0,1 1 0,0-1 0,0 0 0,2-7 0,-2 12 0,-1 0 0,1 0 0,0 0 0,0-1 0,0 1 0,1 0 0,-1 0 0,0 1 0,1-1 0,-1 0 0,1 0 0,0 1 0,0-1 0,0 1 0,-1-1 0,1 1 0,0 0 0,1 0 0,-1 0 0,0 0 0,0 0 0,0 0 0,1 1 0,-1-1 0,0 1 0,4-1 0,0 1 0,1 0 0,-1 0 0,1 1 0,-1 0 0,0 0 0,1 0 0,-1 1 0,8 3 0,50 25 0,-36-16 0,45 18 0,-72-31-1365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37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24575,'10'-5'0,"13"-5"0,-1 1 0,30-8 0,-45 15 0,-1 1 0,1 0 0,0 0 0,0 0 0,0 1 0,0 0 0,0 1 0,0-1 0,0 1 0,0 0 0,0 1 0,9 3 0,-13-3 0,0-1 0,0 1 0,0 0 0,0 0 0,-1 0 0,1 0 0,-1 1 0,1-1 0,-1 1 0,0-1 0,0 1 0,0 0 0,-1 0 0,1 0 0,-1 0 0,1 0 0,0 4 0,3 8 0,-1 0 0,3 23 0,-4-17 0,66 248 0,-47-191 0,-18-63 0,-2-10 0,0 1 0,0 0 0,-1-1 0,0 1 0,0 0 0,0 10 0,-1-15 0,0 0 0,0 0 0,0 0 0,-1 0 0,1 1 0,0-2 0,-1 1 0,1 0 0,-1 0 0,1 0 0,-1 0 0,1 0 0,-1 0 0,0 0 0,1 0 0,-1-1 0,-1 2 0,0-1 0,0 0 0,1 0 0,-1-1 0,0 1 0,0 0 0,1-1 0,-1 1 0,0-1 0,0 0 0,0 0 0,0 0 0,0 0 0,-2 0 0,-58-8 0,1 0 0,38 7-1365,4 1-5461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57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6 287 24575,'0'0'0,"-1"0"0,1-1 0,-1 1 0,1-1 0,0 1 0,-1-1 0,1 1 0,0 0 0,-1-1 0,1 1 0,0-1 0,0 1 0,-1-1 0,1 0 0,0 1 0,0-1 0,0 1 0,0-1 0,0 1 0,0-1 0,0 0 0,0 1 0,0-1 0,0 1 0,0-1 0,0 1 0,0-2 0,1 1 0,0 0 0,-1 0 0,1 1 0,0-1 0,0 0 0,-1 0 0,1 0 0,0 0 0,0 1 0,0-1 0,0 1 0,2-2 0,4-1 0,0 0 0,0 1 0,10-2 0,-16 3 0,13-1 0,1 0 0,15 0 0,-15 1 0,29-5 0,-20 2 0,1 2 0,-1 0 0,47 3 0,-18 1 0,1101-2 0,-1141-1 0,-1 0 0,18-5 0,16-1 0,12 0 0,-38 4 0,32-2 0,25 6 0,63-2 0,-92-6 0,-30 4 0,31-1 0,485 4 0,-520 1 0,1 0 0,16 5 0,-16-3 0,26 1 0,302-3 0,-167-2 0,-151 2 0,28 5 0,13 1 0,197-6 0,-135-2 0,-101 2 0,29 6 0,25 0 0,586-7 0,-645 1 0,31 5 0,17 1 0,392-6 0,-223-2 0,133 1 0,-358-1 0,0 0 0,17-4 0,-15 2 0,24-2 0,8 5 0,-28 1 0,0-1 0,0-1 0,36-7 0,-33 4 0,0 1 0,0 2 0,1 0 0,27 3 0,2-1 0,-23-1 0,0 1 0,39 7 0,-35-4 0,0-1 0,58-3 0,-35-1 0,-43 0 0,1-1 0,16-3 0,-16 2 0,25-1 0,-25 3 0,-1 1 0,0 1 0,0 0 0,0 0 0,0 2 0,0 0 0,17 6 0,-10-1 0,41 9 0,-56-16 0,1 0 0,0 0 0,0 0 0,-1-1 0,1 0 0,0-1 0,0 1 0,-1-1 0,1 0 0,10-4 0,-17 5 0,0 0 0,1 0 0,-1 0 0,1 0 0,-1 0 0,0 0 0,1 0 0,-1 0 0,0-1 0,1 1 0,-1 0 0,0 0 0,1 0 0,-1-1 0,0 1 0,1 0 0,-1 0 0,0 0 0,0-1 0,1 1 0,-1 0 0,0-1 0,0 1 0,0 0 0,1-1 0,-1 1 0,0 0 0,0-1 0,0 1 0,0 0 0,0-1 0,0 1 0,1 0 0,-1-1 0,0 1 0,0-1 0,0 1 0,0 0 0,0-1 0,-1 1 0,1-1 0,0 1 0,0 0 0,0-1 0,0 1 0,0 0 0,0-1 0,-1 1 0,1 0 0,0-1 0,0 1 0,0 0 0,-1 0 0,1-1 0,0 1 0,-1 0 0,1-1 0,-24-15 0,17 12 0,-7-5 0,-100-71 0,91 62 0,-46-24 0,-10-8 0,51 32 0,100 61 0,-19-13 0,5 5 0,100 65 0,-157-100 0,0 1 0,1 0 0,-1 0 0,0 0 0,0 0 0,0 0 0,0 0 0,0 0 0,0 0 0,0 0 0,0 0 0,-1 1 0,1-1 0,0 0 0,-1 0 0,1 1 0,-1-1 0,1 1 0,-1-1 0,0 0 0,0 1 0,1-1 0,-1 1 0,0-1 0,0 1 0,0-1 0,-1 1 0,1-1 0,0 0 0,-1 1 0,1-1 0,0 1 0,-1-1 0,0 0 0,1 1 0,-1-1 0,0 0 0,0 0 0,1 0 0,-1 1 0,-1 0 0,-5 6 0,0-1 0,-1 0 0,0 0 0,-13 9 0,13-11 0,-16 14-24,17-12-244,-2-1-1,1 1 1,-1-2 0,-10 6 0,8-6-6558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28.3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306 98 24575,'-12'-12'0,"-1"1"0,0 0 0,-1 1 0,0 0 0,-1 1 0,0 1 0,-31-13 0,44 20 0,0 0 0,-1 0 0,1 0 0,0 1 0,0-1 0,0 1 0,-1 0 0,1-1 0,0 1 0,0 0 0,-1 0 0,1 0 0,0 1 0,0-1 0,0 0 0,-1 1 0,1 0 0,0-1 0,0 1 0,0 0 0,0 0 0,0 0 0,0 0 0,0 1 0,0-1 0,0 0 0,1 1 0,-1-1 0,1 1 0,-1 0 0,1-1 0,-1 1 0,1 0 0,0 0 0,0 0 0,0 0 0,0 0 0,0 0 0,0 0 0,1 1 0,-1-1 0,1 0 0,-1 0 0,1 5 0,-1-2 0,1 0 0,0 0 0,0 0 0,0 0 0,0 0 0,1-1 0,0 1 0,0 0 0,0 0 0,1 0 0,3 7 0,-3-8 0,0-1 0,0 0 0,0 0 0,1 0 0,-1 0 0,1 0 0,0 0 0,0-1 0,0 1 0,0-1 0,0 0 0,1 0 0,-1 0 0,0 0 0,7 1 0,0 1 0,5 1 0,23 6 0,-35-10 0,0 0 0,0-1 0,0 1 0,0-1 0,0 0 0,0 0 0,0 0 0,0 0 0,0-1 0,-1 1 0,1-1 0,0 0 0,0 1 0,5-4 0,-7 4 0,0-1 0,0 1 0,0-1 0,-1 0 0,1 1 0,0-1 0,-1 0 0,1 0 0,0 1 0,-1-1 0,1 0 0,-1 0 0,1 0 0,-1 0 0,1 1 0,-1-1 0,0 0 0,0 0 0,1 0 0,-1 0 0,0 0 0,0 0 0,0 0 0,0-1 0,0-1 0,-1 1 0,1 0 0,-1-1 0,0 1 0,0 0 0,0 0 0,0 0 0,0-1 0,-3-2 0,-3-4 0,0 1 0,-1-1 0,-11-8 0,19 17 0,-12-9 0,0 0 0,0 1 0,-1 0 0,0 1 0,-1 0 0,0 1 0,0 1 0,0 0 0,0 1 0,-16-2 0,28 5 0,0 1 0,0-1 0,0 1 0,0 0 0,0 0 0,0 0 0,0 0 0,0 0 0,0 1 0,0-1 0,0 1 0,0-1 0,0 1 0,0-1 0,0 1 0,0 0 0,0 0 0,0 0 0,1 0 0,-1 1 0,-1 0 0,1 1 0,0-1 0,1 0 0,-1 1 0,1 0 0,0-1 0,0 1 0,0-1 0,0 1 0,0 0 0,1 0 0,-1 0 0,1-1 0,0 1 0,0 5 0,0-3 0,0-1 0,0 1 0,1-1 0,-1 1 0,1-1 0,0 1 0,1-1 0,-1 0 0,1 1 0,0-1 0,0 0 0,0 0 0,0 0 0,1 0 0,-1-1 0,1 1 0,0-1 0,0 1 0,1-1 0,6 5 0,-4-3 0,0 0 0,1-1 0,0 1 0,0-1 0,0-1 0,0 1 0,1-1 0,-1-1 0,1 1 0,-1-1 0,1-1 0,0 1 0,0-1 0,0-1 0,0 1 0,0-1 0,12-2 0,-18 2 0,1-1 0,-1 1 0,0 0 0,0-1 0,0 0 0,0 1 0,0-1 0,0 0 0,0 0 0,0 0 0,-1 0 0,1 0 0,0-1 0,-1 1 0,1 0 0,0-1 0,-1 1 0,0-1 0,1 0 0,-1 1 0,0-1 0,0 0 0,0 0 0,0 0 0,0 0 0,0 0 0,-1 0 0,1 0 0,-1 0 0,1 0 0,-1 0 0,0 0 0,0 0 0,0-4 0,0 3 0,0 0 0,0 0 0,-1 0 0,1 0 0,-1 1 0,0-1 0,0 0 0,0 0 0,0 1 0,-1-1 0,1 1 0,0-1 0,-1 1 0,0 0 0,0-1 0,0 1 0,0 0 0,0 0 0,0 0 0,0 1 0,-1-1 0,1 0 0,0 1 0,-1-1 0,-4-1 0,4 2-76,0 0 1,-1 1-1,1-1 0,0 1 0,-1-1 0,1 1 0,-1 0 0,1 0 1,-1 1-1,1-1 0,0 1 0,-1-1 0,1 1 0,0 0 1,0 0-1,-1 1 0,-4 2 0,-3 3-6750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41.2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77 24575,'8'-19'0,"8"-14"0,-15 31 0,1-1 0,-1 1 0,0 0 0,1 0 0,0 0 0,-1 1 0,1-1 0,0 0 0,0 0 0,3-1 0,-4 2 0,-1 1 0,0 0 0,1 0 0,-1 0 0,0 0 0,1 0 0,-1 0 0,0 0 0,1 0 0,-1 0 0,1 0 0,-1 0 0,0 0 0,1 0 0,-1 0 0,0 0 0,1 0 0,-1 0 0,0 1 0,1-1 0,-1 0 0,0 0 0,0 0 0,1 1 0,-1-1 0,0 0 0,0 0 0,1 0 0,-1 1 0,0-1 0,0 0 0,1 1 0,-1-1 0,0 0 0,0 1 0,0-1 0,0 0 0,0 1 0,0-1 0,1 0 0,-1 1 0,0-1 0,0 0 0,0 1 0,2 18 0,-2-18 0,1 20 0,-1-11 0,0 0 0,1 0 0,1 0 0,-1 0 0,5 11 0,14 38 0,-2 0 0,-3 2 0,7 65 0,-8-26 0,-8-63 0,-2-17 0,1 38 0,-6 265 0,2-305 0,6 31 0,-4-29 0,1 23 0,7 78 0,21 137 0,-26-211 0,3 53 0,-9 1291 0,7-1298 0,0-7 0,-6-11 0,-2-12 0,10 68 0,5 56 0,-10-160 0,4 40 0,1 77 0,-9-141 0,-1 46 0,10 82 0,-4-80 0,-2 0 0,-4 53 0,0-27 0,1-44 0,1 0 0,-2 0 0,-8 55 0,4-64 0,0 2 0,0 0 0,-1 42 0,6-58 0,-1 0 0,-5 17 0,0 13 0,4-22 0,-1-1 0,-1 1 0,0-1 0,-8 17 0,-2 12 0,12-35 0,0 1 0,1 0 0,0-1 0,1 16 0,1-13 0,-2-1 0,-2 25 0,2-34 0,0 0 0,0 1 0,-1-1 0,1 0 0,-1 0 0,0 0 0,0 0 0,0-1 0,-1 1 0,1 0 0,-1-1 0,-6 6 0,2-2 0,-1 1 0,1 0 0,0 0 0,1 0 0,0 1 0,-8 13 0,12-17 0,0 0 0,0 0 0,0 0 0,1 1 0,-1-1 0,1 0 0,1 1 0,-1-1 0,1 0 0,0 1 0,0-1 0,0 1 0,1-1 0,2 9 0,-3-13-35,0 0 0,0 1 0,0-1 0,0 0 0,1 0 0,-1 0 0,1 0 0,-1 0 0,0 0 0,1 0 0,0 0 0,-1 0 0,1 0 0,0 0 0,-1-1 0,1 1 0,0 0 0,0 0 0,0-1 0,0 1 0,0 0 0,-1-1 0,1 1 0,0-1 0,1 1 0,-1-1 0,0 1 0,0-1 0,0 0 0,0 0 0,0 0 0,0 1 0,0-1 0,0 0 0,1 0 0,-1 0 0,0-1 0,2 1 0,6-2-6791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42.9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0 215 24575,'1'0'0,"-1"-1"0,0 0 0,0 1 0,1-1 0,-1 1 0,0-1 0,1 1 0,-1-1 0,1 0 0,-1 1 0,1-1 0,-1 1 0,1 0 0,-1-1 0,1 1 0,-1-1 0,1 1 0,0 0 0,-1-1 0,1 1 0,-1 0 0,1 0 0,0 0 0,-1-1 0,1 1 0,0 0 0,1 0 0,21-3 0,-20 3 0,34-1 0,1 1 0,-1 1 0,38 8 0,16 0 0,-23-3 0,330 37 0,-103-23 0,-160-13 0,-7 1 0,7-1 0,-91-3 0,1-1 0,-1-3 0,60-6 0,-64 2 0,51 0 0,-17 2 0,-7-4 0,22-2 0,754 9 0,-798-3 0,59-11 0,-58 6 0,50-1 0,-73 8 0,0-2 0,27-4 0,-20 2 0,1 1 0,57 3 0,-36 1 0,-41 0 0,0 0 0,19 5 0,-18-4 0,-1 0 0,15 1 0,54 4 0,14 1 0,-81-8 0,1-1 0,-1-1 0,24-5 0,72-14 0,-109 21 0,1 0 0,-1 0 0,1 0 0,0 0 0,-1 0 0,1 0 0,-1 0 0,1 0 0,-1-1 0,1 1 0,0 0 0,-1 0 0,1-1 0,-1 1 0,1 0 0,-1-1 0,1 0 0,-1 1 0,0 0 0,0 0 0,0-1 0,0 1 0,0 0 0,0 0 0,0-1 0,0 1 0,0 0 0,-1 0 0,1-1 0,0 1 0,0 0 0,0 0 0,0 0 0,-1-1 0,1 1 0,0 0 0,0 0 0,0 0 0,-1 0 0,1-1 0,0 1 0,0 0 0,-1 0 0,1 0 0,-22-9 0,-36-5 0,2-3 0,-75-33 0,99 34 0,0 3 0,2-3 0,0 0 0,1-1 0,-29-25 0,57 42 0,0-1 0,0 1 0,0-1 0,1 1 0,-1-1 0,0 1 0,1-1 0,-1 0 0,1 0 0,-1 1 0,1-1 0,-1 0 0,1 0 0,-1 0 0,1 1 0,0-1 0,-1 0 0,1 0 0,0 0 0,-1-1 0,2 1 0,-1 1 0,0-1 0,1 1 0,-1-1 0,0 1 0,1 0 0,-1-1 0,1 1 0,-1 0 0,1-1 0,-1 1 0,0 0 0,1-1 0,-1 1 0,1 0 0,-1 0 0,1 0 0,0-1 0,-1 1 0,1 0 0,-1 0 0,1 0 0,0 0 0,5 0 0,0-1 0,0 1 0,-1 1 0,1-1 0,6 2 0,12 5 0,0 0 0,-1 2 0,32 16 0,62 41 0,-116-65 0,137 88 0,-135-86 0,1-1 0,0 1 0,-1 0 0,1 0 0,-1 1 0,4 4 0,-6-7 0,-1 0 0,1 0 0,-1 0 0,1-1 0,-1 1 0,0 0 0,1 0 0,-1 0 0,0 0 0,0 0 0,0 0 0,1 0 0,-1 0 0,0 0 0,0 0 0,-1 0 0,1-1 0,0 1 0,0 0 0,0 0 0,-1 0 0,1 0 0,0 0 0,-1 0 0,1 0 0,-1-1 0,1 1 0,-1 0 0,1 0 0,-1-1 0,1 1 0,-1 0 0,0-1 0,1 1 0,-1 0 0,0-1 0,-1 2 0,-5 2 0,0-1 0,-1 1 0,1-1 0,-1-1 0,1 1 0,-1-1 0,0-1 0,0 1 0,-11-1 0,-31 8 0,33-3-222,0 1-1,1 1 0,0 1 0,0 0 1,-25 19-1,41-28 194,-14 10-6797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31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49 24575,'2'-6'0,"1"1"0,-2-1 0,1 0 0,1-9 0,-1 4 0,-6 56 0,1-27 0,1 0 0,0 1 0,2-1 0,0 0 0,1 1 0,4 24 0,-3-29 0,46 252 0,-16-157 0,-19-60 0,11 87 0,-23-126 0,0 1 0,-1-1 0,0 1 0,0 0 0,-2-1 0,-1 12 0,-2-3 0,-1 0 0,-11 25 0,16-42-54,0 0-1,0 1 0,1-1 1,-1 0-1,0 0 1,1 1-1,-1-1 0,1 0 1,0 1-1,0-1 1,0 1-1,0-1 0,1 0 1,-1 1-1,0-1 0,1 0 1,0 1-1,-1-1 1,1 0-1,0 0 0,0 1 1,0-1-1,1 0 1,1 3-1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33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24575,'0'-2'0,"0"0"0,0 1 0,0-1 0,0 1 0,1-1 0,-1 0 0,1 1 0,-1-1 0,1 0 0,-1 1 0,1-1 0,0 1 0,0 0 0,0-1 0,0 1 0,0-1 0,0 1 0,0 0 0,0 0 0,2-2 0,0 2 0,0-1 0,-1 1 0,1-1 0,0 1 0,0 0 0,0 0 0,0 0 0,1 0 0,5 0 0,2 0 0,0 1 0,0 1 0,-1-1 0,1 2 0,14 2 0,44 8 0,-22-5 0,112 14 0,-114-15 0,-27-3 0,25 2 0,-20-5 0,16 1 0,47 6 0,-58-4 0,54-1 0,1-1 0,-36 6 0,-30-4 0,26 1 0,-3-3 0,119 7 0,-29-1 0,-5 1 0,-100-6 0,1 0 0,-1-1 0,1-2 0,48-6 0,-41-1 0,-15 4 0,1 0 0,-1 2 0,22-2 0,-7 5 0,59 8 0,-76-7 0,1 0 0,-1-1 0,1-1 0,-1 0 0,0-1 0,1-1 0,-1-1 0,0 0 0,31-11 0,-18 4 0,9-3 0,53-13 0,-70 22 0,-5 0 0,0 2 0,32-3 0,18 5 0,96 1 0,-92 6 0,22 1 0,3-1 0,7 0 0,-82-6 0,38-2 0,-48-2 0,-13-1 0,-16-2 0,6 5-1365,0 0-5461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34.0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51 24575,'-2'-6'0,"0"-1"0,-1 0 0,1 1 0,-1-1 0,-5-7 0,8 14 0,0 0 0,-1-1 0,1 1 0,0 0 0,0 0 0,0 0 0,0 0 0,0-1 0,0 1 0,0 0 0,0 0 0,0 0 0,0 0 0,0 0 0,-1-1 0,1 1 0,0 0 0,0 0 0,0 0 0,0 0 0,0 0 0,-1 0 0,1 0 0,0 0 0,0 0 0,0 0 0,0-1 0,0 1 0,-1 0 0,1 0 0,0 0 0,0 0 0,0 0 0,0 0 0,-1 0 0,1 0 0,0 0 0,0 0 0,0 0 0,0 1 0,-1-1 0,1 0 0,0 0 0,-3 9 0,1 13 0,2-22 0,0 24 0,1 12 0,-9 63 0,-7 22 0,11-86 0,1-1 0,3 65 0,2-36 0,-2-32 0,-1 11 0,2-1 0,7 44 0,7 34 0,-12-96 0,-1 1 0,-2 37 0,1 18 0,6-30 0,-4-32 0,2 33 0,-6 281 0,6-301-22,-3-24 48,-1-1-1,0 1 0,0 9 1,-1-13-102,0-1 0,0 1 0,0-1 0,0 1-1,-1-1 1,1 1 0,-1-1 0,1 1 0,-1-1 0,1 0 0,-1 1 0,0-1 0,0 0 0,1 0 0,-1 1 0,0-1 0,0 0 0,-2 1 0,-6 5-6750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35.1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2512 146 24575,'-1'-1'0,"-2"-7"0,-1 0 0,-1 0 0,0 0 0,-9-11 0,12 17 0,-1-1 0,1 1 0,-1 0 0,0 0 0,0 1 0,0-1 0,0 0 0,0 1 0,0 0 0,0 0 0,0 0 0,0 0 0,0 0 0,-1 1 0,1-1 0,-4 1 0,-58 0 0,41 0 0,-43-3 0,-103-9 0,55 6 0,-131-9 0,-5 1 0,-116-6 0,292 19 0,-62 3 0,5 12 0,79-8 0,-39 2 0,9 0 0,-8-1 0,-136-7 0,215 0 0,1 1 0,-22 6 0,2-1 0,-55 9 0,39-4-1365,37-9-5461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35.7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89 24575,'-3'-7'0,"-8"-34"0,10 39 0,1-1 0,-1 0 0,1 0 0,0 0 0,0 0 0,0 1 0,0-1 0,1 0 0,-1 0 0,1 0 0,1-4 0,-2 7 0,0 0 0,0 0 0,0-1 0,0 1 0,0 0 0,0 0 0,0 0 0,0 0 0,0 0 0,0 0 0,0 0 0,1 0 0,-1 0 0,0 0 0,0-1 0,0 1 0,0 0 0,0 0 0,0 0 0,0 0 0,0 0 0,0 0 0,0 0 0,0 0 0,0 0 0,0 0 0,0 0 0,1 0 0,-1 0 0,0 0 0,0 0 0,0 0 0,0 0 0,0 0 0,0 0 0,0 0 0,0 0 0,0 0 0,1 0 0,-1 0 0,0 0 0,0 0 0,0 0 0,0 0 0,0 0 0,0 0 0,0 0 0,0 0 0,0 0 0,1 0 0,-1 0 0,0 0 0,0 0 0,0 0 0,0 0 0,3 8 0,1 8 0,-2 57 0,-3-50 0,2 0 0,4 27 0,5 3 0,28 82 0,-34-123 15,-1 0 0,0 0 0,0 0 0,-1 0 0,-1 0 0,0 1 0,-1 18 0,0-26-89,-1 1-1,0-1 1,0 1 0,-1-1 0,1 1-1,-1-1 1,0 0 0,-1 0 0,1 0-1,-1 0 1,0-1 0,0 1 0,-1-1-1,1 0 1,-1 0 0,0 0 0,0 0-1,0 0 1,-5 2 0,-3 2-6752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36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364 76 24575,'0'-1'0,"-114"-50"0,100 46 0,0 0 0,-1 1 0,1 1 0,-1 0 0,1 1 0,-22 0 0,30 3 0,-1 0 0,0 0 0,0 0 0,1 1 0,-1 0 0,1 0 0,-1 0 0,1 1 0,0 0 0,-7 5 0,9-6 0,1 0 0,-1 1 0,1-1 0,0 1 0,0 0 0,0 0 0,0 0 0,1 0 0,-1 1 0,1-1 0,-1 1 0,1-1 0,0 1 0,1 0 0,-1 0 0,1 0 0,-2 6 0,2-1 0,0 1 0,1-1 0,0 1 0,0 0 0,1-1 0,0 1 0,1-1 0,0 1 0,1-1 0,0 0 0,0 0 0,1 0 0,6 12 0,5 8 0,-10-18 0,1-1 0,0 1 0,10 13 0,-13-21 0,-1 0 0,1-1 0,-1 1 0,1-1 0,0 1 0,0-1 0,0 0 0,0 0 0,0-1 0,1 1 0,-1-1 0,0 1 0,1-1 0,-1 0 0,7 1 0,91 4 0,24 11-1365,-109-14-5461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37.5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289 121 24575,'8'-33'0,"4"-15"0,-10 44 0,-1 0 0,1 0 0,0-1 0,0 1 0,1 0 0,-1 1 0,1-1 0,3-3 0,-25 24 0,5-5 0,2 0 0,-1 0 0,-18 26 0,16-11 0,1 0 0,-17 51 0,-2 5 0,-85 128 0,113-203-227,0 1-1,1 0 1,0 0-1,0 0 1,-4 15-1,7-13-6598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37.9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0 24575,'-2'1'0,"-1"-1"0,1 1 0,-1 0 0,1 0 0,0 0 0,-1 0 0,1 0 0,0 1 0,0-1 0,0 1 0,0-1 0,0 1 0,0 0 0,0 0 0,1 0 0,-1 0 0,0 0 0,0 2 0,0-1 0,1 1 0,0-1 0,0 0 0,0 0 0,1 1 0,-1-1 0,1 0 0,0 1 0,0-1 0,0 0 0,0 1 0,1-1 0,0 5 0,2 6 0,1 0 0,1 0 0,0 0 0,1 0 0,0-1 0,1 0 0,16 23 0,-20-32 0,0 0 0,0 0 0,-1 0 0,0 0 0,0 1 0,0-1 0,0 1 0,1 7 0,-3-12 0,0 0 0,0-1 0,0 1 0,0 0 0,0 0 0,0 0 0,0 0 0,-1 0 0,1-1 0,0 1 0,0 0 0,0 0 0,0 0 0,0 0 0,-1 0 0,1 0 0,0 0 0,0 0 0,0 0 0,0 0 0,-1 0 0,1 0 0,0 0 0,0 0 0,0 0 0,0 0 0,-1 0 0,1 0 0,0 0 0,0 0 0,0 0 0,-1 0 0,1 0 0,0 0 0,0 0 0,0 0 0,0 0 0,0 0 0,-1 0 0,1 0 0,0 1 0,0-1 0,0 0 0,0 0 0,0 0 0,-1 0 0,1 0 0,0 0 0,0 1 0,0-1 0,0 0 0,0 0 0,0 0 0,0 0 0,0 1 0,0-1 0,0 0 0,0 0 0,0 0 0,0 0 0,0 1 0,0-1 0,0 0 0,0 0 0,0 0 0,0 0 0,0 1 0,-13-13 0,11 11 0,-21-26-1365,14 14-5461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38.3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69 24575,'1'0'0,"26"-15"0,0 1 0,42-14 0,-62 25 0,1 1 0,0 0 0,-1 0 0,1 1 0,0 0 0,0 1 0,0-1 0,-1 1 0,1 1 0,0 0 0,0 0 0,0 0 0,-1 1 0,16 5 0,-17-3 0,0-1 0,0 2 0,0-1 0,0 0 0,-1 1 0,0 0 0,0 1 0,0-1 0,-1 1 0,1 0 0,-1 0 0,-1 0 0,1 0 0,3 9 0,-4-7 0,0 0 0,0 0 0,-1 0 0,0 0 0,0 1 0,-1-1 0,0 1 0,-1-1 0,1 0 0,-2 1 0,1-1 0,-3 9 0,2-10 0,-2-1 0,1 0 0,-1 0 0,0 0 0,0 0 0,0 0 0,-1 0 0,0-1 0,0 0 0,0 0 0,-1 0 0,0 0 0,0-1 0,0 0 0,0 0 0,-1 0 0,-10 5 0,-8 3 0,0-2 0,0-1 0,-31 7 0,45-13 0,-39 7 101,21-5-1567,13-2-5360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46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59 24575,'-3'-25'0,"2"22"0,0-1 0,1 1 0,-1 0 0,1-1 0,0 1 0,0 0 0,0-1 0,1-3 0,4 33 0,-1 26 0,3 1 0,16 59 0,-18-91 0,-2 0 0,0 1 0,-2 0 0,0-1 0,-1 1 0,-1 0 0,-7 33 0,3-36 0,0 0 0,-2-1 0,-16 35 0,22-53 0,1 0 0,0 1 0,0-1 0,0 0 0,0 0 0,-1 0 0,1 0 0,0 0 0,0 1 0,0-1 0,0 0 0,0 0 0,0 0 0,-1 1 0,1-1 0,0 0 0,0 0 0,0 0 0,0 1 0,0-1 0,0 0 0,0 0 0,0 0 0,0 1 0,0-1 0,0 0 0,0 0 0,0 0 0,0 1 0,0-1 0,0 0 0,0 0 0,0 0 0,1 1 0,-1-1 0,0 0 0,0 0 0,0 0 0,0 0 0,0 1 0,0-1 0,0 0 0,1 0 0,-1 0 0,0 0 0,0 1 0,1-2 0,-1 1 0,1 0 0,-1 0 0,1 0 0,-1-1 0,1 1 0,-1 0 0,1 0 0,-1-1 0,0 1 0,1-1 0,-1 1 0,0 0 0,1-1 0,-1 1 0,0-1 0,1 1 0,-1-1 0,1-1-105,0 0 0,-1 0 0,1 0 0,-1 0 0,1 0 0,-1-1 0,0 1 0,0 0 0,0 0 0,0 0 0,0 0 0,-1-3 0,-1-5-6721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46.7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6 24575,'3'-1'0,"0"0"0,0 1 0,-1 0 0,1 0 0,0 0 0,0 0 0,0 0 0,-1 1 0,1-1 0,0 1 0,-1 0 0,1-1 0,0 1 0,-1 0 0,1 1 0,-1-1 0,4 3 0,6 3 0,-1 1 0,13 13 0,-13-12 0,37 37 0,-34-31 0,1-1 0,24 18 0,-39-32 0,0 0 0,0 0 0,0 0 0,0 0 0,0 0 0,0 0 0,0 0 0,0 0 0,0 0 0,0-1 0,1 1 0,-1 0 0,0 0 0,0 0 0,0 0 0,0 0 0,0 0 0,0 0 0,0 0 0,0 0 0,0 0 0,0 0 0,0 0 0,0 0 0,0 0 0,0 0 0,0 0 0,1 0 0,-1 0 0,0 0 0,0 0 0,0 0 0,0 0 0,0 0 0,0 0 0,0 0 0,0 0 0,0 0 0,0 0 0,0 0 0,0 0 0,0 0 0,1 0 0,-1 0 0,0 0 0,0 0 0,0 0 0,0 0 0,-7-10 0,-11-14 0,-12-3 0,0 0 0,-2 2 0,-36-22 0,53 40 0,14 7 0,1 0 0,-1 0 0,1 0 0,-1 0 0,1 0 0,-1 0 0,1 0 0,0 0 0,-1 0 0,1 1 0,-1-1 0,1 0 0,-1 0 0,1 0 0,0 0 0,-1 1 0,1-1 0,-1 0 0,1 1 0,-1-1 0,0 2 0,0 0 0,0-1 0,1 1 0,-1 0 0,0 0 0,1 0 0,-1 0 0,1-1 0,0 1 0,0 0 0,-1 0 0,1 0 0,1 2 0,-1 9 0,2-1 0,-1 1 0,2-1 0,5 19 0,-4-17 0,0 1 0,2 22 0,-6-36 4,0 1 1,0 0-1,1-1 0,-1 1 0,0-1 0,-1 1 0,1 0 0,0-1 0,0 1 1,-1-1-1,1 1 0,-1-1 0,1 1 0,-1-1 0,0 0 0,1 1 0,-1-1 1,0 1-1,0-1 0,0 0 0,0 0 0,0 0 0,0 0 0,-1 0 0,1 0 1,0 0-1,-1 0 0,-1 1 0,0-1-118,0 0 0,-1 0-1,1-1 1,0 1 0,0-1 0,-1 0-1,1 0 1,0 0 0,-1 0 0,1-1-1,0 1 1,-5-2 0,-5-2-6712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48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12 24575,'-8'-11'0,"12"23"0,3 25 0,3-1 0,0 0 0,3-1 0,22 47 0,-22-55 0,-1 1 0,-2 0 0,-1 1 0,6 32 0,-15-58 35,-1-4-691,0 0-88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49.0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592 53 24575,'2'-5'0,"-1"1"0,0 0 0,0 0 0,1 0 0,0 0 0,-1 0 0,1 1 0,1-1 0,-1 1 0,0-1 0,1 1 0,3-4 0,-9 9 0,-1 0 0,0 0 0,0-1 0,0 0 0,-5 2 0,-2 0 0,-4 0 0,-1 0 0,1 0 0,-1-1 0,-27-1 0,20-1 0,-26 4 0,-8 2 0,-101-3 0,102-3 0,37-1 67,-30-6 0,-3 1-1566,40 5-5327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49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65 24575,'-2'-2'0,"-1"0"0,1 1 0,-1 0 0,1-1 0,-1 1 0,0 0 0,1 0 0,-1 0 0,0 1 0,0-1 0,-4 0 0,6 1 0,0 1 0,0-1 0,0 0 0,0 0 0,0 1 0,0-1 0,0 0 0,0 1 0,0-1 0,0 1 0,0 0 0,0-1 0,1 1 0,-1 0 0,0-1 0,0 1 0,1 0 0,-1 0 0,0 0 0,1-1 0,-1 1 0,1 0 0,-1 0 0,1 0 0,-1 0 0,1 0 0,0 0 0,-1 0 0,1 0 0,0 0 0,0 1 0,0-1 0,0 1 0,-2 6 0,1 1 0,1-1 0,0 1 0,0 0 0,0-1 0,1 1 0,1-1 0,-1 1 0,1-1 0,1 0 0,-1 1 0,2-1 0,-1-1 0,8 14 0,-10-20 0,0 0 0,-1 0 0,1 0 0,0 0 0,-1 0 0,1 0 0,0-1 0,0 1 0,0 0 0,0-1 0,0 1 0,0-1 0,0 1 0,0-1 0,0 1 0,1 0 0,-1-1 0,-1 0 0,1 0 0,-1-1 0,0 1 0,1 0 0,-1 0 0,1 0 0,-1 0 0,1 0 0,-1-1 0,1 1 0,-1 0 0,0 0 0,1-1 0,-1 1 0,1 0 0,-1-1 0,0 1 0,1 0 0,-1-1 0,0 1 0,0 0 0,1-1 0,-1 1 0,0-1 0,2-2 0,-2 1 0,1-1 0,0 0 0,0 1 0,-1-1 0,1 0 0,-1 0 0,0 0 0,0 1 0,0-1 0,-1-4 0,-3-12 0,-1 0 0,-1 1 0,0 0 0,-2 0 0,0 0 0,-1 1 0,-20-29 0,29 45 0,-1 1 0,1-1 0,-1 0 0,1 0 0,-1 1 0,1-1 0,-1 0 0,0 1 0,1-1 0,-1 1 0,0-1 0,0 1 0,1-1 0,-1 1 0,0 0 0,0-1 0,1 1 0,-1 0 0,-2-1 0,3 1 0,-1 0 0,1 1 0,0-1 0,-1 0 0,1 0 0,-1 1 0,1-1 0,0 0 0,-1 1 0,1-1 0,-1 0 0,1 1 0,0-1 0,0 0 0,-1 1 0,1-1 0,0 1 0,0-1 0,-1 1 0,1-1 0,0 1 0,0-1 0,0 1 0,0 0 0,-1 3 0,0 0 0,1 0 0,-1 1 0,1-1 0,0 0 0,1 8 0,2 0 0,0 1 0,1-1 0,0 0 0,12 21 0,29 43 0,-30-61 0,-15-15 0,0 1 0,0-1 0,1 0 0,-1 0 0,0 0 0,0 0 0,0 0 0,1 1 0,-1-1 0,0 0 0,0 0 0,0 0 0,1 0 0,-1 0 0,0 0 0,0 0 0,1 0 0,-1 0 0,0 0 0,0 0 0,1 0 0,-1 0 0,0 0 0,0 0 0,0 0 0,1 0 0,-1 0 0,0-1 0,1 1 0,-1-1 0,0 1 0,0-1 0,1 1 0,-1-1 0,0 0 0,0 1 0,0-1 0,0 1 0,0-1 0,0 0 0,0 1 0,0-1 0,0 0 0,0 1 0,0-2 0,-3-8 0,0 0 0,-1 0 0,0 0 0,0 0 0,-1 1 0,0 0 0,-12-16 0,-1-3 0,9 13 0,-1 0 0,-21-24 0,30 38 0,1 1 0,0 0 0,0-1 0,0 1 0,-1 0 0,1 0 0,0-1 0,-1 1 0,1 0 0,0 0 0,0-1 0,-1 1 0,1 0 0,-1 0 0,1 0 0,0 0 0,-1-1 0,1 1 0,0 0 0,-1 0 0,1 0 0,0 0 0,-1 0 0,1 0 0,-1 0 0,0 0 0,-2 8 0,5 15 0,5 2 0,1-1 0,1-1 0,12 25 0,5 9-1365,-22-49-5461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59.0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185 165 24575,'-47'1'0,"-52"-2"0,96 1 0,0-1 0,-1 1 0,1-1 0,0 0 0,-1 0 0,-2-2 0,5 3 0,1 0 0,-1-1 0,0 1 0,0 0 0,1-1 0,-1 1 0,0-1 0,1 1 0,-1-1 0,0 1 0,1-1 0,-1 0 0,1 1 0,-1-1 0,1 0 0,-1 1 0,1-1 0,0 0 0,-1 0 0,1 1 0,0-1 0,0 0 0,-1 0 0,1 1 0,0-1 0,0 0 0,0 0 0,0 0 0,0-1 0,0 1 0,1 1 0,-1-1 0,1 0 0,-1 1 0,0-1 0,1 1 0,-1-1 0,1 0 0,0 1 0,-1-1 0,1 1 0,-1-1 0,1 1 0,0 0 0,-1-1 0,1 1 0,0 0 0,-1-1 0,1 1 0,0 0 0,0 0 0,-1 0 0,1 0 0,0-1 0,0 1 0,-1 0 0,1 0 0,0 0 0,0 1 0,0-1 0,-1 0 0,2 0 0,25 7 0,-2 1 0,0 0 0,47 7 0,-40-9 0,-20-3 0,0-1 0,18 1 0,-7-3 0,40-7 0,-38 3 0,29 0 0,641 4 0,-605 8 0,1-1 0,-68-6 0,0 0 0,31 6 0,-13-3 0,-1-1 0,67-3 0,-35-2 0,233 2 0,-279 1 0,29 6 0,20 0 0,-40-6 0,44 7 0,-33-3 0,1-2 0,60-4 0,-31-1 0,-54 2 0,1 2 0,33 5 0,-35-4 0,0-1 0,37-2 0,-37 0 0,-1 0 0,0 1 0,21 4 0,-15 0 0,0-2 0,1-1 0,-1-1 0,42-3 0,-20-5 0,-30 4 0,32-2 0,334 6 0,-358-3 0,29-4 0,19-1 0,18 0 0,8-1 0,-81 7 0,29-5 0,-28 3 0,28-1 0,20 5 0,51-2 0,-86-6 0,-32 6 0,1 1 0,0-1 0,-1 1 0,1-1 0,0 0 0,-1 0 0,1 0 0,-1 0 0,1 0 0,-1 0 0,0 0 0,1 0 0,-1-1 0,0 1 0,2-3 0,-3 3 0,0 1 0,0-1 0,0 0 0,0 1 0,0-1 0,0 0 0,0 1 0,0-1 0,0 1 0,0-1 0,0 0 0,0 1 0,0-1 0,-1 1 0,1-1 0,0 0 0,0 1 0,-1-1 0,1 1 0,-1-1 0,1 1 0,0-1 0,-1 1 0,1-1 0,-1 1 0,1 0 0,-1-1 0,1 1 0,-1 0 0,1-1 0,-2 1 0,-18-9 0,20 8 0,-189-73 0,72 21 0,116 53 0,0-1 0,0 1 0,0-1 0,0 0 0,0 1 0,0-1 0,0 0 0,0 1 0,1-1 0,-1 0 0,0 0 0,1 0 0,-1 0 0,0-1 0,1 2 0,0 0 0,0 0 0,0 0 0,0 0 0,0 0 0,0 0 0,0 0 0,0 0 0,0-1 0,0 1 0,0 0 0,0 0 0,0 0 0,0 0 0,0 0 0,0 0 0,0 0 0,0 0 0,0 0 0,0 0 0,0-1 0,0 1 0,0 0 0,0 0 0,0 0 0,0 0 0,0 0 0,1 0 0,-1 0 0,0 0 0,0 0 0,0 0 0,0 0 0,0 0 0,0 0 0,0 0 0,0 0 0,0 0 0,0 0 0,1 0 0,-1 0 0,0 0 0,0 0 0,0 0 0,0 0 0,0 0 0,0 0 0,11 3 0,120 63 0,131 76 0,-258-139 0,0 0 0,1-1 0,-1 1 0,-1 1 0,1-1 0,0 1 0,4 6 0,-7-10 0,0 1 0,-1 0 0,1 0 0,-1 0 0,1 0 0,-1 0 0,1 1 0,-1-1 0,0 0 0,0 0 0,1 0 0,-1 0 0,0 0 0,0 0 0,0 0 0,0 1 0,0-1 0,0 0 0,-1 0 0,1 0 0,0 0 0,-1 0 0,1 0 0,0 0 0,-1 0 0,1 0 0,-1 0 0,0 0 0,1 0 0,-1 0 0,0 0 0,0 0 0,1 0 0,-1-1 0,0 1 0,0 0 0,0-1 0,0 1 0,-1 0 0,-6 3 0,0 0 0,0 0 0,0-1 0,-1-1 0,1 1 0,-1-1 0,1-1 0,-1 0 0,-12 1 0,-12 2 0,26-3-59,-14 3 152,-31 8 1,44-9-281,1-1 1,0 1-1,0 1 0,0-1 1,1 1-1,-1 1 1,-10 8-1,5-2-6639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02.0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9 24575,'-3'-8'0,"5"7"0,10 12 0,-10-8 0,116 108 0,169 116 0,-244-193 0,-92-66-1365,40 26-5461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02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360 62 24575,'-1'-2'0,"0"-3"0,0 0 0,-1 0 0,0 0 0,0 0 0,-1 0 0,1 1 0,-1-1 0,0 1 0,0-1 0,-5-4 0,7 9 0,1-1 0,-1 1 0,1 0 0,0 0 0,-1-1 0,1 1 0,-1 0 0,1 0 0,-1 0 0,1 0 0,-1 0 0,1 0 0,-1 0 0,1 0 0,-1 0 0,1 0 0,-1 0 0,1 0 0,-1 0 0,1 0 0,-1 0 0,1 0 0,-1 1 0,1-1 0,-1 0 0,1 0 0,0 1 0,-1-1 0,1 0 0,-1 0 0,1 1 0,0-1 0,-1 1 0,1-1 0,0 0 0,-1 1 0,1-1 0,0 1 0,-1 0 0,-11 22 0,9-16 0,-6 7 0,0-1 0,-1 0 0,-21 21 0,20-23 0,1 0 0,0 0 0,1 1 0,-14 23 0,19-25 0,-1-1 0,-1 0 0,0 0 0,0 0 0,-1-1 0,0 1 0,0-2 0,0 1 0,-1-1 0,-1 0 0,1-1 0,-1 0 0,0 0 0,-10 4 0,-25 9-1365,32-16-5461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02.9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24575,'0'3'0,"0"2"0,2 4 0,1 3 0,0 1 0,2 1 0,3 1 0,-1 0 0,2-3 0,-1 0 0,-2 0 0,0-3 0,0 1 0,-2 0 0,-3-1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03.7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86 24575,'-17'-9'0,"-70"-36"0,71 38 0,1 1 0,-1 1 0,-30-7 0,43 11 0,-1 1 0,1-1 0,0 1 0,-1 0 0,1 0 0,0 0 0,-1 1 0,1-1 0,0 1 0,0 0 0,-1 0 0,1 0 0,0 0 0,-6 3 0,7-2 0,0-1 0,1 1 0,-1 0 0,0-1 0,0 1 0,1 0 0,-1 0 0,1 0 0,0 0 0,-1 0 0,1 1 0,0-1 0,0 0 0,1 0 0,-1 1 0,0-1 0,1 1 0,-1-1 0,1 0 0,0 4 0,0 4 0,0 0 0,0 0 0,1 0 0,1 0 0,3 13 0,19 46 0,-6-22 0,-10-21 0,-2 1 0,-1 0 0,1 28 0,2 9 0,-4-28 0,-3-24 0,0 0 0,1 1 0,1-1 0,5 19 0,-7-29 0,0 1 0,1 0 0,-1 0 0,1-1 0,-1 1 0,1-1 0,0 1 0,0-1 0,0 0 0,0 0 0,0 1 0,1-2 0,-1 1 0,1 0 0,-1 0 0,1-1 0,0 1 0,-1-1 0,1 0 0,0 0 0,0 0 0,0 0 0,4 0 0,16 1 0,-1-1 0,39-3 0,-6 0 0,-51 2-105,-1 0 0,0 0 0,1 0 0,-1-1 0,0 1 0,1-1 0,-1 0 0,0 0 0,0 0 0,0 0 0,0-1 0,4-1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04.3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24575,'0'11'0,"2"0"0,-1 0 0,2 0 0,-1-1 0,1 1 0,1-1 0,0 0 0,0 1 0,8 10 0,-8-13 0,1 1 0,0-2 0,1 1 0,0 0 0,0-1 0,1 0 0,0-1 0,0 0 0,1 0 0,-1 0 0,15 8 0,-21-14 0,0 0 0,0 1 0,-1-1 0,1 1 0,0-1 0,0 0 0,0 1 0,0-1 0,0 0 0,-1 0 0,1 0 0,0 0 0,0 0 0,0 0 0,0 0 0,0 0 0,0 0 0,0 0 0,-1 0 0,1 0 0,0-1 0,0 1 0,0 0 0,0-1 0,0 1 0,-1-1 0,1 1 0,0-1 0,-1 1 0,1-1 0,0 1 0,-1-1 0,1 0 0,0 1 0,-1-1 0,1 0 0,-1 0 0,1 1 0,-1-1 0,0 0 0,1 0 0,-1 0 0,0 0 0,1 0 0,-1 1 0,0-1 0,0-2 0,1-5 0,0-1 0,0 1 0,-1-1 0,-1-9 0,1 9 0,-1-16 0,-1 7 0,3-28 0,-1 42 0,1 0 0,-1 0 0,1 0 0,0 0 0,0 0 0,0 0 0,1 0 0,-1 0 0,1 1 0,0-1 0,0 1 0,4-6 0,-4 8 0,-1-1 0,0 1 0,1-1 0,-1 1 0,1 0 0,0 0 0,-1 0 0,1 0 0,0 0 0,-1 0 0,1 1 0,0-1 0,0 0 0,0 1 0,0 0 0,0-1 0,0 1 0,2 0 0,-1 0 0,1 1 0,-1-1 0,0 1 0,1 0 0,-1 0 0,0 0 0,0 0 0,0 0 0,5 4 0,4 3 0,-1 1 0,0 0 0,19 20 0,-26-25 0,53 48 0,-38-35 0,0 0 0,31 38 0,-49-54 10,0 0 0,0 1 0,0-1 0,-1 1 0,1-1 0,0 1 0,-1-1 0,1 1 0,-1-1 0,0 1 0,1 2 0,-1-4-43,0 1 0,0-1 0,0 1 0,0-1 0,-1 1 0,1-1 0,0 0 0,0 1 0,0-1 0,0 1 0,-1-1 0,1 0 0,0 1 0,0-1 0,-1 0 0,1 1 0,0-1 0,-1 0 0,1 1 0,0-1 0,-1 0 0,1 0 0,0 1 0,-1-1 0,1 0 0,-1 0 0,1 0 0,0 0 0,-1 1 0,1-1 0,-1 0 0,1 0 0,-1 0 0,1 0 0,-1 0 0,1 0 0,0 0 0,-1 0 0,1 0 0,-1-1 0,1 1 0,-1 0 0,1 0 0,-1 0 0,-7-2-6793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04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31 24575,'11'-3'0,"11"-4"0,0 1 0,0 0 0,34-2 0,-49 8 0,-1-1 0,1 2 0,0-1 0,0 1 0,-1 0 0,1 0 0,0 1 0,-1 0 0,0 0 0,1 0 0,-1 1 0,0 0 0,0 0 0,0 1 0,-1-1 0,7 7 0,-1-1 0,6 5 0,21 24 0,-34-34 0,0 1 0,0 1 0,0-1 0,-1 1 0,0-1 0,0 1 0,0 0 0,-1 0 0,3 8 0,12 83 0,11 36 0,-7-72 0,5 17 0,-24-68 0,0 0 0,0 0 0,-1 1 0,0-1 0,-1 18 0,0-27 0,0 1 0,0 0 0,-1 0 0,1-1 0,0 1 0,-1 0 0,0-1 0,1 1 0,-1 0 0,0-1 0,0 1 0,0-1 0,0 1 0,0-1 0,0 0 0,0 1 0,0-1 0,-3 1 0,2 0 0,-1-1 0,1 1 0,-1-1 0,1 0 0,-1 0 0,0 0 0,1 0 0,-1-1 0,0 1 0,-4-1 0,-4 1 0,0-2 0,0 1 0,0-2 0,-18-3 0,-24-9-24,29 8-423,0 0 0,-44-4 0,55 9-6379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17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308 46 24575,'-5'-5'0,"0"1"0,0-1 0,-1 1 0,1 1 0,-1-1 0,0 1 0,0 0 0,0 0 0,0 0 0,0 1 0,-8-2 0,9 3 0,0 1 0,0-1 0,0 1 0,-1 0 0,1 0 0,0 0 0,0 1 0,0-1 0,-1 1 0,1 1 0,0-1 0,0 1 0,0 0 0,-7 4 0,3-2 0,2 0 0,1-1 0,-1 1 0,1 0 0,0 1 0,-8 6 0,14-10 0,-1 0 0,0 0 0,0-1 0,1 1 0,-1 0 0,1 0 0,-1 0 0,1 0 0,-1 0 0,1 0 0,-1 1 0,1-1 0,0 0 0,0 0 0,0 0 0,-1 0 0,1 2 0,1-2 0,-1 1 0,1-1 0,-1 1 0,1-1 0,-1 0 0,1 0 0,0 1 0,0-1 0,0 0 0,0 0 0,-1 0 0,2 0 0,-1 0 0,0 0 0,0 0 0,0 0 0,2 1 0,200 136 0,-200-136 0,0 1 0,-1-1 0,1 0 0,-1 0 0,1 1 0,-1 0 0,0-1 0,0 1 0,0 0 0,-1 0 0,1 0 0,-1 0 0,0 0 0,2 4 0,-3-6 0,0 1 0,0-1 0,0 1 0,0-1 0,0 1 0,0-1 0,0 1 0,0-1 0,-1 1 0,1-1 0,0 0 0,-1 1 0,1-1 0,-1 0 0,0 1 0,1-1 0,-1 0 0,0 0 0,0 1 0,0-1 0,0 0 0,0 0 0,0 0 0,0 0 0,0 0 0,0 0 0,-1-1 0,1 1 0,0 0 0,-1-1 0,1 1 0,0 0 0,-1-1 0,-1 1 0,-10 2 0,0-1 0,0 0 0,0 0 0,-1-2 0,1 1 0,-21-4 0,1 2 0,-9 1 0,23 1 0,1-1 0,-36-5 0,53 5 0,-1 0 0,0 0 0,1-1 0,-1 1 0,1-1 0,-1 1 0,1-1 0,-1 0 0,1 1 0,-1-1 0,1 0 0,-1 0 0,1 0 0,0 0 0,0 0 0,0 0 0,-1-1 0,1 1 0,-1-2 0,2 1 0,-1 1 0,1-1 0,0 1 0,0 0 0,0-1 0,-1 1 0,2-1 0,-1 1 0,0-1 0,0 1 0,0 0 0,1-1 0,-1 1 0,1-1 0,-1 1 0,1 0 0,-1-1 0,1 1 0,0 0 0,0 0 0,-1 0 0,1-1 0,1 0 0,3-3-227,0-1-1,1 1 1,-1 1-1,1-1 1,11-7-1,-7 7-6598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18.8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125 141 24575,'-8'-6'0,"0"0"0,-1 0 0,1 1 0,-1 0 0,-1 0 0,1 1 0,0 0 0,-1 1 0,-11-3 0,20 5 0,0 1 0,0 0 0,0 0 0,0 0 0,0-1 0,0 1 0,0 0 0,1 0 0,-1 0 0,0 0 0,0 1 0,0-1 0,0 0 0,0 0 0,0 0 0,0 1 0,1-1 0,-1 1 0,0-1 0,0 0 0,0 1 0,1-1 0,-2 2 0,1-1 0,1 0 0,0 0 0,0 0 0,0-1 0,-1 1 0,1 0 0,0 0 0,0 0 0,0 0 0,1 0 0,-1 0 0,0-1 0,0 1 0,0 0 0,1 0 0,-1 0 0,0 0 0,1-1 0,0 2 0,3 5 0,0 0 0,0-1 0,1 0 0,6 6 0,0 1 0,1-2 0,0 0 0,25 17 0,-30-23 0,0-2 0,0 1 0,0-1 0,0 0 0,0 0 0,1-1 0,-1 0 0,1 0 0,0-1 0,10 1 0,-11-2 0,-1 0 0,0 1 0,0-1 0,0-1 0,0 1 0,7-2 0,-12 1 0,0 1 0,1-1 0,-1 1 0,1-1 0,-1 1 0,0-1 0,0 0 0,1 0 0,-1 1 0,0-1 0,0 0 0,0 0 0,0 0 0,0 0 0,0-1 0,0 1 0,-1 0 0,1 0 0,0 0 0,0-1 0,-1 1 0,1 0 0,-1-1 0,0 1 0,1-1 0,-1-1 0,1-3 0,0 0 0,-1 0 0,0 0 0,0-1 0,0 1 0,-1 0 0,0 0 0,0 0 0,-1 0 0,0 0 0,0 0 0,-3-6 0,10 21 0,-1-1 0,1 1 0,0-1 0,0 0 0,12 12 0,-10-12 0,0-1 0,1 0 0,1-1 0,-1 1 0,1-2 0,0 1 0,0-1 0,1 0 0,-1-1 0,1 0 0,0-1 0,14 3 0,-22-5 0,0-1 0,0 0 0,0 0 0,0 1 0,0-2 0,0 1 0,0 0 0,0 0 0,0 0 0,0-1 0,0 1 0,0-1 0,-1 0 0,1 1 0,0-1 0,0 0 0,-1 0 0,1 0 0,2-2 0,-2 0 0,0 1 0,0 0 0,0 0 0,-1-1 0,1 1 0,-1-1 0,0 1 0,0-1 0,0 0 0,0 1 0,0-1 0,0-3 0,0-3 0,0 1 0,-1-1 0,1 1 0,-2-1 0,1 1 0,-1 0 0,-1-1 0,-3-10 0,5 18 0,-1-1 0,1 0 0,0 1 0,-1-1 0,1 1 0,0-1 0,0 0 0,0 1 0,0-1 0,0 0 0,1-2 0,-1 4 0,0 0 0,0 0 0,0 0 0,1-1 0,-1 1 0,0 0 0,0 0 0,0 0 0,0 0 0,0 0 0,0-1 0,0 1 0,1 0 0,-1 0 0,0 0 0,0 0 0,0 0 0,0 0 0,0 0 0,1 0 0,-1-1 0,0 1 0,0 0 0,0 0 0,0 0 0,1 0 0,-1 0 0,0 0 0,0 0 0,0 0 0,0 0 0,1 0 0,-1 0 0,0 0 0,0 0 0,11 9 0,4 11 0,35 40 0,-45-55 0,0 0 0,1 0 0,0 0 0,0-1 0,0 0 0,1 0 0,13 6 0,-19-9 0,1-1 0,-1 1 0,1-1 0,-1 1 0,1-1 0,-1 0 0,1 0 0,-1 1 0,1-1 0,-1 0 0,1 0 0,-1-1 0,1 1 0,0 0 0,-1 0 0,0-1 0,1 1 0,-1-1 0,1 1 0,-1-1 0,1 0 0,-1 0 0,0 1 0,0-1 0,1 0 0,-1 0 0,0 0 0,0 0 0,0 0 0,0-1 0,0 1 0,1-2 0,1-3 0,1-1 0,-2 1 0,1-1 0,-1 0 0,3-11 0,-2 8 0,-3 10 0,0-1 0,0 1 0,0 0 0,0 0 0,0-1 0,0 1 0,0 0 0,0 0 0,0 0 0,0-1 0,0 1 0,0 0 0,1 0 0,-1 0 0,0-1 0,0 1 0,0 0 0,0 0 0,1 0 0,-1 0 0,0-1 0,0 1 0,0 0 0,1 0 0,-1 0 0,0 0 0,0 0 0,0 0 0,1 0 0,-1 0 0,0 0 0,1-1 0,6 7 0,8 15 0,-12-16 0,-1-2 0,0 0 0,0-1 0,0 1 0,0-1 0,0 0 0,1 0 0,-1 0 0,1 0 0,-1 0 0,1 0 0,0-1 0,0 1 0,0-1 0,0 0 0,0 0 0,0 0 0,5 1 0,1-1 0,-1-1 0,1 0 0,0-1 0,0 0 0,9-2 0,-18 3 0,4-2 0,1 2 0,0-1 0,0 0 0,-1 1 0,1 0 0,0 0 0,0 0 0,-1 1 0,1-1 0,0 1 0,-1 0 0,1 1 0,-1-1 0,1 1 0,-1 0 0,7 3 0,-6-2 0,0-1 0,1 0 0,-1 0 0,1 0 0,-1-1 0,1 0 0,-1 0 0,1 0 0,6-1 0,52-2 0,-63 2 0,5-1 0,-1 0 0,1 0 0,0 0 0,-1-1 0,1 0 0,-1 0 0,1 0 0,-1-1 0,0 1 0,0-1 0,0-1 0,0 1 0,-1-1 0,1 1 0,-1-1 0,0-1 0,0 1 0,-1 0 0,1-1 0,-1 0 0,0 0 0,0 0 0,0 0 0,-1-1 0,0 1 0,0 0 0,0-1 0,-1 0 0,0 1 0,0-1 0,0-10 0,0 8 0,-2-1 0,1 1 0,-1-1 0,0 0 0,-3-9 0,3 15 0,0 0 0,0 0 0,0 0 0,0 1 0,-1-1 0,1 0 0,-1 1 0,0-1 0,1 1 0,-1 0 0,0-1 0,-1 1 0,1 0 0,0 0 0,0 0 0,-1 1 0,1-1 0,-5-1 0,6 2 0,0 1 0,0-1 0,0 1 0,0 0 0,0-1 0,0 1 0,0 0 0,0 0 0,0 0 0,0 0 0,0 0 0,0 0 0,-1 0 0,1 0 0,0 0 0,0 1 0,0-1 0,0 0 0,0 1 0,0-1 0,0 1 0,0-1 0,-1 1 0,1 1 0,-1 0 0,0 0 0,0-1 0,1 1 0,-1 0 0,1 0 0,-1 0 0,1 0 0,-2 5 0,0 1 0,0 1 0,1 0 0,-1 0 0,0 14 0,2-12 0,1 0 0,0-1 0,1 1 0,0-1 0,0 1 0,1-1 0,1 1 0,0-1 0,7 17 0,-6-19 0,0-1 0,0 1 0,0 0 0,1-1 0,1 0 0,-1 0 0,1-1 0,0 1 0,0-1 0,1 0 0,0-1 0,8 6 0,-10-9 10,1 1 0,-1-1 0,1 0 0,-1 0 0,1-1 0,-1 1 0,1-1 0,0-1 0,0 1 0,0-1 0,6 0 0,-4-1-196,0 0 1,0 0-1,1-1 0,-1 0 1,0 0-1,-1-1 1,9-3-1,-4 0-6640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19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75 24575,'-13'-6'0,"-102"-38"0,97 38 0,-1 1 0,0 0 0,0 2 0,-24-2 0,42 5 0,-1 0 0,1 0 0,-1 0 0,1 0 0,-1 0 0,1 0 0,-1 1 0,1-1 0,0 0 0,-1 1 0,1 0 0,-1-1 0,1 1 0,0 0 0,-1-1 0,0 2 0,1-1 0,0 0 0,1-1 0,-1 1 0,0 0 0,1 0 0,-1 0 0,1 0 0,0 0 0,-1 0 0,1 0 0,0 0 0,-1 0 0,1 0 0,0 0 0,0 0 0,0 0 0,0 2 0,0 1 0,1 0 0,0-1 0,-1 1 0,2 0 0,-1-1 0,0 1 0,1-1 0,-1 1 0,1-1 0,0 0 0,3 4 0,3 2 0,1 1 0,0-1 0,1-1 0,0 0 0,0 0 0,1-1 0,0 0 0,0-1 0,0 0 0,1-1 0,0 0 0,24 6 0,-33-10 0,1-1 0,-1 1 0,0-1 0,1 0 0,-1 0 0,1 0 0,-1 0 0,1-1 0,-1 1 0,1-1 0,-1 0 0,1 0 0,-1 0 0,6-3 0,-7 3 0,0-1 0,0 1 0,0-1 0,0 1 0,0-1 0,0 0 0,0 0 0,-1 0 0,1 0 0,-1 0 0,1 0 0,-1 0 0,0-1 0,0 1 0,0 0 0,0-1 0,0 1 0,0-1 0,-1 1 0,1-5 0,-1-1 0,0 6 0,0 1 0,0-1 0,0 1 0,0-1 0,0 0 0,0 1 0,1-1 0,-1 1 0,0-1 0,2-2 0,-2 4 0,0 0 0,0 0 0,0 0 0,1 0 0,-1 0 0,0 0 0,0 0 0,0 0 0,0-1 0,0 1 0,0 0 0,1 0 0,-1 0 0,0 0 0,0 0 0,0 0 0,0 0 0,0 1 0,0-1 0,1 0 0,-1 0 0,0 0 0,0 0 0,0 0 0,0 0 0,0 0 0,0 0 0,0 0 0,1 0 0,-1 0 0,0 0 0,0 0 0,0 1 0,0-1 0,0 0 0,0 0 0,0 0 0,0 0 0,0 0 0,0 0 0,0 0 0,0 1 0,0-1 0,0 0 0,0 0 0,0 0 0,0 0 0,1 0 0,-1 0 0,0 1 0,-1-1 0,4 9 0,-2-8 0,5 21 0,14 29 0,-18-44 0,1-1 0,0 0 0,1-1 0,0 1 0,-1 0 0,2-1 0,-1 0 0,1 0 0,7 7 0,-3-7-1365,0-2-5461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19.8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372 146 24575,'-19'-18'0,"-59"-51"0,64 58 0,0 1 0,0 1 0,-29-14 0,42 22 0,-1 0 0,0 0 0,0 1 0,0-1 0,1 1 0,-1-1 0,0 1 0,0 0 0,0-1 0,0 1 0,0 0 0,0 0 0,0 1 0,0-1 0,1 0 0,-5 2 0,5-2 0,-1 1 0,1 0 0,0 0 0,0 0 0,0 0 0,0 0 0,0 0 0,0 0 0,0 0 0,0 1 0,0-1 0,0 0 0,0 0 0,1 1 0,-1-1 0,1 1 0,-1-1 0,1 0 0,-1 1 0,1-1 0,0 3 0,-1 7 0,0 1 0,1-1 0,0 0 0,1 1 0,0-1 0,1 0 0,6 21 0,2-3 0,22 48 0,12-1 0,-1-1 0,-42-74 0,-1 0 0,1 0 0,-1 0 0,1 0 0,-1 0 0,0 0 0,1 0 0,-1 0 0,0 0 0,0 0 0,0 0 0,0 0 0,1 0 0,-2 0 0,1 0 0,0 0 0,0 0 0,0 0 0,0 0 0,0 0 0,-1 0 0,1 0 0,-1 0 0,1 0 0,-1 1 0,-1-1 0,1 0 0,0 0 0,-1 0 0,1 0 0,-1 0 0,1-1 0,-1 1 0,0 0 0,1-1 0,-1 1 0,0-1 0,1 0 0,-1 1 0,-3-1 0,-26 1-90,0-2 1,-1-1-1,1-1 0,-42-10 0,41 7-826,13 2-5910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0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24575,'-3'3'0,"0"3"0,2 2 0,2 6 0,3 3 0,3 0 0,3 3 0,0 0 0,0-1 0,-1-1 0,0-1 0,-1-4-8191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0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24575,'0'3'0,"0"3"0,0 2 0,0 4 0,0 1 0,0 1 0,0-2-8191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0.9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24575,'12'18'0,"33"41"0,-39-52 0,0-1 0,0 0 0,1 0 0,-1 0 0,1-1 0,10 6 0,-15-10 0,0 0 0,-1 0 0,1-1 0,0 1 0,0 0 0,0-1 0,0 1 0,0-1 0,0 1 0,0-1 0,0 0 0,0 0 0,0 0 0,0 0 0,0 0 0,0 0 0,0-1 0,0 1 0,0-1 0,0 1 0,-1-1 0,5-2 0,-3 1 0,-1 0 0,1 0 0,-1-1 0,1 1 0,-1-1 0,0 1 0,0-1 0,0 0 0,0 0 0,0 0 0,-1 0 0,2-5 0,-2 5 0,1 0 0,-1 0 0,0 0 0,1 1 0,0-1 0,-1 0 0,1 1 0,0-1 0,4-3 0,-5 5 0,1 1 0,-1-1 0,0 0 0,0 1 0,1-1 0,-1 1 0,1-1 0,-1 1 0,0 0 0,1-1 0,-1 1 0,1 0 0,-1 0 0,1 0 0,-1 0 0,0 0 0,1 1 0,-1-1 0,1 0 0,-1 1 0,0-1 0,1 1 0,2 1 0,2 1-136,1 1-1,0 0 1,-1 1-1,0 0 1,0 0-1,-1 0 1,1 1-1,-1 0 0,8 10 1,-4-3-6690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1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1 105 24575,'71'227'0,"-37"-129"0,-25-64 0,-6-20 0,-2-11 0,-2-4 0,-21-47 0,-39-91 0,53 118 0,2 0 0,0 0 0,1-1 0,-3-40 0,8 54 0,0 0 0,0 0 0,1 0 0,0 0 0,1-1 0,-1 1 0,2 1 0,-1-1 0,1 0 0,0 0 0,5-7 0,-6 12 0,0 0 0,0 0 0,0 0 0,0 0 0,0 1 0,1-1 0,0 1 0,-1 0 0,1-1 0,0 1 0,0 1 0,0-1 0,0 0 0,0 1 0,1-1 0,-1 1 0,0 0 0,1 0 0,-1 0 0,1 1 0,-1-1 0,1 1 0,-1 0 0,1 0 0,-1 0 0,1 0 0,-1 1 0,4 0 0,-3 0 0,1 0 0,-1 1 0,0-1 0,0 1 0,-1 0 0,1 0 0,0 0 0,-1 0 0,1 0 0,-1 1 0,1 0 0,-1 0 0,0 0 0,-1 0 0,1 0 0,0 1 0,3 5 0,-5-6 0,0-1 0,0 1 0,0-1 0,0 1 0,0-1 0,0 1 0,-1 0 0,1-1 0,-1 1 0,0 0 0,0-1 0,0 1 0,0 0 0,0 0 0,-1-1 0,1 1 0,-1 0 0,0-1 0,0 1 0,0-1 0,0 1 0,0-1 0,0 1 0,-1-1 0,1 0 0,-1 0 0,0 0 0,-3 4 0,1-2 0,0-1 0,-1 0 0,0 1 0,0-1 0,0-1 0,0 1 0,0-1 0,-8 3 0,-46 10 0,57-15 0,-27 4-1365,17-3-5461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2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17 24575,'-1'-1'0,"-6"-11"0,6 9 0,7 6 0,24 25 0,-20-19 0,-1 0 0,1-1 0,21 13 0,-21-15 0,0-1 0,18 6 0,-25-10 0,0 0 0,1 0 0,-1 0 0,0-1 0,1 1 0,-1-1 0,1 0 0,-1 0 0,1 0 0,-1-1 0,0 1 0,1-1 0,3 0 0,-6 0 5,0 0 0,0 1 0,0-1-1,1 0 1,-1 0 0,0 1 0,0-1 0,0 0-1,-1 0 1,1 0 0,0 0 0,0 0 0,0-1-1,-1 1 1,1 0 0,-1 0 0,1 0-1,-1-1 1,1 1 0,-1 0 0,0 0 0,1-1-1,-1 1 1,0-2 0,0-1-191,0 0 1,0 0-1,0 0 0,-1 0 1,0 1-1,1-1 1,-3-4-1,-1-2-6640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2.4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24575,'2'0'0,"0"1"0,0-1 0,0 0 0,0 1 0,-1 0 0,1-1 0,0 1 0,-1 0 0,1 0 0,0 0 0,-1 0 0,1 0 0,-1 0 0,0 0 0,1 1 0,1 2 0,18 26 0,-12-15 0,-1 1 0,0 1 0,-2 0 0,6 22 0,13 75 0,-17-73 0,10 57-682,11 189-1,-29-271-6143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2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24575,'0'0'-8191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3.1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19 24575,'-2'-7'0,"-2"-1"0,4 5 0,0 4 0,4 3 0,1 2 0,-1 4 0,2 1 0,0 2 0,-2 2 0,-1-1 0,0 1 0,-2 0 0,-1-2-8191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3.6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255 113 24575,'-2'-20'0,"-4"-6"0,-3 1 0,-2 5 0,-2 6 0,-1 8 0,-4 4 0,-2 4 0,-4 2 0,-2 2 0,-2 0 0,-1 0 0,-1 0 0,6-1-8191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8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 24575,'-5'-3'0,"7"8"0,7 9 0,0-3 0,1-1 0,0 0 0,1 0 0,16 10 0,52 29 0,-25-16 0,65 36 0,-8-5 0,-97-50 0,-11-10 0,-11-8 0,-15-10-682,-37-32-1,47 34-6143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8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0 24575,'-2'1'0,"-1"-1"0,1 0 0,-1 1 0,0-1 0,1 1 0,-1 0 0,1 0 0,0 0 0,-1 0 0,1 0 0,0 1 0,-1-1 0,1 0 0,0 1 0,0 0 0,0 0 0,0-1 0,1 1 0,-1 0 0,0 1 0,1-1 0,-2 3 0,-3 6 0,0 1 0,1 0 0,-5 18 0,-2 3 0,10-28 0,-1 1 0,1-1 0,-1 0 0,0 0 0,0 0 0,-1 0 0,0 0 0,1-1 0,-1 0 0,-1 1 0,1-1 0,-1-1 0,1 1 0,-1-1 0,0 0 0,-1 0 0,1 0 0,-7 2 0,7-3-82,-1 1-34,0-1-1,0 0 0,0 0 1,-1 0-1,1-1 0,-1 1 1,1-2-1,-1 1 0,1-1 1,-11 0-1,8-3-6709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8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24575,'0'12'0,"0"7"0,3 2 0,0 1 0,2-2 0,1 1 0,2 0 0,1-2 0,0-2 0,0 0 0,-1-2 0,1-3 0,-2-1 0,-1 0 0,0-1 0,-1-1 0,-3-2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9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68 24575,'-9'-6'0,"-10"-7"0,-1 2 0,-36-16 0,51 25 0,0 0 0,-1 0 0,1 1 0,-1-1 0,0 2 0,1-1 0,-1 0 0,0 1 0,1 0 0,-1 0 0,0 1 0,1 0 0,-1 0 0,1 0 0,-1 0 0,-7 4 0,1 0 0,-32 17 0,41-20 0,0 0 0,0 0 0,0 0 0,0 1 0,0-1 0,0 1 0,1 0 0,-1-1 0,1 1 0,-3 4 0,5-5 0,-1-1 0,1 1 0,-1 0 0,1-1 0,0 1 0,-1-1 0,1 1 0,0 0 0,0-1 0,0 1 0,0 0 0,0-1 0,1 1 0,-1 0 0,0-1 0,1 1 0,-1-1 0,1 1 0,0 1 0,3 4 0,0-1 0,0 1 0,5 5 0,5 8 0,-7-5 0,0 0 0,-1 0 0,-1 1 0,0-1 0,-1 1 0,0 0 0,-2 0 0,0 1 0,0 30 0,-1-27 0,6 36 0,-1-16 0,-5-29 0,1-1 0,0 0 0,0 1 0,1-1 0,1 0 0,5 10 0,-8-17 0,1 1 0,0-1 0,-1 0 0,1 0 0,1-1 0,-1 1 0,0 0 0,1-1 0,-1 1 0,1-1 0,0 0 0,0 0 0,0 0 0,0 0 0,0 0 0,0-1 0,0 1 0,1-1 0,-1 0 0,1 0 0,5 1 0,18-1 0,38-2 0,-13-1 0,-47 2 15,0 0 0,0 0 0,0-1 0,-1 0 0,1 0 0,0 0 0,7-3 0,-10 3-83,-1 1 1,1-1-1,0 0 1,-1-1-1,1 1 1,-1 0-1,1 0 1,-1-1-1,1 1 1,-1-1-1,0 1 1,0-1-1,0 1 1,0-1-1,0 0 1,0 1-1,0-1 1,-1 0-1,1 0 1,0 0-1,-1-2 1,2-8-6759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30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24575,'14'28'0,"-3"-10"0,0 1 0,1-2 0,19 21 0,-11-13 0,-16-20 0,1 1 0,-1-1 0,1 0 0,0-1 0,0 1 0,0-1 0,1 0 0,-1 0 0,1-1 0,9 5 0,-14-8 0,0 0 0,0 0 0,1 0 0,-1 0 0,0 0 0,0 0 0,0 0 0,1 0 0,-1-1 0,0 1 0,0 0 0,0-1 0,0 1 0,0-1 0,0 1 0,1-1 0,-1 1 0,0-1 0,-1 0 0,1 1 0,0-1 0,0 0 0,0 0 0,0 0 0,-1 0 0,1 0 0,0 0 0,-1 0 0,1 0 0,0-2 0,3-4 0,-1-1 0,0 1 0,3-12 0,-5 12 0,2-1 0,-1 0 0,1-1 0,1 1 0,0 0 0,0 1 0,5-8 0,-8 13 0,1 0 0,-1 0 0,1 0 0,0 0 0,-1 1 0,1-1 0,0 1 0,0 0 0,0-1 0,0 1 0,0 0 0,1 0 0,-1 0 0,0 0 0,0 1 0,1-1 0,-1 1 0,0-1 0,1 1 0,-1 0 0,0 0 0,1 0 0,-1 0 0,1 0 0,-1 0 0,5 2 0,0 0 0,-1 1 0,1-1 0,0 1 0,-1 1 0,0-1 0,0 1 0,7 5 0,38 37 0,-29-25 0,34 31 0,-52-50-1365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30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24575,'21'-8'0,"1"1"0,-1 1 0,2 1 0,23-2 0,-36 6 0,-1 1 0,1 0 0,-1 0 0,1 1 0,-1 0 0,1 1 0,-1 0 0,1 1 0,-1 0 0,0 0 0,0 1 0,10 5 0,57 32 0,-74-40 0,-1 1 0,1-1 0,0 1 0,-1-1 0,1 1 0,-1 0 0,1-1 0,-1 1 0,0 0 0,0 0 0,0 0 0,0 0 0,0 0 0,0 0 0,-1 0 0,1 1 0,-1-1 0,1 4 0,0 5 0,-1-1 0,-1 21 0,-1 2 0,18 77 0,-4-38 0,-6-31 0,-2-18 0,-1 1 0,-1 0 0,-2 44 0,0-66 3,0-1-1,-1 0 1,1 1-1,-1-1 1,1 0-1,-1 1 1,1-1-1,-1 0 1,1 0 0,-1 1-1,0-1 1,0 0-1,0 0 1,0 0-1,0 0 1,0 0-1,0 0 1,0 0-1,0 0 1,0-1-1,0 1 1,-1 0-1,1-1 1,0 1-1,-1-1 1,1 1 0,0-1-1,-1 1 1,-1-1-1,-5 1-114,0 0 0,0-1-1,0 0 1,-9-1 0,4 0-768,-3 0-5946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3.7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219 30 24575,'-1'-2'0,"0"0"0,-1 0 0,0 0 0,1 0 0,-1 1 0,0-1 0,0 0 0,0 1 0,0-1 0,0 1 0,-1 0 0,1-1 0,0 1 0,0 0 0,-1 1 0,1-1 0,-1 0 0,1 1 0,-5-1 0,-5-1 0,-1 1 0,-21 1 0,23 1 0,7-1 0,0 0 0,1 0 0,-1 1 0,0-1 0,1 1 0,-1 0 0,1 1 0,-1-1 0,1 0 0,-1 1 0,1 0 0,0 0 0,0 0 0,0 0 0,0 0 0,0 1 0,0-1 0,1 1 0,-1 0 0,-2 4 0,1-1 0,0 1 0,0 0 0,1 0 0,0 0 0,0 1 0,1-1 0,0 1 0,-2 14 0,2 0 0,1 0 0,0 0 0,4 28 0,-3-47 0,1-1 0,-1 1 0,1-1 0,0 0 0,0 1 0,0-1 0,0 1 0,0-1 0,0 0 0,1 0 0,-1 0 0,1 0 0,-1 0 0,1 0 0,0 0 0,0 0 0,0-1 0,0 1 0,0-1 0,0 1 0,4 1 0,4 1 0,0 0 0,0 0 0,21 4 0,-8-3 0,27 9 0,0-3 0,66 6 0,-113-16-227,1-1-1,-1 0 1,1 0-1,-1 0 1,6-2-1,0-1-6598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4.1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167 25 24575,'3'-2'0,"-1"0"0,0 0 0,1-1 0,0 2 0,-1-1 0,1 0 0,0 0 0,0 1 0,0 0 0,0-1 0,0 1 0,1 0 0,-1 1 0,0-1 0,0 1 0,1-1 0,3 1 0,-2 0 0,-1 1 0,0 0 0,1 0 0,-1 0 0,0 0 0,0 1 0,0-1 0,0 1 0,0 0 0,0 1 0,0-1 0,5 5 0,12 10 0,-2 1 0,34 38 0,-51-54 0,-1 0 0,1 1 0,0-1 0,-1 1 0,1-1 0,-1 1 0,0 0 0,0 0 0,0 0 0,0-1 0,0 4 0,-1-4 0,0-1 0,0 0 0,0 0 0,0 0 0,0 0 0,0 1 0,-1-1 0,1 0 0,0 0 0,-1 0 0,1 0 0,-1 0 0,1 0 0,-1 0 0,0 0 0,1 0 0,-1 0 0,0 0 0,0 0 0,0 0 0,1-1 0,-1 1 0,0 0 0,0 0 0,0-1 0,0 1 0,0-1 0,-1 1 0,1-1 0,-2 1 0,-4 1 0,0 0 0,-1 0 0,1-1 0,-1 0 0,-11 0 0,-42-3 0,47 1 0,-11-1 0,0-1 0,0-1 0,0-1 0,0-1 0,1-1 0,-29-13 0,49 18 0,1 0 0,0 0 0,0 0 0,-1 0 0,1 0 0,1 0 0,-1-1 0,-4-4 0,6 6 0,1 0 0,-1 1 0,1-1 0,-1 0 0,1 0 0,-1 0 0,1 0 0,0 0 0,-1 0 0,1 0 0,0 0 0,0 0 0,-1 0 0,1 0 0,0 0 0,0 0 0,0 0 0,0 0 0,1 0 0,-1 0 0,0 0 0,0 0 0,0 1 0,1-1 0,-1 0 0,1 0 0,-1 0 0,0 0 0,1 0 0,0 0 0,-1 1 0,1-1 0,-1 0 0,1 0 0,1-1 0,2 0 9,-1-1 1,1 0-1,0 1 0,0-1 0,0 1 1,0 0-1,0 1 0,1-1 0,-1 1 1,1-1-1,8 0 0,3 0-611,32 2 0,-44 0 330,11 0-6554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4.7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 24575,'22'23'0,"-15"-14"0,0-2 0,1 1 0,13 10 0,2-1 0,-4-3 0,24 14 0,-37-25 0,-1 0 0,1-1 0,0 1 0,0-1 0,0 0 0,0-1 0,0 1 0,1-1 0,7 0 0,-12-1 0,0 0 0,-1 0 0,1 0 0,0-1 0,0 1 0,0-1 0,-1 1 0,1-1 0,0 1 0,0-1 0,-1 0 0,1 0 0,0 0 0,-1 0 0,1 0 0,-1 0 0,0-1 0,1 1 0,-1 0 0,0-1 0,0 1 0,0-1 0,0 1 0,0-1 0,0 0 0,0 1 0,0-1 0,-1 0 0,1 0 0,-1 1 0,1-1 0,-1 0 0,1-3 0,-1-2 0,1 0 0,-1 0 0,0 0 0,-1 1 0,1-1 0,-1 0 0,-1 0 0,-1-7 0,1 10 0,-3-14 0,5 17 0,0 0 0,0 0 0,-1 0 0,1 1 0,0-1 0,0 0 0,0 0 0,0 0 0,1 0 0,-1 1 0,0-1 0,0 0 0,0 0 0,1 0 0,-1 1 0,0-1 0,1 0 0,0-1 0,-1 2 0,1 0 0,-1-1 0,1 1 0,-1 0 0,1 0 0,0 0 0,-1 0 0,1 0 0,-1 0 0,1 0 0,-1 0 0,1 0 0,0 0 0,-1 0 0,1 0 0,-1 0 0,1 0 0,-1 0 0,1 0 0,-1 1 0,1-1 0,-1 0 0,1 0 0,-1 1 0,1-1 0,-1 0 0,1 1 0,16 12 0,-13-10 0,10 8-115,98 70-1135,-103-75-5576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5.1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364 119 24575,'-135'-72'0,"114"62"0,0 2 0,0 0 0,-1 2 0,-38-7 0,56 12 0,1 1 0,-1-1 0,1 1 0,0 0 0,-1 0 0,1 1 0,-1-1 0,1 1 0,-1-1 0,1 1 0,-5 2 0,6-2 0,0 0 0,1 0 0,-1 1 0,1-1 0,-1 0 0,1 0 0,0 1 0,-1-1 0,1 1 0,0-1 0,0 1 0,0 0 0,0-1 0,0 1 0,1 0 0,-1 0 0,0 0 0,1-1 0,0 1 0,-1 0 0,1 0 0,0 2 0,0 1 0,0-1 0,0 0 0,0 1 0,1-1 0,0 0 0,0 0 0,0 1 0,0-1 0,1 0 0,0 0 0,-1 0 0,2 0 0,-1-1 0,0 1 0,1-1 0,-1 1 0,1-1 0,6 6 0,6 4 0,0-1 0,0-1 0,18 10 0,-17-10 0,16 9 0,54 25 0,-84-45 0,0 1 0,0 0 0,0 0 0,0 0 0,-1 0 0,1 1 0,-1-1 0,1 0 0,-1 1 0,1-1 0,-1 1 0,0-1 0,2 3 0,-3-4 0,0 0 0,0 1 0,0-1 0,0 0 0,0 1 0,1-1 0,-1 0 0,0 1 0,0-1 0,0 0 0,0 1 0,0-1 0,0 1 0,0-1 0,-1 0 0,1 1 0,0-1 0,0 0 0,0 1 0,0-1 0,0 0 0,0 0 0,-1 1 0,1-1 0,0 0 0,0 1 0,-1-1 0,0 1 0,0 0 0,0-1 0,0 1 0,-1 0 0,1-1 0,0 1 0,0-1 0,-1 0 0,1 1 0,0-1 0,-3 0 0,-12 2 0,-1-1 0,1-1 0,-33-4 0,-49-15 0,58 11 0,38 8-47,1 0 0,-1-1 0,1 1 0,0-1 0,-1 1 0,1-1 0,0 1 0,0-1 0,-1 0-1,1 0 1,0 0 0,0 1 0,0-1 0,0 0 0,0 0 0,0-1 0,0 1 0,0 0 0,0 0 0,1 0 0,-1-1 0,0 1-1,1 0 1,-1-1 0,1 1 0,-1 0 0,1-1 0,-1-1 0,0-8-6779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5.3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24575,'2'12'0,"4"7"0,0 2 0,2 0 0,2-3 0,0-2 0,-1-2 0,2-1 0,1 1 0,1-1 0,-2-2-8191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5.5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24575,'2'3'0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5.9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216 37 24575,'-23'-9'0,"-43"-13"0,60 20 0,0 1 0,0 0 0,0 0 0,0 1 0,0-1 0,0 1 0,0 1 0,-11 1 0,16-2 0,-1 0 0,1 0 0,0 1 0,0-1 0,0 0 0,0 1 0,0-1 0,0 1 0,0-1 0,0 1 0,0 0 0,0-1 0,0 1 0,0 0 0,0 0 0,1 0 0,-1 0 0,0-1 0,1 1 0,-1 0 0,0 0 0,1 0 0,-1 1 0,1-1 0,0 0 0,-1 0 0,1 0 0,0 0 0,-1 0 0,1 0 0,0 0 0,0 1 0,0-1 0,0 0 0,0 0 0,1 0 0,-1 0 0,0 1 0,0-1 0,1 0 0,-1 0 0,1 1 0,2 5 0,0 0 0,1 0 0,-1 0 0,10 12 0,-1-3 0,1 0 0,0-1 0,23 19 0,51 34 0,-83-65 0,-3-2 0,1 0 0,0 0 0,-1 1 0,1-1 0,-1 1 0,0-1 0,1 1 0,-1 0 0,2 2 0,-3-4 0,0 1 0,0-1 0,0 0 0,0 0 0,0 1 0,0-1 0,0 0 0,0 1 0,0-1 0,0 0 0,0 0 0,0 1 0,0-1 0,0 0 0,0 1 0,0-1 0,0 0 0,0 0 0,0 1 0,-1-1 0,1 0 0,0 0 0,0 1 0,0-1 0,0 0 0,-1 1 0,0-1 0,0 1 0,1-1 0,-1 1 0,0-1 0,0 1 0,0-1 0,0 0 0,0 0 0,0 1 0,0-1 0,0 0 0,-1 0 0,-37 2 0,-57-3 0,25-1 0,57 2-1365,2 0-5461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6.2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 24575,'-3'17'0,"1"0"0,1 1 0,1-1 0,0 1 0,5 28 0,22 86 0,-21-110 0,32 113 120,-29-111-491,1 0-1,0 0 1,21 30 0,-25-45-6455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6.4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208 24 24575,'-27'-5'0,"-11"-1"0,-2 0 0,4 1 0,7 4 0,7 2 0,7 3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7.1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0 228 24575,'4'-1'0,"82"-16"0,-76 14 0,-1 0 0,0 0 0,0-1 0,0-1 0,0 1 0,13-11 0,-20 14 0,1-1 0,-1 0 0,-1 0 0,1 0 0,0 0 0,0 0 0,-1 0 0,1 0 0,-1-1 0,0 1 0,1-1 0,-1 1 0,-1-1 0,1 1 0,0-1 0,0-4 0,0 3 0,-1 0 0,0 0 0,-1 0 0,1 0 0,-1 0 0,1 1 0,-1-1 0,0 0 0,-1 0 0,-1-5 0,0 3 0,-1-1 0,0 1 0,0 0 0,0 0 0,0 0 0,-1 1 0,0-1 0,0 1 0,-1 0 0,1 1 0,-1-1 0,-7-3 0,11 7 0,0 0 0,0 0 0,0 0 0,0 0 0,0 1 0,0-1 0,-1 0 0,1 1 0,0 0 0,0-1 0,0 1 0,-1 0 0,1 0 0,0 1 0,0-1 0,0 0 0,-1 1 0,1-1 0,0 1 0,0 0 0,0-1 0,0 1 0,0 0 0,0 0 0,0 1 0,0-1 0,1 0 0,-1 1 0,0-1 0,1 1 0,-1-1 0,1 1 0,-1 0 0,1-1 0,0 1 0,-2 3 0,-1 3 0,0 0 0,0 1 0,1-1 0,0 1 0,0-1 0,1 1 0,-2 16 0,3-21 0,1 0 0,-1 0 0,1 0 0,1 0 0,-1 0 0,0 0 0,1 0 0,0 0 0,0 0 0,2 6 0,-2-7 0,1 0 0,0-1 0,0 1 0,0 0 0,0-1 0,0 1 0,1-1 0,-1 0 0,1 0 0,-1 0 0,1 0 0,0 0 0,4 2 0,5 0 0,-1 1 0,1-2 0,0 1 0,1-2 0,23 3 0,-18-2 0,8 0 0,32 1 0,-46-4 0,-1-1 0,1 0 0,-1 0 0,0-1 0,16-5 0,-23 6 0,-1-1 0,1 0 0,-1 0 0,1 0 0,-1 0 0,0-1 0,0 1 0,0-1 0,0 0 0,0 1 0,-1-1 0,1-1 0,2-3 0,-2 3 0,-3 4 0,1-1 0,-1 1 0,0-1 0,1 1 0,-1 0 0,1-1 0,-1 1 0,1 0 0,-1 0 0,1-1 0,-1 1 0,1 0 0,-1 0 0,1 0 0,-1 0 0,1-1 0,-1 1 0,1 0 0,0 0 0,-1 0 0,1 0 0,-1 0 0,1 0 0,-1 1 0,1-1 0,-1 0 0,1 0 0,-1 0 0,1 0 0,-1 1 0,1-1 0,-1 0 0,1 1 0,-1-1 0,1 0 0,-1 1 0,1 0 0,20 19 0,-10-8 0,-6-8 0,0-1 0,1 1 0,-1-1 0,1 0 0,-1 0 0,1 0 0,0-1 0,8 2 0,-12-3 0,0-1 0,0 0 0,0 1 0,0-1 0,1 0 0,-1 0 0,0 0 0,0-1 0,0 1 0,0 0 0,0-1 0,0 1 0,0-1 0,0 0 0,0 0 0,0 0 0,0 0 0,0 0 0,-1 0 0,1 0 0,0 0 0,-1-1 0,1 1 0,-1-1 0,1 1 0,-1-1 0,0 0 0,2-2 0,10-23 0,-11 22 0,0 1 0,0-1 0,0 1 0,1-1 0,5-6 0,-6 9 0,-1 1 0,1 0 0,0-1 0,-1 1 0,1 0 0,0 0 0,0 0 0,-1 0 0,1 1 0,0-1 0,0 0 0,0 1 0,0-1 0,0 1 0,0 0 0,0 0 0,0 0 0,4 0 0,1 0 12,0 1 0,0 0 0,0 0 0,0 1 0,0 0 0,-1 0 0,1 1 0,-1 0 0,13 7 0,-5-1-383,0 1-1,-1 1 1,12 12 0,-15-13-6455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7.5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24575,'5'4'0,"2"8"0,1 8 0,3 6 0,1 3 0,-1 2 0,0 3 0,1 1 0,0-2 0,1 0 0,1-1 0,-2-2 0,-1-3 0,0-4 0,-1-3 0,-1-2 0,-1-5-8191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7.7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270 52 24575,'-20'-10'0,"-8"-3"0,-5 1 0,0 2 0,2 5 0,1 4 0,3 4 0,1 2 0,3 2 0,5 0-8191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9.0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64 124 24575,'19'67'0,"-13"-43"0,1-1 0,0 0 0,2 0 0,13 23 0,-8-25 0,-13-20 0,0 0 0,-1 0 0,1 0 0,0 0 0,0 0 0,0 0 0,0 0 0,0-1 0,1 1 0,-1 0 0,0-1 0,0 1 0,0-1 0,1 1 0,-1-1 0,2 1 0,-3-1 0,0 0 0,1 0 0,-1 0 0,0 0 0,1-1 0,-1 1 0,0 0 0,1 0 0,-1 0 0,0 0 0,1-1 0,-1 1 0,0 0 0,1 0 0,-1-1 0,0 1 0,0 0 0,1-1 0,-1 1 0,0 0 0,0 0 0,0-1 0,0 1 0,1 0 0,-1-1 0,0 1 0,0-1 0,0 1 0,0 0 0,0-1 0,0 1 0,0 0 0,0-1 0,0 1 0,0 0 0,0-1 0,0 1 0,0-1 0,0 1 0,0 0 0,0-1 0,-1 1 0,1 0 0,0-1 0,0 0 0,-8-18 0,8 18 0,-11-18 0,-1 0 0,0 0 0,-26-27 0,9 10 0,1 5 0,19 22 0,0-1 0,-7-11 0,16 21 0,0 0 0,0 0 0,0 0 0,0 0 0,0 0 0,0 0 0,-1 0 0,1 0 0,0 0 0,0 0 0,0 0 0,0 0 0,0 0 0,0-1 0,0 1 0,0 0 0,0 0 0,0 0 0,0 0 0,0 0 0,0 0 0,0 0 0,0 0 0,0 0 0,0 0 0,0 0 0,0 0 0,0-1 0,0 1 0,0 0 0,0 0 0,0 0 0,0 0 0,0 0 0,0 0 0,0 0 0,0 0 0,0 0 0,0 0 0,0 0 0,0-1 0,0 1 0,0 0 0,0 0 0,0 0 0,0 0 0,0 0 0,1 0 0,-1 0 0,0 0 0,0 0 0,0 0 0,0 0 0,0 0 0,0 0 0,0 0 0,0 0 0,0 0 0,0 0 0,0 0 0,0 0 0,1 0 0,-1 0 0,0 0 0,0 0 0,0 0 0,0 0 0,0 0 0,9 2 0,11 8 0,-3-1 0,0 0 0,0-1 0,1-1 0,0-1 0,27 6 0,-34-10 0,0 0 0,-1-1 0,1 0 0,0-1 0,0 0 0,0-1 0,-1 0 0,1 0 0,0-1 0,-1-1 0,13-4 0,-17 4 0,-1 1 0,0-1 0,0 0 0,0 0 0,0 0 0,-1-1 0,1 0 0,-1 0 0,0 0 0,0 0 0,-1-1 0,1 0 0,-1 1 0,0-1 0,5-10 0,-7 12 0,0 0 0,0 0 0,0 0 0,-1 0 0,1 0 0,-1 0 0,1 0 0,-1 0 0,0 0 0,0 0 0,-1 0 0,1 0 0,-1 0 0,1 0 0,-1 0 0,0 0 0,0 0 0,0 0 0,-1 0 0,1 1 0,-1-1 0,1 0 0,-1 1 0,0-1 0,0 1 0,0 0 0,0 0 0,0-1 0,-1 1 0,1 1 0,-4-3 0,5 3 0,-1-1 0,1 1 0,-1 0 0,0 0 0,1 1 0,-1-1 0,0 0 0,1 0 0,-1 1 0,0-1 0,0 1 0,0 0 0,1-1 0,-1 1 0,0 0 0,0 0 0,0 0 0,0 0 0,0 1 0,1-1 0,-1 0 0,0 1 0,-3 0 0,3 1 0,1-1 0,-1 0 0,0 1 0,1-1 0,-1 1 0,1 0 0,-1-1 0,1 1 0,0 0 0,0 0 0,0 0 0,0 0 0,0 0 0,0 0 0,0 0 0,1 0 0,-1 0 0,1 0 0,-1 5 0,0 0 0,1 0 0,0 1 0,1-1 0,0 1 0,0-1 0,0 0 0,1 1 0,0-1 0,1 0 0,-1 0 0,1 0 0,0-1 0,1 1 0,0-1 0,6 8 0,2 2 0,0-1 0,1-1 0,1 0 0,25 19 0,-31-27 20,1 0 0,-1 0 0,1-1 0,0-1 0,10 4 0,-14-6-134,0 0 0,-1-1-1,1 0 1,0 0 0,0 0 0,0 0-1,0-1 1,-1 0 0,1 0 0,0 0-1,0-1 1,7-1 0,-3-1-6712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9.4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163 40 24575,'-6'-3'0,"-6"-3"0,0 0 0,-1 1 0,1 0 0,-1 1 0,0 1 0,0 0 0,-16-1 0,27 4 0,1 0 0,-1 0 0,0 0 0,1 0 0,-1 0 0,1 0 0,-1 0 0,1 1 0,-1-1 0,1 1 0,-1-1 0,1 1 0,-1-1 0,1 1 0,0 0 0,-1 0 0,1 0 0,0 0 0,0 0 0,-3 2 0,3-1 0,1 0 0,-1-1 0,0 1 0,0 0 0,1 0 0,-1 0 0,1 0 0,-1 0 0,1 0 0,0 0 0,0 0 0,0-1 0,0 1 0,0 3 0,2 4 0,0 1 0,0-1 0,1 0 0,0 0 0,7 13 0,-3-9 0,0 0 0,1-1 0,0 0 0,1-1 0,0 1 0,1-2 0,1 1 0,-1-2 0,19 14 0,-8-8 0,19 15 0,-40-30 0,0 0 0,0 0 0,1 1 0,-1-1 0,0 0 0,1 0 0,-1 1 0,0-1 0,0 0 0,0 0 0,1 1 0,-1-1 0,0 0 0,0 1 0,0-1 0,0 0 0,1 1 0,-1-1 0,0 0 0,0 1 0,0-1 0,0 0 0,0 1 0,0-1 0,0 0 0,0 1 0,0-1 0,0 0 0,0 1 0,0-1 0,0 0 0,0 1 0,-1-1 0,1 1 0,0-1 0,-1 1 0,0-1 0,0 1 0,1-1 0,-1 1 0,0-1 0,0 0 0,0 1 0,0-1 0,1 0 0,-1 1 0,-2-1 0,-31 2 0,32-2 0,-24-1 46,-38-7 1,16 1-1505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9.9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211 85 24575,'-15'-10'0,"-1"-2"0,-1 1 0,0 0 0,-1 2 0,0 0 0,-30-10 0,46 18 0,0 1 0,0-1 0,-1 1 0,1-1 0,0 1 0,0 0 0,-1 0 0,1 0 0,0 0 0,-1 0 0,1 1 0,0-1 0,0 1 0,0-1 0,-1 1 0,1 0 0,0 0 0,-4 2 0,5-2 0,0 1 0,-1-1 0,1 0 0,0 1 0,0 0 0,-1-1 0,1 1 0,1 0 0,-1 0 0,0-1 0,0 1 0,1 0 0,-1 0 0,1 0 0,-1 0 0,1 0 0,0 0 0,0 0 0,0 0 0,0 0 0,0 3 0,1 1 0,0 1 0,1-1 0,0 1 0,0-1 0,0 0 0,1 1 0,-1-1 0,2-1 0,-1 1 0,1 0 0,-1-1 0,2 0 0,-1 1 0,0-2 0,1 1 0,0 0 0,0-1 0,9 6 0,2 0 0,0-1 0,0 0 0,1-1 0,0-1 0,26 8 0,-40-14 0,-1 0 0,0-1 0,0 1 0,1-1 0,-1 0 0,0 1 0,1-1 0,-1 0 0,0 0 0,1-1 0,-1 1 0,0 0 0,1-1 0,-1 1 0,0-1 0,0 0 0,0 0 0,1 0 0,-1 0 0,0 0 0,0 0 0,-1-1 0,3-1 0,-2 1 0,0-1 0,0 1 0,0-1 0,0 1 0,-1-1 0,0 0 0,1 0 0,-1 0 0,0 0 0,0 0 0,0 0 0,-1 0 0,1 0 0,-1 0 0,0 0 0,0 0 0,0-3 0,-1-2 0,1 0 0,-2 0 0,1 0 0,-1 0 0,-1 0 0,1 1 0,-1-1 0,-1 1 0,1 0 0,-9-12 0,4 12 0,6 13 0,4 15 0,1-14 14,1 1-1,-1-1 0,1 1 0,0-1 1,1-1-1,0 1 0,0 0 1,11 10-1,-11-12-148,1 0 0,-1-1 0,1 1 0,0-1 0,0-1 0,0 1 0,0-1 0,0 0 0,1 0 0,11 2 0,-6-3-6691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00.5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15 24575,'0'0'0,"0"0"0,-1 0 0,1 0 0,0 0 0,0 0 0,0 0 0,0 0 0,0 0 0,0 0 0,0 0 0,-1 0 0,1 0 0,0 0 0,0 0 0,0 0 0,0 1 0,0-1 0,0 0 0,0 0 0,0 0 0,-1 0 0,1 0 0,0 0 0,0 0 0,0 0 0,0 0 0,0 0 0,0 1 0,0-1 0,0 0 0,0 0 0,0 0 0,0 0 0,0 0 0,0 0 0,0 0 0,0 1 0,0-1 0,0 0 0,0 0 0,2 7 0,6 6 0,2 1 0,1-1 0,21 20 0,-28-29 0,0-1 0,0 1 0,0-1 0,1 0 0,0 0 0,-1 0 0,1-1 0,0 0 0,0 0 0,0 0 0,1-1 0,7 2 0,-12-2 0,0-1 0,0 0 0,0 0 0,1 0 0,-1 0 0,0 0 0,0-1 0,0 1 0,0 0 0,0 0 0,0-1 0,0 1 0,0 0 0,0-1 0,0 1 0,0-1 0,-1 0 0,1 1 0,0-1 0,0 0 0,0 1 0,-1-1 0,2-1 0,-1 1 0,0-1 0,-1 0 0,1 0 0,0 0 0,-1 1 0,1-1 0,-1 0 0,1 0 0,-1 0 0,0 0 0,0-3 0,-1-4 0,0-1 0,0 1 0,-1 0 0,-3-9 0,-11-24 0,16 42 0,0 0 0,0 0 0,0 0 0,0 0 0,0 0 0,0 0 0,0 0 0,0 0 0,0 0 0,0 0 0,0 0 0,0 1 0,1-1 0,-1 0 0,0 0 0,0 0 0,0 0 0,0 0 0,0 0 0,0 0 0,0 0 0,0 0 0,0 0 0,0 0 0,0-1 0,0 1 0,0 0 0,0 0 0,0 0 0,0 0 0,1 0 0,-1 0 0,0 0 0,0 0 0,0 0 0,0 0 0,0 0 0,0 0 0,0 0 0,0 0 0,0 0 0,0 0 0,0 0 0,0 0 0,0 0 0,0 0 0,0 0 0,0 0 0,0 0 0,0 0 0,0-1 0,0 1 0,0 0 0,0 0 0,0 0 0,0 0 0,0 0 0,0 0 0,0 0 0,0 0 0,0 0 0,0 0 0,0 0 0,0 0 0,0 0 0,0 0 0,0 0 0,6 5 0,7 7 0,-5-2 0,0-1 0,1 0 0,0-1 0,1 0 0,11 8 0,-15-13 0,-1 0 0,0 0 0,1 0 0,0-1 0,0 1 0,0-2 0,0 1 0,0 0 0,0-1 0,0 0 0,0-1 0,8 1 0,-13-1 0,0 0 0,0 0 0,1 0 0,-1-1 0,0 1 0,0 0 0,0 0 0,0-1 0,1 1 0,-1 0 0,0-1 0,0 1 0,0-1 0,0 0 0,0 1 0,0-1 0,0 0 0,0 0 0,-1 1 0,1-1 0,0 0 0,0 0 0,-1 0 0,1 0 0,0 0 0,0-2 0,0-1 0,0 0 0,0 1 0,-1-1 0,0 0 0,1 0 0,-2-7 0,1 9 0,-1 0 0,1-1 0,0 1 0,0-1 0,0 1 0,0-1 0,1 1 0,-1-1 0,1 1 0,-1 0 0,1-1 0,0 1 0,0 0 0,0-1 0,3-3 0,-3 5 0,0 1 0,0-1 0,0 1 0,1-1 0,-1 1 0,0-1 0,0 1 0,1 0 0,-1-1 0,0 1 0,0 0 0,1 0 0,-1 0 0,0 0 0,1 0 0,-1 0 0,0 0 0,1 1 0,-1-1 0,0 0 0,0 1 0,2 0 0,27 14 0,-17-6 44,0 2 0,13 13 0,11 8-1541,-25-23-5329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01.0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61 175 24575,'0'22'0,"1"-1"0,4 26 0,-3-37 0,0-1 0,1 1 0,0-1 0,1 0 0,0 0 0,0 0 0,7 9 0,-5-7 0,7 9 0,-11-19 0,-8-13 0,-29-52 0,20 40 0,-13-34 0,19 36 0,1 0 0,-5-24 0,11 36 0,0 0 0,1 0 0,0 1 0,0-1 0,1 0 0,1 0 0,2-16 0,-3 24 0,1 1 0,-1-1 0,1 0 0,0 0 0,0 0 0,0 0 0,0 0 0,0 1 0,0-1 0,0 0 0,0 1 0,1-1 0,-1 1 0,1-1 0,-1 1 0,1 0 0,-1 0 0,1 0 0,0 0 0,-1 0 0,1 0 0,2-1 0,-2 2 0,-1-1 0,1 1 0,0 0 0,-1 0 0,1-1 0,0 1 0,-1 0 0,1 1 0,-1-1 0,1 0 0,0 0 0,-1 1 0,1-1 0,-1 1 0,1-1 0,-1 1 0,1 0 0,-1 0 0,1-1 0,-1 1 0,0 0 0,1 0 0,-1 0 0,0 0 0,0 1 0,0-1 0,2 2 0,-1 0 6,-1-1 0,1 1-1,-1-1 1,1 1 0,-1-1-1,0 1 1,0 0 0,0 0 0,0-1-1,-1 1 1,1 0 0,-1 0-1,0 0 1,1 0 0,-1 0-1,-1 0 1,1 0 0,0 0 0,-1-1-1,-1 6 1,1-4-105,-1-1 0,1 1 0,-1-1 0,0 0 0,0 1 0,-1-1 0,1 0 0,-1 0 0,1 0 0,-1-1 0,0 1 0,0-1 0,0 1 0,-7 2 0,-5 3-6727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01.8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161 734 24575,'-1'-67'0,"-3"0"0,-3 1 0,-3 0 0,-30-110 0,21 114 0,-48-153 0,59 201 0,8 14 0,0 0 0,0 0 0,0 0 0,-1 0 0,1 0 0,0 0 0,0 0 0,0 0 0,0 0 0,-1 0 0,1 0 0,0 0 0,0 0 0,0 0 0,0 1 0,0-1 0,0 0 0,-1 0 0,1 0 0,0 0 0,0 0 0,0 0 0,0 0 0,0 1 0,0-1 0,0 0 0,0 0 0,0 0 0,0 0 0,-1 1 0,1-1 0,0 0 0,0 0 0,0 0 0,0 0 0,0 0 0,0 1 0,0-1 0,0 0 0,0 0 0,0 0 0,1 1 0,-2 31 0,1-26 0,10 199 0,-7-176 0,2 0 0,1 0 0,2 0 0,21 54 0,-23-72 0,0 0 0,1 0 0,0 0 0,0-1 0,1 0 0,15 15 0,-17-20 0,0 1 0,0-1 0,1 0 0,0 0 0,0-1 0,0 0 0,0 0 0,1 0 0,0-1 0,-1-1 0,11 3 0,-15-4 0,0-1 0,0 0 0,0 0 0,0 0 0,0 0 0,0-1 0,-1 1 0,1-1 0,0 0 0,0 0 0,0 0 0,-1 0 0,1 0 0,-1 0 0,1-1 0,-1 1 0,1-1 0,-1 0 0,0 0 0,0 0 0,0 0 0,0 0 0,0 0 0,0 0 0,1-3 0,4-7 0,0 0 0,-1 0 0,0 0 0,4-14 0,-7 17 0,-3 8 0,0 1 0,0-1 0,1 1 0,-1-1 0,0 0 0,0 1 0,0-1 0,1 1 0,-1-1 0,0 1 0,1-1 0,-1 1 0,0 0 0,1-1 0,-1 1 0,1-1 0,-1 1 0,0 0 0,1-1 0,-1 1 0,1 0 0,-1 0 0,1-1 0,-1 1 0,2 0 0,-1 0 0,-1 0 0,1 0 0,0 1 0,-1-1 0,1 0 0,0 1 0,-1-1 0,1 0 0,-1 1 0,1-1 0,0 1 0,-1-1 0,1 1 0,-1-1 0,0 1 0,1-1 0,0 2 0,3 5 0,0 0 0,5 15 0,-6-16 0,5 14-120,-3-8-35,-1 0-1,2-1 0,0 1 1,0-1-1,1 0 0,0-1 1,15 17-1,-12-17-6670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01.9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24575,'0'0'-8191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02.3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24575,'112'129'0,"-110"-126"0,1-1 0,-1 0 0,0 0 0,1 1 0,-1-1 0,1-1 0,0 1 0,0 0 0,0-1 0,0 1 0,5 1 0,-7-3 0,1 0 0,-1 0 0,0 0 0,1 0 0,-1 0 0,0 0 0,1 0 0,-1-1 0,0 1 0,1 0 0,-1-1 0,0 1 0,0-1 0,0 0 0,1 1 0,-1-1 0,0 0 0,0 1 0,0-1 0,0 0 0,0 0 0,0 0 0,0 0 0,-1 0 0,1 0 0,0 0 0,0-1 0,-1 1 0,1 0 0,0-2 0,3-6 0,-1 1 0,0 0 0,-1-1 0,0 0 0,1-10 0,1-3 0,-4 22 0,0 0 0,0 0 0,0-1 0,0 1 0,0 0 0,0 0 0,0 0 0,0 0 0,0 0 0,0-1 0,0 1 0,0 0 0,0 0 0,0 0 0,0 0 0,0 0 0,0 0 0,0-1 0,0 1 0,1 0 0,-1 0 0,0 0 0,0 0 0,0 0 0,0 0 0,0 0 0,0 0 0,0-1 0,1 1 0,-1 0 0,0 0 0,0 0 0,0 0 0,0 0 0,0 0 0,0 0 0,1 0 0,-1 0 0,0 0 0,0 0 0,0 0 0,0 0 0,1 0 0,4 6 0,7 17 0,-9-17 0,4 6-455,-1-1 0,15 17 0,-11-16-6371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02.8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84 24575,'2'-20'0,"7"-43"0,-9 63 0,0 0 0,0 0 0,0 0 0,0 0 0,0 0 0,0 0 0,0 0 0,0 0 0,0 0 0,0 0 0,0 0 0,0 0 0,1 0 0,-1 0 0,0 0 0,0 0 0,0 0 0,0 0 0,0 0 0,0 0 0,0 0 0,0 0 0,0 0 0,0 0 0,0 0 0,0 0 0,0 0 0,0 0 0,0 0 0,0 0 0,0 0 0,0 0 0,0 0 0,0 0 0,0 0 0,0 0 0,1 0 0,0 10 0,0 14 0,0 3 0,7 39 0,-3-36 0,-4-24 0,-1-1 0,2 1 0,-1 0 0,4 8 0,-5-14 0,0 0 0,0 0 0,0 0 0,0 0 0,0 1 0,0-1 0,0 0 0,0 0 0,0 0 0,0 0 0,0 0 0,0 0 0,0 0 0,0 0 0,0 0 0,0 0 0,0 0 0,0 0 0,0 0 0,0 0 0,0 0 0,0 0 0,0 0 0,0 1 0,0-1 0,0 0 0,1 0 0,-1 0 0,0 0 0,0 0 0,0 0 0,0 0 0,0 0 0,0 0 0,0 0 0,0 0 0,0 0 0,0 0 0,0 0 0,0 0 0,0 0 0,0 0 0,0 0 0,0 0 0,0 0 0,1 0 0,-1 0 0,0 0 0,0 0 0,0 0 0,0 0 0,0 0 0,0 0 0,0 0 0,0 0 0,0 0 0,0 0 0,0 0 0,0-1 0,0 1 0,0 0 0,0 0 0,0 0 0,0 0 0,0 0 0,0 0 0,2-6 0,0-9 0,-3-19 0,0 25 0,0-1 0,1 1 0,1-1 0,-1 1 0,4-13 0,-4 22 0,0 0 0,0 0 0,0 0 0,0-1 0,0 1 0,0 0 0,0 0 0,0 0 0,0-1 0,0 1 0,0 0 0,0 0 0,0 0 0,0-1 0,0 1 0,0 0 0,1 0 0,-1 0 0,0 0 0,0-1 0,0 1 0,0 0 0,0 0 0,0 0 0,1 0 0,-1 0 0,0-1 0,0 1 0,0 0 0,1 0 0,-1 0 0,0 0 0,0 0 0,0 0 0,1 0 0,-1 0 0,0 0 0,0 0 0,0 0 0,1 0 0,-1 0 0,0 0 0,0 0 0,1 0 0,6 10 0,3 16 0,40 181 0,-5-19 0,-41-173 0,6 20 0,10 54 0,-20-89 0,0 1 0,0 0 0,0 0 0,1 0 0,-1-1 0,0 1 0,0 0 0,0 0 0,0 0 0,-1 0 0,1-1 0,0 1 0,0 0 0,0 0 0,-1 0 0,1-1 0,0 1 0,-1 0 0,1 0 0,-1-1 0,1 1 0,-1 0 0,1-1 0,-1 1 0,0 0 0,0 0 0,0-1 0,0 0 0,0 0 0,0 1 0,0-1 0,0 0 0,-1 0 0,1 0 0,0 0 0,0 0 0,0 0 0,0-1 0,0 1 0,0 0 0,0 0 0,-2-1 0,-3-2 0,0 0 0,0 0 0,1 0 0,-1-1 0,-5-4 0,-3-3-112,-16-21-1,20 21-1027,0 1-5686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2.3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385 10 24575,'0'-1'0,"1"1"0,-1-1 0,1 0 0,0 0 0,-1 1 0,1-1 0,0 0 0,0 1 0,-1-1 0,1 1 0,0-1 0,0 1 0,0 0 0,0-1 0,0 1 0,0 0 0,0 0 0,0-1 0,0 1 0,0 0 0,0 0 0,0 0 0,0 0 0,0 0 0,-1 0 0,1 1 0,0-1 0,0 0 0,0 0 0,2 1 0,-3 0 0,0-1 0,1 0 0,-1 1 0,0-1 0,1 1 0,-1-1 0,0 1 0,1-1 0,-1 1 0,0-1 0,0 1 0,0-1 0,0 1 0,1-1 0,-1 1 0,0-1 0,0 1 0,0-1 0,0 1 0,0-1 0,0 1 0,-1 1 0,1-1 0,0 1 0,-1-1 0,1 1 0,-1-1 0,1 0 0,-1 1 0,0-1 0,1 0 0,-1 0 0,-1 2 0,-3 2 0,-1 1 0,1-1 0,-1 0 0,0-1 0,0 0 0,0 0 0,-1 0 0,-13 5 0,-3 1 0,-32 7 0,-192 52-1365,230-64-5461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2.8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333 5 24575,'3'-4'0,"-8"5"0,-9 7 0,-20 16 0,-2 0 0,0-3 0,-1-1 0,-1-2 0,-52 18 0,58-27-1365,19-6-5461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3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24575,'204'32'0,"-111"-16"0,-10-4 0,-1-4 0,89-3 0,-138-6 0,-17 0 0,-1 0 0,23 3 0,-38-2 0,0 0 0,1 0 0,-1 0 0,0 1 0,0-1 0,0 0 0,1 0 0,-1 0 0,0 0 0,0 0 0,1 1 0,-1-1 0,0 0 0,0 0 0,0 0 0,0 0 0,1 1 0,-1-1 0,0 0 0,0 0 0,0 1 0,0-1 0,0 0 0,0 0 0,0 1 0,0-1 0,0 0 0,0 0 0,0 1 0,0-1 0,0 0 0,0 0 0,0 1 0,0-1 0,0 0 0,0 0 0,0 1 0,0-1 0,0 0 0,0 0 0,0 1 0,0-1 0,0 0 0,-1 0 0,1 0 0,0 1 0,0-1 0,0 0 0,0 0 0,-1 0 0,1 0 0,0 1 0,-1-1 0,-12 16 0,10-13 0,-21 28 0,-25 45 0,-4 5 0,42-67 0,0-1 0,0 0 0,-22 19 0,14-18-341,0 0 0,-1-1-1,-30 15 1,36-21-6485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4.3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203 15 24575,'-1'-3'0,"-9"-9"0,7 15 0,2 8 0,1 3 0,-1-1 0,-3 20 0,2-27 0,1-1 0,-1 0 0,0 1 0,0-1 0,-1 0 0,1 0 0,-1-1 0,-7 9 0,-10 10 0,-1-1 0,-27 21 0,41-36 0,-2 0 0,1 1 0,1 0 0,-13 16 0,18-21 0,1-1 0,-1 0 0,1 1 0,-1-1 0,1 1 0,0 0 0,0-1 0,0 1 0,0 0 0,0 0 0,1-1 0,-1 1 0,1 0 0,0 0 0,0 0 0,0 0 0,0 0 0,1-1 0,0 7 0,0-7 0,0-1 0,1 1 0,-1 0 0,0-1 0,0 1 0,1-1 0,-1 0 0,1 1 0,0-1 0,-1 0 0,1 0 0,0 0 0,0 0 0,-1 0 0,1 0 0,0 0 0,0-1 0,3 1 0,4 2 0,1-2 0,13 2 0,182 0 0,-110-5 0,-76 2-119,1 0-296,0 0-1,37 6 1,-43-3-6411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6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85 173 24575,'-1'-5'0,"0"-1"0,1 1 0,-2-1 0,-2-8 0,-2-7 0,5 13 0,-1 0 0,0 1 0,0-1 0,0 1 0,-1-1 0,-1 1 0,1 0 0,-1 0 0,0 1 0,-1-1 0,1 1 0,-1 0 0,-9-9 0,2 7 0,9 8 0,5 8 0,7 9 0,1-1 0,1 0 0,23 27 0,45 40 0,-60-65 0,49 45 0,100 72 0,-147-120 0,111 88 0,-127-97-70,-5-5 244,-11-6-1643,1 1-5357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6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18 24575,'-3'-15'0,"-1"13"0,-1 8 0,-6 26 0,1 0 0,-9 53 0,-2 7 0,0-14 0,9-31 0,-1 0 0,-23 49 0,17-57-1365,14-29-5461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7.2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24575,'0'12'0,"1"0"0,0 0 0,1 0 0,0 0 0,1 0 0,0-1 0,0 1 0,1-1 0,1 0 0,9 16 0,16 15 64,-21-32-422,-1 1 1,-1 0 0,10 17 0,-12-16-6469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8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45 24575,'0'-2'0,"0"-1"0,0 0 0,0 1 0,-1-1 0,1 1 0,-1-1 0,0 1 0,1-1 0,-1 1 0,0-1 0,0 1 0,-1 0 0,1 0 0,0-1 0,-1 1 0,-3-4 0,5 6 0,-1 0 0,1 0 0,-1 0 0,1 0 0,-1 0 0,1 0 0,-1 1 0,1-1 0,0 0 0,-1 0 0,1 0 0,-1 0 0,1 1 0,-1-1 0,1 0 0,0 0 0,-1 1 0,1-1 0,0 0 0,-1 0 0,1 1 0,0-1 0,-1 1 0,1-1 0,0 0 0,0 1 0,-1-1 0,1 1 0,0-1 0,0 0 0,0 1 0,0-1 0,0 1 0,-1-1 0,1 1 0,-6 18 0,6-19 0,-4 22 0,1-1 0,-1 32 0,0-4 0,-1 2 0,2 0 0,5 68 0,0-98 0,0 0 0,2 0 0,0-1 0,1 1 0,1-1 0,1 0 0,1-1 0,15 27 0,-17-36 11,1-1 0,0 0 0,1 0 0,0 0 0,0-1 0,1-1-1,0 0 1,0 0 0,0 0 0,22 9 0,-17-9-197,0-1 1,1-1-1,0 0 0,0-1 1,0 0-1,0-2 1,26 2-1,-28-4-6640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8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0 145 24575,'84'-7'0,"-14"0"0,-62 7 0,12-1 0,28-4 0,-43 4 0,-1 0 0,1 0 0,0 0 0,-1-1 0,1 1 0,-1-1 0,0 0 0,0-1 0,1 1 0,-1-1 0,5-4 0,-8 6 0,1 0 0,-1 0 0,0-1 0,0 1 0,0 0 0,0 0 0,0-1 0,0 1 0,-1-1 0,1 1 0,0-1 0,-1 1 0,1-1 0,-1 1 0,0-1 0,1 1 0,-1-1 0,0 0 0,0 1 0,0-1 0,0 0 0,0 1 0,0-1 0,-1 1 0,1-1 0,0 1 0,-1-1 0,1 0 0,-1 1 0,0-1 0,1 1 0,-1 0 0,0-1 0,0 1 0,0 0 0,0-1 0,0 1 0,-2-1 0,-1-2 0,0 0 0,-1 0 0,0 1 0,0-1 0,0 1 0,0 0 0,-1 1 0,1-1 0,-7-1 0,7 2 0,-1 1 0,0-1 0,1 1 0,-1 0 0,0 1 0,0 0 0,0-1 0,0 2 0,1-1 0,-1 1 0,0 0 0,0 0 0,-7 3 0,10-3 0,-1 1 0,1 0 0,-1 0 0,1 0 0,0 0 0,0 1 0,0-1 0,0 1 0,1 0 0,-1-1 0,0 1 0,1 1 0,0-1 0,0 0 0,0 0 0,0 1 0,1-1 0,-1 1 0,1 0 0,0-1 0,-1 5 0,1-1 0,0 0 0,0 1 0,1-1 0,0 0 0,0 1 0,1-1 0,0 0 0,0 0 0,1 1 0,0-1 0,0 0 0,0-1 0,1 1 0,0 0 0,1-1 0,-1 1 0,9 10 0,-1-4 0,0 1 0,1-2 0,1 1 0,-1-2 0,2 0 0,21 14 0,-28-20 0,1-1 0,-1 0 0,1 0 0,0-1 0,0 0 0,0 0 0,0-1 0,0 0 0,1 0 0,-1-1 0,1 0 0,-1-1 0,1 1 0,-1-2 0,1 1 0,-1-1 0,1-1 0,9-2 0,-6 0-117,-5 2-61,0 0-1,0-1 1,-1 1 0,1-1 0,-1-1-1,11-6 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9.4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24575,'2'28'0,"1"-1"0,0 1 0,2-1 0,2-1 0,0 1 0,2-1 0,0 0 0,2-1 0,1 0 0,1 0 0,1-2 0,19 25 0,60 58 0,-45-54 0,-46-51 0,-1 1 0,0-1 0,0 1 0,1 0 0,-1-1 0,-1 1 0,1 0 0,0-1 0,0 1 0,0 3 0,-1-5 0,0 0 0,0 1 0,0-1 0,0 0 0,0 0 0,0 1 0,0-1 0,0 0 0,0 0 0,0 1 0,0-1 0,0 0 0,0 0 0,0 0 0,0 1 0,0-1 0,-1 0 0,1 0 0,0 0 0,0 1 0,0-1 0,0 0 0,0 0 0,-1 0 0,1 0 0,0 0 0,0 1 0,0-1 0,-1 0 0,1 0 0,-14-1 0,-5-6 0,1-1 0,1-1 0,-32-20 0,45 26 0,-9-4 0,-56-40 0,62 42 0,1-1 0,0 1 0,0-1 0,0 0 0,1 0 0,0-1 0,-7-12 0,11 18 0,0 0 0,0 0 0,1-1 0,-1 1 0,1 0 0,-1 0 0,1 0 0,-1-1 0,1 1 0,0 0 0,0 0 0,-1-1 0,1 1 0,0 0 0,0-1 0,0 1 0,0 0 0,1 0 0,-1-1 0,0 1 0,1 0 0,-1 0 0,0-1 0,1 1 0,-1 0 0,1 0 0,0 0 0,-1 0 0,1 0 0,0 0 0,0 0 0,0 0 0,0 0 0,0 0 0,0 0 0,0 0 0,0 1 0,0-1 0,0 0 0,2 0 0,4-2 0,1 1 0,0-1 0,-1 2 0,1-1 0,12 0 0,-3 0 0,33-9-1365,-37 6-5461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9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38 24575,'0'-13'0,"0"0"0,0 3 0,0 9 0,-2 6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40.3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33 191 24575,'-2'-2'0,"0"1"0,0 0 0,0 0 0,0 0 0,0 0 0,0 1 0,0-1 0,-5 0 0,7 1 0,0 0 0,-1 0 0,1 0 0,0 0 0,-1 0 0,1 0 0,0 0 0,-1 0 0,1 0 0,-1 0 0,1 0 0,0 0 0,-1 1 0,1-1 0,0 0 0,-1 0 0,1 0 0,0 1 0,0-1 0,-1 0 0,1 0 0,-1 1 0,1 0 0,0-1 0,0 1 0,-1 0 0,1-1 0,0 1 0,0 0 0,0 0 0,0-1 0,0 1 0,0 0 0,0-1 0,0 1 0,0 0 0,0 0 0,1-1 0,-1 2 0,2 5 0,1 0 0,0 0 0,1-1 0,-1 1 0,1-1 0,0 1 0,1-1 0,-1-1 0,1 1 0,0-1 0,10 9 0,-6-7 0,0-1 0,0 0 0,0 0 0,1 0 0,-1-1 0,1-1 0,15 5 0,-21-8 0,-1 0 0,0 0 0,0-1 0,0 1 0,1-1 0,-1 0 0,0 0 0,1 0 0,-1-1 0,0 1 0,0-1 0,0 0 0,1 0 0,-1 0 0,0 0 0,0 0 0,0-1 0,0 1 0,-1-1 0,1 0 0,3-2 0,-3 1 0,0 0 0,-1 0 0,1 0 0,-1 0 0,1 0 0,-1-1 0,0 1 0,0-1 0,-1 0 0,1 1 0,-1-1 0,1 0 0,-1 0 0,-1 0 0,1 0 0,0-7 0,-2-57 0,1 68 0,0 0 0,0 0 0,0 0 0,0 0 0,0 0 0,0-1 0,0 1 0,0 0 0,0 0 0,0 0 0,1 0 0,-1 0 0,0 0 0,0-1 0,0 1 0,0 0 0,0 0 0,0 0 0,1 0 0,-1 0 0,0 0 0,0 0 0,0 0 0,0 0 0,0 0 0,1 0 0,-1 0 0,0 0 0,0-1 0,0 1 0,0 0 0,0 0 0,1 0 0,-1 1 0,0-1 0,0 0 0,0 0 0,0 0 0,1 0 0,-1 0 0,0 0 0,0 0 0,0 0 0,0 0 0,0 0 0,0 0 0,1 0 0,-1 0 0,0 1 0,0-1 0,0 0 0,0 0 0,0 0 0,0 0 0,0 0 0,1 1 0,7 7 0,-7-8 0,9 10 0,0-2 0,1 1 0,0-1 0,12 7 0,-16-12 0,-1 1 0,1-1 0,0 0 0,0-1 0,0 1 0,0-1 0,0-1 0,1 1 0,7-1 0,-12-1 0,-1 0 0,1 0 0,0-1 0,0 1 0,-1-1 0,1 0 0,0 0 0,-1 0 0,1 0 0,-1 0 0,1-1 0,-1 1 0,0-1 0,1 1 0,-1-1 0,0 0 0,0 0 0,0 0 0,0 0 0,-1 0 0,1 0 0,-1-1 0,1 1 0,-1-1 0,0 1 0,0-1 0,0 1 0,2-6 0,-2 2 0,1 0 0,-1 1 0,0-1 0,-1 0 0,1 0 0,-1 0 0,0 0 0,0 0 0,-1 0 0,0 0 0,0 0 0,-4-9 0,2 6 0,-1 1 0,-1 0 0,1 0 0,-1 0 0,-1 0 0,0 1 0,0 0 0,0 0 0,-14-10 0,14 12 0,0 0 0,0 1 0,0 1 0,-1-1 0,0 1 0,0 0 0,0 0 0,0 1 0,0 0 0,0 0 0,-1 1 0,-11-2 0,1 3-1365,2 1-5461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40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24575,'32'23'-39,"-1"1"-1,-1 1 0,-1 2 0,-1 1 1,-2 1-1,0 1 0,-3 2 1,0 0-1,-2 2 0,-2 0 0,-1 1 1,-1 1-1,-2 0 0,-2 1 1,-1 1-1,11 67 0,-19-77 194,-2 0 0,0 0-1,-3 34 1,0-51-273,0 1 1,-1-1-1,0 0 0,-1 0 1,0-1-1,0 1 1,-1-1-1,-1 1 0,0-1 1,-12 18-1,6-15-6707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09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757 34 24575,'10'-7'0,"0"1"0,0 0 0,21-9 0,-31 16 0,0-1 0,0 0 0,0 0 0,0 0 0,0 0 0,0 0 0,0 0 0,0 0 0,0 0 0,0 0 0,0 0 0,0 0 0,0 0 0,0 0 0,0 1 0,0-1 0,0 0 0,0 0 0,0 0 0,0 0 0,0 0 0,0 0 0,0 0 0,0 0 0,0 0 0,0 0 0,0 0 0,0 0 0,0 0 0,1 0 0,-1 0 0,0 0 0,0 1 0,0-1 0,0 0 0,0 0 0,0 0 0,0 0 0,0 0 0,0 0 0,0 0 0,0 0 0,0 0 0,0 0 0,0 0 0,1 0 0,-1 0 0,0 0 0,0 0 0,0 0 0,0 0 0,0 0 0,0 0 0,0 0 0,0 0 0,0 0 0,0 0 0,0-1 0,0 1 0,0 0 0,1 0 0,-1 0 0,0 0 0,0 0 0,0 0 0,-6 8 0,-10 8 0,-5 2 0,-1-2 0,-48 28 0,-54 17 0,61-30 0,-50 20 0,-72 40 0,101-39 99,-12 6-1563,75-47-5362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09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374 31 24575,'-1'-2'0,"-1"0"0,1-1 0,0 1 0,0 0 0,-1 0 0,0 0 0,1 0 0,-1 0 0,0 0 0,0 0 0,0 0 0,-4-2 0,5 4 0,-1-1 0,1 1 0,-1 0 0,1 0 0,-1-1 0,1 1 0,-1 0 0,1 0 0,-1 0 0,1 1 0,-1-1 0,0 0 0,1 1 0,-1-1 0,1 1 0,0-1 0,-1 1 0,1-1 0,-1 1 0,1 0 0,0 0 0,-2 2 0,-14 9 0,0 2 0,-21 23 0,-10 8 0,18-20 0,-54 48 0,70-60 0,1 2 0,0-1 0,-18 29 0,30-42 0,0 1 0,0 0 0,0-1 0,0 1 0,1 0 0,-1-1 0,0 1 0,1 0 0,0 0 0,-1 0 0,1-1 0,0 1 0,0 0 0,0 0 0,0 3 0,0-4 0,1 0 0,-1 0 0,1 0 0,-1 0 0,1 0 0,0 0 0,-1 0 0,1-1 0,0 1 0,0 0 0,-1 0 0,1 0 0,0-1 0,0 1 0,0 0 0,0-1 0,0 1 0,0-1 0,0 1 0,0-1 0,0 0 0,0 1 0,0-1 0,0 0 0,1 0 0,1 0 0,15 2 0,0-2 0,1 0 0,-1-2 0,36-6 0,-22 3 0,41-6 0,231-24 0,-300 35-273,1 0 0,0 0 0,-1 1 0,9 1 0,-4 1-6553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0.9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299 122 24575,'-22'-19'0,"-51"-39"0,63 51 0,-1 0 0,0 0 0,0 1 0,0 1 0,-13-4 0,22 8 0,0 0 0,0 1 0,0 0 0,1-1 0,-1 1 0,0 0 0,0 0 0,0 0 0,0 0 0,0 0 0,0 1 0,0-1 0,1 1 0,-1-1 0,0 1 0,0-1 0,1 1 0,-1 0 0,0 0 0,1 0 0,-1 0 0,0 0 0,1 0 0,0 1 0,-1-1 0,1 0 0,-2 2 0,-2 4 0,0 1 0,1-1 0,-1 1 0,-4 14 0,-1 0 0,3-10 0,1 1 0,1 0 0,0 0 0,1 0 0,-4 20 0,7-23 0,0 0 0,0 1 0,1-1 0,1 0 0,0 1 0,0-1 0,1 0 0,3 11 0,6 13 0,3 0 0,1-1 0,34 57 0,1 1 0,-43-76 0,-1 0 0,-1 0 0,0 1 0,-1-1 0,0 1 0,-2 0 0,0 0 0,-1 0 0,0 0 0,-3 27 0,2-42 4,0 0-1,0 0 1,0 0-1,0 0 1,0 0-1,0 0 1,-1 0-1,1 0 1,0 0-1,-1 0 1,1 0 0,-1-1-1,1 1 1,-1 0-1,1 0 1,-1 0-1,1 0 1,-1-1-1,0 1 1,0 0-1,1-1 1,-1 1-1,0 0 1,0-1-1,0 1 1,0-1-1,0 1 1,0-1-1,0 0 1,1 1-1,-1-1 1,0 0-1,-2 1 1,0-2-153,-1 1 1,1 0-1,0-1 1,0 1-1,0-1 1,-1 0-1,1 0 1,0 0-1,-3-2 1,-6-3-6678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1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498 45 24575,'-35'-5'0,"-15"-1"0,-5-3 0,0 1 0,4 1 0,6 2 0,6 3 0,4 0 0,6 1 0,5 1 0,5 1 0,3-1 0,1 0 0,1 3 0,4 3 0,4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1.3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24575,'-2'3'0,"1"2"0,1 4 0,3 2 0,4 3 0,0 0 0,1-2 0,3 0 0,-2 0 0,1-2 0,-1 0 0,-1-2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1.5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24575,'12'2'0,"5"4"0,1 3 0,0 0 0,0 1 0,-4-2-8191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1.8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4 24575,'-30'-2'0,"-29"1"0,50 1 0,-1 1 0,0 0 0,1 1 0,-1 0 0,1 1 0,-18 7 0,25-10 0,0 1 0,0 0 0,0 0 0,0 0 0,1 0 0,-1 0 0,0 0 0,1 1 0,-1-1 0,1 1 0,-1-1 0,1 1 0,0-1 0,-1 1 0,1 0 0,0 0 0,0 0 0,0-1 0,0 1 0,1 0 0,-1 0 0,0 0 0,1 0 0,0 0 0,-1 1 0,1-1 0,0 3 0,1-2 0,-1 1 0,1 0 0,1-1 0,-1 1 0,0 0 0,1-1 0,0 0 0,0 1 0,0-1 0,0 0 0,0 0 0,0 0 0,1 0 0,3 3 0,4 3 0,1 0 0,0-1 0,1 0 0,0-1 0,0 0 0,0-1 0,1-1 0,15 6 0,-6-4 0,1-1 0,0-1 0,47 4 0,-64-9 0,0 0 0,1 0 0,-1-1 0,1 1 0,-1-1 0,0-1 0,1 1 0,-1-1 0,10-4 0,-14 5 0,0 0 0,0-1 0,0 1 0,0 0 0,0-1 0,0 1 0,-1-1 0,1 1 0,0-1 0,-1 0 0,1 0 0,-1 0 0,1 0 0,-1 0 0,0 0 0,0 0 0,0 0 0,0-1 0,-1 1 0,1 0 0,0-1 0,-1 1 0,0 0 0,1-1 0,-1 1 0,0 0 0,0-1 0,-1-3 0,0 0-341,-1-1 0,0 1-1,-4-10 1,0 1-6485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2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 24575,'0'-1'0,"0"0"0,0 0 0,0 0 0,0 0 0,0 0 0,0 0 0,0 0 0,0 0 0,1 0 0,-1 0 0,1 0 0,0-1 0,-1 1 0,0 1 0,0 0 0,0 0 0,1 0 0,-1 0 0,0 0 0,0 0 0,0-1 0,1 1 0,-1 0 0,0 0 0,0 0 0,0 0 0,1 0 0,-1 0 0,0 0 0,0 0 0,1 0 0,-1 0 0,0 0 0,0 0 0,1 0 0,-1 0 0,0 0 0,0 0 0,1 0 0,-1 0 0,0 0 0,0 0 0,0 1 0,1-1 0,-1 0 0,2 2 0,0-1 0,0 1 0,0 0 0,0 0 0,0 0 0,0 0 0,-1 1 0,2 2 0,60 122 0,-48-94 0,16 38 0,38 122 0,-68-192 0,-1 0 0,0 0 0,1 1 0,-1-1 0,0 0 0,0 0 0,0 0 0,0 1 0,0-1 0,0 0 0,0 0 0,0 1 0,0-1 0,-1 0 0,1 0 0,0 0 0,-1 1 0,1-1 0,-1 0 0,1 0 0,-2 1 0,1-1 0,0 0 0,0-1 0,0 1 0,0-1 0,0 1 0,0-1 0,0 0 0,0 1 0,0-1 0,0 0 0,0 0 0,0 0 0,-1 1 0,1-1 0,0 0 0,0-1 0,0 1 0,0 0 0,0 0 0,0 0 0,0-1 0,-1 1 0,0-1 0,-12-5 0,0-1 0,0 0 0,0-1 0,1 0 0,0-1 0,-22-21 0,33 28 0,-17-16 0,19 17 0,0 1 0,0 0 0,-1-1 0,1 1 0,0 0 0,0-1 0,-1 1 0,1 0 0,0-1 0,0 1 0,0-1 0,0 1 0,-1 0 0,1-1 0,0 1 0,0-1 0,0 1 0,0-1 0,0 1 0,0 0 0,0-1 0,0 1 0,0-1 0,0 1 0,1 0 0,-1-1 0,0 1 0,0-1 0,0 1 0,0 0 0,1-1 0,-1 1 0,0 0 0,0-1 0,1 1 0,-1 0 0,0-1 0,0 1 0,1 0 0,-1-1 0,0 1 0,1 0 0,-1 0 0,1 0 0,-1-1 0,0 1 0,1 0 0,-1 0 0,1 0 0,-1 0 0,0 0 0,1 0 0,7-2 0,0 0 0,0 1 0,0 1 0,0-1 0,12 2 0,42 6 0,-28-2 0,-4-1 0,1-2 0,-1 0 0,1-2 0,34-4 0,-57 2 0,1-1 0,-1 0 0,1 0 0,-1 0 0,12-7 0,-12 5 0,-7 5 0,0 0 0,-1-1 0,1 1 0,0 0 0,0 0 0,-1 0 0,1-1 0,0 1 0,0 0 0,-1 0 0,1 0 0,0 0 0,0 1 0,-1-1 0,1 0 0,0 0 0,-1 0 0,1 0 0,0 1 0,-1-1 0,1 0 0,0 1 0,-1-1 0,1 1 0,0-1 0,-1 0 0,1 1 0,-1-1 0,1 1 0,-1 0 0,1-1 0,-1 1 0,1-1 0,-1 1 0,0 0 0,1-1 0,-1 2 0,3 4 0,0 1 0,-1-1 0,2 10 0,0-4 0,7 18-1365,-6-17-5461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2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24575,'0'3'0,"0"5"0,0 4 0,0 2 0,0 0-8191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3.0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24575,'43'156'0,"52"96"0,-50-138 0,-43-110-227,0 0-1,-1 1 1,2-1-1,-1 0 1,6 7-1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3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306 91 24575,'-29'-15'0,"-13"-5"0,-1 2 0,4 3 0,4 4 0,5 4 0,6 4 0,4 1 0,3 5 0,2 1 0,4 2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3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24575,'0'2'0,"0"4"0,3 0 0,0 3 0,3-2 0,0 2 0,1 0 0,2 3 0,2 1 0,2 0 0,1 1 0,0-1 0,-2-2 0,0 1 0,0-3 0,-3-2-8191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3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24575,'8'5'0,"2"4"0,1 3 0,0-1-8191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3.9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76 24575,'-6'-7'0,"-19"-22"0,23 27 0,-1 0 0,1 1 0,0-1 0,-1 0 0,1 1 0,-1-1 0,0 1 0,1-1 0,-7 0 0,8 1 0,0 1 0,0 0 0,1 0 0,-1 0 0,0 0 0,0 0 0,0 0 0,0 0 0,0 1 0,0-1 0,0 0 0,1 0 0,-1 1 0,0-1 0,0 0 0,0 1 0,1-1 0,-1 1 0,0-1 0,0 1 0,1-1 0,-1 1 0,0 0 0,1-1 0,-1 1 0,1 0 0,-1 0 0,1-1 0,-1 1 0,1 0 0,-1 0 0,1 0 0,0 0 0,0-1 0,-1 1 0,1 0 0,0 0 0,0 0 0,0 1 0,-1 3 0,1 0 0,-1 0 0,1-1 0,0 1 0,2 10 0,0-6 0,1 0 0,0 1 0,0-1 0,1-1 0,0 1 0,1 0 0,0-1 0,0 0 0,1 0 0,0-1 0,0 1 0,1-1 0,0-1 0,0 1 0,1-1 0,0 0 0,0-1 0,0 0 0,0 0 0,1-1 0,14 6 0,-20-9 0,-1-1 0,1 1 0,-1 0 0,1-1 0,-1 1 0,1-1 0,-1 1 0,1-1 0,-1 0 0,1-1 0,0 1 0,-1 0 0,1-1 0,-1 1 0,1-1 0,-1 0 0,1 1 0,-1-1 0,0 0 0,1-1 0,-1 1 0,0 0 0,0-1 0,0 1 0,0-1 0,0 0 0,0 0 0,0 0 0,-1 0 0,1 0 0,-1 0 0,1 0 0,-1 0 0,0 0 0,0-1 0,0 1 0,0-1 0,0 1 0,0 0 0,-1-1 0,1 0 0,-1 1 0,0-1 0,0 1 0,0-5 0,0 0 0,-1 0 0,0 1 0,-1-1 0,1 1 0,-1-1 0,0 1 0,-1 0 0,0 0 0,0 0 0,0 0 0,-6-8 0,-5-6 0,-30-29 0,44 48 0,-3-2-80,0 0 0,0 0-1,-1 1 1,1 0 0,0-1-1,-1 1 1,1 0 0,-1 0-1,0 1 1,0-1 0,1 1 0,-1 0-1,0 0 1,0 0 0,0 1-1,-6-1 1,-3 1-6746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4.4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24575,'17'15'0,"1"0"0,1-1 0,27 16 0,-38-25 0,-1-1 0,1-1 0,-1 0 0,1 0 0,0 0 0,0-1 0,15 3 0,-21-5 0,0 0 0,0 1 0,0-1 0,0 0 0,0 0 0,0-1 0,0 1 0,0 0 0,-1-1 0,1 1 0,0-1 0,0 1 0,0-1 0,0 0 0,0 0 0,-1 0 0,1 0 0,0 0 0,-1 0 0,1-1 0,-1 1 0,1 0 0,-1-1 0,0 1 0,1-1 0,-1 0 0,0 1 0,0-1 0,0 0 0,0 0 0,0 1 0,-1-1 0,1 0 0,-1 0 0,1 0 0,-1 0 0,1-2 0,-1-2 0,1 1 0,-1 0 0,0-1 0,-1 1 0,1 0 0,-1-1 0,0 1 0,-2-5 0,3 9 0,0 1 0,0 0 0,0 0 0,-1-1 0,1 1 0,0 0 0,0 0 0,0-1 0,0 1 0,0 0 0,0 0 0,0-1 0,0 1 0,0 0 0,0-1 0,0 1 0,0 0 0,0 0 0,0-1 0,0 1 0,0 0 0,0-1 0,0 1 0,0 0 0,1 0 0,-1-1 0,0 1 0,0 0 0,0 0 0,0-1 0,1 1 0,-1 0 0,0 0 0,1-1 0,9 5 0,12 14 0,-20-17 0,22 22-90,-13-13 193,17 15 1,-24-22-289,1 0 0,0-1-1,0 1 1,-1-1 0,1 0 0,1 0-1,9 3 1,-3-3-6641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4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51 24575,'-4'-9'0,"3"5"0,-1 1 0,1 0 0,-1-1 0,0 1 0,0 0 0,0 0 0,0 0 0,0 0 0,-1 1 0,1-1 0,-1 0 0,-3-1 0,6 4 0,0 0 0,-1 0 0,1-1 0,0 1 0,-1 0 0,1 1 0,-1-1 0,1 0 0,0 0 0,-1 0 0,1 0 0,0 0 0,-1 0 0,1 0 0,0 0 0,-1 1 0,1-1 0,0 0 0,0 0 0,-1 0 0,1 1 0,0-1 0,-1 0 0,1 0 0,0 1 0,0-1 0,0 0 0,-1 1 0,1-1 0,0 0 0,0 1 0,0-1 0,0 0 0,0 1 0,-1-1 0,1 0 0,0 1 0,0-1 0,0 0 0,0 1 0,0-1 0,0 0 0,0 1 0,0-1 0,0 0 0,1 2 0,0 17 0,0-8 0,1-1 0,0 0 0,1 0 0,0-1 0,1 1 0,0 0 0,0-1 0,1 0 0,0 0 0,1-1 0,0 1 0,0-1 0,1 0 0,0-1 0,0 0 0,1 0 0,11 8 0,-15-13 0,80 52 0,-81-53 0,0 1 0,-1-1 0,1 1 0,-1 0 0,0 0 0,1 0 0,-1 0 0,0 0 0,0 0 0,0 1 0,0-1 0,-1 0 0,1 1 0,1 3 0,-3-4 0,1 0 0,-1-1 0,0 1 0,0 0 0,0-1 0,0 1 0,0-1 0,0 1 0,0 0 0,-1-1 0,1 1 0,0-1 0,-1 1 0,0 0 0,1-1 0,-1 0 0,0 1 0,0-1 0,1 1 0,-1-1 0,0 0 0,-1 0 0,1 1 0,0-1 0,0 0 0,0 0 0,-1 0 0,-1 1 0,-4 3 0,-1 0 0,0-1 0,0 1 0,0-2 0,-12 5 0,-46 11 0,49-15 0,-11 3-1365,5-3-5461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6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306 43 24575,'-12'-7'0,"1"1"0,-1 0 0,-1 1 0,1 0 0,-16-3 0,21 6 0,-1 0 0,0 1 0,0 1 0,0-1 0,0 1 0,0 1 0,-1-1 0,1 1 0,-13 4 0,14-3 0,1 1 0,-1 0 0,1 0 0,0 0 0,0 1 0,0 0 0,0 0 0,1 0 0,-1 1 0,1-1 0,0 1 0,1 1 0,-1-1 0,-5 10 0,5-7 0,0 0 0,1 0 0,1 1 0,-1-1 0,1 1 0,1 0 0,-1 0 0,2 0 0,-1 0 0,0 16 0,2-21 0,0 0 0,0 1 0,0-1 0,0 1 0,1-1 0,0 0 0,0 1 0,0-1 0,0 0 0,1 0 0,-1 0 0,1 0 0,0 0 0,0 0 0,1 0 0,-1-1 0,1 1 0,0-1 0,0 0 0,0 0 0,0 0 0,0 0 0,6 3 0,3 2 0,0-1 0,1-1 0,0 0 0,0-1 0,14 4 0,72 13 0,-45-10 0,-24-6 0,0-1 0,0-1 0,0-1 0,1-2 0,38-3 0,-67 2-42,0 0-1,0 0 0,0-1 1,0 1-1,0-1 0,-1 1 1,1-1-1,0 0 0,0 0 1,-1 1-1,1-1 0,0-1 1,-1 1-1,1 0 0,-1 0 1,1 0-1,-1-1 0,0 1 1,1-1-1,-1 1 0,0-1 1,0 1-1,0-1 0,0 0 1,0 0-1,-1 1 0,1-1 1,0 0-1,-1 0 0,0 0 1,1-3-1,0-8-6783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7.0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24575,'0'7'0,"0"6"0,2 4 0,2 5 0,1 4 0,1-1 0,1 1 0,3 1 0,-2-2 0,2-1 0,0-1 0,0-2 0,-1-3 0,-1-1 0,-2-2 0,1 0 0,-2-1 0,-1-3-8191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7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570 74 24575,'-29'-10'0,"-15"-5"0,-5-1 0,1 3 0,4 3 0,5 4 0,3 2 0,4 5 0,-1 2 0,-2 3 0,-2 3 0,-2 2 0,0 0 0,3 0 0,6-2-8191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8.0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239 65 24575,'-20'-8'0,"-9"-5"0,-1 1 0,-1 2 0,-41-9 0,69 18 0,1 1 0,-1-1 0,1 1 0,-1 0 0,1 0 0,-1 0 0,1 0 0,-1 0 0,0 1 0,1-1 0,0 1 0,-1 0 0,1-1 0,-1 1 0,-2 2 0,4-2 0,-1 0 0,1 1 0,0-1 0,0 0 0,0 1 0,0-1 0,0 1 0,1-1 0,-1 1 0,0-1 0,1 1 0,-1-1 0,1 1 0,-1 0 0,1 0 0,0-1 0,0 1 0,0 0 0,0-1 0,0 1 0,0 0 0,0-1 0,1 4 0,1 4 0,0-1 0,1 0 0,0 1 0,0-1 0,1 0 0,0-1 0,0 1 0,1-1 0,0 0 0,0 0 0,0 0 0,14 12 0,-1-2 0,2-1 0,0-1 0,27 16 0,-2-6 0,21 14 0,-65-38 0,0-1 0,0 1 0,0 0 0,0-1 0,0 1 0,0 0 0,0 0 0,0 0 0,-1 0 0,1 0 0,0 0 0,-1 0 0,1 0 0,0 0 0,-1 0 0,1 2 0,-1-3 0,0 1 0,0-1 0,0 1 0,0-1 0,0 1 0,-1-1 0,1 1 0,0-1 0,0 1 0,0-1 0,-1 1 0,1-1 0,0 0 0,0 1 0,-1-1 0,1 1 0,0-1 0,-1 0 0,1 1 0,-1-1 0,1 0 0,-1 1 0,1-1 0,0 0 0,-2 1 0,-1 0 0,0 0 0,0 0 0,0 0 0,-1 0 0,1 0 0,-1-1 0,1 1 0,0-1 0,-5 0 0,-87-14 0,66 9 0,-1 0 0,-33 1 0,38 1-1365,16 0-5461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8.5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24575,'-1'0'0,"7"6"0,-5-4 0,42 49 0,-40-47 0,1 0 0,0 0 0,0-1 0,0 1 0,1-1 0,-1 0 0,1 0 0,0-1 0,10 4 0,-14-5-42,-1-1-1,1 0 0,0 0 1,0 0-1,0 1 0,0-1 1,0 0-1,-1 0 0,1-1 1,0 1-1,0 0 0,0 0 1,0 0-1,0 0 0,-1-1 1,1 1-1,0 0 0,0-1 1,0 1-1,-1-1 0,1 1 1,0-1-1,0 1 0,-1-1 1,1 1-1,-1-1 0,1 0 1,0 1-1,-1-1 0,1 0 1,0-1-1,2-6-6783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8.7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19 24575,'-2'-8'0,"-1"1"0,-1 3 0,2 6 0,0 4 0,1 4 0,0 0-8191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9.2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130 121 24575,'-7'-13'0,"-1"-2"0,0 0 0,-2 0 0,0 0 0,-18-19 0,27 33 0,0 0 0,0 0 0,0 0 0,0 0 0,0 0 0,0 0 0,0 0 0,0 0 0,-1 0 0,1 1 0,0-1 0,0 1 0,-1-1 0,1 1 0,-1-1 0,1 1 0,-1 0 0,1-1 0,0 1 0,-1 0 0,-2 0 0,3 1 0,-1 0 0,1-1 0,0 1 0,0 0 0,0 0 0,-1 0 0,1 0 0,0 0 0,0 0 0,0 0 0,0 1 0,1-1 0,-1 0 0,0 1 0,0-1 0,1 0 0,-1 1 0,1-1 0,-1 0 0,1 3 0,-3 5 0,1-1 0,0 0 0,1 1 0,0 0 0,1-1 0,0 12 0,0-15 0,1 0 0,-1-1 0,1 1 0,0 0 0,1 0 0,-1 0 0,1-1 0,0 1 0,0-1 0,0 1 0,1-1 0,4 5 0,-7-8 0,1 0 0,-1 0 0,1 0 0,-1-1 0,1 1 0,0 0 0,-1-1 0,1 1 0,0 0 0,0-1 0,0 1 0,-1-1 0,1 1 0,0-1 0,0 0 0,0 1 0,0-1 0,0 0 0,0 0 0,0 0 0,0 1 0,0-1 0,0 0 0,0 0 0,0 0 0,1-1 0,0 0 0,1 0 0,-1 0 0,0 0 0,0-1 0,0 1 0,0-1 0,0 0 0,2-2 0,0 0 0,-3 3 0,0 1 0,-1-1 0,1 1 0,0-1 0,0 1 0,0 0 0,-1-1 0,1 1 0,0 0 0,0-1 0,0 1 0,0 0 0,0 0 0,0 0 0,0 0 0,-1 0 0,1 0 0,0 0 0,0 0 0,0 0 0,0 0 0,0 1 0,0-1 0,-1 0 0,1 0 0,0 1 0,0-1 0,0 1 0,0-1 0,-1 1 0,1-1 0,0 1 0,-1-1 0,1 1 0,1 1 0,3 3 0,-1 0 0,1 1 0,5 9 0,-5-8 0,11 18 0,0 1 0,22 54 0,11 61 0,-49-139 0,1 1 0,0-1 0,-1 1 0,1-1 0,-1 1 0,0-1 0,0 1 0,0 0 0,0-1 0,0 1 0,-1-1 0,1 1 0,-2 4 0,1-6 0,1 0 0,-1 1 0,0-1 0,0 0 0,0 1 0,0-1 0,-1 0 0,1 0 0,0 0 0,0 0 0,-1 0 0,1 0 0,-1 0 0,1-1 0,0 1 0,-1 0 0,0-1 0,1 1 0,-1-1 0,1 0 0,-1 1 0,-2-1 0,-6 1 14,1-1-1,0 0 0,0-1 0,0 0 1,0 0-1,0-1 0,0 0 1,-10-4-1,-4-3-756,-39-20 1,45 20-6084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9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24575,'1'12'0,"0"-1"0,1 0 0,0 0 0,0 0 0,1 0 0,1 0 0,0-1 0,0 0 0,1 1 0,1-2 0,7 12 0,-12-19 0,-1-1 0,1 0 0,0 1 0,1-1 0,-1 0 0,0 0 0,0 0 0,0 1 0,1-1 0,-1-1 0,1 1 0,-1 0 0,0 0 0,1 0 0,0-1 0,-1 1 0,1-1 0,-1 1 0,1-1 0,0 0 0,-1 0 0,1 1 0,-1-1 0,1 0 0,0-1 0,-1 1 0,1 0 0,0 0 0,-1-1 0,1 1 0,0-1 0,-1 1 0,1-1 0,-1 0 0,1 1 0,-1-1 0,0 0 0,1 0 0,1-2 0,3-2 0,-1 1 0,0-1 0,0-1 0,0 1 0,-1-1 0,0 0 0,7-12 0,0-10 0,-10 23 0,1 0 0,0 0 0,0 0 0,0 0 0,1 0 0,0 1 0,0-1 0,0 1 0,0 0 0,6-6 0,-9 10 0,1-1 0,0 1 0,0-1 0,0 1 0,-1-1 0,1 1 0,0 0 0,0 0 0,0-1 0,0 1 0,0 0 0,0 0 0,0 0 0,-1 0 0,1 0 0,0 0 0,0 0 0,0 0 0,0 1 0,0-1 0,0 0 0,0 1 0,-1-1 0,1 0 0,0 1 0,0-1 0,0 1 0,-1-1 0,1 1 0,0-1 0,-1 1 0,1 0 0,1 1 0,2 2 0,0 1 0,0 1 0,5 10 0,-2-5 0,4 5-112,-4-5-201,1 1 0,0-2-1,19 20 1,-19-24-6513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20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72 520 24575,'-2'-1'0,"0"1"0,-1-1 0,1 1 0,0-1 0,0 1 0,0 0 0,0 0 0,-1 0 0,1 0 0,0 1 0,0-1 0,0 0 0,0 1 0,0-1 0,0 1 0,0 0 0,0 0 0,0 0 0,0 0 0,0 0 0,0 0 0,0 1 0,1-1 0,-1 0 0,0 1 0,1-1 0,-1 1 0,1 0 0,0 0 0,0-1 0,0 1 0,-1 0 0,2 0 0,-1 0 0,0 0 0,0 0 0,1 0 0,-1 3 0,-1 3 0,1-1 0,0 1 0,0-1 0,1 1 0,0-1 0,0 1 0,1 0 0,0-1 0,3 14 0,-2-16 0,-1-1 0,1 0 0,0 0 0,0 0 0,1 0 0,-1 0 0,1-1 0,0 1 0,0-1 0,0 0 0,0 1 0,7 3 0,-9-6 0,1 0 0,-1 0 0,1 0 0,-1 0 0,1 0 0,-1-1 0,1 1 0,-1-1 0,1 1 0,-1-1 0,1 0 0,0 1 0,-1-1 0,1 0 0,0 0 0,-1 0 0,1 0 0,0 0 0,-1-1 0,1 1 0,0 0 0,-1-1 0,1 1 0,-1-1 0,1 0 0,-1 0 0,1 1 0,-1-1 0,0 0 0,1 0 0,-1 0 0,0 0 0,1 0 0,-1-1 0,0 1 0,0 0 0,1-2 0,0-1 0,0 1 0,0-1 0,0 0 0,-1 0 0,1 0 0,-1 0 0,0 0 0,0 0 0,-1 0 0,1-8 0,0-5 0,-3-22 0,1 22 0,1 29 0,0-2 0,1 0 0,3 16 0,-3-21 0,0-1 0,0 0 0,1 0 0,0 0 0,-1-1 0,1 1 0,1 0 0,-1-1 0,0 1 0,5 4 0,-2-4 0,-1 0 0,1-1 0,0 1 0,-1-1 0,1 0 0,1-1 0,-1 1 0,0-1 0,1 0 0,-1 0 0,1-1 0,-1 1 0,1-1 0,6 0 0,-9-1 0,-1 1 0,1-1 0,0 0 0,-1-1 0,1 1 0,0 0 0,0-1 0,-1 1 0,1-1 0,-1 0 0,1 0 0,-1 0 0,1 0 0,-1-1 0,1 1 0,-1 0 0,0-1 0,0 0 0,0 0 0,0 1 0,0-1 0,0 0 0,0-1 0,-1 1 0,1 0 0,-1 0 0,1-1 0,-1 1 0,0-1 0,0 1 0,1-5 0,1-5 0,-1-1 0,0 0 0,-1 0 0,0-25 0,-10-52 0,9 90 0,-7-42 0,-1 1 0,-16-45 0,-35-78 0,7 24 0,47 129 0,3 15 0,3 20 0,-1-17 0,1 19 0,0-1 0,2 0 0,1 1 0,1-1 0,1-1 0,1 1 0,1-1 0,2-1 0,0 1 0,19 31 0,-14-33 30,0-1 0,2 0 0,23 24 0,64 47-1515,-89-79-5341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2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249 110 24575,'-27'-21'0,"-1"2"0,-1 0 0,-58-26 0,85 44 0,0 0 0,-1 1 0,1-1 0,0 0 0,-1 1 0,1-1 0,0 1 0,-1 0 0,1 0 0,-1 0 0,1 0 0,0 0 0,-1 0 0,1 1 0,-1-1 0,1 1 0,0 0 0,-4 1 0,3 0 0,2-1 0,-1 1 0,0 0 0,0-1 0,0 1 0,1 0 0,-1 0 0,1 0 0,-1 0 0,1 1 0,0-1 0,0 0 0,0 1 0,0-1 0,1 0 0,-1 1 0,0 3 0,-1 1 0,1 0 0,1 0 0,-1 0 0,1 1 0,0-1 0,1 0 0,-1 0 0,1 0 0,1 0 0,-1 0 0,1 0 0,1-1 0,-1 1 0,7 10 0,-5-10 0,1 0 0,-1-1 0,2 0 0,-1 0 0,1 0 0,0-1 0,0 1 0,0-2 0,1 1 0,-1-1 0,1 0 0,13 6 0,-13-7 0,0 0 0,0-1 0,0 0 0,0 0 0,0-1 0,0 1 0,11-1 0,-16-1 0,0 0 0,0 0 0,0 0 0,0 0 0,0-1 0,-1 1 0,1-1 0,0 1 0,0-1 0,-1 0 0,1 0 0,0 1 0,-1-1 0,1 0 0,-1-1 0,1 1 0,-1 0 0,1 0 0,-1-1 0,0 1 0,0 0 0,0-1 0,0 1 0,0-1 0,0 0 0,0 1 0,0-1 0,-1 0 0,1 0 0,0 1 0,-1-1 0,0 0 0,1-4 0,-1-1 0,1 0 0,-2 0 0,1 0 0,-1 0 0,0 1 0,-1-1 0,1 0 0,-1 0 0,-1 1 0,-3-9 0,-4-14 0,10 29 0,0 0 0,0 0 0,-1-1 0,1 1 0,0 0 0,0 0 0,0 0 0,0 0 0,0 0 0,0 0 0,0 0 0,0 0 0,0 0 0,0 0 0,0 0 0,0 0 0,0 0 0,0 0 0,0-1 0,0 1 0,0 0 0,0 0 0,0 0 0,1 0 0,-1 0 0,0 0 0,0 0 0,0 0 0,0 0 0,0 0 0,0 0 0,0 0 0,0 0 0,0 0 0,0 0 0,0 0 0,0 0 0,0 0 0,0 0 0,0 0 0,0-1 0,0 1 0,0 0 0,1 0 0,-1 0 0,0 0 0,0 0 0,0 0 0,0 0 0,0 0 0,0 0 0,0 0 0,0 0 0,0 0 0,0 0 0,0 0 0,0 0 0,0 1 0,0-1 0,1 0 0,-1 0 0,0 0 0,0 0 0,7 3 0,7 7 0,35 33-30,-29-24-304,0-2 0,1 0 1,34 20-1,-45-31-6492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3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24575,'1'2'0,"-1"-1"0,0 0 0,1 1 0,-1-1 0,0 0 0,1 1 0,0-1 0,-1 0 0,1 1 0,0-1 0,0 0 0,-1 0 0,1 0 0,1 1 0,18 17 0,-10-11 0,2 4 0,0 0 0,1-1 0,0-1 0,1 0 0,0-1 0,1 0 0,26 11 0,-39-20 0,0 1 0,0 0 0,0-1 0,0 0 0,0 1 0,0-1 0,0 0 0,0 0 0,0 0 0,0 0 0,0 0 0,0 0 0,0-1 0,1 1 0,-2-1 0,1 1 0,0-1 0,3-1 0,-4 1 0,1 0 0,-1-1 0,0 1 0,1 0 0,-1-1 0,0 1 0,0-1 0,0 1 0,0-1 0,0 0 0,0 1 0,0-1 0,-1 0 0,1 0 0,-1 0 0,1 0 0,-1 1 0,1-1 0,-1-3 0,0-8 0,0 0 0,-1 1 0,0-1 0,-4-17 0,0-2 0,4 32 0,1 0 0,0 0 0,0 0 0,0 0 0,0-1 0,0 1 0,0 0 0,0 0 0,0 0 0,0 0 0,0-1 0,0 1 0,0 0 0,0 0 0,0 0 0,0 0 0,0-1 0,0 1 0,0 0 0,1 0 0,-1 0 0,0 0 0,0 0 0,0-1 0,0 1 0,0 0 0,0 0 0,0 0 0,0 0 0,1 0 0,-1 0 0,0 0 0,0-1 0,0 1 0,0 0 0,0 0 0,1 0 0,-1 0 0,0 0 0,0 0 0,0 0 0,0 0 0,1 0 0,-1 0 0,0 0 0,0 0 0,11 4 0,8 9 0,15 19-30,-26-23-192,2 0-1,-1 0 1,1-1-1,0-1 1,22 13-1,-22-16-6603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4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181 549 24575,'-10'-6'0,"-5"-3"0,0 0 0,0 1 0,-1 1 0,0 0 0,-32-8 0,46 14 0,1 1 0,-1 0 0,1-1 0,-1 1 0,1 0 0,-1 0 0,1 0 0,-1 0 0,1 0 0,-1 0 0,1 1 0,-1-1 0,1 0 0,-1 1 0,1-1 0,-1 1 0,1 0 0,-1-1 0,1 1 0,0 0 0,0 0 0,-1 0 0,1 0 0,-2 2 0,2-1 0,0 0 0,0 0 0,0 0 0,0 0 0,1 0 0,-1 0 0,1 1 0,-1-1 0,1 0 0,0 0 0,0 1 0,0-1 0,0 0 0,0 0 0,0 0 0,2 4 0,0 4 0,1 0 0,1 0 0,0 0 0,0 0 0,1-1 0,0 0 0,1 0 0,0 0 0,0 0 0,1-1 0,0 0 0,1-1 0,-1 0 0,1 0 0,1 0 0,-1-1 0,1 0 0,0-1 0,1 0 0,-1 0 0,1-1 0,0-1 0,0 1 0,17 2 0,-25-5 0,0-1 0,0 0 0,0 0 0,0 0 0,0 0 0,0 0 0,0 0 0,0 0 0,0-1 0,-1 1 0,1-1 0,0 1 0,0-1 0,0 0 0,0 0 0,-1 1 0,1-1 0,0-1 0,1 0 0,-1 0 0,0 0 0,0-1 0,-1 1 0,1 0 0,-1-1 0,1 1 0,-1-1 0,0 1 0,0-1 0,0 1 0,0-1 0,0-3 0,0-2 0,0 0 0,0 0 0,-1 0 0,0 0 0,-1 1 0,0-1 0,0 0 0,-4-14 0,4 18 0,0 0 0,0 0 0,-1 1 0,1-1 0,-1 0 0,0 1 0,0 0 0,0-1 0,0 1 0,0 0 0,-6-5 0,8 8 0,0 0 0,0 0 0,0 0 0,0 0 0,0 0 0,-1 0 0,1 0 0,0 0 0,0 0 0,0 0 0,0 0 0,0 0 0,0 0 0,0 0 0,0 0 0,0 0 0,-1 0 0,1 0 0,0 0 0,0 0 0,0 0 0,0 0 0,0 0 0,0 0 0,0 0 0,0 0 0,0 0 0,0 0 0,0 0 0,-1 0 0,1 1 0,0-1 0,0 0 0,0 0 0,0 0 0,0 0 0,0 0 0,0 0 0,0 0 0,0 0 0,0 0 0,0 0 0,0 1 0,0-1 0,0 0 0,0 0 0,0 0 0,0 0 0,0 9 0,1 8 0,1-9 0,0 0 0,1 0 0,0 0 0,0-1 0,1 1 0,0-1 0,0 0 0,1 0 0,-1 0 0,2-1 0,-1 0 0,1 0 0,0 0 0,0 0 0,0-1 0,1 0 0,0-1 0,0 1 0,0-1 0,0-1 0,1 1 0,0-1 0,-1-1 0,1 1 0,0-1 0,0-1 0,17 2 0,-23-3 0,1 0 0,-1 0 0,0 0 0,1 0 0,-1-1 0,0 1 0,1-1 0,-1 0 0,0 0 0,0 1 0,1-1 0,-1-1 0,0 1 0,0 0 0,0-1 0,0 1 0,0-1 0,-1 1 0,1-1 0,0 0 0,-1 0 0,1 1 0,-1-1 0,0 0 0,0-1 0,1 1 0,-1 0 0,-1 0 0,1 0 0,0-1 0,0-4 0,2-5 0,-2-1 0,0 0 0,0 0 0,-3-22 0,1 23 0,-2-25 0,-2 1 0,-1 0 0,-21-64 0,-48-99 0,6 42 0,69 156 0,0 0 0,-1 1 0,1-1 0,0 0 0,-1 0 0,1 1 0,-1-1 0,1 0 0,-1 0 0,1 1 0,-1-1 0,0 1 0,1-1 0,-1 1 0,0-2 0,0 2 0,1 0 0,0 0 0,0 1 0,-1-1 0,1 0 0,0 0 0,0 0 0,-1 0 0,1 0 0,0 0 0,0 0 0,-1 0 0,1 1 0,0-1 0,0 0 0,0 0 0,-1 0 0,1 0 0,0 1 0,0-1 0,0 0 0,0 0 0,0 0 0,-1 1 0,1-1 0,0 0 0,0 0 0,0 1 0,0-1 0,0 1 0,-5 26 0,5-2 0,1 1 0,2-1 0,0 1 0,2-1 0,0 0 0,2 0 0,1-1 0,15 33 0,-2-11 0,3-2 0,1 0 0,42 52 0,-55-79 0,1-1 0,1-1 0,20 18 0,-29-29 0,-1 0 0,1-1 0,0 1 0,0-1 0,1 0 0,-1 0 0,0-1 0,1 0 0,0 0 0,-1 0 0,1-1 0,0 1 0,0-1 0,0-1 0,11 1 0,-15-1 0,0-1 0,1 1 0,-1-1 0,0 1 0,1-1 0,-1 0 0,0 0 0,0 0 0,0 0 0,0 0 0,0 0 0,0-1 0,0 1 0,0-1 0,2-2 0,-1 1 0,0-1 0,-1 0 0,1 0 0,-1 1 0,0-1 0,0-1 0,2-6 0,0-3 0,-1-1 0,0 0 0,1-27 0,-4-17 0,24 111 0,-23-49 0,27 63 0,-24-58 0,1 0 0,-1 0 0,1 0 0,1-1 0,10 12 0,-14-17 0,0 0 0,0-1 0,0 1 0,0 0 0,0-1 0,1 0 0,-1 1 0,0-1 0,1 0 0,-1 0 0,1 0 0,0 0 0,-1-1 0,1 1 0,0-1 0,-1 0 0,1 0 0,0 1 0,-1-2 0,1 1 0,0 0 0,-1 0 0,1-1 0,0 0 0,-1 1 0,1-1 0,-1 0 0,1 0 0,-1-1 0,0 1 0,1 0 0,-1-1 0,0 1 0,0-1 0,0 0 0,0 0 0,0 0 0,0 0 0,0 0 0,-1 0 0,1 0 0,-1-1 0,0 1 0,0-1 0,2-4 0,3-15 0,-1-1 0,4-44 0,-9 62 0,0 4 0,0 0 0,1 0 0,-1-1 0,0 1 0,1 0 0,-1 0 0,0-1 0,1 1 0,-1 0 0,1 0 0,0 0 0,-1 0 0,1 0 0,0 0 0,1-1 0,-2 1 0,1 1 0,-1 0 0,1 0 0,-1-1 0,1 1 0,-1 0 0,1 0 0,-1 0 0,1 0 0,0 0 0,-1 0 0,1 0 0,-1 0 0,1 0 0,-1 0 0,1 0 0,-1 0 0,1 1 0,-1-1 0,1 0 0,-1 0 0,1 0 0,-1 1 0,1-1 0,-1 0 0,1 1 0,-1-1 0,1 0 0,-1 1 0,0-1 0,1 1 0,-1-1 0,0 0 0,1 1 0,-1-1 0,1 2 0,8 13 0,0 0 0,0 0 0,-2 1 0,0 0 0,10 33 0,-5-12 0,95 320 0,-102-331 0,0 2 0,-2-1 0,-1 0 0,-2 1 0,-3 40 0,3-67 0,0 0 0,0 1 0,0-1 0,-1 0 0,1 0 0,0 0 0,0 0 0,-1 0 0,1 0 0,0 0 0,-1 0 0,1 0 0,-1 0 0,0 0 0,1 0 0,-1 0 0,0 0 0,0 0 0,1 0 0,-1-1 0,0 1 0,0 0 0,0-1 0,0 1 0,0 0 0,0-1 0,0 1 0,0-1 0,0 0 0,0 1 0,0-1 0,0 0 0,0 0 0,0 1 0,-1-1 0,1 0 0,0 0 0,0 0 0,0 0 0,0-1 0,0 1 0,0 0 0,-1 0 0,-1-1 0,-1-1 0,0 1 0,0-1 0,0 0 0,0 0 0,0-1 0,0 1 0,1-1 0,-1 0 0,1 1 0,-4-5 0,-1-3 0,0-1 0,1 1 0,1-1 0,0-1 0,0 1 0,-5-18 0,8 21 0,0 0 0,1 0 0,0-1 0,1 1 0,0 0 0,0-1 0,1 1 0,0-1 0,1 1 0,1-15 0,0 19-170,-1 0-1,0 1 0,1-1 1,0 0-1,0 0 0,0 1 1,4-6-1,3-2-6655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5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24575,'54'-1'0,"-21"-1"0,0 2 0,0 2 0,46 8 0,-77-10 0,1 0 0,-1 1 0,0 0 0,1-1 0,-1 1 0,0 0 0,0 0 0,0 0 0,0 1 0,0-1 0,0 0 0,0 1 0,0-1 0,0 1 0,-1 0 0,3 2 0,-3-1 0,0-1 0,1 1 0,-1 0 0,-1 0 0,1 0 0,0 0 0,-1 0 0,1 0 0,-1 0 0,0 0 0,0 6 0,-2 9 0,0 1 0,-1-1 0,-9 32 0,5-24 0,6-21 0,-1-1 0,2 1 0,-1 0 0,1-1 0,-1 1 0,1-1 0,0 1 0,1 0 0,-1-1 0,1 1 0,0-1 0,0 1 0,0-1 0,1 1 0,0-1 0,0 0 0,0 0 0,0 0 0,0 0 0,1 0 0,0 0 0,0 0 0,0-1 0,0 0 0,0 0 0,1 0 0,0 0 0,-1 0 0,5 2 0,-2-2 15,-1 1 0,1-2 0,-1 1 0,1-1 0,0 0 0,0 0 0,12 2 0,-15-3-114,1-1 0,0 0 0,0 1 0,-1-1 0,1-1 0,0 1 0,0 0 0,-1-1 0,1 0 0,0 0 0,-1 0 0,1 0 0,-1-1 0,4-1 0,2-4-6727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5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0 419 24575,'34'-9'0,"-1"-1"0,58-27 0,-79 30 0,-1 1 0,0-1 0,0-1 0,0 0 0,-1 0 0,-1-1 0,1 0 0,-2-1 0,1 0 0,12-19 0,-12 13 0,0 0 0,0-1 0,-1 0 0,-2 0 0,1 0 0,-2-1 0,0 0 0,-2 0 0,3-24 0,-6 39 0,0 0 0,0 0 0,0 0 0,0 1 0,-1-1 0,0 0 0,1 0 0,-1 1 0,0-1 0,0 1 0,0-1 0,-1 1 0,1-1 0,-1 1 0,-1-3 0,2 4 0,0 0 0,0 0 0,0 0 0,-1 0 0,1 1 0,0-1 0,0 0 0,-1 1 0,1-1 0,0 1 0,-1-1 0,1 1 0,-1-1 0,1 1 0,0 0 0,-1 0 0,1 0 0,-1 0 0,1 0 0,-1 0 0,1 0 0,0 0 0,-1 1 0,1-1 0,-1 0 0,1 1 0,0-1 0,-1 1 0,1 0 0,-2 1 0,-1 1 0,0-1 0,0 2 0,0-1 0,0 0 0,1 1 0,-1-1 0,1 1 0,0 0 0,1 0 0,-1 0 0,0 1 0,1-1 0,0 1 0,0-1 0,1 1 0,-1 0 0,-1 8 0,0 7 0,0 0 0,1 38 0,2-45 0,0 0 0,1 0 0,1 0 0,0-1 0,1 1 0,0-1 0,1 1 0,1-1 0,0 0 0,0 0 0,8 11 0,-8-14 0,1-1 0,0 0 0,1-1 0,-1 0 0,1 0 0,1 0 0,-1-1 0,1 0 0,1 0 0,-1-1 0,1 0 0,-1 0 0,2-1 0,17 6 0,-17-7-85,0 0 0,1-1-1,-1 0 1,0-1 0,1 0-1,-1 0 1,0-1 0,1 0-1,-1-1 1,1-1 0,-1 1-1,0-2 1,0 1 0,0-1-1,11-6 1,-8 3-6741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6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195 446 24575,'-13'-5'0,"-56"-20"0,62 23 0,0 1 0,0 0 0,1 0 0,-1 0 0,0 1 0,0 0 0,0 0 0,-9 2 0,14-2 0,0 0 0,0 1 0,0 0 0,0-1 0,0 1 0,0 0 0,0 0 0,0 0 0,1 0 0,-1 0 0,0 1 0,0-1 0,1 0 0,-1 1 0,1-1 0,-1 1 0,1 0 0,0-1 0,0 1 0,0 0 0,0 0 0,0 0 0,0 0 0,0 0 0,0 0 0,1 0 0,-1 0 0,1 0 0,0 0 0,0 0 0,-1 0 0,1 0 0,0 1 0,1-1 0,-1 0 0,1 2 0,0 2 0,0 0 0,0-1 0,1 1 0,0-1 0,0 1 0,0-1 0,1 0 0,-1 0 0,1 0 0,1 0 0,-1 0 0,6 5 0,-1-2 0,1-1 0,0-1 0,0 0 0,1 0 0,-1-1 0,1 0 0,1 0 0,15 4 0,7 0 0,47 7 0,-73-15 0,-1 0 0,1-1 0,-1 1 0,1-1 0,0-1 0,-1 1 0,1-1 0,8-2 0,-13 2 0,0 1 0,0-1 0,0 0 0,0 0 0,0 0 0,0 0 0,0 0 0,-1 0 0,1-1 0,0 1 0,-1-1 0,1 1 0,-1-1 0,0 0 0,1 1 0,-1-1 0,0 0 0,0 0 0,0 0 0,0 0 0,0 0 0,-1 0 0,1 0 0,-1 0 0,1 0 0,-1 0 0,0 0 0,1-1 0,-1-1 0,-1-8 0,1 1 0,-2 0 0,0-1 0,0 1 0,-1 0 0,-5-15 0,-32-65 0,26 61 0,-56-113 0,-17-41 0,73 152 0,36 64 0,188 349-139,-147-270-1087,-52-90-5600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7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246 159 24575,'11'-13'0,"-8"10"0,-8 9 0,-6 6 0,-12 22 0,18-25 0,-1 0 0,0-1 0,-1 1 0,0-1 0,0-1 0,-14 13 0,19-19 0,-1 0 0,1-1 0,0 1 0,0 0 0,-1-1 0,1 1 0,0-1 0,-1 0 0,1 0 0,-1 0 0,1 0 0,0 0 0,-1 0 0,1-1 0,0 1 0,-1-1 0,1 0 0,0 1 0,0-1 0,0 0 0,0 0 0,-3-2 0,-4-2 0,-1-1 0,1 0 0,-11-11 0,14 12 0,0-1 0,1-1 0,0 1 0,0-1 0,1 0 0,0 0 0,0 0 0,0-1 0,1 1 0,0-1 0,1 0 0,-3-16 0,4 18 0,0 0 0,0 0 0,1 0 0,0-1 0,1 1 0,-1 0 0,4-12 0,-3 14 0,0 1 0,0-1 0,1 1 0,0-1 0,-1 1 0,1-1 0,1 1 0,-1 0 0,0 0 0,1 0 0,-1 1 0,1-1 0,4-3 0,-5 5 6,0-1 0,0 1-1,0 0 1,-1 0 0,1 0-1,0 1 1,0-1 0,0 0 0,0 1-1,1 0 1,-1-1 0,0 1-1,0 0 1,0 0 0,0 0-1,0 0 1,0 0 0,0 1 0,1-1-1,1 1 1,0 1-155,0 0 1,0-1-1,0 1 1,-1 1-1,1-1 1,0 0-1,-1 1 1,0 0-1,3 3 1,4 4-6678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7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0 176 24575,'19'27'0,"-6"-7"0,28 33 0,-36-47 0,1 0 0,0 0 0,1 0 0,-1-1 0,1 0 0,0-1 0,1 1 0,12 4 0,-19-8 0,1 0 0,0 0 0,0-1 0,0 1 0,0-1 0,0 1 0,0-1 0,0 0 0,-1 0 0,1 0 0,0 0 0,0 0 0,0 0 0,0 0 0,0-1 0,0 1 0,0-1 0,0 1 0,0-1 0,-1 0 0,1 0 0,0 0 0,0 0 0,-1 0 0,1 0 0,-1 0 0,1 0 0,2-3 0,-2 0 0,0 1 0,0 0 0,0-1 0,0 0 0,0 1 0,-1-1 0,0 0 0,0 0 0,0 0 0,0 0 0,-1 0 0,1 0 0,-1-4 0,-1-76 0,1 83 0,0 0 0,0 1 0,0-1 0,0 1 0,0-1 0,0 1 0,1-1 0,-1 1 0,0-1 0,0 1 0,0-1 0,0 1 0,1-1 0,-1 1 0,0-1 0,0 1 0,1 0 0,-1-1 0,0 1 0,1-1 0,0 0 0,-1 1 0,1 0 0,-1 0 0,1 0 0,-1 0 0,0 0 0,1 0 0,-1 0 0,1 0 0,-1 0 0,1 1 0,-1-1 0,0 0 0,1 0 0,-1 0 0,1 0 0,-1 1 0,0-1 0,1 0 0,-1 0 0,0 1 0,1-1 0,21 23 0,-15-14 0,14 13 0,1-1 0,31 22 0,-45-37 0,1 0 0,0-1 0,0 0 0,1 0 0,-1-1 0,1 0 0,0-1 0,0 0 0,0 0 0,15 1 0,-23-4 0,1 0 0,-1 0 0,1 0 0,-1 0 0,1 0 0,-1-1 0,1 1 0,-1-1 0,1 0 0,-1 1 0,1-1 0,-1 0 0,0 0 0,1-1 0,-1 1 0,0 0 0,3-3 0,-3 1 0,0 1 0,0-1 0,0 1 0,0-1 0,0 0 0,0 0 0,-1 0 0,1 0 0,-1-1 0,0 1 0,1-5 0,0-1 0,-1 0 0,0 0 0,0 0 0,-1 0 0,-1 0 0,1 0 0,-2 0 0,-3-17 0,1 13 15,-1-1 0,0 1 0,-1 0 0,-1 1 0,0 0 0,0 0 0,-11-12 0,13 18-114,0 0 0,0 0 0,-1 1 0,0 0 0,0 0 0,0 0 0,0 1 0,-1 0 0,0 0 0,0 0 0,0 1 0,0 0 0,-1 1 0,-9-3 0,4 3-6727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8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24575,'2'1'0,"1"0"0,-1 0 0,0 1 0,0-1 0,0 0 0,0 1 0,-1-1 0,1 1 0,0 0 0,2 3 0,2 2 0,27 28 0,4 5 0,-33-36 0,-1-1 0,1-1 0,0 1 0,0 0 0,0-1 0,0 0 0,0 0 0,0 0 0,5 1 0,-7-3 0,-1 0 0,0 1 0,1-1 0,-1 0 0,1 0 0,-1 0 0,0 0 0,1 0 0,-1 0 0,0 0 0,1-1 0,-1 1 0,0-1 0,1 1 0,-1-1 0,0 1 0,0-1 0,1 1 0,0-2 0,0 0 0,0 0 0,0 1 0,-1-1 0,1 0 0,0 0 0,-1 0 0,0-1 0,1 1 0,0-4 0,2-3 0,-1-1 0,-1 0 0,1 1 0,0-12 0,-2 12 0,-1 1 0,1 1 0,0 0 0,1 0 0,0 0 0,4-10 0,-6 16 0,1 0 0,0-1 0,-1 1 0,1 0 0,0 0 0,0 0 0,0 0 0,0 0 0,0 0 0,0 0 0,0 0 0,0 0 0,0 0 0,0 0 0,1 1 0,-1-1 0,0 1 0,1-1 0,-1 1 0,0-1 0,1 1 0,-1 0 0,0-1 0,1 1 0,-1 0 0,1 0 0,-1 0 0,1 0 0,-1 0 0,0 1 0,1-1 0,-1 0 0,3 2 0,2 0 0,1 0 0,-1 1 0,0 0 0,0 1 0,-1-1 0,1 1 0,-1 0 0,6 6 0,39 41 0,-43-42 0,1 0-455,-1 0 0,13 20 0,-14-17-6371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9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4 24575,'-4'0'0,"-15"-2"0,-29 1 0,44 1 0,0 0 0,0 1 0,0-1 0,0 1 0,0 0 0,0 0 0,0 0 0,0 1 0,0-1 0,0 1 0,1 0 0,-1 0 0,-3 4 0,5-5 0,1 1 0,0-1 0,0 1 0,0 0 0,0-1 0,0 1 0,0 0 0,0 0 0,0 0 0,1 0 0,-1 0 0,1 0 0,-1 0 0,1 0 0,0 0 0,0 0 0,0 0 0,0 0 0,0 0 0,1 0 0,-1 0 0,0 0 0,1-1 0,0 4 0,3 5 0,0 0 0,0 0 0,8 12 0,-8-13 0,7 11 0,1 0 0,1-1 0,0-1 0,2 0 0,16 16 0,-28-31 0,0 1 0,0-1 0,-1 0 0,1 1 0,4 7 0,-7-11 0,0 1 0,0-1 0,0 1 0,1-1 0,-1 1 0,0 0 0,0-1 0,0 1 0,0-1 0,0 1 0,0 0 0,0-1 0,0 1 0,0-1 0,0 1 0,0 0 0,0-1 0,-1 1 0,1-1 0,-1 2 0,1-2 0,-1 1 0,0 0 0,1-1 0,-1 1 0,0-1 0,0 1 0,0 0 0,1-1 0,-1 0 0,0 1 0,0-1 0,0 0 0,0 1 0,0-1 0,0 0 0,0 0 0,-1 0 0,-17 1 0,0-1 0,0 0 0,-1-2 0,1 0 0,-29-8 0,-9 0 0,8 0-11,35 7-260,-1 0 0,1 0 0,-1 2 1,-25-1-1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9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99 24575,'-16'-10'0,"-3"-4"0,-2 1 0,0 0 0,0 2 0,-24-9 0,43 19 0,0 0 0,0 1 0,-1-1 0,1 0 0,0 1 0,0 0 0,0-1 0,0 1 0,-1 0 0,1 0 0,0 0 0,0 1 0,0-1 0,-1 0 0,1 1 0,0-1 0,0 1 0,-4 2 0,4-2 0,1 1 0,-1-1 0,1 1 0,-1-1 0,1 1 0,0 0 0,0 0 0,0-1 0,0 1 0,0 0 0,0 0 0,0 0 0,0 0 0,1 0 0,-1 1 0,1-1 0,0 0 0,-1 4 0,1 2 0,0 0 0,0 0 0,1-1 0,0 1 0,1 0 0,-1 0 0,2-1 0,-1 1 0,1-1 0,0 0 0,0 0 0,1 0 0,0 0 0,0 0 0,1-1 0,5 7 0,-3-5 0,1 0 0,0 0 0,0-1 0,0 0 0,1 0 0,0-1 0,1-1 0,-1 1 0,1-1 0,0-1 0,11 4 0,-18-7 0,0 0 0,1-1 0,-1 1 0,0 0 0,1-1 0,-1 0 0,0 0 0,1 0 0,-1 0 0,0-1 0,0 1 0,1-1 0,4-1 0,-6 1 0,1 0 0,-1-1 0,0 1 0,0 0 0,0-1 0,0 1 0,-1-1 0,1 0 0,0 0 0,-1 0 0,1 1 0,-1-1 0,0-1 0,1 1 0,-1 0 0,0 0 0,0 0 0,-1-1 0,2-2 0,0-4 0,0 0 0,-1 0 0,0 0 0,0 0 0,-1 0 0,0 0 0,-3-17 0,-3-3 0,-10-31 0,5 23 0,10 23 0,1 14 0,0 0 0,0 0 0,1 0 0,-1 0 0,0 0 0,0 1 0,1-1 0,-1 0 0,0 0 0,0 0 0,1 0 0,-1 0 0,0 0 0,0 0 0,0 0 0,1 0 0,-1 1 0,0-1 0,0 0 0,0 0 0,1 0 0,-1 0 0,0 1 0,0-1 0,0 0 0,0 0 0,0 1 0,1-1 0,-1 0 0,18 27 0,-15-22 0,9 12-136,1 0-1,1 0 1,0-1-1,1-1 1,1 0-1,0-1 1,1-1-1,0-1 0,31 17 1,-36-23-6690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0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24575,'19'19'0,"-7"-6"0,20 17 0,-28-27 0,-1 0 0,1-1 0,0 1 0,0-1 0,0 0 0,0 0 0,0-1 0,0 1 0,1-1 0,8 2 0,-12-3 0,1 0 0,-1 0 0,1 0 0,0 0 0,-1 0 0,1 0 0,0-1 0,-1 1 0,1 0 0,-1-1 0,1 0 0,-1 1 0,1-1 0,-1 0 0,1 0 0,-1 1 0,1-1 0,1-2 0,-1 1 0,0-1 0,0 1 0,0-1 0,-1 0 0,1 1 0,0-1 0,-1 0 0,2-6 0,0-1 0,0 0 0,-1 0 0,-1 0 0,1-19 0,-2-15 0,2 42 0,3 6 0,5 10 0,-8-12 0,12 20 0,1-2 0,2 0 0,0-1 0,25 22 0,-41-40 0,1 1 0,0-1 0,0 0 0,0 1 0,0-1 0,0 0 0,0-1 0,0 1 0,1 0 0,-1-1 0,0 1 0,0-1 0,1 1 0,-1-1 0,0 0 0,1 0 0,-1 0 0,0 0 0,0-1 0,1 1 0,1-1 0,-2 0 0,0 0 0,-1 0 0,1 0 0,0 0 0,-1 0 0,1 0 0,-1 0 0,1-1 0,-1 1 0,1 0 0,-1-1 0,0 0 0,0 1 0,0-1 0,0 1 0,0-1 0,0 0 0,0 0 0,-1 0 0,1 0 0,-1 1 0,1-1 0,-1 0 0,1-3 0,-1-10 0,0 0 0,0 0 0,-1 0 0,-7-29 0,7 40 0,1 4 0,0 0 0,0 0 0,0-1 0,0 1 0,0 0 0,0 0 0,0 0 0,0 0 0,0-1 0,0 1 0,0 0 0,-1 0 0,1 0 0,0-1 0,0 1 0,0 0 0,1 0 0,-1 0 0,0-1 0,0 1 0,0 0 0,0 0 0,0 0 0,0 0 0,0-1 0,0 1 0,0 0 0,0 0 0,0 0 0,0 0 0,1-1 0,-1 1 0,0 0 0,0 0 0,0 0 0,0 0 0,0 0 0,1 0 0,-1 0 0,0-1 0,0 1 0,0 0 0,1 0 0,-1 0 0,0 0 0,0 0 0,11 5 0,10 13 0,-21-17 0,27 27 0,24 33 0,1 2 0,-45-54-1365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0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5 173 24575,'27'29'0,"-1"1"0,43 66 0,25 77 0,-43-41 0,-51-132 0,0 0 0,1 0 0,-1 0 0,0 0 0,0 0 0,0 0 0,0 1 0,0-1 0,0 0 0,0 0 0,0 0 0,0 0 0,0 0 0,0 0 0,0 0 0,0 1 0,0-1 0,0 0 0,0 0 0,0 0 0,0 0 0,0 0 0,0 1 0,0-1 0,0 0 0,0 0 0,0 0 0,0 0 0,0 0 0,0 0 0,0 1 0,0-1 0,0 0 0,0 0 0,0 0 0,0 0 0,-1 0 0,1 0 0,0 0 0,0 0 0,0 1 0,0-1 0,0 0 0,0 0 0,0 0 0,0 0 0,-1 0 0,1 0 0,-8-4 0,-9-10 0,-24-30 0,-52-69 0,77 90 0,2 1 0,0-2 0,2 0 0,0 0 0,-13-44 0,19 49 0,2 0 0,1-1 0,-2-29 0,5 36 0,0 0 0,1 0 0,0 0 0,1 0 0,0 0 0,6-16 0,-6 25 0,0 0 0,0 0 0,0 0 0,0 1 0,1-1 0,-1 1 0,1-1 0,0 1 0,0 0 0,0 0 0,0 0 0,1 1 0,-1-1 0,1 1 0,0 0 0,-1 0 0,1 0 0,0 0 0,0 1 0,0-1 0,6 0 0,-7 1 0,0 1 0,0-1 0,0 1 0,0 0 0,0 0 0,1 0 0,-1 0 0,0 1 0,0-1 0,0 1 0,0 0 0,0 0 0,0 0 0,0 0 0,-1 0 0,1 1 0,0-1 0,-1 1 0,1 0 0,-1 0 0,1 0 0,-1 0 0,0 0 0,0 0 0,0 1 0,0-1 0,0 1 0,0-1 0,2 6 0,-3-5 0,0-1 0,0 1 0,-1 0 0,1-1 0,-1 1 0,1 0 0,-1-1 0,0 1 0,0 0 0,0 0 0,0-1 0,-1 1 0,1 0 0,-1-1 0,0 1 0,0 0 0,0-1 0,0 1 0,0-1 0,0 0 0,0 1 0,-1-1 0,0 0 0,1 0 0,-4 3 0,-2 4 0,-2-1 0,1-1 0,-1 0 0,-17 11 0,-32 13-1365,31-18-5461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1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245 717 24575,'-49'-243'0,"6"35"0,32 150 0,-2 1 0,-21-57 0,33 111 0,0 0 0,0 0 0,-1 1 0,1-1 0,-1 0 0,0 1 0,1 0 0,-1-1 0,0 1 0,0 0 0,-4-3 0,5 5 0,1-1 0,-1 1 0,0-1 0,0 1 0,0-1 0,0 1 0,0 0 0,0 0 0,0 0 0,0-1 0,0 1 0,0 0 0,0 0 0,0 0 0,0 0 0,0 0 0,0 1 0,0-1 0,0 0 0,0 0 0,0 1 0,0-1 0,0 1 0,0-1 0,0 1 0,0-1 0,1 1 0,-1-1 0,0 1 0,0 0 0,0-1 0,1 1 0,-1 0 0,1 0 0,-1-1 0,0 2 0,-4 4 0,1 0 0,0 0 0,0 0 0,1 1 0,0-1 0,0 1 0,0 0 0,1 0 0,0 0 0,0 0 0,0 9 0,1-5 0,0 0 0,2 0 0,-1 0 0,1 0 0,1 0 0,5 20 0,-1-10 0,2-1 0,1 0 0,0 0 0,1-1 0,1 0 0,1-1 0,15 18 0,0-4 0,55 50 0,-64-66 0,1 0 0,1-2 0,1 0 0,31 15 0,-46-26 0,0-1 0,1 1 0,-1-1 0,1-1 0,0 1 0,0-1 0,-1 0 0,1-1 0,8 1 0,-12-1 0,0-1 0,-1 1 0,1 0 0,-1-1 0,1 0 0,-1 1 0,1-1 0,-1 0 0,0 0 0,1 0 0,-1-1 0,0 1 0,0 0 0,0-1 0,0 0 0,0 1 0,0-1 0,0 0 0,-1 0 0,1 0 0,-1 0 0,1 0 0,-1 0 0,0-1 0,0 1 0,0 0 0,1-4 0,0-3 0,0 0 0,-1 0 0,0 0 0,-1 0 0,0 0 0,-1-12 0,0 10 0,1-1 0,1-18 0,-1 30 0,0 1 0,0-1 0,0 0 0,0 0 0,0 0 0,0 0 0,0 0 0,0 0 0,0 0 0,0 1 0,1-1 0,-1 0 0,0 0 0,0 0 0,0 0 0,0 0 0,0 0 0,0 0 0,0 0 0,0 0 0,0 0 0,0 0 0,1 0 0,-1 0 0,0 0 0,0 1 0,0-1 0,0 0 0,0 0 0,0 0 0,0 0 0,0 0 0,1 0 0,-1 0 0,0 0 0,0 0 0,0 0 0,0 0 0,0 0 0,0-1 0,0 1 0,1 0 0,-1 0 0,0 0 0,0 0 0,0 0 0,0 0 0,0 0 0,0 0 0,0 0 0,0 0 0,0 0 0,1 0 0,-1 0 0,0-1 0,0 1 0,0 0 0,0 0 0,0 0 0,0 0 0,0 0 0,0 0 0,0 0 0,0 0 0,0-1 0,0 1 0,5 9 0,29 67 32,-17-38-731,26 48 1,-37-77-6128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1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7 24575,'-2'-5'0,"-1"3"0,-1 5 0,2 4 0,0 3 0,1 3 0,0-1-8191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2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24575,'10'6'0,"0"1"0,0 0 0,-1 0 0,0 1 0,11 13 0,4 4 0,3 4 0,-21-21 0,2 0 0,-1-1 0,10 9 0,-16-16 0,-1 1 0,1 0 0,0-1 0,0 1 0,-1-1 0,1 1 0,0-1 0,0 1 0,0-1 0,-1 0 0,1 1 0,0-1 0,0 0 0,0 0 0,0 1 0,0-1 0,0 0 0,0 0 0,0 0 0,0 0 0,0 0 0,0 0 0,-1 0 0,1-1 0,0 1 0,0 0 0,0 0 0,0-1 0,0 1 0,0-1 0,-1 1 0,1-1 0,0 1 0,0-1 0,-1 1 0,1-1 0,0 0 0,-1 1 0,1-1 0,0 0 0,-1 0 0,1 1 0,0-3 0,1-1 0,0 0 0,-1 0 0,0 0 0,1 0 0,-1 0 0,-1-1 0,1 1 0,0-6 0,-2-91 0,1 100 0,0 1 0,0-1 0,0 0 0,0 0 0,0 0 0,0 1 0,0-1 0,1 0 0,-1 0 0,0 1 0,0-1 0,1 0 0,-1 0 0,0 1 0,1-1 0,-1 0 0,1 1 0,-1-1 0,1 1 0,-1-1 0,1 0 0,0 1 0,0-1 0,0 1 0,0-1 0,0 1 0,0 0 0,-1 0 0,1 0 0,0 0 0,0 0 0,0 0 0,0 1 0,-1-1 0,1 0 0,0 0 0,0 1 0,0-1 0,-1 0 0,1 1 0,0-1 0,0 1 0,4 2 0,0 1 0,0 0 0,0 0 0,6 8 0,96 107 0,-81-93-1365,-14-17-5461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3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71 24575,'11'-3'0,"-1"0"0,1-1 0,12-7 0,-20 10 0,0-1 0,-1 0 0,1 0 0,0 1 0,-1-1 0,1-1 0,-1 1 0,0 0 0,0-1 0,0 1 0,0-1 0,0 0 0,0 1 0,-1-1 0,3-6 0,-4 9 0,0 0 0,0 0 0,1-1 0,-1 1 0,0 0 0,0 0 0,0 0 0,0-1 0,0 1 0,0 0 0,0 0 0,0-1 0,0 1 0,0 0 0,0 0 0,0 0 0,0-1 0,0 1 0,0 0 0,0 0 0,0-1 0,0 1 0,0 0 0,0 0 0,0 0 0,0-1 0,0 1 0,0 0 0,0 0 0,0-1 0,0 1 0,-1 0 0,1 0 0,0 0 0,0-1 0,-7 7 0,-7 12 0,8-5 0,1-1 0,0 1 0,1 0 0,1 0 0,0 1 0,1-1 0,0 1 0,1-1 0,0 1 0,1-1 0,3 20 0,-3-30 0,1 0 0,-1-1 0,1 1 0,0 0 0,-1-1 0,1 1 0,1 0 0,-1-1 0,0 1 0,1-1 0,-1 0 0,1 1 0,-1-1 0,1 0 0,0 0 0,0 0 0,0 0 0,1 0 0,2 1 0,-4-2 0,1 0 0,0 0 0,0-1 0,-1 1 0,1-1 0,0 1 0,0-1 0,0 0 0,0 1 0,0-1 0,0 0 0,0 0 0,0 0 0,0-1 0,0 1 0,-1 0 0,1-1 0,0 1 0,0-1 0,0 0 0,0 0 0,-1 0 0,1 1 0,0-2 0,-1 1 0,1 0 0,2-3 0,1-1 0,0 0 0,-1-1 0,0 0 0,0 0 0,0 0 0,-1 0 0,0-1 0,0 1 0,0-1 0,-1 0 0,0 0 0,1-13 0,-11 51 0,5 4 0,1 0 0,2 0 0,8 60 0,29 102 0,3 28 0,-38-212 0,-1-6 0,0-1 0,-1 0 0,1 1 0,-1-1 0,0 1 0,-1-1 0,0 1 0,-2 7 0,3-13 0,-1 1 0,0-1 0,0 0 0,0 0 0,0 0 0,0 1 0,-1-1 0,1 0 0,0 0 0,0 0 0,-1-1 0,1 1 0,0 0 0,-1 0 0,1-1 0,-1 1 0,1-1 0,-1 1 0,0-1 0,1 0 0,-1 1 0,1-1 0,-1 0 0,0 0 0,1 0 0,-1 0 0,-2-1 0,-5 0 0,-1-1 0,1 0 0,-12-4 0,-8-3 0,1-2 0,1-1 0,-34-20 0,43 21 0,0-1 0,1-1 0,0-1 0,1 0 0,-20-24 0,34 37 0,1 0 0,0-1 0,0 1 0,0-1 0,0 1 0,0-1 0,0 1 0,0-1 0,1 0 0,-1 1 0,0-1 0,1 0 0,-1 0 0,1 1 0,0-1 0,0 0 0,0 0 0,0 0 0,0 1 0,0-4 0,1 3 0,0 0 0,0 1 0,0-1 0,0 0 0,0 1 0,0-1 0,0 1 0,0 0 0,1-1 0,-1 1 0,1 0 0,-1 0 0,1 0 0,-1 0 0,1 0 0,0 0 0,-1 0 0,1 0 0,3 0 0,6-3 0,1 2 0,-1-1 0,0 1 0,22 0 0,47 3 0,-73 0 0,80 8-1365,-64-6-5461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4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305 549 24575,'-56'-15'0,"-2"4"0,-74-7 0,129 17 0,-1 1 0,0 0 0,1 0 0,-1 1 0,0-1 0,1 1 0,-1 0 0,0 0 0,-5 3 0,7-4 0,1 1 0,0 0 0,0-1 0,0 1 0,0 0 0,0 0 0,1 0 0,-1 0 0,0-1 0,0 1 0,0 1 0,1-1 0,-1 0 0,1 0 0,-1 0 0,1 0 0,-1 0 0,1 1 0,-1-1 0,1 0 0,0 0 0,0 0 0,0 1 0,0-1 0,0 0 0,0 0 0,0 1 0,0-1 0,0 0 0,1 0 0,-1 1 0,1 0 0,1 3 0,0 0 0,0-1 0,0 1 0,1-1 0,0 0 0,-1 0 0,2 0 0,-1 0 0,0 0 0,1 0 0,0-1 0,0 0 0,0 0 0,0 0 0,6 3 0,1 0 0,-1-1 0,1 0 0,0-1 0,0 0 0,19 4 0,-17-5 0,0-1 0,0-1 0,0 0 0,0 0 0,20-3 0,-30 2 0,1 0 0,-1-1 0,1 0 0,-1 1 0,1-2 0,-1 1 0,1 0 0,-1-1 0,0 1 0,0-1 0,0 0 0,0 0 0,0 0 0,0 0 0,-1-1 0,1 1 0,-1-1 0,1 1 0,-1-1 0,0 0 0,0 0 0,0 0 0,-1 0 0,1-1 0,1-3 0,-1-2 0,0 0 0,0 0 0,-1 0 0,-1-1 0,1 1 0,-2-1 0,1 1 0,-3-15 0,-21-75 0,21 91 0,-34-109 0,-54-113 0,90 229 0,-3-8 0,0 1 0,-7-12 0,11 19 0,0 1 0,0 0 0,0 0 0,0-1 0,-1 1 0,1 0 0,0 0 0,0-1 0,0 1 0,0 0 0,0 0 0,-1 0 0,1-1 0,0 1 0,0 0 0,0 0 0,-1 0 0,1 0 0,0 0 0,0-1 0,-1 1 0,1 0 0,0 0 0,0 0 0,-1 0 0,1 0 0,0 0 0,0 0 0,-1 0 0,1 0 0,0 0 0,0 0 0,-1 0 0,1 0 0,0 0 0,-1 0 0,-2 10 0,1 15 0,5 8 0,1-1 0,1 0 0,12 43 0,42 89 0,-46-134-273,2-1 0,0-1 0,2 0 0,34 43 0,-36-53-6553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4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24575,'8'10'0,"1"5"0,3 4 0,-1-1 0,-3 1 0,1-2 0,-2-2-8191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4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24575,'2'-12'0,"1"-4"-8191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5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0 142 24575,'27'41'0,"127"191"0,-149-227 0,-5-13 0,-8-13 0,-5-1 0,-23-30 0,3 5 0,15 19 0,8 15 0,2 0 0,-14-28 0,21 40 0,1 1 0,0 0 0,0-1 0,0 1 0,-1-1 0,1 1 0,0-1 0,0 0 0,0 1 0,0-1 0,0 1 0,0-1 0,0 1 0,0-1 0,0 1 0,0-1 0,0 1 0,0-1 0,0 1 0,0-1 0,0 1 0,1-1 0,-1 1 0,0-2 0,1 2 0,-1 0 0,1-1 0,-1 1 0,1 0 0,0 0 0,-1 0 0,1-1 0,-1 1 0,1 0 0,-1 0 0,1 0 0,0 0 0,-1 0 0,1 0 0,-1 0 0,1 0 0,0 0 0,0 0 0,30 10 0,-27-8 0,19 7 0,0-1 0,1-1 0,0-1 0,47 6 0,-63-11 0,0-1 0,0 0 0,-1-1 0,1 0 0,0 0 0,-1-1 0,1 0 0,11-4 0,-14 3 0,0 0 0,0 1 0,0-2 0,0 1 0,-1 0 0,1-1 0,-1 0 0,0 0 0,0 0 0,-1-1 0,1 1 0,5-11 0,-6 10 0,-1-1 0,0 1 0,0-1 0,0 1 0,-1-1 0,0 0 0,0 0 0,0-7 0,0 0 0,-1 0 0,-3-20 0,3 31 0,0 1 0,0-1 0,-1 1 0,1 0 0,0-1 0,-1 1 0,1 0 0,-1 0 0,0-1 0,1 1 0,-1 0 0,0 0 0,0 0 0,1 0 0,-2-2 0,1 3 0,0-1 0,0 1 0,1-1 0,-1 1 0,0 0 0,0-1 0,0 1 0,0 0 0,1 0 0,-1-1 0,0 1 0,0 0 0,0 0 0,0 0 0,0 0 0,1 0 0,-1 0 0,-1 1 0,-1-1 0,0 1 0,0 0 0,0 1 0,1-1 0,-1 0 0,1 1 0,-1 0 0,1-1 0,-1 1 0,1 0 0,0 0 0,-3 3 0,0 2 0,0 0 0,0 0 0,1 1 0,0-1 0,0 1 0,1 0 0,0 0 0,0 0 0,1 0 0,0 0 0,1 1 0,-1-1 0,2 0 0,-1 1 0,1-1 0,0 1 0,3 11 0,-2-11 0,1-1 0,0 0 0,0 1 0,1-1 0,0 0 0,0 0 0,1-1 0,0 1 0,0-1 0,1 1 0,0-2 0,0 1 0,1 0 0,0-1 0,0 0 0,1 0 0,7 5 0,-8-7-80,1 0 0,1 0-1,-1-1 1,1 0 0,-1 0-1,1 0 1,0-1 0,0 0-1,0-1 1,0 0 0,0 0 0,0-1-1,0 0 1,0 0 0,0-1-1,11-2 1,-3 0-6746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5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8 24575,'-3'-1'0,"-1"0"0,1-1 0,-1 1 0,0 0 0,1 1 0,-1-1 0,0 1 0,1-1 0,-8 2 0,9-1 0,1 0 0,0 1 0,-1-1 0,1 1 0,-1-1 0,1 1 0,0 0 0,0-1 0,-1 1 0,1 0 0,0 0 0,0 0 0,0 0 0,0 0 0,0 0 0,0 0 0,0 1 0,0-1 0,0 0 0,1 0 0,-1 1 0,1-1 0,-1 0 0,1 1 0,-1-1 0,1 1 0,-1 1 0,-1 7 0,1 0 0,0 1 0,1-1 0,0 0 0,0 0 0,1 1 0,1-1 0,2 13 0,0-10 0,-1-1 0,2 1 0,0-1 0,0 0 0,14 23 0,-14-29 0,0 1 0,0-1 0,1 1 0,0-2 0,0 1 0,0-1 0,1 0 0,0 0 0,0 0 0,0-1 0,16 6 0,-20-8 0,0-1 0,0 0 0,0 0 0,0-1 0,1 1 0,-1-1 0,0 1 0,1-1 0,-1 0 0,0-1 0,0 1 0,1 0 0,-1-1 0,0 0 0,0 1 0,1-1 0,-1-1 0,0 1 0,0 0 0,0-1 0,-1 0 0,1 1 0,0-1 0,0 0 0,-1 0 0,1-1 0,-1 1 0,0 0 0,0-1 0,0 0 0,0 1 0,2-4 0,3-8-1365,-2 1-5461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6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24575,'122'345'0,"-122"-344"0,23 78 0,38 86 0,-60-162-170,0 0-1,1-1 0,0 1 1,-1 0-1,1 0 0,0-1 1,4 4-1,3 1-6655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6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38 24575,'-17'-8'0,"-8"-1"0,-5-1 0,0 3 0,1 4 0,-1 5 0,4 3 0,0 2 0,1 1 0,1 1 0,5-2-8191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7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116 577 24575,'6'-6'0,"-1"0"0,1-1 0,-1 0 0,-1 0 0,1 0 0,-1 0 0,0 0 0,-1-1 0,0 0 0,0 0 0,3-16 0,-4 13 0,-1 0 0,0 0 0,-1-1 0,0 1 0,-1 0 0,0-1 0,-1 1 0,-4-15 0,-23-70 0,-67-155 0,96 251 0,0-1 0,0 1 0,0-1 0,0 1 0,-1-1 0,1 1 0,0-1 0,0 1 0,0-1 0,-1 1 0,1-1 0,0 1 0,-1-1 0,1 1 0,-1-1 0,1 1 0,0 0 0,-1-1 0,1 1 0,-1 0 0,1-1 0,-1 1 0,1 0 0,-1 0 0,1-1 0,-1 1 0,1 0 0,-2 0 0,2 0 0,-1 1 0,0-1 0,1 1 0,-1 0 0,1-1 0,-1 1 0,1-1 0,-1 1 0,1 0 0,0 0 0,-1-1 0,1 1 0,0 0 0,0 0 0,-1-1 0,1 2 0,-6 38 0,-1 8 0,5-40 0,0 1 0,1 0 0,0 0 0,0 0 0,1 0 0,0 0 0,1 0 0,2 16 0,3-3 0,-3-12 0,0 1 0,0-1 0,7 14 0,1-3 0,1-1 0,1-1 0,0 0 0,1-1 0,2 0 0,16 15 0,54 35 0,-71-55-273,1-2 0,1 0 0,0-1 0,19 9 0,-28-15-6553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8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24575,'9'19'0,"1"0"0,25 33 0,-8-18 0,37 36 0,-54-60 0,0-1 0,1-1 0,0 0 0,0 0 0,1-1 0,0 0 0,0-1 0,15 5 0,-25-10 0,0-1 0,0 1 0,1-1 0,-1 1 0,0-1 0,0 0 0,1 1 0,-1-1 0,0-1 0,0 1 0,1 0 0,-1 0 0,0-1 0,0 1 0,0-1 0,0 0 0,1 0 0,-1 0 0,0 0 0,3-2 0,-3 1 0,0 0 0,0 0 0,0 0 0,-1 0 0,1 0 0,-1 0 0,1 0 0,-1-1 0,0 1 0,0 0 0,0-1 0,0 0 0,0 1 0,0-1 0,-1 1 0,1-1 0,-1-3 0,1-7 0,0 0 0,-2 0 0,1 0 0,-2 0 0,0 1 0,0-1 0,-1 1 0,-1-1 0,-4-11 0,8 24 0,0 0 0,0 0 0,-1 1 0,1-1 0,0 0 0,0 1 0,0-1 0,0 0 0,0 0 0,0 1 0,0-1 0,-1 0 0,1 0 0,0 1 0,0-1 0,0 0 0,-1 0 0,1 1 0,0-1 0,0 0 0,-1 0 0,1 0 0,0 0 0,0 1 0,-1-1 0,1 0 0,0 0 0,0 0 0,-1 0 0,1 0 0,0 0 0,-1 0 0,1 0 0,0 0 0,-1 0 0,1 0 0,0 0 0,0 0 0,-1 0 0,1 0 0,0 0 0,-1 0 0,1 0 0,0 0 0,-1-1 0,1 1 0,0 0 0,0 0 0,-1 0 0,1 0 0,0-1 0,0 1 0,0 0 0,-1 0 0,1 0 0,0-1 0,0 1 0,0 0 0,-1 0 0,1-1 0,0 1 0,0 0 0,0-1 0,0 1 0,0 0 0,0 0 0,0-1 0,0 1 0,0-1 0,-7 25 0,2 33 0,5 87 0,2-61 0,-1-5 0,-4 125 0,2-191 0,-1 0 0,0 0 0,-1 0 0,0-1 0,-9 22 0,11-30 0,0-1 0,0 0 0,0 1 0,0-1 0,-1 0 0,1 0 0,-1 0 0,0 0 0,1 0 0,-1 0 0,0 0 0,0-1 0,0 1 0,0-1 0,-1 1 0,1-1 0,0 0 0,-1 0 0,1 0 0,-1 0 0,1 0 0,-1-1 0,1 1 0,-1-1 0,1 1 0,-1-1 0,1 0 0,-1 0 0,0 0 0,1-1 0,-1 1 0,1-1 0,-5 0 0,0-2 0,1 0 0,0 0 0,-1 0 0,1 0 0,1-1 0,-1 0 0,0 0 0,1-1 0,0 1 0,0-1 0,0-1 0,1 1 0,-6-10 0,3 5 0,0-1 0,1 0 0,1-1 0,0 0 0,1 0 0,-5-19 0,8 26-227,0 1-1,0-1 1,1 0-1,0 0 1,0-6-1,2-3-6598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9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24575,'3'0'0,"0"3"0,0 2 0,0 4 0,-1 3 0,-4 1 0,0-1-8191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9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24575,'-3'5'0,"2"1"0,1 3 0,1 2 0,2 1 0,1 2 0,2 0 0,3-2 0,-1 0 0,1-1 0,0 2 0,-1 0 0,0-2-8191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9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24575,'12'23'0,"-7"-10"0,1-1 0,1 1 0,0-1 0,1-1 0,0 1 0,12 11 0,-14-17 0,5 6 0,22 16 0,-31-26 0,1 0 0,0 0 0,0 0 0,0-1 0,0 1 0,0-1 0,1 1 0,-1-1 0,0 0 0,1 0 0,-1-1 0,0 1 0,1-1 0,3 1 0,-5-2 0,0 1 0,0-1 0,0 1 0,0-1 0,-1 0 0,1 0 0,0 0 0,0 0 0,0 0 0,-1 0 0,1 0 0,0 0 0,-1-1 0,0 1 0,1-1 0,-1 1 0,0-1 0,1 0 0,-1 1 0,0-1 0,0 0 0,0 0 0,-1 0 0,1 0 0,0 0 0,-1 0 0,1 0 0,-1-2 0,2-7 0,0 0 0,-1 0 0,-1-19 0,0 29 0,0-4 0,0-1 0,0 0 0,1 1 0,-1-1 0,1 1 0,0 0 0,1-1 0,-1 1 0,1 0 0,3-6 0,-5 11 0,1-1 0,-1 1 0,1-1 0,0 1 0,-1-1 0,1 1 0,0-1 0,-1 1 0,1 0 0,0-1 0,0 1 0,-1 0 0,1 0 0,0 0 0,0 0 0,-1-1 0,1 1 0,0 0 0,0 0 0,0 0 0,-1 1 0,1-1 0,0 0 0,0 0 0,-1 0 0,1 0 0,0 1 0,0-1 0,-1 0 0,1 1 0,0-1 0,-1 1 0,1-1 0,-1 1 0,1-1 0,0 1 0,26 23 0,-23-20 0,88 97-1365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0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24575,'0'0'0,"0"0"0,0-1 0,-1 1 0,1 0 0,0-1 0,0 1 0,0 0 0,0-1 0,0 1 0,0 0 0,1-1 0,-1 1 0,0 0 0,0-1 0,0 1 0,0 0 0,0 0 0,0-1 0,1 1 0,-1 0 0,0-1 0,0 1 0,0 0 0,1 0 0,-1-1 0,0 1 0,6 5 0,5 15 0,82 255 0,-77-224 0,-16-51-35,0 0 0,0 0 0,0 0 0,0 0 0,0 0 0,0 0 0,0-1 0,0 1 0,0 0 0,0 0 0,0 0 0,0 0 0,0 0 0,1 0 0,-1 0 0,0 0 0,0 0 0,0 0 0,0 0 0,0 0 0,0 0 0,0 0 0,0 0 0,0 0 0,0 0 0,0 0 0,0 0 0,1 0 0,-1 0 0,0 0 0,0 0 0,0 0 0,0 0 0,0 0 0,0 0 0,0 0 0,0 0 0,0 1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1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24575,'21'-12'0,"0"2"0,1 0 0,0 1 0,1 1 0,34-7 0,-47 13 0,0 1 0,1 0 0,-1 1 0,0 0 0,0 0 0,0 1 0,0 1 0,0-1 0,0 2 0,0-1 0,0 1 0,-1 1 0,1 0 0,-1 0 0,13 9 0,2 3 0,0 1 0,43 41 0,-56-47 0,0 1 0,-1 1 0,0 0 0,-1 0 0,0 1 0,-1 0 0,7 16 0,-13-23 0,1 0 0,-1 0 0,0 0 0,0 0 0,-1 1 0,0-1 0,-1 1 0,1-1 0,-1 0 0,-1 1 0,-1 11 0,0-13 0,0 0 0,0 0 0,0 0 0,0 0 0,-1-1 0,0 0 0,0 1 0,-1-1 0,1 0 0,-1-1 0,0 1 0,-1 0 0,1-1 0,-8 6 0,2-4 12,0 1 0,-1-1-1,1-1 1,-1 0 0,-1 0-1,1-1 1,-1 0 0,1-1-1,-22 2 1,-6-1-704,-63-2 0,98-2 594,-8 0-6728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2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24575,'-13'42'0,"13"-35"0,-1 0 0,2 1 0,-1-1 0,1 0 0,0 0 0,4 14 0,19 40 0,-12-30 0,-1-6 0,1-1 0,22 35 0,-33-58-151,0 0-1,0 1 0,0-1 0,-1 1 1,1-1-1,0 1 0,-1-1 1,1 4-1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3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541 29 24575,'0'-1'0,"0"0"0,-1 0 0,1 0 0,0 0 0,0 0 0,0 0 0,-1 0 0,1 0 0,-1 0 0,1 0 0,-1 0 0,1 0 0,-1 0 0,0 0 0,1 0 0,-1 0 0,0 1 0,0-1 0,1 0 0,-1 0 0,0 1 0,0-1 0,0 1 0,0-1 0,0 1 0,0-1 0,0 1 0,0-1 0,0 1 0,0 0 0,0 0 0,-1-1 0,1 1 0,0 0 0,-1 0 0,-6 0 0,0 0 0,0 0 0,-14 3 0,12-2 0,-68 5 0,-126-5 0,51-14-1365,131 12-5461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4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548 19 24575,'0'-1'0,"0"0"0,0 0 0,0 0 0,0 1 0,-1-1 0,1 0 0,0 0 0,-1 0 0,1 1 0,0-1 0,-1 0 0,1 1 0,-1-1 0,1 0 0,-1 1 0,0-1 0,1 1 0,-1-1 0,0 1 0,1-1 0,-1 1 0,0-1 0,0 1 0,1-1 0,-1 1 0,0 0 0,0 0 0,0-1 0,1 1 0,-1 0 0,0 0 0,0 0 0,-1 0 0,-5-1 0,0 1 0,0 0 0,-8 1 0,4 0 0,-331 2-41,218-4-1283,110 1-5502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4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446 45 24575,'-27'-7'0,"-12"-3"0,-1 1 0,2 1 0,3 3 0,7 2 0,2 1 0,4 1 0,2 1 0,1 0 0,0 1 0,-1-1 0,1 1 0,-3 1 0,2 2 0,0-1 0,2-1 0,4 0-8191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5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3 24575,'1'0'0,"-1"-1"0,1 1 0,0 0 0,0-1 0,-1 1 0,1 0 0,0 0 0,0-1 0,-1 1 0,1 0 0,0 0 0,0 0 0,0 0 0,0 0 0,-1 0 0,1 0 0,0 1 0,0-1 0,0 0 0,-1 0 0,1 1 0,0-1 0,0 0 0,0 1 0,22 12 0,-18-10 0,136 90 0,50 29 0,-142-97 0,-49-25 0,0 0 0,0 0 0,0 0 0,0 0 0,0 0 0,0 0 0,0 0 0,0 0 0,0 0 0,-1 0 0,1 0 0,0 0 0,0 0 0,0 0 0,0 0 0,0 0 0,0 0 0,0 0 0,0 0 0,0 1 0,0-1 0,0 0 0,0 0 0,0 0 0,0 0 0,0 0 0,0 0 0,0 0 0,-1 0 0,1 0 0,0 0 0,0 0 0,0 0 0,0 1 0,0-1 0,0 0 0,0 0 0,0 0 0,0 0 0,0 0 0,0 0 0,0 0 0,0 0 0,0 0 0,0 0 0,1 0 0,-1 1 0,0-1 0,0 0 0,0 0 0,0 0 0,0 0 0,0 0 0,0 0 0,0 0 0,0 0 0,0 0 0,0 0 0,0 0 0,0 0 0,0 0 0,0 0 0,0 0 0,0 0 0,1 0 0,-1 0 0,0 1 0,0-1 0,-12 1 0,-12 0 0,5-1 0,0 1 0,1 1 0,-36 8 0,-53 22 0,101-30 0,-20 8 59,-46 24 0,48-21-553,0-1-1,-27 8 1,37-15-6332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6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22 24575,'0'-2'0,"0"1"0,-1 0 0,1 0 0,-1 0 0,1-1 0,-1 1 0,1 0 0,-1 0 0,0 0 0,1 0 0,-1 0 0,0 0 0,0 0 0,0 0 0,0 0 0,0 1 0,0-1 0,0 0 0,-1 0 0,1 1 0,-1 0 0,1 0 0,0 0 0,0 0 0,0 0 0,0 0 0,0 0 0,0 0 0,0 1 0,0-1 0,0 0 0,0 1 0,0-1 0,0 1 0,0-1 0,0 1 0,0 0 0,1-1 0,-1 1 0,0 0 0,0-1 0,1 1 0,-2 1 0,-23 24 0,0-1 0,-2-2 0,-29 20 0,43-34 0,6-5 0,-1 1 0,1 0 0,0 0 0,-7 8 0,13-11 0,-1 0 0,1-1 0,-1 1 0,1 0 0,0 0 0,0 0 0,0 0 0,0 0 0,0 0 0,1 0 0,-1 0 0,0 0 0,1 1 0,0-1 0,-1 0 0,1 0 0,0 1 0,0-1 0,0 0 0,1 0 0,0 4 0,0 0 0,1-1 0,-1 1 0,1 0 0,1-1 0,-1 1 0,1-1 0,0 1 0,0-1 0,1 0 0,0-1 0,-1 1 0,2 0 0,-1-1 0,0 0 0,1 0 0,0 0 0,0-1 0,0 0 0,0 0 0,0 0 0,12 4 0,15 5 0,1-2 0,48 8 0,-38-8 0,62 10-1365,-91-17-5461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6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57 24575,'0'-5'0,"0"1"0,0 0 0,0 0 0,0 0 0,-1-1 0,1 1 0,-1 0 0,0 0 0,0 0 0,0 0 0,-3-6 0,2 9 0,1 6 0,1 5 0,6 24 0,2 0 0,1-1 0,2 1 0,1-2 0,2 0 0,1-1 0,1 0 0,2-1 0,29 38 0,-44-64 0,9 13 0,-12-17 0,1 1 0,-1 0 0,1-1 0,-1 1 0,0 0 0,1 0 0,-1-1 0,0 1 0,0 0 0,1 0 0,-1 0 0,0-1 0,0 1 0,0 0 0,0 0 0,0 0 0,0 0 0,-1-1 0,1 2 0,0-1 0,-1-1 0,1 0 0,0 1 0,0-1 0,-1 0 0,1 0 0,0 0 0,-1 1 0,1-1 0,0 0 0,-1 0 0,1 0 0,-1 0 0,1 0 0,0 0 0,-1 1 0,1-1 0,0 0 0,-1 0 0,1 0 0,-1 0 0,1 0 0,0-1 0,-1 1 0,1 0 0,0 0 0,-1 0 0,1 0 0,-1-1 0,-13-5 0,10 5 0,-13-7-273,0-2 0,1 0 0,0 0 0,-28-26 0,31 23-6553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7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 24575,'24'-25'0,"37"-34"0,-54 53 0,1 0 0,0 0 0,0 1 0,1 0 0,0 0 0,12-4 0,-17 8 0,0 0 0,-1 1 0,1-1 0,0 1 0,0 0 0,0 0 0,0 0 0,-1 0 0,1 1 0,0 0 0,0-1 0,-1 2 0,1-1 0,0 0 0,-1 1 0,1-1 0,-1 1 0,0 0 0,1 0 0,2 3 0,7 6 0,0-1 0,-2 2 0,15 16 0,-5-3 0,-1 0 0,-1 2 0,21 38 0,-32-48 0,0-1 0,-1 1 0,0 1 0,-2-1 0,0 1 0,-1 0 0,3 27 0,-6-42 0,-1 1 0,0 0 0,0 0 0,-1 0 0,1 0 0,-1 0 0,0 0 0,0-1 0,0 1 0,0 0 0,-1-1 0,1 1 0,-1-1 0,0 1 0,0-1 0,-2 3 0,1-3 0,-1 0 0,1 0 0,0 0 0,-1 0 0,1-1 0,-1 0 0,0 0 0,0 0 0,0 0 0,0 0 0,0-1 0,0 0 0,0 0 0,-5 1 0,-3 0-151,-1 0-1,0 0 0,0-2 0,0 1 1,0-2-1,0 0 0,0 0 1,-18-5-1,22 3-6674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7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24575,'1'-1'0,"0"0"0,0 0 0,0-1 0,1 1 0,-1 0 0,1 0 0,-1 0 0,1 1 0,-1-1 0,1 0 0,0 0 0,-1 1 0,1-1 0,0 1 0,-1 0 0,1-1 0,0 1 0,0 0 0,2 0 0,-1 1 0,-1-1 0,0 1 0,1 0 0,-1 0 0,0 0 0,0 0 0,0 0 0,0 0 0,0 1 0,0-1 0,0 1 0,3 2 0,2 4 0,-1 0 0,1 1 0,-1 0 0,-1 0 0,6 12 0,7 19 0,22 72 0,-39-111 0,0 1 0,-1 0 0,1 0 0,-1 0 0,0 0 0,0 0 0,0 0 0,0 0 0,0 0 0,0-1 0,-1 4 0,1-4 0,0-1 0,0 0 0,0 0 0,0 1 0,0-1 0,-1 0 0,1 1 0,0-1 0,0 0 0,-1 0 0,1 0 0,0 1 0,0-1 0,-1 0 0,1 0 0,0 0 0,0 1 0,-1-1 0,1 0 0,0 0 0,-1 0 0,1 0 0,0 0 0,-1 0 0,1 0 0,-2 0 0,1 0 0,0 0 0,0 0 0,0-1 0,0 1 0,-1 0 0,1-1 0,0 1 0,0-1 0,-2 0 0,-10-7-1365,1 1-5461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7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63 24575,'-30'-12'0,"-14"-4"0,-2 0 0,1 6 0,5 4 0,5 4 0,4 4 0,6 2 0,1 3 0,3-1 0,-1 3 0,2-2 0,1-1 0,2-2 0,4-1-8191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8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24575,'1'7'0,"0"-1"0,0 0 0,1 1 0,4 10 0,-1-3 0,1 3 0,1 0 0,0 0 0,1-1 0,12 18 0,45 56 0,-40-57 0,-24-32 0,0 0 0,0 1 0,0-1 0,0 0 0,-1 0 0,1 1 0,0-1 0,-1 0 0,1 1 0,-1-1 0,0 0 0,1 3 0,-1-4 0,0 0 0,0 0 0,0 0 0,0 1 0,0-1 0,0 0 0,0 0 0,-1 0 0,1 0 0,0 0 0,0 1 0,0-1 0,0 0 0,0 0 0,0 0 0,0 0 0,0 0 0,-1 0 0,1 0 0,0 1 0,0-1 0,0 0 0,0 0 0,0 0 0,-1 0 0,1 0 0,0 0 0,0 0 0,0 0 0,0 0 0,-1 0 0,1 0 0,0 0 0,0 0 0,0 0 0,-13-4 0,-28-20-1365,27 17-5461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8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0 177 24575,'10'-20'0,"5"-9"0,1-1 0,0 3 0,-1 5 0,0 6 0,-2 2 0,-2 5 0,0 3 0,1 3 0,1 2 0,0 1 0,-2 3 0,0 1 0,-2 2 0,-3 3 0,-4 2 0,-3 0-8191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8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24575,'15'-7'0,"7"-3"0,3 0 0,-4 0 0,-2 2 0,-3 1 0,0 3 0,-2 2 0,0-2 0,0 1 0,0 0 0,-3 3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9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24575,'17'30'0,"71"152"0,-80-164-1365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9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538 119 24575,'-27'-17'0,"-14"-6"0,-4 1 0,2 2 0,4 4 0,6 5 0,4 5 0,2 2 0,0 6 0,0 1 0,0 3 0,0 1 0,-4 1 0,0 0 0,-1-2 0,3 0 0,6 0-8191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10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221 387 24575,'-27'-8'0,"-46"-13"0,65 20 0,0-1 0,0 1 0,-1 1 0,1-1 0,0 2 0,-15 1 0,20-2 0,1 1 0,0 0 0,-1 0 0,1 0 0,0 0 0,-1 0 0,1 0 0,0 1 0,0-1 0,0 1 0,0-1 0,0 1 0,0 0 0,1 0 0,-1 0 0,0 0 0,1 0 0,0 0 0,-1 0 0,1 1 0,0-1 0,0 0 0,0 1 0,1-1 0,-2 4 0,1 0 0,0-1 0,1 1 0,-1 0 0,1 0 0,0-1 0,0 1 0,1 0 0,0-1 0,0 1 0,2 7 0,-1-9 0,0 1 0,1-1 0,-1 0 0,1 0 0,-1 0 0,1-1 0,0 1 0,1-1 0,-1 1 0,1-1 0,-1 0 0,9 5 0,-3-3 0,0 0 0,0 0 0,1-1 0,17 6 0,-21-8 0,-1-1 0,1 0 0,0 0 0,-1-1 0,1 1 0,0-1 0,0 0 0,0-1 0,-1 0 0,1 0 0,9-2 0,-12 2 0,0 0 0,0-1 0,0 1 0,0-1 0,0 0 0,0 0 0,-1 0 0,1 0 0,0 0 0,-1 0 0,0-1 0,1 1 0,-1-1 0,0 0 0,0 1 0,-1-1 0,1 0 0,-1 0 0,1 0 0,1-7 0,0-2 0,-1 0 0,0 0 0,-1 0 0,0-1 0,-1 1 0,-3-21 0,-1 4 0,-13-48 0,-6 9 0,-60-124 0,70 164 0,38 88 0,22 44 0,-6-28 0,4-2 0,60 76 0,-92-134-682,13 23-1,-19-26-6143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11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45 24575,'2'-2'0,"0"0"0,-1 1 0,1-1 0,0 1 0,0-1 0,0 1 0,0 0 0,0-1 0,0 1 0,0 0 0,0 0 0,1 1 0,-1-1 0,0 0 0,1 1 0,2-1 0,-3 1 0,0 1 0,0-1 0,0 1 0,0-1 0,-1 1 0,1 0 0,0-1 0,0 1 0,-1 0 0,1 0 0,-1 1 0,1-1 0,-1 0 0,1 0 0,-1 1 0,0-1 0,1 1 0,-1-1 0,0 1 0,1 2 0,10 14 0,-2 0 0,9 20 0,-15-30 0,-1 0 0,-1 0 0,1 0 0,-1 0 0,-1 0 0,1 0 0,-1 1 0,-1 8 0,0-16 0,0 1 0,0-1 0,0 0 0,0 0 0,0 0 0,-1 1 0,1-1 0,-1 0 0,1 0 0,-1 0 0,1 0 0,-1 0 0,1 0 0,-1 0 0,0 0 0,0 0 0,0 0 0,1 0 0,-1 0 0,-2 1 0,1-1 0,0 0 0,0 0 0,0-1 0,0 1 0,0 0 0,0-1 0,0 1 0,0-1 0,0 0 0,0 0 0,-3 0 0,-2 0 0,-1-1 0,1 0 0,-1-1 0,1 0 0,-12-4 0,-67-32 0,74 31 0,0 0 0,1 0 0,-1-1 0,-17-17 0,27 23 0,0-1 0,0 0 0,0 0 0,0 0 0,0 0 0,0 0 0,1 0 0,0 0 0,-1-1 0,1 1 0,0 0 0,1-1 0,-1 1 0,1-1 0,-1 1 0,1-1 0,0 1 0,0-1 0,1 1 0,-1-1 0,1 1 0,1-4 0,-2 4 0,1 0 0,0 0 0,0 1 0,0-1 0,1 0 0,-1 1 0,1-1 0,-1 1 0,1-1 0,0 1 0,0 0 0,0 0 0,0 0 0,0 0 0,1 0 0,-1 0 0,1 1 0,-1-1 0,1 1 0,-1 0 0,1-1 0,0 1 0,0 0 0,-1 1 0,1-1 0,4 0 0,-3 1-114,0-1 1,0 1-1,0 1 0,1-1 0,-1 1 1,0-1-1,0 1 0,0 0 0,0 1 1,-1-1-1,7 4 0,0 1-6712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12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24575,'1'6'0,"0"0"0,0 0 0,0 0 0,0 0 0,1 0 0,0-1 0,0 1 0,1-1 0,-1 1 0,1-1 0,0 0 0,1 0 0,4 6 0,-2-5 0,-1 1 0,1-1 0,1-1 0,-1 1 0,1-1 0,0 0 0,0 0 0,15 6 0,-18-9 0,0 0 0,0 0 0,1-1 0,-1 1 0,0-1 0,0 0 0,8 1 0,-11-2 0,1 0 0,-1 0 0,0-1 0,1 1 0,-1 0 0,0-1 0,0 1 0,1-1 0,-1 1 0,0-1 0,0 1 0,0-1 0,0 0 0,0 0 0,0 1 0,0-1 0,0 0 0,0 0 0,0 0 0,0 0 0,0 0 0,-1 0 0,1-1 0,0 1 0,-1 0 0,1 0 0,0-2 0,2-5 0,-1 0 0,0 0 0,0 0 0,1-10 0,-2 8 0,1 0 0,4-13 0,-6 22 0,0 0 0,1 1 0,-1-1 0,0 0 0,0 0 0,1 1 0,-1-1 0,0 1 0,1-1 0,-1 0 0,0 1 0,1-1 0,-1 1 0,1-1 0,-1 1 0,1-1 0,-1 1 0,1-1 0,0 1 0,-1-1 0,1 1 0,-1 0 0,1 0 0,0-1 0,-1 1 0,1 0 0,0 0 0,0-1 0,-1 1 0,1 0 0,0 0 0,-1 0 0,1 0 0,0 0 0,0 0 0,-1 0 0,1 1 0,0-1 0,-1 0 0,1 0 0,0 0 0,-1 1 0,1-1 0,0 0 0,-1 1 0,1-1 0,0 1 0,0 0 0,4 3 0,1 0 0,-1 1 0,0 0 0,5 6 0,-2-2 0,7 7 0,-8-8 0,1 0 0,0-1 0,0 0 0,0 0 0,14 8 0,-21-14 0,0-1 0,-1 1 0,1-1 0,-1 0 0,1 1 0,0-1 0,0 0 0,-1 1 0,1-1 0,0 0 0,-1 0 0,1 0 0,0 1 0,0-1 0,0 0 0,-1 0 0,1 0 0,0 0 0,0-1 0,-1 1 0,1 0 0,0 0 0,0 0 0,-1 0 0,1-1 0,0 1 0,-1 0 0,1-1 0,0 1 0,-1-1 0,1 1 0,0-1 0,-1 1 0,1-1 0,-1 1 0,1-1 0,0 0 0,1-3 0,-1 0 0,0 1 0,0-1 0,0 0 0,0 0 0,1-5 0,-2 6 0,0 0 0,0 1 0,1-1 0,-1 1 0,1-1 0,0 1 0,0-1 0,0 1 0,0-1 0,2-2 0,-2 5 0,0-1 0,0 1 0,0-1 0,0 1 0,0 0 0,0-1 0,0 1 0,0 0 0,0 0 0,0 0 0,0 0 0,0-1 0,0 2 0,0-1 0,0 0 0,0 0 0,0 0 0,0 0 0,0 1 0,0-1 0,0 0 0,0 1 0,0-1 0,0 1 0,1 0 0,27 18 0,-25-16 0,18 13-682,28 26-1,-41-32-6143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12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144 106 24575,'-4'-12'0,"0"0"0,0 0 0,-2 1 0,1-1 0,-1 1 0,-10-13 0,15 23 0,1 0 0,-1 0 0,1 0 0,-1 1 0,1-1 0,-1 0 0,0 1 0,1-1 0,-1 0 0,0 1 0,0-1 0,0 1 0,1 0 0,-1-1 0,0 1 0,0-1 0,0 1 0,0 0 0,0 0 0,0 0 0,0-1 0,0 1 0,1 0 0,-1 0 0,0 0 0,0 0 0,0 0 0,0 1 0,0-1 0,0 0 0,0 0 0,0 1 0,0-1 0,0 0 0,1 1 0,-1-1 0,0 1 0,0-1 0,1 1 0,-1 0 0,0-1 0,0 1 0,1 0 0,-2 1 0,-3 3 0,1 1 0,0 1 0,0-1 0,-5 12 0,6-11 0,-1-1 0,-3 8 0,-9 26 0,14-37 0,1 0 0,0 0 0,1 1 0,-1-1 0,1 0 0,-1 1 0,1-1 0,0 0 0,0 1 0,0-1 0,1 0 0,-1 1 0,1-1 0,2 5 0,-2-6 0,0 1 0,1-1 0,0 0 0,0 0 0,0 0 0,-1 0 0,2 0 0,-1-1 0,0 1 0,0-1 0,0 1 0,1-1 0,-1 0 0,1 0 0,-1 0 0,1 0 0,-1 0 0,6 0 0,-5 0 0,0-1 0,1 1 0,-1-1 0,0 0 0,1 0 0,-1 0 0,1 0 0,-1 0 0,0-1 0,1 0 0,-1 1 0,0-1 0,1-1 0,3-1 0,-5 2 0,1-1 0,-1 0 0,0 0 0,0 1 0,0-2 0,0 1 0,0 0 0,0 0 0,0-1 0,-1 1 0,1 0 0,1-5 0,-1 0 0,1-1 0,-1 1 0,1-10 0,4-14 0,-7 30 0,0 1 0,0 0 0,0 0 0,0 0 0,0-1 0,0 1 0,0 0 0,0 0 0,0 0 0,0-1 0,0 1 0,0 0 0,0 0 0,0 0 0,0-1 0,1 1 0,-1 0 0,0 0 0,0 0 0,0 0 0,0 0 0,0-1 0,1 1 0,-1 0 0,0 0 0,0 0 0,0 0 0,1 0 0,-1 0 0,0 0 0,0 0 0,0 0 0,1 0 0,-1 0 0,0 0 0,0 0 0,0 0 0,1 0 0,5 7 0,6 18 0,-10-20 0,5 13-455,1-1 0,16 25 0,-16-33-6371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12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24575,'7'8'0,"3"4"0,2 3 0,-1 1 0,0 1 0,-2-1 0,0 0 0,-2 0 0,-1-1 0,0 0 0,-1-1 0,-1-2-8191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13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24575,'0'3'0,"0"2"0,0 4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13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24575,'65'76'0,"-25"-27"0,-40-48 0,1 0 0,0 0 0,0 0 0,0 0 0,0 0 0,0 0 0,0 0 0,1 0 0,-1-1 0,0 1 0,0 0 0,1-1 0,-1 1 0,0-1 0,1 1 0,-1-1 0,0 1 0,1-1 0,-1 0 0,3 0 0,-3 0 0,0-1 0,1 1 0,-1-1 0,0 1 0,1-1 0,-1 0 0,0 1 0,0-1 0,0 0 0,0 0 0,0 0 0,0 0 0,0 0 0,0 0 0,0 0 0,0 0 0,-1-1 0,1 1 0,0 0 0,0-3 0,13-36 0,-11 30 0,1 1 0,-1-1 0,1 0 0,1 1 0,6-10 0,-10 17 0,1 0 0,-1 0 0,1 0 0,0 0 0,0 0 0,0 1 0,0-1 0,0 0 0,1 1 0,-1 0 0,0 0 0,0-1 0,1 1 0,-1 1 0,1-1 0,-1 0 0,1 1 0,0-1 0,-1 1 0,1 0 0,-1-1 0,1 1 0,0 1 0,4 0 0,2 0 0,-1 2 0,0-1 0,1 1 0,-1 0 0,0 1 0,-1 0 0,14 8 0,-4 0 0,-1 1 0,16 15 0,-24-19-28,0 0 0,10 15-1,-7-9-1251,-4-6-5546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23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24575,'0'-18'0,"-1"11"0,1 0 0,0 0 0,1 0 0,-1 0 0,3-7 0,-3 13 0,0 1 0,0 0 0,0-1 0,0 1 0,0 0 0,0-1 0,0 1 0,0 0 0,1-1 0,-1 1 0,0 0 0,0-1 0,0 1 0,0 0 0,1-1 0,-1 1 0,0 0 0,0 0 0,1-1 0,-1 1 0,0 0 0,0 0 0,1 0 0,0-1 0,2 8 0,0 14 0,31 210 0,-26-189 0,9 51 0,-12-78 0,-5-13 0,-3-9 0,-9-13-1365,5 11-5461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24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24575,'36'-15'0,"0"2"0,0 1 0,52-9 0,-72 19 0,1 0 0,0 0 0,0 2 0,0 0 0,0 1 0,0 1 0,0 0 0,0 2 0,32 10 0,-27-6 0,0 1 0,0 2 0,-1 0 0,0 2 0,-1 0 0,-1 1 0,0 1 0,-1 0 0,0 2 0,-2 0 0,0 1 0,17 24 0,-27-34 0,-1 1 0,0 0 0,0 0 0,-1 1 0,-1-1 0,1 1 0,-2-1 0,1 1 0,-1 0 0,-1 0 0,1 1 0,-2-1 0,0 0 0,0 0 0,0 0 0,-2 0 0,1 1 0,-1-1 0,-1-1 0,1 1 0,-2 0 0,1-1 0,-2 1 0,1-1 0,-11 15 0,7-14 0,0 0 0,-2 0 0,1-1 0,-1 0 0,0-1 0,0 0 0,-1-1 0,-1 0 0,1-1 0,-1 0 0,0-1 0,0 0 0,-19 4 0,-5 0 0,1-2 0,-2-1 0,-57 1 0,63-6-1365,6-1-5461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24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562 10 24575,'14'-10'0,"-11"12"0,-5 8 0,-6 8 0,-1 1 0,0-1 0,-2-1 0,-18 25 0,-6 10 0,-85 181 0,23-41 0,69-143 0,-170 273 0,197-320-63,-4 5-198,0-1 1,0 2 0,1-1-1,-5 12 1,5-8-6566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25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29 24575,'11'-6'0,"-9"5"0,0 1 0,0-1 0,0 0 0,-1 0 0,1 0 0,0-1 0,-1 1 0,1 0 0,-1-1 0,1 1 0,1-3 0,-3 4 0,0 0 0,0 0 0,0-1 0,1 1 0,-1 0 0,0 0 0,0 0 0,0 0 0,0 0 0,0-1 0,0 1 0,0 0 0,0 0 0,0 0 0,0 0 0,0 0 0,-1-1 0,1 1 0,0 0 0,0 0 0,0 0 0,0 0 0,0 0 0,0 0 0,0-1 0,0 1 0,0 0 0,0 0 0,0 0 0,-1 0 0,1 0 0,0 0 0,0 0 0,0 0 0,0 0 0,0 0 0,0-1 0,0 1 0,-1 0 0,1 0 0,0 0 0,-9-1 0,-9 2 0,-17 5 0,17-4 0,1 1 0,-1 1 0,1 0 0,0 2 0,0 0 0,-17 8 0,7 5 0,1 0 0,-32 30 0,26-21 0,29-26 0,0 1 0,0-1 0,0 1 0,1 0 0,-1 0 0,1 0 0,0 1 0,-1-1 0,1 0 0,1 1 0,-1-1 0,0 1 0,1 0 0,0 0 0,0-1 0,0 1 0,0 0 0,1 0 0,-1 0 0,1 0 0,0 0 0,0 0 0,0 0 0,1 0 0,1 7 0,2 2 0,0 1 0,0-1 0,2 0 0,-1 0 0,2-1 0,-1 1 0,2-1 0,16 20 0,-20-28 0,-1-1 0,1 0 0,0 0 0,0 0 0,0 0 0,0-1 0,1 0 0,-1 0 0,1 0 0,-1 0 0,1-1 0,0 0 0,8 2 0,7-1 0,39 1 0,-47-3 0,2 0 0,237-1 0,-185-7-100,-45 5-1165,-7 1-5561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26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7 24575,'0'0'0,"0"-1"0,0 1 0,1 0 0,-1-1 0,0 1 0,1-1 0,-1 1 0,1 0 0,-1-1 0,1 1 0,-1 0 0,1-1 0,-1 1 0,1 0 0,-1 0 0,1-1 0,-1 1 0,1 0 0,-1 0 0,1 0 0,-1 0 0,1 0 0,-1 0 0,1 0 0,0 0 0,-1 0 0,1 0 0,-1 0 0,1 0 0,-1 0 0,1 0 0,-1 1 0,1-1 0,-1 0 0,1 0 0,-1 1 0,1-1 0,-1 0 0,1 1 0,-1-1 0,1 0 0,-1 1 0,0-1 0,1 1 0,-1-1 0,0 0 0,1 1 0,-1-1 0,0 1 0,0-1 0,1 1 0,-1-1 0,0 1 0,0-1 0,0 1 0,0 0 0,0 0 0,2 5 0,-1-1 0,0 1 0,0-1 0,0 8 0,-2 78 0,-19 139 0,6-100 0,9-66 0,3 0 0,3 0 0,2 0 0,4 0 0,23 104 0,-5-63-1365,-23-93-5461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27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2857 0 24575,'-26'1'0,"-36"4"0,-94 8 0,65-8 0,-47 8 0,-179 9 0,197-21 0,-169-3 0,180-5 0,-33-1 0,-72 18 0,21 7 0,-101-13 0,169-5 0,93-1 0,0-1 0,-62-15 0,2 0 0,60 15 0,-57 2 0,42 2 0,28 0-227,-1 1-1,0 0 1,1 2-1,-1 0 1,-32 12-1,40-11-6598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28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24575,'0'-1'0,"1"0"0,-1 1 0,1-1 0,-1 1 0,1-1 0,0 1 0,-1-1 0,1 1 0,0-1 0,-1 1 0,1 0 0,0-1 0,0 1 0,-1 0 0,1-1 0,0 1 0,0 0 0,0 0 0,1 0 0,-1 0 0,-1 0 0,1 1 0,0-1 0,-1 0 0,1 1 0,-1-1 0,1 0 0,-1 1 0,1-1 0,-1 1 0,1-1 0,-1 1 0,0-1 0,1 1 0,-1-1 0,1 1 0,-1-1 0,0 1 0,1 1 0,1 4 0,0 0 0,-1 1 0,1 0 0,-1 7 0,1-1 0,41 281 0,-4-7 0,2 32 0,-35-260 0,3 84 0,-9-135-341,1-1 0,0 1-1,3 11 1,-1-7-6485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29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2756 34 24575,'-82'-13'0,"0"4"0,-93 1 0,-6 16 0,-27 0 0,153-8 0,-420-9 0,-18 2 0,320 8 0,-57 6 0,-4 1 0,-36-9 0,259 1-227,-1-1-1,1 0 1,-1-1-1,1 0 1,-16-6-1,14 3-6598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29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24575,'-1'51'0,"2"56"0,5-71-66,-4-27 109,-1 0-1,0 1 1,0 10 0,-1-17-148,0 0 0,0 0 0,-1 0 0,1 0 0,-1 0 0,0 0 0,0 0 0,0 0 0,-1 0 0,1 0 0,-1 0 0,1-1 0,-4 4 0,-3 3-6721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30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24575,'0'0'0,"0"0"0,0-1 0,0 1 0,0 0 0,0 0 0,0 0 0,0 0 0,0 0 0,0 0 0,0 0 0,0 0 0,0 0 0,0 0 0,0 0 0,0 0 0,0 0 0,0 0 0,0 0 0,0 0 0,0-1 0,0 1 0,0 0 0,0 0 0,0 0 0,0 0 0,0 0 0,0 0 0,0 0 0,0 0 0,0 0 0,0 0 0,0 0 0,0 0 0,0 0 0,0 0 0,0 0 0,0 0 0,0 0 0,0 0 0,0 0 0,0-1 0,0 1 0,1 0 0,-1 0 0,0 0 0,0 0 0,0 0 0,0 0 0,0 0 0,0 0 0,0 0 0,0 0 0,0 0 0,0 0 0,0 0 0,0 0 0,0 0 0,0 0 0,0 0 0,1 0 0,-1 0 0,0 0 0,0 1 0,0-1 0,0 0 0,4 5 0,4 8 0,1 8 0,-1 0 0,0 0 0,8 45 0,-14-51-682,0 27-1,-2-29-6143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39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451 148 24575,'-5'-4'0,"-1"1"0,1-1 0,-1 1 0,0 0 0,0 1 0,0 0 0,0-1 0,-10 0 0,2-1 0,-345-110 0,358 114 0,0-1 0,0 1 0,1 0 0,-1 0 0,0-1 0,0 1 0,0 0 0,0 0 0,0 0 0,1 0 0,-1 0 0,0 0 0,0 0 0,0 0 0,-1 0 0,2 1 0,0-1 0,0 1 0,0-1 0,0 1 0,0-1 0,1 0 0,-1 1 0,0-1 0,0 1 0,0-1 0,1 0 0,-1 1 0,0-1 0,1 0 0,-1 1 0,0-1 0,1 0 0,-1 1 0,0-1 0,1 0 0,27 19 0,215 116 0,-212-122 0,-24-10 0,0-1 0,-1 1 0,1 1 0,-1-1 0,1 1 0,-1 0 0,0 0 0,5 6 0,-10-9 0,-1-1 0,1 1 0,-1-1 0,0 0 0,1 1 0,-1-1 0,0 1 0,1 0 0,-1-1 0,0 1 0,0-1 0,1 1 0,-1-1 0,0 1 0,0-1 0,0 1 0,0 0 0,0-1 0,0 1 0,0-1 0,0 1 0,0 0 0,0-1 0,0 1 0,0-1 0,0 1 0,-1 0 0,1-1 0,0 1 0,-1 0 0,0 0 0,0 0 0,0 0 0,0 0 0,0 0 0,0 0 0,-1 0 0,1-1 0,0 1 0,0 0 0,-1-1 0,0 1 0,-6 1 0,0 0 0,0 0 0,-9 1 0,16-3 0,-194 23-1365,173-21-5461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42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45 131 24575,'-8'-40'0,"7"29"0,-1 0 0,-1 1 0,0-1 0,0 1 0,-1-1 0,-6-11 0,10 22 0,0 0 0,0-1 0,0 1 0,0 0 0,0 0 0,0 0 0,0 0 0,0-1 0,0 1 0,0 0 0,0 0 0,0 0 0,0 0 0,0 0 0,-1-1 0,1 1 0,0 0 0,0 0 0,0 0 0,0 0 0,0 0 0,0 0 0,-1-1 0,1 1 0,0 0 0,0 0 0,0 0 0,0 0 0,-1 0 0,1 0 0,0 0 0,0 0 0,0 0 0,0 0 0,-1 0 0,1 0 0,0 0 0,0 0 0,0 0 0,0 0 0,-1 0 0,1 0 0,0 0 0,0 0 0,0 0 0,0 0 0,-1 0 0,-2 11 0,2 17 0,1-27 0,10 171 0,-2-40 0,-2-29 0,1-6 0,3 38 0,-9-126 0,14 92 0,-14-98-41,-1-5 143,-1-4-1528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42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86 24575,'-1'-6'0,"0"0"0,0 0 0,1 0 0,0 1 0,1-8 0,-1 11 0,1 1 0,-1-1 0,0 1 0,1-1 0,-1 1 0,1 0 0,-1-1 0,1 1 0,0 0 0,0-1 0,1-1 0,-2 3 0,1-1 0,0 1 0,-1 0 0,1-1 0,-1 1 0,1-1 0,0 1 0,-1 0 0,1 0 0,0-1 0,0 1 0,-1 0 0,1 0 0,0 0 0,-1 0 0,1 0 0,0 0 0,0 0 0,-1 0 0,1 0 0,0 0 0,0 0 0,-1 0 0,2 1 0,8 3 0,0 1 0,0 1 0,0-1 0,-1 2 0,0-1 0,0 1 0,13 15 0,4 1 0,9 2 0,-24-18 0,-1 1 0,0-1 0,-1 2 0,10 9 0,-49-33 0,-103-77 0,87 60 0,30 18 0,13 11 0,-1 0 0,1 0 0,0 0 0,-1 1 0,0 0 0,0-1 0,0 1 0,0 0 0,0 1 0,-5-2 0,8 3 0,1 0 0,-1 0 0,0 0 0,0 0 0,0 0 0,0 0 0,1 0 0,-1 1 0,0-1 0,0 0 0,0 1 0,1-1 0,-1 1 0,0-1 0,1 0 0,-1 1 0,0 0 0,1-1 0,-1 1 0,1-1 0,-1 1 0,1 0 0,-1-1 0,1 1 0,-1 1 0,-10 24 0,4-8 0,4-14-28,-1 1-1,1-1 0,-1 1 0,0-1 1,-7 6-1,2-3-1164,0 2-5633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44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37 24575,'-3'-3'0,"-1"1"0,1-1 0,-1-1 0,-4-5 0,-3-4 0,10 13 0,1 0 0,0 0 0,0 0 0,0-1 0,0 1 0,0 0 0,0 0 0,0 0 0,-1 0 0,1 0 0,0 0 0,0-1 0,0 1 0,0 0 0,0 0 0,-1 0 0,1 0 0,0 0 0,0 0 0,0 0 0,0 0 0,-1 0 0,1 0 0,0 0 0,0 0 0,0 0 0,-1 0 0,1 0 0,0 0 0,0 0 0,0 0 0,0 0 0,-1 0 0,1 0 0,0 0 0,0 0 0,-1 0 0,0 9 0,5 15 0,-3-19 0,39 163 0,-5-35 0,-18-45 0,-17-88-1,0 0-1,0 0 0,0 1 0,0-1 1,0 0-1,0 0 0,0 1 0,0-1 1,0 0-1,1 0 0,-1 1 0,0-1 1,0 0-1,0 0 0,0 1 0,-1-1 1,1 0-1,0 1 0,0-1 0,0 0 1,0 0-1,0 1 0,0-1 0,0 0 1,0 0-1,-1 0 0,1 1 0,0-1 1,0 0-1,0 0 0,0 0 0,-1 1 1,1-1-1,0 0 0,0 0 0,0 0 1,-1 0-1,1 1 0,0-1 0,0 0 1,-1 0-1,1 0 0,0 0 0,-1 0 1,1 0-1,-15-7 202,-16-16-1685,22 13-5341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44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436 44 24575,'29'-5'0,"27"-5"0,0 3 0,64-1 0,-135 9 0,-24 5 0,-16 1 0,-256-4 0,170-4 0,108 2 0,20 0 0,1-1 0,-1 0 0,0-1 0,-20-3 0,32 3 7,0 1 0,0 0 0,-1-1 0,1 1 0,0 0 1,0-1-1,0 0 0,0 1 0,0-1 0,0 0 0,0 1 0,0-1 0,0 0 0,0 0 0,1 0 0,-2-1 0,2 2-14,0-1-1,-1 1 1,1 0-1,0 0 1,0-1-1,0 1 1,0 0-1,0 0 1,0-1 0,0 1-1,0 0 1,0 0-1,0-1 1,0 1-1,0 0 1,0-1-1,1 1 1,-1 0 0,0 0-1,0 0 1,0-1-1,0 1 1,0 0-1,0 0 1,1-1-1,-1 1 1,12-5-1277,-1 3-5542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45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35 24575,'-19'-13'0,"16"10"0,0 1 0,0-1 0,-1 1 0,1 0 0,-1 0 0,1 0 0,-1 1 0,-6-3 0,9 4 0,1 0 0,-1 0 0,0 0 0,1 0 0,-1 0 0,1 0 0,-1 0 0,1 0 0,-1 0 0,0 0 0,1 0 0,-1 0 0,1 0 0,-1 0 0,1 1 0,-1-1 0,1 0 0,-1 0 0,1 1 0,-1-1 0,1 0 0,-1 1 0,1-1 0,-1 1 0,1-1 0,-1 1 0,1 0 0,-1 0 0,0 0 0,1 1 0,0-1 0,-1 0 0,1 1 0,0-1 0,-1 0 0,1 1 0,0 2 0,0 3 0,1 0 0,0 0 0,2 8 0,-2-13 0,6 26 0,20 44 0,-3-9 0,-24-63-68,0 1 0,1 0-1,-1 0 1,0-1 0,0 1 0,1 0-1,-1 0 1,0 0 0,0 0 0,0 0-1,0-1 1,0 1 0,0 0 0,0 0-1,0 0 1,-1 0 0,1-1 0,0 1-1,-1 1 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0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24575,'-2'2'0,"6"3"0,8 7 0,-10-11 0,60 49 0,133 83 0,-178-122 0,10 6 0,1-2 0,39 17 0,-74-39 0,-8-5 0,-21-15-1365,26 20-5461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1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7 24575,'0'-1'0,"0"1"0,0 0 0,0 0 0,0 0 0,0-1 0,0 1 0,0 0 0,0 0 0,0 0 0,0-1 0,0 1 0,0 0 0,0 0 0,0 0 0,0 0 0,0-1 0,0 1 0,0 0 0,0 0 0,-1 0 0,1-1 0,0 1 0,0 0 0,0 0 0,0 0 0,0 0 0,0 0 0,-1-1 0,1 1 0,0 0 0,0 0 0,0 0 0,0 0 0,0 0 0,-1 0 0,1 0 0,0 0 0,0 0 0,0 0 0,-1-1 0,-7 6 0,-5 11 0,7-5 0,-15 23 0,-42 52 0,51-73 40,-1 0 0,-14 12 0,21-20-205,1-1 0,0-1 0,-1 1 0,0-1 0,0 0 0,0 0 0,0-1 0,-13 4 0,8-4-6661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1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0 24575,'-20'3'0,"-2"-1"0,0 2 0,-23 7 0,40-10 0,0 1 0,0 0 0,0 0 0,0 0 0,0 1 0,1-1 0,-1 1 0,1 0 0,-1 1 0,1-1 0,0 1 0,0 0 0,-6 8 0,9-10 0,1-1 0,-1 1 0,0 0 0,1-1 0,-1 1 0,1 0 0,-1 0 0,1 0 0,0-1 0,0 1 0,0 0 0,0 0 0,0 0 0,0 0 0,0-1 0,1 1 0,-1 0 0,1 0 0,-1-1 0,1 1 0,0 0 0,0-1 0,-1 1 0,1 0 0,0-1 0,1 1 0,-1-1 0,0 0 0,0 1 0,1-1 0,0 1 0,4 4 0,0-1 0,0-1 0,1 1 0,-1-1 0,1 0 0,7 3 0,8 3 0,1-2 0,-1-1 0,1 0 0,1-2 0,36 4 0,-56-9-85,1 1 0,-1-1-1,0 0 1,0-1 0,1 1-1,-1-1 1,0 0 0,0 0-1,0 0 1,0-1 0,0 1-1,0-1 1,0 0 0,0 0-1,4-4 1,1-2-6741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2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2 24575,'0'0'0,"-1"0"0,1-1 0,-1 1 0,1 0 0,-1 0 0,1 0 0,-1 0 0,1 0 0,-1 0 0,1 0 0,0 0 0,-1 0 0,1 0 0,-1 0 0,1 0 0,-1 0 0,1 0 0,-1 0 0,1 0 0,-1 0 0,1 1 0,-1-1 0,1 0 0,0 0 0,-1 1 0,1-1 0,-1 0 0,1 1 0,0-1 0,-1 0 0,1 1 0,0-1 0,-1 0 0,1 1 0,0-1 0,-1 2 0,-13 18 0,12-17 0,-23 34 0,11-17 0,1 0 0,-13 28 0,18-31 0,2 0 0,0 1 0,1 0 0,1 0 0,1 1 0,1-1 0,0 1 0,1-1 0,1 1 0,1 0 0,0-1 0,5 21 0,-4-33 0,0 0 0,0 0 0,1 0 0,0 0 0,0 0 0,0-1 0,1 1 0,0-1 0,0 0 0,0 0 0,0 0 0,1-1 0,6 5 0,-1-1 0,2 0 0,-1-1 0,1 0 0,1-1 0,15 6 0,-25-11-195,-1 0 0,1 0 0,0-1 0,0 1 0,0-1 0,6 1 0,0-2-6631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2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24575,'0'-1'0,"0"0"0,0 0 0,0 0 0,0 1 0,0-1 0,1 0 0,-1 0 0,0 1 0,0-1 0,1 0 0,-1 0 0,1 1 0,-1-1 0,1-1 0,3 2 0,-1 7 0,0 11 0,-1 0 0,-1 25 0,2 17 0,5 25 0,-7-54 0,2 1 0,1-1 0,2 0 0,10 32 0,-15-60 0,0 0 0,0 0 0,0 0 0,1 0 0,-1 0 0,1-1 0,0 1 0,0-1 0,0 1 0,0-1 0,0 0 0,1 0 0,-1 0 0,0 0 0,1 0 0,0 0 0,-1-1 0,5 2 0,-3-2 0,-1 0 0,1 0 0,0 0 0,-1-1 0,1 1 0,0-1 0,-1 0 0,1 0 0,0-1 0,-1 1 0,1-1 0,0 0 0,-1 1 0,1-2 0,4-1 0,4-2-1365,0 0-5461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2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21 24575,'-27'-5'0,"-12"-1"0,0 0 0,2 3 0,6 5 0,6 5 0,4 3 0,6 0-8191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3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24575,'20'21'0,"120"144"0,-126-145 0,0 1 0,-1 0 0,-2 1 0,0 0 0,-1 0 0,11 43 0,-18-54 0,-1 0 0,0-1 0,-1 1 0,0 0 0,-1 0 0,0 0 0,-3 17 0,2-21 0,-1 0 0,0 0 0,0 0 0,0-1 0,-1 1 0,0 0 0,-1-1 0,0 0 0,1 0 0,-2 0 0,1-1 0,-8 9 0,2-5-341,-1 0 0,0 0-1,-17 9 1,11-8-6485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7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8 24575,'1'-8'0,"3"12"0,2 14 0,-3 10 0,-1 0 0,-2 51 0,-2-25 0,0-16 0,-2 1 0,-14 59 0,1-8 0,9-35 0,-1 91 0,10 125 0,-2-257 0,-5 29 0,4-34 0,0 0 0,1 0 0,0 1 0,1-1 0,0 0 0,1 1 0,1 12 0,22 64 0,-21-70 0,1 0 0,-1 0 0,-1 0 0,1 21 0,-2 10 0,-3 65 0,-5-64 68,4-30-785,-2 31 1,5-37-6110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8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4 101 24575,'-1'-1'0,"1"1"0,-1-1 0,1 1 0,0-1 0,0 0 0,-1 1 0,1-1 0,0 0 0,0 1 0,0-1 0,0 0 0,0 0 0,0 1 0,0-1 0,0 0 0,0 1 0,0-1 0,0 0 0,0 1 0,1-1 0,-1 0 0,0 1 0,0-1 0,1 0 0,0 0 0,0 0 0,0 0 0,-1 1 0,1-1 0,0 0 0,0 1 0,0-1 0,0 0 0,0 1 0,1-1 0,-1 1 0,0 0 0,1-1 0,6-1 0,1 1 0,-1 0 0,12 1 0,-9-1 0,38-5 0,-28 3 0,27-1 0,36-3 0,-4 0 0,323 6 0,-194 2 0,-113-8 0,-7-1 0,359 8 0,-214 1 0,-136-9 0,-8 1 0,-46 6 0,170 3 0,-161 4 0,-41-3 0,0-1 0,1-1 0,-1 0 0,0-1 0,1 0 0,23-4 0,38-17-1365,-63 19-5461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9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3 24575,'0'-1'0,"-1"1"0,1 0 0,0 0 0,0 0 0,0 0 0,0-1 0,0 1 0,-1 0 0,1 0 0,0 0 0,0 0 0,0 0 0,0 0 0,-1 0 0,1-1 0,0 1 0,0 0 0,-1 0 0,1 0 0,0 0 0,0 0 0,0 0 0,-1 0 0,1 0 0,0 0 0,0 0 0,0 0 0,-1 0 0,1 0 0,0 0 0,0 0 0,-1 1 0,1-1 0,0 0 0,-4 8 0,1 13 0,3-21 0,0 13 0,0 1 0,1-1 0,4 19 0,2 22 0,1 32 0,0 22 0,0 31 0,-2-76 0,0 4 0,3 46 0,-8-89 0,5 28 0,1 24 0,-7-61 0,0 1 0,-2-1 0,1 0 0,-5 16 0,4-21 0,0 0 0,1 0 0,0 0 0,1 1 0,1-1 0,-1 0 0,3 13 0,21 70 0,-21-84 0,18 54 0,-11-35 0,10 40 0,-17-55 0,14 90 0,-10-60 0,-5-29 0,0 0 0,0 0 0,-1-1 0,-1 18 0,-1-29-151,1 1-1,-1-1 0,1 0 0,-1 0 1,0 1-1,1-1 0,-1 0 1,-2 3-1,-4 5-6674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10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2871 102 24575,'-5'-4'0,"0"0"0,0 0 0,0 0 0,-1 0 0,0 1 0,1 0 0,-1 0 0,-1 1 0,1-1 0,0 1 0,0 1 0,-8-2 0,-9 0 0,0 1 0,-27 1 0,-24-2 0,-76-9 0,69 6 0,-133-2 0,32 2 0,-215 1 0,108 4 0,147-6 0,-47 0 0,-207 7 0,378 1 0,-32 6 0,30-4 0,-24 1 0,-31 3 0,-7 1 0,-7-10 0,-67 4 0,125 3-1365,18-2-5461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12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16 24575,'-21'-1'0,"-32"-6"0,32 4 0,-29-1 0,44 3 0,0 1 0,0 1 0,0-1 0,0 1 0,0 0 0,0 0 0,0 1 0,0-1 0,1 1 0,-1 1 0,1-1 0,-1 1 0,1 0 0,0 0 0,-8 7 0,8-6 0,-8 6 0,1 1 0,-20 21 0,29-28 0,0 0 0,0 0 0,0 1 0,1-1 0,-1 1 0,1-1 0,0 1 0,1 0 0,-1 0 0,1 0 0,0 0 0,0 0 0,0 6 0,0 7 0,1-1 0,4 35 0,-3-46 0,0-1 0,1 1 0,-1 0 0,2 0 0,-1-1 0,0 0 0,1 1 0,0-1 0,0 0 0,1 0 0,-1 0 0,7 6 0,-5-7 0,-1-1 0,1 1 0,1-1 0,-1 1 0,0-2 0,1 1 0,-1-1 0,1 1 0,0-1 0,0-1 0,0 1 0,8 0 0,10 0 0,43 0 0,-50-2 0,20-1-82,-16 0-239,0 1 0,0 1 1,29 5-1,-37-3-6505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13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582 6 24575,'1'-6'0,"-6"10"0,-14 16 0,11-11 0,-70 63 0,51-49 0,1 0 0,2 2 0,-34 42 0,25-15 0,-39 78 0,26-33 0,-13 26 0,50-106-170,-1 0-1,-1-1 0,-1 0 1,0 0-1,-1-1 0,-1-1 1,-23 19-1,28-26-6655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14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11 24575,'-20'-11'0,"20"11"0,0 0 0,-1 0 0,1 0 0,-1 0 0,1 0 0,-1 0 0,1 0 0,0 0 0,-1 0 0,1 0 0,-1 0 0,1 1 0,0-1 0,-1 0 0,1 0 0,-1 0 0,1 1 0,0-1 0,-1 0 0,1 0 0,0 1 0,-1-1 0,1 0 0,0 0 0,0 1 0,-1-1 0,1 0 0,0 1 0,0-1 0,-1 1 0,1-1 0,0 0 0,0 1 0,0-1 0,0 1 0,0-1 0,0 0 0,0 1 0,0-1 0,0 1 0,0-1 0,0 1 0,0-1 0,0 0 0,0 1 0,0 0 0,0 17 0,2 0 0,0 0 0,1 0 0,6 22 0,-5-24 0,0 1 0,-1 0 0,-1 0 0,0 33 0,-2-48-124,0-1 0,0 1 0,0-1 0,0 0 0,-1 1 0,1-1-1,-1 1 1,1-1 0,-1 0 0,-1 3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14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12 24575,'24'-5'0,"0"2"0,0 1 0,0 1 0,1 0 0,41 7 0,-53-4 0,0 0 0,0 2 0,0 0 0,-1 0 0,1 1 0,-1 1 0,-1 0 0,1 0 0,-1 1 0,0 1 0,0 0 0,11 10 0,-16-11 0,1 0 0,-1 0 0,0 0 0,-1 0 0,0 1 0,0 0 0,-1 0 0,0 0 0,0 1 0,0-1 0,2 13 0,-5-15 0,0 0 0,0 1 0,-1-1 0,0 0 0,0 0 0,0 0 0,-1 1 0,0-1 0,0 0 0,0 0 0,-1 0 0,0 0 0,0 0 0,-1-1 0,0 1 0,0-1 0,-6 10 0,2-6 0,-1-1 0,1 0 0,-2 0 0,1 0 0,-1-1 0,0 0 0,-1-1 0,-19 10 0,9-7 0,-1 0 0,-1-1 0,-32 7 0,12-7 0,0-2 0,-46 0 0,83-6 0,-16 2-1365,3 1-5461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18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1 128 24575,'0'0'0,"0"1"0,0 0 0,1-1 0,-1 1 0,0-1 0,1 1 0,-1 0 0,0-1 0,1 1 0,-1-1 0,1 1 0,-1-1 0,1 1 0,-1-1 0,1 0 0,0 1 0,-1-1 0,1 0 0,-1 1 0,1-1 0,0 0 0,-1 0 0,1 1 0,0-1 0,-1 0 0,1 0 0,1 0 0,22 3 0,-22-3 0,223 2 0,-116-4 0,-21 3 0,100-2 0,-103-6 0,18-1 0,597 7 0,-339 3 0,288-2 0,-562 7 0,-6 0 0,38 1 0,13-1 0,656-7 0,-669 7 0,-10 0 0,39 1 0,25-1 0,-142-6 0,-21 0 0,-1-1 0,0 1 0,1-2 0,-1 1 0,0-1 0,1-1 0,14-4 0,-23 6 0,0 0 0,0-1 0,0 1 0,0-1 0,0 1 0,0-1 0,0 1 0,-1-1 0,1 0 0,0 1 0,0-1 0,0 0 0,-1 0 0,1 1 0,0-1 0,-1 0 0,1 0 0,-1 0 0,1 0 0,-1 0 0,1 0 0,-1 0 0,0 0 0,1 0 0,-1 0 0,0 0 0,0 0 0,0 0 0,0 0 0,0 0 0,0 0 0,0 0 0,0 0 0,-1-2 0,0 0 0,1 1 0,-1 0 0,0 0 0,-1 0 0,1 0 0,0 1 0,-1-1 0,1 0 0,-1 0 0,1 1 0,-1-1 0,0 1 0,1-1 0,-1 1 0,-3-2 0,-25-11 0,-45-14 0,15 6 0,-86-31 0,142 52 0,6 1 0,11 4 0,21 8 0,22 13 0,80 32 0,4-7 0,-138-50 0,0 1 0,-1-1 0,1 1 0,0 0 0,-1 0 0,1 0 0,-1 0 0,1 0 0,-1 0 0,0 0 0,3 2 0,-4-2 0,0-1 0,0 0 0,0 0 0,0 1 0,0-1 0,0 0 0,0 0 0,1 1 0,-1-1 0,0 0 0,0 0 0,0 1 0,0-1 0,0 0 0,0 1 0,0-1 0,0 0 0,-1 0 0,1 1 0,0-1 0,0 0 0,0 0 0,0 1 0,0-1 0,0 0 0,0 0 0,-1 1 0,-11 7 0,-19 2 2,-48 10 0,34-10-1371,23-4-5457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0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141 116 24575,'-2'-4'0,"0"1"0,1-1 0,-1 0 0,0 0 0,1 0 0,-1-5 0,1 4 0,1 5 0,0 0 0,0 0 0,0 0 0,0 0 0,0 0 0,0 0 0,0 0 0,0 0 0,0 0 0,0 0 0,0 0 0,0 0 0,0 0 0,0 0 0,0 0 0,0 0 0,0 0 0,0-1 0,0 1 0,-1 0 0,1 0 0,0 0 0,0 0 0,0 0 0,0 0 0,0 0 0,0 0 0,0 0 0,0 0 0,0 0 0,0 0 0,0 0 0,0 0 0,0 0 0,0 0 0,0 0 0,0 0 0,0 0 0,0 0 0,0 0 0,0 0 0,-1 0 0,1 0 0,0 0 0,0 0 0,0 0 0,0 0 0,0 0 0,0 0 0,0 0 0,0 0 0,0 0 0,0 0 0,0 0 0,0 0 0,0 0 0,0 0 0,0 0 0,0 0 0,0 0 0,0 0 0,0 0 0,0 1 0,-1-1 0,1 0 0,-3 5 0,-2 9 0,3 3 0,0 0 0,0-1 0,2 1 0,1 27 0,15 67 0,-8-64 0,12 63 0,-10-63 0,-2 0 0,4 85 0,-12-119 0,0-5 0,0-1 0,0 1 0,0-1 0,-1 1 0,0-1 0,-1 1 0,-4 13 0,6-21 0,0 0 0,0 0 0,0 0 0,0 0 0,0 0 0,0 0 0,0 0 0,0 0 0,0 0 0,0 0 0,0 0 0,0-1 0,0 1 0,0 0 0,0 0 0,0 0 0,0 0 0,0 0 0,0 0 0,0 0 0,0 0 0,0 0 0,0 0 0,-1 0 0,1 0 0,0 0 0,0 0 0,0 0 0,0 0 0,0 0 0,0 0 0,0 0 0,0 0 0,0 0 0,0 0 0,0 0 0,0 0 0,0 0 0,0 0 0,0 0 0,0 0 0,0 0 0,0 0 0,0 0 0,-1 0 0,1 0 0,0 0 0,0 0 0,0 0 0,0 0 0,0 0 0,0 0 0,0 0 0,0 0 0,0 0 0,0 0 0,0 0 0,0 0 0,0 0 0,0 0 0,0 0 0,0 1 0,0-1 0,0 0 0,0 0 0,0 0 0,0 0 0,-2-8 0,0-10 0,2 18 0,-5-44 0,-4-54 0,2-15 0,-1-22 0,9 60 0,-2-67 0,-1 132 0,0 0 0,0 0 0,-1 0 0,0 0 0,-9-17 0,5 12 0,14 25 0,0 0 0,0-1 0,1 0 0,0 0 0,1 0 0,9 7 0,6 6 0,-8-6 0,1-1 0,0-1 0,1 0 0,21 11 0,-39-24 0,1-1 0,-1 1 0,1-1 0,-1 0 0,1 1 0,0-1 0,-1 0 0,1 1 0,-1-1 0,1 0 0,0 0 0,-1 0 0,1 1 0,-1-1 0,1 0 0,0 0 0,-1 0 0,1 0 0,0 0 0,-1 0 0,1 0 0,0 0 0,-1-1 0,1 1 0,0 0 0,-1 0 0,2-1 0,-2 0 0,0 1 0,1-1 0,-1 0 0,0 0 0,0 0 0,0 0 0,1 1 0,-1-1 0,0 0 0,0 0 0,0 0 0,0 0 0,-1 0 0,1 1 0,0-1 0,0 0 0,-1-1 0,-1-6 0,-1 0 0,0 1 0,-5-9 0,-9-13 0,0 1 0,-1 0 0,-44-48 0,59 73 0,0 0 0,0 1 0,0-1 0,-1 1 0,1 0 0,-1-1 0,1 2 0,-1-1 0,0 0 0,0 1 0,0-1 0,0 1 0,0 0 0,-7 0 0,8 1 0,0 0 0,-1 0 0,1 1 0,0-1 0,-1 1 0,1 0 0,0 0 0,0 0 0,0 0 0,0 0 0,0 1 0,0-1 0,0 1 0,0 0 0,0 0 0,1 0 0,-1 0 0,-3 5 0,-3 4-170,0 0-1,1 1 0,0 0 1,1 0-1,1 1 0,0 0 1,-7 20-1,9-20-6655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1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24575,'13'-14'0,"0"-1"0,-1 0 0,20-33 0,-28 45 0,-2 9 0,-2 17 0,-1-15 0,2 9 0,1-1 0,0 0 0,9 30 0,21 46 0,-1 0 0,-26-75 0,-2-6 0,1 0 0,-2-1 0,0 1 0,0 0 0,-1 0 0,0 19 0,-1-29-5,0-1 0,0 1 0,0-1 0,0 1 0,0-1 0,0 1 0,0-1 1,-1 1-1,1-1 0,0 1 0,0 0 0,0-1 0,-1 0 0,1 1 0,0-1 0,-1 1 0,1-1 0,-1 1 0,1-1 12,0 0 0,-1 0 0,1 0 0,0 1 1,-1-1-1,1 0 0,0 0 0,-1 0 0,1 0 0,0 0 1,0 0-1,-1 0 0,1-1 0,0 1 0,-1 0 0,1 0 0,0 0 1,-1 0-1,1 0 0,0 0 0,0 0 0,-1-1 0,1 1 1,-16-16-645,13 12-169,-8-8-6020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1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797 84 24575,'-44'-17'0,"0"3"0,-1 1 0,0 2 0,-1 3 0,-47-4 0,56 9 0,-2-1 0,1 2 0,-59 4 0,-146 20-1365,217-21-5461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3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77 24575,'-2'-3'0,"-1"0"0,0 0 0,1 0 0,0 0 0,0 0 0,0-1 0,0 1 0,0-1 0,-1-6 0,2 9 0,1 0 0,0 0 0,0 0 0,0 0 0,0 0 0,0 0 0,0 0 0,0 0 0,0-1 0,0 1 0,0 0 0,0 0 0,1 0 0,-1 0 0,0 0 0,1 0 0,-1 0 0,1 0 0,-1 0 0,1 0 0,0 0 0,-1 0 0,1 1 0,0-1 0,0 0 0,-1 0 0,1 1 0,0-1 0,0 0 0,0 1 0,0-1 0,0 1 0,0-1 0,0 1 0,0 0 0,0-1 0,0 1 0,2 0 0,7-2 0,1 0 0,0 1 0,0 0 0,0 1 0,-1 1 0,1-1 0,0 2 0,0-1 0,-1 2 0,1-1 0,16 8 0,-25-9 0,0 0 0,0 0 0,0 0 0,0 0 0,0 0 0,0 1 0,0-1 0,0 1 0,-1 0 0,1-1 0,-1 1 0,1 0 0,-1 0 0,0 0 0,1 0 0,-1 0 0,0 0 0,0 0 0,-1 0 0,1 0 0,0 1 0,-1-1 0,1 0 0,-1 1 0,0-1 0,0 0 0,0 1 0,0-1 0,0 0 0,0 1 0,-1-1 0,1 0 0,-1 0 0,-1 4 0,-1 3 0,0 0 0,-1-1 0,0 1 0,-1-1 0,0 0 0,0 0 0,-8 8 0,-2 1 0,10-12 0,1 0 0,-1 0 0,1 0 0,0 1 0,1-1 0,-1 1 0,1 0 0,-3 8 0,5-14 0,1 1 0,0 0 0,0 0 0,0 0 0,0-1 0,-1 1 0,1 0 0,0 0 0,0 0 0,1 0 0,-1-1 0,0 1 0,0 0 0,0 0 0,0 0 0,1-1 0,-1 1 0,0 0 0,1 0 0,-1-1 0,1 1 0,0 1 0,0-1 0,0 0 0,1 0 0,-1-1 0,0 1 0,0 0 0,1 0 0,-1-1 0,1 1 0,-1-1 0,1 1 0,2 0 0,4 0 0,1-1 0,0 1 0,14-2 0,-14 0 0,12 0 0,25-6 0,-31 4 0,0 0 0,0 2 0,0 0 0,19 1 0,-22 2-1365,-3 1-5461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7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16 24575,'0'0'0,"0"0"0,0 0 0,0 0 0,0 0 0,1 0 0,-1 0 0,0 0 0,0 0 0,0 0 0,0 0 0,0 0 0,1 0 0,-1 0 0,0 0 0,0 0 0,0 0 0,0 0 0,0 0 0,1 0 0,-1 0 0,0 0 0,0 0 0,0 0 0,0 0 0,0 0 0,1 0 0,-1 0 0,0 0 0,0 1 0,0-1 0,0 0 0,0 0 0,0 0 0,1 0 0,-1 0 0,0 0 0,0 0 0,0 1 0,0-1 0,0 0 0,0 0 0,0 0 0,0 0 0,0 0 0,0 1 0,0-1 0,0 0 0,0 0 0,0 0 0,0 0 0,0 0 0,0 1 0,0-1 0,0 0 0,0 0 0,0 0 0,0 0 0,0 1 0,0-1 0,0 0 0,0 0 0,0 0 0,0 0 0,-10 7 0,5-6 0,-1 0 0,0-1 0,0 1 0,0-1 0,0-1 0,-11 0 0,-37-12 0,0 2 0,33 8 40,1 2 0,-23 0 0,35 2-205,0-1 0,0 2 0,0-1 0,0 1 0,0 0 0,0 1 0,1-1 0,-9 6 0,8-4-6661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7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28 24575,'-11'-5'0,"0"1"0,0-1 0,-1 2 0,0 0 0,0 0 0,1 1 0,-2 1 0,1 0 0,0 0 0,0 2 0,0-1 0,-22 5 0,-8 3-455,0-1 0,-78 1 0,101-8-6371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8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125 162 24575,'-11'30'0,"10"-22"0,1 0 0,0 0 0,0 0 0,1 0 0,0-1 0,0 1 0,1 0 0,0-1 0,4 11 0,6 11 0,15 27 0,-20-41 0,6 9 0,-4-8 0,10 26 0,-57-94 0,17 22 0,2-2 0,0 0 0,3-1 0,-21-57 0,-12-72 0,36 132 0,23 46 0,2 1 0,22 23 0,-24-30 0,0-1 0,0 0 0,23 14 0,38 18 0,-69-40 0,16 8 0,0 0 0,0-2 0,1 0 0,0-1 0,39 7 0,-55-13 0,-1 1 0,1-1 0,-1 0 0,1 0 0,0 0 0,-1 0 0,1 0 0,-1-1 0,1 1 0,-1-1 0,1 0 0,-1 0 0,1 0 0,-1 0 0,0 0 0,1 0 0,-1-1 0,0 1 0,0-1 0,3-2 0,-3 2 0,0-1 0,0 0 0,0 0 0,0 0 0,-1 0 0,1 0 0,-1-1 0,0 1 0,0 0 0,0-1 0,0 1 0,-1-1 0,1 1 0,-1-6 0,-1-60 0,0 40 0,2 34 0,0 0 0,0 0 0,0-1 0,1 1 0,0 0 0,2 3 0,19 37 0,-14-28 0,9 17 0,44 61 0,-59-91 0,61 86 0,-55-67-1365,-6-12-5461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8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24575,'0'-3'0,"0"2"0,0 4 0,0 3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9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24575,'3'8'0,"0"0"0,-1 0 0,3 11 0,3 10 0,5 8 0,2 0 0,1-1 0,2-1 0,25 37 0,-34-55 120,-9-11-321,-7-10-1083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9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613 129 24575,'-28'-24'0,"-1"2"0,0 1 0,-57-29 0,82 48 0,0 0 0,-1 0 0,1 1 0,-1 0 0,1 0 0,-1 0 0,0 0 0,0 1 0,1-1 0,-1 1 0,0 1 0,1-1 0,-8 2 0,0 1 0,0 1 0,0 1 0,-19 10 0,24-11 0,-28 11-227,0-1-1,-2-2 1,1-1-1,-1-2 1,-48 5-1,54-10-6598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30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24575,'0'2'0,"0"4"0,0 3 0,0 2 0,3 2 0,0 2 0,3-1 0,-1 2 0,0-1 0,1-3 0,0 0 0,1-1 0,-1 1 0,2-1 0,-2-1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31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26 24575,'0'-1'0,"1"0"0,-1 0 0,1 0 0,-1-1 0,0 1 0,1 0 0,-1 0 0,0 0 0,0-1 0,0 1 0,0 0 0,0 0 0,0-1 0,-1 1 0,1 0 0,-1-2 0,1 2 0,-1 1 0,0 0 0,1-1 0,-1 1 0,0 0 0,1-1 0,-1 1 0,0 0 0,1 0 0,-1 0 0,0-1 0,1 1 0,-1 0 0,0 0 0,0 0 0,1 0 0,-1 0 0,0 1 0,1-1 0,-1 0 0,0 0 0,0 0 0,1 1 0,-1-1 0,0 0 0,1 1 0,-1-1 0,0 1 0,-25 11 0,-43 16 0,59-25 0,-1-1 0,1 1 0,-1-1 0,1-1 0,-13 0 0,-4 0 0,-75-3 0,90 0-1365,3-2-5461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35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24575,'-1'0'0,"0"0"0,1 0 0,-1 0 0,0 0 0,0 0 0,1 0 0,-1 0 0,0 0 0,0 0 0,1 1 0,-1-1 0,0 0 0,1 0 0,-1 1 0,0-1 0,1 0 0,-1 1 0,1-1 0,-1 1 0,0-1 0,1 1 0,-1-1 0,1 1 0,-1 0 0,1 0 0,0 0 0,-1-1 0,1 1 0,0 0 0,0 0 0,0 0 0,0-1 0,0 1 0,1 0 0,-1 0 0,0 0 0,0-1 0,0 1 0,1 0 0,-1 0 0,0 0 0,2 0 0,1 6 0,2-1 0,-1 0 0,9 8 0,-12-12 0,31 28 0,0-1 0,43 30 0,-15-13 0,-51-36 120,-6-5-321,-3-5 176,0 1 0,0-1-1,0 0 1,0 0 0,0 0 0,0 0 0,0 0 0,0 0-1,0 0 1,0 0 0,0 0 0,0 0 0,0 0 0,0 1-1,0-1 1,0 0 0,0 0 0,0 0 0,0 0-1,0 0 1,0 0 0,0 0 0,0 0 0,0 0 0,0 0-1,0 0 1,0 0 0,-1 0 0,1 0 0,0 0-1,0 0 1,0 0 0,0 1 0,0-1 0,0 0 0,0 0-1,0 0 1,0 0 0,0 0 0,0 0 0,-1 0 0,1 0-1,0 0 1,0 0 0,0 0 0,0 0 0,0-1-1,0 1 1,0 0 0,0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35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17 24575,'0'-2'0,"-1"-11"0,-1 11 0,-1 8 0,-2 9 0,-1-1 0,-1 0 0,0-1 0,-1 0 0,0 0 0,-19 23 0,-3-7 0,-57 43 0,53-47-1365,25-19-5461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36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24575,'1'-1'0,"-1"0"0,0 0 0,0-1 0,1 1 0,-1 0 0,1 0 0,-1 0 0,1 0 0,-1 0 0,1 0 0,0 0 0,0 0 0,-1 1 0,1-1 0,0 0 0,0 0 0,0 0 0,0 1 0,0-1 0,0 1 0,0-1 0,0 0 0,0 1 0,0 0 0,0-1 0,2 0 0,3 0 0,1-1 0,-1 1 0,9-1 0,-10 2 0,-1-1 0,1 1 0,-1 0 0,1 0 0,-1 1 0,1-1 0,-1 1 0,8 3 0,-10-4 0,0 1 0,-1 0 0,1 0 0,0 0 0,-1 0 0,1 1 0,-1-1 0,1 0 0,-1 1 0,0-1 0,0 1 0,1-1 0,-1 1 0,0-1 0,0 1 0,-1 0 0,1 0 0,0 0 0,0-1 0,-1 1 0,1 0 0,-1 4 0,1-2 0,-1 0 0,1 1 0,-1-1 0,-1 1 0,1-1 0,0 1 0,-1-1 0,0 1 0,0-1 0,-1 0 0,1 1 0,-1-1 0,0 0 0,0 0 0,-3 4 0,-3 4 0,-2 0 0,1-1 0,-14 13 0,20-21 0,2-2 0,0-1 0,1 1 0,-1-1 0,1 1 0,-1-1 0,1 1 0,-1 0 0,1-1 0,-1 1 0,1 0 0,-1-1 0,1 1 0,0 0 0,-1 0 0,1-1 0,0 1 0,0 0 0,0 0 0,0 0 0,0-1 0,0 3 0,0-3 0,0 1 0,1-1 0,-1 1 0,0-1 0,1 1 0,-1-1 0,1 1 0,-1-1 0,1 1 0,-1-1 0,1 0 0,-1 1 0,1-1 0,-1 0 0,1 1 0,0-1 0,-1 0 0,1 0 0,0 0 0,0 1 0,7 0 0,-1 0 0,1-1 0,11 0 0,-13 0 0,113-2-1365,-107 2-5461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37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30 24575,'0'-1'0,"0"0"0,0 0 0,0 0 0,0 0 0,0 0 0,-1 0 0,1 0 0,0 0 0,-1 0 0,1 0 0,-1 1 0,1-1 0,-1 0 0,1 0 0,-1 0 0,1 1 0,-1-1 0,0 0 0,0 0 0,-1 0 0,0-1 0,0 1 0,-1 0 0,1 0 0,0 0 0,-1 0 0,1 0 0,-1 1 0,-2-1 0,-2 0 0,0 0 0,0 1 0,0 0 0,0 0 0,-9 2 0,10-1 0,0 1 0,0-1 0,0 1 0,0 0 0,0 0 0,0 1 0,-7 4 0,12-6 0,-1 0 0,1 0 0,0 1 0,-1-1 0,1 0 0,0 1 0,0-1 0,0 1 0,0-1 0,0 1 0,0-1 0,1 1 0,-1 0 0,0 0 0,1-1 0,-1 1 0,1 0 0,0 0 0,-1 0 0,1-1 0,0 1 0,0 0 0,0 0 0,1 0 0,-1-1 0,0 1 0,1 0 0,-1 0 0,1 2 0,4 9 0,1 1 0,0-1 0,14 22 0,-12-22 0,0 1 0,-1 0 0,5 15 0,-2 6 0,-2 0 0,4 39 0,3 17 0,-12-75 0,19 95 0,-22-109 0,0-1 0,0 1 0,1 0 0,-1 0 0,1 0 0,-1 0 0,1 0 0,0 0 0,0-1 0,0 1 0,0 0 0,0-1 0,0 1 0,0-1 0,0 1 0,1-1 0,-1 1 0,1-1 0,-1 0 0,1 0 0,2 2 0,1-1 0,-1-1 0,1 0 0,-1 0 0,0 0 0,1 0 0,0-1 0,-1 0 0,7 0 0,13-1 0,0-1 0,31-6 0,-41 5-110,-6 2-69,-1 0 0,0-1-1,0 0 1,0 0 0,0 0-1,8-5 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37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24575,'0'4'0,"1"0"0,0 0 0,0 0 0,0 0 0,1 0 0,0 0 0,2 5 0,2 4 0,0 1 0,16 27 0,-20-36 0,1-1 0,0 0 0,0 0 0,0-1 0,1 1 0,-1-1 0,1 1 0,0-1 0,0 0 0,6 3 0,-10-5 0,1-1 0,0 0 0,0 1 0,0-1 0,0 0 0,0 1 0,0-1 0,0 0 0,-1 0 0,1 0 0,0 0 0,0 0 0,0 0 0,0 0 0,0 0 0,0 0 0,0 0 0,0 0 0,0-1 0,0 1 0,0 0 0,-1-1 0,1 1 0,1-1 0,0-1 0,-1 1 0,0 0 0,0-1 0,0 1 0,0-1 0,0 1 0,0-1 0,0 1 0,0-1 0,0 0 0,-1 1 0,1-3 0,1-4 0,0-1 0,-1 0 0,0 1 0,-1-11 0,-1 4 0,1 8 0,-1 0 0,1 0 0,1-1 0,-1 1 0,3-10 0,-3 16 0,1 0 0,-1 0 0,1 0 0,-1-1 0,1 1 0,-1 0 0,1 0 0,-1 0 0,1 0 0,0 0 0,0 1 0,0-1 0,-1 0 0,1 0 0,0 0 0,0 1 0,0-1 0,0 0 0,0 1 0,0-1 0,0 1 0,1-1 0,-1 1 0,0 0 0,0-1 0,0 1 0,0 0 0,1 0 0,-1 0 0,0 0 0,0 0 0,0 0 0,1 0 0,-1 0 0,0 0 0,0 0 0,0 1 0,2 0 0,7 2 0,0 1 0,0 1 0,0 0 0,-1 0 0,0 0 0,12 10 0,18 11 0,-27-20 0,-6-3 0,0 0 0,0 1 0,0-1 0,0 1 0,-1 0 0,0 1 0,0-1 0,6 7 0,-9-4-1365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38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24575,'17'-11'0,"-1"1"0,2 1 0,-1 1 0,20-7 0,-31 14 0,-1-1 0,1 1 0,-1 0 0,1 0 0,0 0 0,0 1 0,-1 0 0,1 0 0,0 0 0,0 1 0,-1 0 0,1 0 0,0 1 0,-1-1 0,1 1 0,-1 0 0,0 1 0,6 3 0,1 1 0,-1 0 0,-1 1 0,1 0 0,-1 1 0,-1 1 0,0-1 0,0 1 0,-1 1 0,0 0 0,-1 0 0,0 0 0,-1 1 0,0 0 0,-1 0 0,7 21 0,-5-1 0,-1 1 0,2 49 0,3 16 0,-8-82 0,1 1 0,0-1 0,12 28 0,-11-34 0,0-1 0,1 1 0,12 14 0,-11-16 0,0 0 0,-1 1 0,9 18 0,-14-26 0,-1 0 0,1 1 0,-1-1 0,1 0 0,-1 1 0,0-1 0,0 0 0,1 1 0,-1-1 0,0 0 0,0 1 0,0-1 0,0 0 0,0 1 0,-1-1 0,1 0 0,0 1 0,-1-1 0,1 0 0,-1 1 0,1-1 0,-1 0 0,0 0 0,1 0 0,-1 0 0,0 0 0,0 1 0,0-1 0,0 0 0,0-1 0,0 1 0,0 0 0,0 0 0,0 0 0,0-1 0,0 1 0,-1 0 0,1-1 0,0 1 0,-2 0 0,-7 2 0,0-1 0,0 1 0,0-2 0,-15 2 0,11-1 0,-30 2-1365,26-2-5461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18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505 15 24575,'-146'-7'0,"1"-1"0,-56 9-1365,189-1-5461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18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476 46 24575,'-29'-5'0,"-15"-4"0,-5 0 0,4 0 0,4 3 0,4 2 0,7 2 0,2 1 0,5 1 0,0 0 0,3 0 0,-1 1 0,0-1 0,3 3 0,0 0 0,2 0 0,3 0-8191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18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24575,'119'63'0,"-58"-29"0,1-3 0,77 28 0,-27-27 0,-57-17 0,-43-10 0,-12-5 0,0 0 0,0 0 0,0 0 0,0 0 0,0 0 0,0 0 0,0 1 0,0-1 0,0 0 0,0 0 0,0 0 0,0 0 0,1 0 0,-1 0 0,0 0 0,0 0 0,0 1 0,0-1 0,0 0 0,0 0 0,0 0 0,0 0 0,0 0 0,0 0 0,0 0 0,0 0 0,-1 1 0,1-1 0,0 0 0,0 0 0,0 0 0,0 0 0,0 0 0,0 0 0,0 0 0,0 0 0,0 0 0,0 1 0,0-1 0,0 0 0,0 0 0,0 0 0,-1 0 0,1 0 0,0 0 0,0 0 0,0 0 0,-20 7 0,12-5 0,-31 8 0,0 2 0,0 2 0,-41 20 0,26-4-84,31-16-172,-2-1 0,0 0-1,-1-2 1,-46 14 0,55-22-6570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19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17 24575,'0'-1'0,"0"1"0,1-1 0,-1 1 0,0-1 0,1 1 0,-1-1 0,0 0 0,0 1 0,0-1 0,1 1 0,-1-1 0,0 0 0,0 1 0,0-1 0,0 1 0,0-1 0,0 0 0,0 1 0,0-1 0,-1 0 0,1 0 0,0 1 0,-1-1 0,1 1 0,-1 0 0,1 0 0,0-1 0,-1 1 0,1 0 0,-1 0 0,1 0 0,-1 0 0,1 0 0,-1-1 0,1 1 0,-1 0 0,1 0 0,-1 0 0,1 0 0,0 1 0,-1-1 0,1 0 0,-2 0 0,-29 12 0,26-10 0,-47 23 0,-35 13 0,58-28 0,3-1 0,0 0 0,-26 15 0,48-21 0,1-1 0,-1 0 0,1 1 0,0 0 0,0 0 0,0 0 0,0 0 0,0 1 0,1-1 0,-1 1 0,1-1 0,0 1 0,0 0 0,1 0 0,-1 0 0,1 0 0,0 0 0,0 0 0,0 0 0,0 0 0,1 1 0,0-1 0,0 0 0,0 0 0,0 1 0,1-1 0,-1 0 0,1 0 0,0 0 0,0 1 0,1-1 0,1 4 0,0-4 0,-1 0 0,1 1 0,0-1 0,0 0 0,0-1 0,0 1 0,1 0 0,-1-1 0,1 0 0,0 0 0,0 0 0,0 0 0,9 3 0,5 2 0,0 0 0,20 5 0,221 75 0,-234-81-106,29 11 337,-50-17-367,0 1 1,0 0-1,-1 0 1,1 1 0,0-1-1,-1 1 1,0-1-1,1 1 1,-1 0-1,2 4 1,2 3-6691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20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11 24575,'-9'-9'0,"10"9"0,-1 0 0,0 0 0,0 0 0,0 0 0,0 0 0,0 0 0,0 0 0,0-1 0,0 1 0,0 0 0,0 0 0,0 0 0,0 0 0,0 0 0,0 0 0,0 0 0,0 0 0,0 0 0,0 0 0,0 0 0,0 0 0,0 0 0,0 0 0,0 0 0,0 0 0,0 0 0,0 0 0,0 0 0,0 0 0,0 0 0,0 0 0,0 0 0,0 0 0,0 0 0,0 0 0,0 0 0,0 0 0,0-1 0,0 1 0,0 0 0,0 0 0,0 0 0,0 0 0,0 0 0,0 0 0,16 15 0,53 69 0,76 100 0,-44-56 0,142 140 0,-234-259 0,-4-3 0,0-1 0,0 0 0,1 0 0,9 6 0,-23-26 0,-41-41-1365,39 42-5461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21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45 24575,'5'-13'0,"-3"11"0,0-1 0,-1-1 0,0 1 0,0 0 0,0 0 0,0 0 0,0-1 0,0-2 0,-12 20 0,-18 45 0,-34 61 0,-31 38 0,72-117 0,-30 86 0,50-120-124,0 0 0,-1 0 0,1-1 0,-1 1 0,-1-1 0,1 1-1,-1-1 1,0 0 0,-1-1 0,-8 10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21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24575,'43'-11'0,"60"-13"0,-102 24 0,1 0 0,0-1 0,-1 1 0,1 0 0,-1 0 0,1 0 0,-1 0 0,1 1 0,-1-1 0,1 0 0,-1 1 0,1-1 0,-1 1 0,1-1 0,-1 1 0,0 0 0,1-1 0,-1 1 0,0 0 0,2 1 0,-1 0 0,-1 0 0,0-1 0,0 1 0,0 0 0,0 0 0,0 0 0,0 0 0,0 0 0,-1 0 0,1 0 0,-1 0 0,1 0 0,-1 2 0,1 5 0,-1 1 0,-1-1 0,1 0 0,-1 0 0,-5 15 0,0 13 0,5-28 0,-1 0 0,0 0 0,0 0 0,-1 0 0,-5 12 0,8-20 0,-1-1 0,1 1 0,-1-1 0,1 1 0,0 0 0,-1-1 0,1 1 0,0-1 0,-1 1 0,1 0 0,0-1 0,0 1 0,0 0 0,0 0 0,0-1 0,0 1 0,-1 0 0,2-1 0,-1 1 0,0 0 0,0-1 0,0 1 0,0 0 0,0 0 0,1-1 0,-1 1 0,0-1 0,0 1 0,1 0 0,-1-1 0,1 1 0,-1-1 0,0 1 0,1 0 0,0 0 0,2 0 0,-1 0 0,1 0 0,-1-1 0,0 1 0,1-1 0,-1 1 0,1-1 0,0 0 0,2 0 0,169-2 0,-150-3-1365,-15 2-5461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22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36 24575,'-9'-35'0,"9"35"0,0 0 0,0 0 0,0 0 0,0 0 0,0 0 0,0 0 0,0 0 0,0 0 0,0 0 0,0 1 0,0-1 0,0 0 0,0 0 0,0 0 0,0 0 0,0 0 0,0 0 0,0 0 0,0 0 0,0 0 0,0 0 0,0 0 0,-1 0 0,1 0 0,0 0 0,0 0 0,0 0 0,0 0 0,0 0 0,0 0 0,0 0 0,0 0 0,0 0 0,0 0 0,0 0 0,0 0 0,0 0 0,0 0 0,0 0 0,0 0 0,0 0 0,0 0 0,0 0 0,-1 0 0,1 0 0,0 0 0,0 0 0,0 0 0,0 0 0,0 0 0,0 0 0,0 0 0,0 0 0,0 0 0,0 0 0,0 0 0,0 0 0,0 0 0,0-1 0,0 1 0,0 0 0,0 0 0,0 0 0,0 0 0,0 0 0,0 0 0,0 0 0,0 0 0,-3 7 0,0 13 0,2-18 0,-46 297 0,37-235 0,-14 142 0,24-197 0,0 1 0,1-1 0,0 0 0,0 1 0,1-1 0,0 0 0,1 0 0,0 0 0,1-1 0,-1 1 0,1-1 0,1 1 0,7 9 0,-5-9 0,0-1 0,1 1 0,0-2 0,0 1 0,1-1 0,0 0 0,1-1 0,-1 0 0,1 0 0,18 7 0,-14-8-170,1 0-1,0-1 0,0 0 1,0-1-1,1-1 0,-1 0 1,28-1-1,-30-2-6655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22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0 164 24575,'45'-11'0,"-18"6"0,0-2 0,0-1 0,38-17 0,-62 23 0,0 0 0,0 0 0,0 0 0,-1 0 0,1 0 0,0-1 0,-1 1 0,0-1 0,0 1 0,1-1 0,-2 0 0,1 0 0,0 0 0,0 0 0,-1-1 0,2-3 0,-3 5 0,0 1 0,1-1 0,-1 0 0,0 1 0,0-1 0,0 0 0,0 0 0,0 1 0,0-1 0,0 0 0,0 1 0,-1-1 0,1 0 0,-1 1 0,1-1 0,-1 0 0,0 1 0,0-1 0,0 1 0,0 0 0,0-1 0,0 1 0,0-1 0,0 1 0,0 0 0,-1 0 0,1 0 0,0 0 0,-1 0 0,1 0 0,-1 0 0,1 0 0,-1 1 0,-2-2 0,-1 0 0,-1 0 0,0 1 0,1-1 0,-1 1 0,0 0 0,0 1 0,0 0 0,0 0 0,0 0 0,1 0 0,-1 1 0,0 0 0,0 0 0,0 1 0,1-1 0,-1 1 0,-9 5 0,11-5 0,0 1 0,0-1 0,0 1 0,0 0 0,0 0 0,0 1 0,1-1 0,-1 1 0,1 0 0,0-1 0,0 1 0,1 1 0,-1-1 0,1 0 0,0 1 0,0-1 0,0 1 0,1 0 0,0-1 0,0 1 0,-1 7 0,2-6 0,-1 1 0,2-1 0,-1 1 0,1-1 0,0 1 0,0-1 0,0 0 0,1 0 0,0 0 0,1 0 0,-1 0 0,1 0 0,0 0 0,1-1 0,-1 1 0,1-1 0,0 0 0,0 0 0,1-1 0,-1 1 0,1-1 0,0 0 0,1 0 0,-1 0 0,0-1 0,1 0 0,0 0 0,0-1 0,6 3 0,29 7 0,1-1 0,0-2 0,77 6 0,-89-14-1365,-18-1-5461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23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24575,'1'3'0,"-1"-1"0,1 1 0,0-1 0,0 1 0,0-1 0,2 4 0,3 6 0,15 40 0,29 53 0,19 47 0,-58-122 0,-1 2 0,-2-1 0,7 47 0,-14-74 0,-1-1 0,0 1 0,0-1 0,0 1 0,0-1 0,-1 1 0,1-1 0,-1 1 0,0-1 0,0 0 0,0 1 0,-1-1 0,1 0 0,-1 0 0,-2 4 0,2-5 0,0 0 0,1 0 0,-1 0 0,-1-1 0,1 1 0,0-1 0,0 1 0,-1-1 0,1 0 0,0 1 0,-1-1 0,1-1 0,-1 1 0,0 0 0,1-1 0,-1 1 0,0-1 0,1 0 0,-1 1 0,-3-2 0,-2 1 0,0-1 0,0-1 0,0 1 0,1-1 0,-1-1 0,0 1 0,1-1 0,0-1 0,0 1 0,-8-6 0,5 2 0,1 1 0,0-1 0,1-1 0,-1 1 0,2-1 0,-12-15 0,16 19 0,1 0 0,0 0 0,0-1 0,0 1 0,1 0 0,-1-1 0,1 1 0,0-1 0,0 1 0,1-1 0,-1 1 0,1-1 0,0 0 0,0 1 0,1-1 0,-1 1 0,1-1 0,2-7 0,-1 7 0,-1 1 0,1-1 0,0 1 0,0-1 0,1 1 0,-1 0 0,1 0 0,0 0 0,0 0 0,0 1 0,0-1 0,1 1 0,-1 0 0,1 0 0,0 0 0,0 0 0,7-3 0,5 0 30,0 1 0,0 1-1,29-4 1,-29 6-401,0-1 0,0-1 0,28-10 0,-34 9-6455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24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53 24575,'-3'-14'0,"0"-4"0,0 5 0,0 7 0,-1 4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25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24575,'1'4'0,"0"0"0,0 0 0,0 0 0,1 0 0,0-1 0,-1 1 0,1 0 0,1-1 0,4 7 0,0 1 0,3 5 0,0-1 0,22 24 0,-25-31 0,0-1 0,1 0 0,0 0 0,1-1 0,0 0 0,11 6 0,-18-11 0,-1 0 0,1-1 0,-1 1 0,1 0 0,-1-1 0,1 1 0,0-1 0,-1 0 0,1 1 0,0-1 0,0 0 0,-1 0 0,1 0 0,0 0 0,-1-1 0,1 1 0,0 0 0,-1-1 0,1 1 0,0-1 0,1 0 0,-1 0 0,0-1 0,-1 1 0,1-1 0,0 0 0,-1 1 0,1-1 0,-1 0 0,0 0 0,1 0 0,-1 0 0,0 0 0,0 0 0,1-4 0,1-4 0,-1-1 0,0 0 0,0 1 0,-1-1 0,0-15 0,-1 20 0,0 2 0,0 0 0,0 0 0,0 0 0,0 0 0,2-5 0,-2 9 0,0 0 0,0-1 0,0 1 0,0 0 0,1 0 0,-1-1 0,0 1 0,0 0 0,0 0 0,0-1 0,0 1 0,1 0 0,-1 0 0,0 0 0,0-1 0,0 1 0,1 0 0,-1 0 0,0 0 0,0 0 0,1 0 0,-1-1 0,0 1 0,0 0 0,1 0 0,-1 0 0,0 0 0,1 0 0,-1 0 0,1 0 0,0 0 0,0 1 0,0-1 0,0 1 0,0-1 0,0 1 0,-1-1 0,1 1 0,0 0 0,0-1 0,0 1 0,0 0 0,-1 0 0,2 1 0,22 29 0,-15-19 0,15 16 0,-9-12 0,1-1 0,21 14 0,-32-25 0,1-1 0,-1 1 0,1-1 0,0 0 0,0-1 0,0 0 0,0 0 0,1 0 0,-1 0 0,1-1 0,10 1 0,-14-2 0,-1 0 0,0 0 0,0-1 0,0 1 0,0 0 0,0-1 0,0 1 0,0-1 0,0 0 0,0 0 0,0 0 0,0 0 0,0 0 0,0 0 0,-1 0 0,1-1 0,2-1 0,-2 0 0,0 0 0,0 0 0,0 1 0,0-1 0,-1 0 0,1-1 0,-1 1 0,0 0 0,2-7 0,-1-2 0,-1 0 0,0 0 0,-1-1 0,0 1 0,-2-12 0,1 17-80,0 0 0,0 0-1,0 1 1,-1-1 0,0 1-1,-1 0 1,0-1 0,1 1-1,-2 0 1,1 1 0,-1-1 0,0 1-1,0-1 1,-1 1 0,1 0-1,-9-6 1,1 2-6746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25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24575,'54'45'0,"60"66"0,-94-88 0,-1 1 0,-1 0 0,-1 1 0,-1 1 0,19 43 0,-22-39 0,-1 1 0,-2 1 0,-1 0 0,-1 1 0,5 64 0,-12-86-57,-2 0 0,1 0 1,-1 0-1,-1-1 0,0 1 0,-1 0 0,0 0 0,0-1 0,-1 0 0,-1 0 0,0 0 1,0 0-1,-1-1 0,0 1 0,0-2 0,-1 1 0,0-1 0,-1 0 0,0 0 1,0-1-1,-1 0 0,0 0 0,-17 9 0,9-7-6769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2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24575,'8'5'0,"4"4"0,1 3 0,0 2 0,0 1 0,1 0 0,0 3 0,1 1 0,2-1 0,1 2 0,11 9 0,5 3 0,0-2 0,-3-3 0,-3-5 0,-3 0 0,-8-4 0,-6-6-8191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2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24575,'19'17'0,"12"11"0,3 5 0,1 0 0,-1-1 0,-4-1 0,-2-4 0,-3-1 0,-1-2 0,-3-4 0,-1-1 0,-3-3 0,-1-1 0,-1-1 0,-1-2 0,-2-4-8191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3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0 24575,'0'0'0,"0"0"0,-1 0 0,1 0 0,0 0 0,0 0 0,0 0 0,0 0 0,0 0 0,0 0 0,-1 0 0,1 0 0,0 0 0,0 1 0,0-1 0,0 0 0,0 0 0,0 0 0,0 0 0,0 0 0,-1 0 0,1 0 0,0 0 0,0 0 0,0 1 0,0-1 0,0 0 0,0 0 0,0 0 0,0 0 0,0 0 0,0 0 0,0 1 0,0-1 0,0 0 0,0 0 0,0 0 0,0 0 0,0 0 0,0 0 0,0 1 0,2 7 0,6 8 0,-8-15 0,13 22 0,11 30 0,-21-44 0,0-1 0,-1 0 0,0 0 0,0 1 0,-1-1 0,0 1 0,-1 16 0,0-24 0,0 1 0,0 0 0,0-1 0,0 1 0,-1 0 0,1-1 0,-1 1 0,1 0 0,-1-1 0,0 1 0,1-1 0,-1 1 0,0-1 0,0 0 0,0 1 0,0-1 0,0 0 0,0 0 0,-1 1 0,1-1 0,0 0 0,-1 0 0,1 0 0,-2 0 0,0 0 0,1 0 0,-1-1 0,1 1 0,-1-1 0,1 0 0,-1 1 0,1-1 0,-1 0 0,0-1 0,1 1 0,-1 0 0,1-1 0,-1 0 0,1 1 0,-4-3 0,-72-29 0,-49-18 0,79 36-1365,28 9-5461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3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27 24575,'35'8'0,"-35"-8"0,0 0 0,0 0 0,0 0 0,0 0 0,0 0 0,0 1 0,0-1 0,0 0 0,0 0 0,-1 0 0,1 0 0,0 0 0,0 0 0,0 0 0,0 0 0,0 0 0,0 0 0,0 0 0,0 0 0,0 0 0,0 0 0,0 0 0,0 0 0,0 0 0,0 0 0,0 0 0,0 0 0,0 1 0,0-1 0,0 0 0,0 0 0,0 0 0,0 0 0,0 0 0,0 0 0,0 0 0,0 0 0,0 0 0,0 0 0,0 0 0,0 0 0,0 0 0,0 0 0,0 0 0,0 0 0,0 1 0,0-1 0,0 0 0,0 0 0,0 0 0,0 0 0,0 0 0,0 0 0,1 0 0,-1 0 0,0 0 0,0 0 0,0 0 0,-10 2 0,-13 0 0,-13-2 0,1 0 0,-1-3 0,1-1 0,-43-10 0,55 8 0,10 2 0,0 0 0,-24-2 0,36 5 0,-1 1 0,1 0 0,-1 0 0,1 0 0,-1 0 0,1 1 0,0-1 0,-1 0 0,1 1 0,-1-1 0,1 1 0,0-1 0,-1 1 0,1-1 0,0 1 0,-1 0 0,1 0 0,0 0 0,0 0 0,0 0 0,0 0 0,0 0 0,0 0 0,0 0 0,0 0 0,0 1 0,1-1 0,-1 0 0,0 0 0,1 1 0,-1-1 0,1 1 0,-1-1 0,1 0 0,0 4 0,-1-1 0,1 0 0,0 0 0,0 1 0,0-1 0,0 0 0,1 0 0,0 0 0,0 0 0,0 0 0,0 0 0,4 6 0,1 0 18,0 0-1,1-1 1,1 0-1,0 0 1,9 8-1,15 18-1487,-22-23-5356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5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16 24575,'-12'-13'0,"10"10"0,7 9 0,378 367 0,-348-344 0,-15-13 0,0 2 0,18 21 0,-74-68-1365,23 18-5461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5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35 24575,'0'-35'0,"-6"43"0,-5 11 0,9-15 0,-54 85 0,30-50 0,-30 60 0,-10 64 0,58-140 0,-1 0 0,-20 37 0,21-46 0,-1-1 0,0-1 0,-1 1 0,0-1 0,-16 14 0,18-19-1365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6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28 24575,'3'-3'0,"-1"1"0,0-1 0,0 1 0,0-1 0,2-5 0,-4 8 0,0 0 0,0 0 0,1 0 0,-1-1 0,0 1 0,0 0 0,0 0 0,0 0 0,0-1 0,0 1 0,0 0 0,0 0 0,0-1 0,0 1 0,0 0 0,0 0 0,0 0 0,0-1 0,0 1 0,0 0 0,0 0 0,0 0 0,0-1 0,0 1 0,0 0 0,-1 0 0,1 0 0,0-1 0,0 1 0,0 0 0,0 0 0,-1-1 0,1 1 0,-1 0 0,0 0 0,0 0 0,0 0 0,1 0 0,-1 0 0,0 0 0,0 0 0,0 1 0,1-1 0,-1 0 0,0 0 0,0 1 0,-1 0 0,-4 2 0,0 0 0,0 0 0,0 1 0,0 0 0,0 1 0,1-1 0,0 1 0,-1 0 0,2 0 0,-1 0 0,1 1 0,0 0 0,-4 7 0,6-11 0,1 1 0,0 0 0,-1-1 0,1 1 0,0 0 0,0 0 0,1 0 0,-1 0 0,1 0 0,-1 0 0,1 0 0,0 0 0,0 0 0,0 0 0,0 0 0,1 0 0,0 0 0,-1 0 0,1 0 0,0 0 0,0 0 0,0-1 0,1 1 0,-1 0 0,1-1 0,-1 1 0,1-1 0,0 1 0,0-1 0,0 0 0,0 0 0,4 3 0,3 2 0,1-1 0,0 0 0,0-1 0,1 0 0,21 8 0,-11-7 0,0-1 0,28 3 0,-48-7-67,21 0 263,-21-1-246,-1 0 0,1 0 0,0 0 1,-1 0-1,1 0 0,0 0 0,-1-1 0,1 1 1,-1 0-1,1 0 0,0 0 0,-1-1 0,1 1 1,-1 0-1,1-1 0,-1 1 0,1 0 0,-1-1 1,1 1-1,-1-1 0,1 1 0,-1-1 0,0 1 1,1-1-1,-1 1 0,0-1 0,1 1 1,-1-1-1,1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7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4 24575,'-1'0'0,"1"-1"0,-1 1 0,1 0 0,-1-1 0,1 1 0,-1 0 0,0 0 0,1-1 0,-1 1 0,1 0 0,-1 0 0,0 0 0,1 0 0,-1 0 0,0 0 0,1 0 0,-1 0 0,1 0 0,-1 0 0,0 0 0,1 1 0,-1-1 0,1 0 0,-1 0 0,0 1 0,1-1 0,-1 0 0,1 1 0,-1-1 0,1 0 0,-1 1 0,1-1 0,-1 1 0,1-1 0,0 1 0,-1-1 0,1 1 0,-1 0 0,-16 24 0,15-22 0,-15 25 0,-30 57 0,42-74 0,1 0 0,0 0 0,1 0 0,0 1 0,1-1 0,-2 17 0,4-19 0,0 1 0,0-1 0,1 0 0,0 0 0,0 1 0,1-1 0,1 0 0,-1 0 0,6 11 0,-2-10 0,-1 1 0,1-1 0,1 0 0,0 0 0,1-1 0,16 16 0,7 5 0,2-2 0,44 29 0,-33-24-1365,-33-25-5461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7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 24575,'0'0'0,"0"1"0,0-1 0,0 0 0,0 0 0,0 0 0,0 0 0,0 0 0,0 0 0,0 0 0,0 0 0,1 0 0,-1 0 0,0 0 0,0 0 0,0 0 0,0 0 0,0 0 0,0 0 0,0 0 0,0 0 0,1 0 0,-1 0 0,0 0 0,0 0 0,0 0 0,0 0 0,0 0 0,0 0 0,0 0 0,0 0 0,1 0 0,-1 0 0,0 0 0,0 0 0,0 0 0,0 0 0,0 0 0,0 0 0,0 0 0,0 0 0,0 0 0,0-1 0,0 1 0,1 0 0,-1 0 0,0 0 0,0 0 0,0 0 0,0 0 0,0 0 0,0 0 0,0 0 0,0-1 0,0 1 0,0 0 0,0 0 0,0 0 0,0 0 0,0 0 0,0 0 0,0 0 0,0-1 0,0 1 0,0 0 0,0 0 0,0 0 0,0 0 0,0 0 0,-1 0 0,11 11 0,9 20 0,-18-29 0,34 57 0,39 69 0,-55-91 0,28 74 0,-47-109 0,1 1 0,0-1 0,-1 0 0,1 0 0,-1 0 0,0 1 0,0-1 0,0 0 0,0 1 0,0-1 0,0 0 0,-1 0 0,1 1 0,-1-1 0,1 0 0,-1 0 0,0 0 0,0 0 0,0 0 0,0 0 0,0 0 0,-1 0 0,1 0 0,0 0 0,-1 0 0,1-1 0,-1 1 0,0-1 0,0 1 0,0-1 0,1 0 0,-1 0 0,0 0 0,-1 0 0,1 0 0,0 0 0,0 0 0,0-1 0,0 1 0,-1-1 0,1 1 0,-4-1 0,-2 1 0,-1-1 0,1-1 0,-1 1 0,1-1 0,-1-1 0,1 1 0,0-2 0,-1 1 0,1-1 0,1 0 0,-1-1 0,0 1 0,1-2 0,-1 1 0,1-1 0,1 0 0,-1 0 0,1-1 0,-10-10 0,15 14 0,-1 0 0,1-1 0,-1 1 0,1 0 0,0-1 0,0 1 0,0 0 0,0-1 0,1 1 0,-1-1 0,1 1 0,-1-1 0,1 0 0,0 1 0,0-1 0,0 0 0,1-3 0,-1 2 0,2 1 0,-1 0 0,0-1 0,1 1 0,-1 0 0,1 0 0,0 0 0,0 0 0,0 1 0,0-1 0,5-4 0,1 0 0,1 0 0,0 1 0,0 0 0,0 0 0,1 1 0,0 1 0,14-6 0,-7 5-117,-10 3 179,0 0 0,-1 0-1,13-7 1,-17 8-141,0-1 1,0 1-1,-1 0 0,1 0 1,-1-1-1,1 1 0,-1-1 1,0 1-1,0-1 0,1 0 1,-1 1-1,0-1 0,0 0 0,-1 0 1,1 0-1,0 0 0,-1 1 1,1-4-1,1-6-6747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7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51 24575,'-2'-15'0,"-2"-2"0,1 4 0,1 7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8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0 405 24575,'74'-1'0,"81"2"0,-101 6 0,-41-4 0,1-1 0,-1-1 0,27 0 0,-39-1 0,0 0 0,-1 0 0,1 0 0,0 0 0,0 0 0,0 0 0,0-1 0,0 1 0,0 0 0,0 0 0,0-1 0,-1 1 0,1-1 0,0 1 0,1-2 0,-2 2 0,0 0 0,0 0 0,0-1 0,0 1 0,0 0 0,0-1 0,0 1 0,0 0 0,0-1 0,0 1 0,0 0 0,0 0 0,0-1 0,0 1 0,-1 0 0,1 0 0,0-1 0,0 1 0,0 0 0,0 0 0,-1-1 0,1 1 0,0 0 0,0 0 0,0-1 0,-1 1 0,1 0 0,0 0 0,0 0 0,-1 0 0,-29-17 0,23 14 0,-2-2 0,1-1 0,-1 1 0,1-1 0,1-1 0,-1 0 0,1 0 0,0 0 0,1-1 0,-1 0 0,2 0 0,-1-1 0,1 1 0,0-1 0,1 0 0,0-1 0,1 1 0,0-1 0,0 0 0,-2-13 0,5 16 0,0-1 0,0 0 0,0 0 0,1 0 0,0 1 0,1-1 0,-1 0 0,6-13 0,-2 8 0,1 0 0,0 0 0,16-23 0,-19 31 0,1 1 0,0-1 0,0 1 0,0 0 0,1 0 0,-1 1 0,1-1 0,0 1 0,0 0 0,0 0 0,0 1 0,0-1 0,1 1 0,-1 0 0,1 1 0,-1-1 0,1 1 0,0 0 0,0 0 0,9 1 0,-5 0 0,0 1 0,0 1 0,0-1 0,0 1 0,0 1 0,0 0 0,-1 0 0,0 1 0,1 1 0,-1-1 0,8 7 0,-12-8 0,-1 0 0,0 0 0,0 1 0,0 0 0,0-1 0,0 2 0,-1-1 0,0 0 0,0 0 0,0 1 0,0 0 0,-1 0 0,0 0 0,0 0 0,0 0 0,0 0 0,-1 0 0,0 0 0,0 1 0,0-1 0,-1 0 0,0 11 0,-2 1 0,0-1 0,-1 0 0,-1 0 0,-1 0 0,0-1 0,-9 19 0,13-31 0,0 0 0,0 0 0,0 0 0,0 0 0,0 0 0,1 0 0,-1 0 0,1 0 0,0 0 0,0 0 0,0 0 0,0 1 0,1-1 0,-1 0 0,2 4 0,-1-4 0,0-1 0,1 0 0,-1 0 0,1 1 0,-1-1 0,1 0 0,0 0 0,-1-1 0,1 1 0,0 0 0,0 0 0,1-1 0,-1 0 0,0 1 0,0-1 0,1 0 0,-1 0 0,5 1 0,9 4 0,1-2 0,-1 0 0,1-1 0,0 0 0,0-2 0,0 0 0,0-1 0,1 0 0,-1-1 0,28-7 0,-42 7-195,1 0 0,-1 0 0,1-1 0,-1 1 0,0-1 0,5-3 0,2-4-6631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9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24575,'22'4'0,"-1"1"0,-1 0 0,1 2 0,-1 0 0,0 2 0,0 0 0,-1 1 0,-1 1 0,1 1 0,-2 0 0,0 1 0,0 1 0,-2 1 0,1 0 0,-2 1 0,0 1 0,-1 0 0,-1 1 0,0 0 0,-2 1 0,0 0 0,-1 1 0,7 21 0,-10-24 0,-1 0 0,-1 1 0,0-1 0,-1 1 0,-1 0 0,-1 35 0,-1-43 0,-2 0 0,1 0 0,-1 0 0,-1 0 0,1 0 0,-2-1 0,1 1 0,-2-1 0,1 0 0,-1 0 0,0 0 0,-1-1 0,-12 15 0,8-13-195,0 0 0,-1-1 0,0 0 0,0-1 0,-1 0 0,-13 6 0,4-4-6631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59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1283 116 24575,'526'-42'0,"-500"40"0,217-22 0,-231 21 0,-12 3 0,0 0 0,0 0 0,0 0 0,0 0 0,0 0 0,0 0 0,1 0 0,-1 0 0,0 0 0,0 0 0,0 0 0,0 0 0,0 0 0,0 0 0,0 0 0,0 0 0,0 0 0,0 0 0,0 0 0,0 0 0,0 0 0,0 0 0,0 0 0,1-1 0,-1 1 0,0 0 0,0 0 0,0 0 0,0 0 0,0 0 0,0 0 0,0 0 0,0 0 0,0 0 0,0 0 0,0 0 0,0 0 0,0-1 0,0 1 0,0 0 0,0 0 0,0 0 0,0 0 0,0 0 0,0 0 0,0 0 0,0 0 0,0 0 0,0 0 0,-1 0 0,1 0 0,0 0 0,0-1 0,0 1 0,0 0 0,0 0 0,-20-5 0,-382-25-76,359 28 3,-723-3-673,433 20 689,-101-1 967,412-15-875,16 1-34,0-1-1,0 1 1,0 0 0,0 0 0,0 0-1,0 1 1,0 0 0,0 0 0,-9 4-1,15-5 0,0 0 0,0 0 0,0 0 0,0 0 0,-1 0 0,1 0 0,0 0 0,0 0 0,0 0 0,0 0 0,0 0 0,0 0 0,0 0 0,0 0 0,0 0 0,0 0 0,0 0 0,0 0 0,0 1 0,0-1 0,0 0 0,0 0 0,0 0 0,0 0 0,0 0 0,0 0 0,0 0 0,0 0 0,0 0 0,0 0 0,0 0 0,0 1 0,0-1 0,0 0 0,0 0 0,0 0 0,0 0 0,0 0 0,0 0 0,0 0 0,0 0 0,0 0 0,0 0 0,0 0 0,0 0 0,0 0 0,0 1 0,0-1 0,0 0 0,0 0 0,0 0 0,0 0 0,0 0 0,0 0 0,1 0 0,-1 0 0,7 3 0,10 2 0,-16-5 0,56 9 0,90 4 0,-69-9 0,1468 54-3401,-1491-57 3094,-22 1 308,-1-2-1,0-1 1,57-9-1,-89 10 20,0 0 0,0 0-1,0 0 1,0 0 0,0 0-1,0 0 1,1 0-1,-1 0 1,0 0 0,0 0-1,0 0 1,0 0 0,0 0-1,0 0 1,1 0 0,-1 0-1,0 0 1,0 0 0,0 0-1,0 0 1,0-1-1,0 1 1,0 0 0,1 0-1,-1 0 1,0 0 0,0 0-1,0 0 1,0 0 0,0 0-1,0 0 1,0-1 0,0 1-1,0 0 1,0 0-1,0 0 1,1 0 0,-1 0-1,0 0 1,0 0 0,0-1-1,0 1 1,0 0 0,0 0-1,0 0 1,0 0 0,0-1-1,-8-2 602,-13-2 466,-360-35-1155,362 39 64,-828-25-1946,646 31 1008,-300 45 0,450-41-2288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05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2124 75 24575,'29'-6'0,"5"1"0,0-2 0,59-21 0,-92 28 0,0 0 0,0 0 0,0-1 0,0 1 0,0-1 0,0 1 0,0-1 0,0 1 0,0-1 0,0 0 0,0 0 0,-1 1 0,1-1 0,0 0 0,0 0 0,-1 0 0,1 1 0,-1-1 0,2-2 0,-3 3 0,1-1 0,0 0 0,0 1 0,0-1 0,-1 1 0,1-1 0,0 0 0,-1 1 0,1-1 0,-1 1 0,1-1 0,0 1 0,-1 0 0,1-1 0,-1 1 0,1-1 0,-1 1 0,0 0 0,1-1 0,-1 1 0,1 0 0,-1 0 0,0-1 0,1 1 0,-1 0 0,1 0 0,-1 0 0,0 0 0,1 0 0,-1 0 0,-1 0 0,-9-2 0,-1 1 0,0 1 0,0 0 0,-18 2 0,-49 11 0,27-3 0,-40 4 0,-381 50 0,-78-25-484,-91 8 378,345-17 696,246-20-590,75-22 0,-10 8 0,0 0 0,0 1 0,0 1 0,1 0 0,24 0 0,4-1 0,373-7-78,-208 12-954,74-9 1032,80-1 0,374 9-353,-720-3 519,-16 2-151,0 0 0,0 0 0,0-1-1,0 1 1,0 0 0,0 0 0,0 0 0,0 0 0,-1 0 0,1-1 0,0 1 0,0 0 0,0 0 0,0 0-1,0 0 1,0 0 0,0-1 0,0 1 0,0 0 0,0 0 0,0 0 0,0 0 0,-1 0 0,1 0-1,0 0 1,0 0 0,0-1 0,0 1 0,0 0 0,0 0 0,-1 0 0,1 0 0,0 0 0,0 0 0,0 0-1,0 0 1,0 0 0,-1 0 0,1 0 0,0 0 0,0 0 0,-1 0 0,-28-8 579,-86-11-554,-159-5 0,-119 23-200,-52 40-1909,356-29-2131,43-5 2420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31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24575,'44'-36'0,"-15"11"0,-29 24 0,1 1 0,-1 0 0,0-1 0,1 1 0,-1 0 0,0-1 0,1 1 0,-1 0 0,1 0 0,-1-1 0,1 1 0,-1 0 0,0 0 0,1 0 0,-1 0 0,1 0 0,-1-1 0,1 1 0,-1 0 0,1 0 0,-1 0 0,1 0 0,-1 0 0,1 1 0,-1-1 0,0 0 0,1 0 0,0 0 0,0 1 0,-1 0 0,1-1 0,-1 1 0,1 0 0,-1-1 0,0 1 0,1 0 0,-1 0 0,0-1 0,1 1 0,-1 0 0,0 0 0,0 0 0,0-1 0,0 2 0,1 7 0,-1 0 0,-2 14 0,1-15 0,-2 327 0,4-189 0,-1 994 0,1-1115 0,7 37 0,-2-19 0,0-2 0,-2-21 0,0 28 0,-4 2 0,0-14 0,8 68 0,7 24 0,-10-77 0,-3 100 0,-3-73 0,1 302 0,1-357 0,5 30 0,1 16 0,-6 221 0,-2-138 0,1-148-97,0 1-1,0-1 1,-1 1-1,1-1 1,-1 1-1,0-1 1,-1 0-1,1 1 1,-1-1-1,0 0 1,0 0-1,0 0 0,-5 7 1,-1-3-6729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33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10367 44 24575,'3'-1'0,"0"0"0,0 0 0,0 0 0,1 0 0,-1 1 0,0-1 0,1 1 0,-1 0 0,7 1 0,-10-1 0,0 0 0,0 0 0,0 0 0,1 0 0,-1 0 0,0 0 0,0 0 0,0 0 0,0 0 0,0 0 0,0 0 0,0 0 0,0 1 0,0-1 0,0 0 0,0 0 0,0 0 0,0 0 0,1 0 0,-1 0 0,0 0 0,0 0 0,0 1 0,0-1 0,0 0 0,0 0 0,0 0 0,0 0 0,0 0 0,0 0 0,0 0 0,0 1 0,0-1 0,0 0 0,0 0 0,-1 0 0,1 0 0,0 0 0,0 0 0,0 0 0,0 0 0,0 1 0,0-1 0,0 0 0,0 0 0,0 0 0,0 0 0,0 0 0,0 0 0,0 0 0,-1 0 0,1 0 0,0 0 0,0 0 0,0 0 0,0 0 0,0 0 0,0 0 0,0 0 0,0 1 0,-1-1 0,1 0 0,0 0 0,0 0 0,0 0 0,0 0 0,0-1 0,-9 6 0,2-2 0,0-1 0,-1 0 0,0 0 0,1-1 0,-1 0 0,0 0 0,-12-1 0,-57-8 0,4 0 0,-54-2 0,115 9 0,-211-4 0,131 7 0,-16 5 0,8 0 0,-288-7 0,262-7 0,2-1 0,-22 9 0,-106-2 0,155-6 0,-37 0 0,2 0 0,-11-1 0,93 9 0,-15-1 0,-68 9 0,24-1 0,15-2 0,-39-1 0,-10 1 0,42 3 0,-136-7 0,118-4 0,-42 11 0,68-1 0,-42 5 0,119-10 0,-314 37 0,255-34 0,-81 2 0,-430-8 0,379 16 0,115-6 0,-250 8 0,-746-19 0,923-6 0,13-1 0,150 8 0,-273-8 0,-12-7 0,-116 10 0,163 19 0,41 1 0,-16 0 0,106-10 0,-147 4 0,164-9 0,-327 8 0,-168 24 0,512-29-1365,47-3-5461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35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863 396 24575,'-9'0'0,"0"-1"0,0-1 0,-12-3 0,-2 0 0,-55-14 0,0-3 0,1-3 0,-142-69 0,208 89 0,-76-41 0,77 39 0,0 0 0,0 0 0,0-1 0,1-1 0,-15-17 0,21 22 0,-3-4 0,-1 0 0,-9-9 0,13 15 0,0-1 0,0 1 0,0 0 0,0 1 0,0-1 0,0 0 0,0 1 0,0 0 0,-1-1 0,-5 0 0,-5 0 0,-27-7 0,37 9 0,1-1 0,0-1 0,0 1 0,-1 0 0,1-1 0,0 0 0,0 1 0,0-1 0,-2-3 0,4 5 0,1-1 0,-1 1 0,0-1 0,1 0 0,-1 0 0,1 1 0,-1-1 0,1 0 0,-1 0 0,1 0 0,-1 1 0,1-1 0,0 0 0,-1-1 0,1 1 0,0 1 0,0 0 0,0-1 0,0 1 0,1 0 0,-1-1 0,0 1 0,0 0 0,0 0 0,0-1 0,0 1 0,0 0 0,1-1 0,-1 1 0,0 0 0,0 0 0,0-1 0,1 1 0,-1 0 0,0 0 0,0-1 0,1 1 0,-1 0 0,0 0 0,1-1 0,1 1 0,-1-1 0,1 1 0,-1 0 0,1-1 0,0 1 0,-1 0 0,1 0 0,-1 0 0,1 0 0,0 0 0,-1 0 0,1 1 0,2 0 0,37 15 0,-2 1 0,0 3 0,58 38 0,15 8 0,-70-44 0,48 27 0,-89-49 0,0 0 0,-1 1 0,1-1 0,0 0 0,-1 1 0,1-1 0,0 1 0,-1-1 0,1 1 0,-1-1 0,1 1 0,-1-1 0,1 1 0,-1-1 0,0 1 0,1 0 0,-1-1 0,1 2 0,-1-1 0,0-1 0,-1 0 0,1 1 0,0-1 0,0 0 0,0 1 0,-1-1 0,1 0 0,0 0 0,-1 1 0,1-1 0,0 0 0,0 0 0,-1 1 0,1-1 0,0 0 0,-1 0 0,1 0 0,-1 0 0,1 0 0,0 1 0,-1-1 0,1 0 0,0 0 0,-1 0 0,-33 1 0,29-1 0,-26-1 0,11 1 0,-24 1 0,37-1 0,1 1 0,-1 1 0,1-1 0,0 1 0,0 0 0,-1 0 0,-9 6 0,-26 20-1365,29-18-5461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35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36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53 24575,'-11'-24'0,"24"36"0,32 39 0,95 104 0,-139-154 0,1 1 0,0 0 0,0-1 0,0 0 0,0 1 0,0-1 0,2 1 0,-3-1 0,-1-1 0,0 0 0,0 0 0,0 0 0,0 0 0,0 0 0,0 0 0,0 0 0,0 0 0,0 0 0,0 0 0,0 0 0,0 0 0,0 0 0,1 0 0,-1 0 0,0 0 0,0 0 0,0 0 0,0 0 0,0 0 0,0 0 0,0 0 0,0 0 0,0 0 0,0 0 0,0 0 0,0 0 0,0-1 0,1 1 0,-1 0 0,0 0 0,0 0 0,0 0 0,0 0 0,0 0 0,0 0 0,0 0 0,0 0 0,0 0 0,0 0 0,0 0 0,0 0 0,0 0 0,0 0 0,0-1 0,0 1 0,0 0 0,0 0 0,0 0 0,0 0 0,0 0 0,0 0 0,0 0 0,0 0 0,0 0 0,0 0 0,0 0 0,0 0 0,0-1 0,-7-10 0,-19-25 0,-2 1 0,-2 2 0,-1 1 0,-63-51 0,88 79 0,1 0 0,-1 0 0,0 1 0,-12-6 0,17 9 0,0-1 0,0 1 0,0 0 0,0-1 0,-1 1 0,1 0 0,0 0 0,0 0 0,0 0 0,0 0 0,0 0 0,0 0 0,0 0 0,0 0 0,0 0 0,0 1 0,0-1 0,0 0 0,0 1 0,0-1 0,0 1 0,0-1 0,0 1 0,0 0 0,0-1 0,0 1 0,0 0 0,1-1 0,-1 1 0,0 0 0,1 0 0,-1 0 0,0 0 0,1 0 0,-1 0 0,1 0 0,-1 0 0,1 0 0,-1 2 0,-1 7 0,0 0 0,1 1 0,0-1 0,1 0 0,0 1 0,3 16 0,-1 5 0,-2 6-1365,0-23-5461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51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11961 373 24575,'0'-1'0,"1"1"0,0-1 0,-1 0 0,1 1 0,-1-1 0,1 0 0,-1 1 0,1-1 0,-1 0 0,1 0 0,-1 1 0,0-1 0,1 0 0,-1 0 0,0 0 0,0 1 0,0-1 0,0 0 0,1 0 0,-1 0 0,0 0 0,0 0 0,-1 1 0,1-2 0,0 1 0,-1-1 0,0 1 0,1 0 0,-1 0 0,0 0 0,0 0 0,0 0 0,0 0 0,0 0 0,0 0 0,0 0 0,0 0 0,-2-1 0,-5-1 0,1-1 0,-1 1 0,-15-4 0,20 6 0,-24-8 0,0 2 0,-1 1 0,1 1 0,-55-2 0,60 7 0,2 0 0,-1 1 0,0 0 0,-30 7 0,28-4 0,0-2 0,-1 0 0,1-1 0,-27-3 0,-3 0 0,-608 3 0,573-9 0,1 1 0,38 7 0,25 2 0,0-2 0,0-1 0,-30-6 0,29 4 0,1 0 0,-27 1 0,22 1 0,-29-4 0,-46-6 0,23 4 0,10 2 0,-92 4 0,76 2 0,-27 7 0,57-2 0,-86 9 0,92-10 0,-100 5 0,94-11 0,-62 1 0,71 7 0,32-4 0,-27 2 0,-399-4 0,213-2 0,139-1 0,-100 4 0,119 5 0,-28 0 0,-218-16 0,134-6 0,69 8 0,11 0 0,-115-11 0,71 7 0,-141-10 0,108 8 0,-52-9 0,19 1 0,5 2 0,-184-6 0,231 26 0,-211-2 0,161-13 0,92 7 0,-28-1 0,-1126 8 0,1078-14 0,20 0 0,62 6 0,-10 1 0,-3 0 0,-7-1 0,-2 10 0,-103-4 0,159-5 0,-20 0 0,-2 0 0,-7-1 0,-1037 9 0,1118-2-682,-39-7-1,49 6-6143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52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632 270 24575,'-20'-9'0,"-61"-27"0,-86-26 0,-9-7 0,104 38 0,49 21 0,-23-16 0,10 5 0,26 16 0,13 5 0,18 10 0,81 52 0,114 64 0,-200-118 0,-3-2 0,0 1 0,-1 0 0,1 1 0,-2 0 0,13 11 0,-23-18 0,0 0 0,0 0 0,0 0 0,-1 0 0,1-1 0,0 1 0,-1 0 0,1 0 0,-1 0 0,1 1 0,-1-1 0,1 0 0,-1 0 0,0 0 0,1 0 0,-1 0 0,0 0 0,0 1 0,0-1 0,0 0 0,0 0 0,0 2 0,-1-2 0,0 1 0,1-1 0,-1 1 0,0-1 0,0 1 0,0-1 0,0 0 0,0 1 0,0-1 0,0 0 0,-1 0 0,1 0 0,-3 2 0,-3 1 0,-1 1 0,0-2 0,0 1 0,-16 4 0,-167 48-1365,173-50-5461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54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0 24575,'-4'11'0,"0"0"0,1 0 0,0 1 0,-3 19 0,2-6 0,-4 53 0,2-13 0,-35 123 0,10-53 0,22-88 0,-4 83 0,12-100 0,2-1 0,1 1 0,1-1 0,8 31 0,-9-50 0,28 130 0,-25-106 0,-1-1 0,-1 42 0,-3 184 0,1-245 0,0 0 0,4 17 0,-2-15 0,2 25 0,-5 199 0,-1-115 0,9-36 0,-1-6 0,-7-40 0,-9 66 0,3-37 0,5 109 0,2-85 0,-1-60 0,9 70 0,-2-42 0,1 5 0,-5-41 0,0 0 0,-3 50 0,-1-48 0,2 0 0,4 35 0,15 66 0,-17-102-1365,-2-17-5461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55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133 105 24575,'-23'-52'0,"22"47"0,3 5 0,7 6 0,10 15 0,56 70 0,56 63 0,-88-106 0,-57-70 0,-286-314 0,297 333 0,3 3 0,-1-1 0,1 1 0,0-1 0,-1 1 0,1-1 0,-1 1 0,1 0 0,-1-1 0,1 1 0,-1 0 0,1-1 0,-1 1 0,1 0 0,-1 0 0,0 0 0,1-1 0,-1 1 0,1 0 0,-1 0 0,0 0 0,0 0 0,0 0 0,1 0 0,0 1 0,-1-1 0,1 0 0,-1 0 0,1 1 0,-1-1 0,1 0 0,0 1 0,-1-1 0,1 1 0,0-1 0,-1 1 0,1-1 0,0 0 0,0 1 0,-1-1 0,1 1 0,0 0 0,-1 4 0,-1-1 0,2 1 0,-1 0 0,0 5 0,1-8 0,-3 62 0,2-33 0,-9 62 0,5-71-455,0-1 0,-10 24 0,8-28-6371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58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1 406 24575,'159'15'0,"-112"-13"0,66-5 0,-28-11 0,-84 14 0,0 0 0,0 0 0,0 0 0,1-1 0,-1 1 0,0 0 0,0-1 0,0 1 0,0 0 0,-1-1 0,1 1 0,0-1 0,0 0 0,0 1 0,0-1 0,1-1 0,-2 1 0,0 1 0,0-1 0,0 1 0,0-1 0,0 0 0,0 1 0,0-1 0,0 1 0,0-1 0,0 0 0,0 1 0,0-1 0,0 1 0,0-1 0,-1 0 0,1 1 0,0-1 0,0 1 0,-1-1 0,1 1 0,0-1 0,-1 1 0,1-1 0,0 1 0,-1-1 0,1 1 0,-1 0 0,1-1 0,-2 0 0,-11-12 0,1 0 0,0-1 0,1 0 0,0-1 0,1-1 0,1 1 0,1-2 0,0 1 0,1-1 0,0 0 0,2-1 0,0 1 0,-4-30 0,9 42 0,0 1 0,0-1 0,0 0 0,0 0 0,1 1 0,0-1 0,0 0 0,0 1 0,1-1 0,-1 1 0,1-1 0,0 1 0,0 0 0,1 0 0,-1 0 0,1 0 0,0 0 0,5-4 0,-4 3 0,1 1 0,0 0 0,0 1 0,1-1 0,-1 1 0,1 0 0,-1 0 0,1 1 0,0 0 0,0 0 0,0 0 0,0 0 0,10 0 0,16 0 0,0 1 0,-1 2 0,1 1 0,0 2 0,0 0 0,-1 3 0,0 0 0,43 17 0,-63-20 0,-1 1 0,1 0 0,-1 1 0,0-1 0,0 2 0,10 8 0,-16-11 0,0 0 0,1 0 0,-1 1 0,-1-1 0,1 1 0,-1 0 0,0 0 0,0 0 0,0 0 0,-1 1 0,1-1 0,-1 1 0,2 10 0,-4-13 0,0 1 0,1 0 0,-2 0 0,1 0 0,0 0 0,-1-1 0,0 1 0,0 0 0,0 0 0,0-1 0,0 1 0,-1-1 0,0 1 0,1-1 0,-1 1 0,-1-1 0,1 0 0,0 0 0,-1 0 0,1-1 0,-1 1 0,-5 3 0,-6 5 0,0-1 0,-1 0 0,-24 11 0,28-15 0,-5 2 0,5-3 0,-22 14 0,31-18 0,0 0 0,1 0 0,-1 1 0,0-1 0,0 1 0,1 0 0,-1 0 0,1-1 0,-1 1 0,1 0 0,0 0 0,0 0 0,0 0 0,0 0 0,0 1 0,-1 3 0,2-4 0,0 0 0,0 0 0,1-1 0,-1 1 0,1 0 0,-1-1 0,1 1 0,-1 0 0,1-1 0,0 1 0,0 0 0,0-1 0,0 0 0,0 1 0,0-1 0,0 1 0,1-1 0,-1 0 0,0 0 0,1 0 0,-1 0 0,2 1 0,5 3 0,1 0 0,14 7 0,0-3 0,0 0 0,37 8 0,52 4 0,-50-10 0,-22-4-682,57 4-1,-82-11-6143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01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24575,'-1'24'0,"-6"38"0,4-41 0,0 42 0,3-41 0,-6 38 0,1-30 0,2 0 0,1 0 0,1 38 0,2-54 0,0 0 0,1 0 0,1 0 0,0 0 0,0 0 0,2-1 0,0 0 0,0 0 0,9 15 0,-11-24 0,0 0 0,0-1 0,0 0 0,0 1 0,1-1 0,-1 0 0,1-1 0,0 1 0,0-1 0,0 1 0,0-1 0,0-1 0,1 1 0,-1 0 0,1-1 0,-1 0 0,6 1 0,0-1 0,0 0 0,0 0 0,1-1 0,-1 0 0,0-1 0,18-3 0,-21 3-195,0-1 0,-1 0 0,0 0 0,1-1 0,-1 0 0,10-6 0,-6 2-6631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01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35 24575,'-27'-8'0,"-14"-1"0,-2-1 0,3 5 0,7 3 0,6 2 0,7 1-8191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2.1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24575,'3'3'0,"-1"0"0,1 0 0,-1 1 0,0-1 0,0 1 0,0-1 0,-1 1 0,1 0 0,1 5 0,6 37 0,-8-40 0,23 203-183,-5-34-362,90 410 545,-95-526 0,3 13 0,15 134 0,-32-205 12,0 5-25,0 1 0,0-1-1,0 1 1,-2 8 0,2-15 27,0 1 0,0 0-1,0 0 1,0-1 0,-1 1 0,1 0-1,0 0 1,0-1 0,-1 1 0,1 0 0,0-1-1,-1 1 1,1 0 0,-1-1 0,1 1-1,-1-1 1,1 1 0,-1-1 0,1 1-1,-1-1 1,0 1 0,1-1 0,-1 1 0,0-1-1,1 0 1,-1 1 0,0-1 0,1 0-1,-1 0 1,0 1 0,0-1 0,1 0-1,-1 0 1,0 0 0,0 0 0,1 0-1,-1 0 1,0 0 0,0 0 0,1-1 0,-1 1-1,0 0 1,0 0 0,1-1 0,-1 1-1,0 0 1,0-1 0,-3-1-2,0-1 0,0 1 0,0-1 0,0 0 0,1 0 0,0 0 0,-1-1 1,1 1-1,0-1 0,-2-4 0,-6-8-21,-8-20 0,17 31 15,-11-23-688,-13-40-1,17 40-6143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2.5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94 24575,'160'102'0,"-131"-80"0,0 1 0,-1 1 0,27 33 0,-52-54 0,17 16 0,-17-19 0,-3-6 0,-4-6 0,-19-36 0,-32-48 0,26 46 0,18 32 0,-2-5 0,0 1 0,-32-39 0,45 60 0,0 1 0,-1-1 0,1 1 0,-1-1 0,1 1 0,-1-1 0,1 1 0,-1-1 0,1 1 0,-1 0 0,1-1 0,-1 1 0,0 0 0,1 0 0,-1-1 0,0 1 0,1 0 0,-2 0 0,2 0 0,0 0 0,-1 0 0,1 0 0,0 1 0,-1-1 0,1 0 0,0 0 0,-1 0 0,1 1 0,0-1 0,0 0 0,-1 0 0,1 1 0,0-1 0,0 0 0,0 0 0,-1 1 0,1-1 0,0 0 0,0 1 0,0-1 0,0 0 0,0 1 0,-1-1 0,1 4 0,-1-1 0,1 1 0,-1-1 0,1 1 0,1 5 0,12 88 0,-7-63 0,-2 1 0,1 36 0,-5-67-97,0 0-1,0 0 1,-1-1-1,1 1 1,-1 0-1,0-1 1,0 1-1,0-1 1,-1 1-1,1-1 1,-1 1-1,0-1 0,-2 4 1,-5 3-6729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4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56 24575,'-12'-12'0,"7"6"0,-1 0 0,0 1 0,0 0 0,-9-6 0,12 9 0,0 1 0,0 0 0,1-1 0,-1 1 0,-1 0 0,1 1 0,0-1 0,0 1 0,0-1 0,0 1 0,0 0 0,-1 0 0,1 0 0,-5 1 0,-9 1 0,13-1 0,0-1 0,1 1 0,-1-1 0,0 1 0,0 0 0,-5 3 0,7-3 0,0 0 0,1 0 0,0 0 0,-1 0 0,1 1 0,0-1 0,-1 0 0,1 1 0,0-1 0,0 1 0,0-1 0,0 1 0,1 0 0,-1-1 0,0 1 0,1 0 0,-1-1 0,0 3 0,-6 36 0,2 0 0,1 0 0,3 60 0,1-68 0,13 290-446,20 1-235,-16-170 559,-11-93 116,65 680-363,-69-712 535,10 90-610,-9-104-5845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5.3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200 228 24575,'1'-4'0,"1"-1"0,1 1 0,-1 0 0,1 0 0,-1 0 0,1 0 0,6-6 0,-8 9 0,0 0 0,1 0 0,-1 0 0,0 0 0,1 1 0,-1-1 0,0 0 0,1 0 0,-1 1 0,1-1 0,-1 1 0,1 0 0,0-1 0,-1 1 0,1 0 0,-1 0 0,1 0 0,0 0 0,-1 0 0,1 0 0,-1 1 0,1-1 0,-1 0 0,1 1 0,-1-1 0,3 2 0,2 2 0,1-1 0,-2 2 0,1-1 0,0 1 0,-1-1 0,0 1 0,0 1 0,5 7 0,-3-5 0,-1-1 0,1 0 0,9 8 0,-16-16 0,0 1 0,0 0 0,0 0 0,0 0 0,0 0 0,0 0 0,0 0 0,0 0 0,0 0 0,0 0 0,0 0 0,0 0 0,0 0 0,0 0 0,0 0 0,0 0 0,1 0 0,-1-1 0,0 1 0,0 0 0,0 0 0,0 0 0,0 0 0,0 0 0,0 0 0,0 0 0,0 0 0,0 0 0,0 0 0,0 0 0,0 0 0,0 0 0,0 0 0,1 0 0,-1 0 0,0 0 0,0 0 0,0 0 0,0 0 0,0 0 0,0 0 0,0 0 0,0 0 0,0 0 0,0 0 0,0 0 0,0 0 0,0 1 0,0-1 0,0 0 0,1 0 0,-1 0 0,0 0 0,0 0 0,0 0 0,0 0 0,0 0 0,0 0 0,-4-9 0,-9-11 0,-17-20 0,-1 2 0,-3 1 0,-71-62 0,105 99 0,-4-3 0,-1-1 0,1 1 0,-1 0 0,0 0 0,-5-3 0,9 6 0,0 0 0,0-1 0,0 1 0,0 0 0,0-1 0,0 1 0,0 0 0,0 0 0,0 0 0,0 0 0,0 0 0,0 0 0,0 0 0,0 0 0,0 0 0,0 1 0,0-1 0,0 0 0,0 1 0,0-1 0,0 1 0,0-1 0,0 1 0,0-1 0,0 1 0,1 0 0,-1-1 0,0 1 0,0 0 0,1 0 0,-1-1 0,0 1 0,1 0 0,-1 1 0,-3 5 0,1 1 0,0-1 0,0 0 0,0 1 0,1 0 0,1-1 0,-2 13 0,0 58 0,3-57 0,0 21 0,-1 40 0,0-72 0,0-1 0,-1 0 0,0 0 0,0 0 0,-1-1 0,-7 16 0,8-20-227,0-1-1,-1 1 1,1 0-1,-1-1 1,-6 6-1,-2 0-6598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1.5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 24575,'0'0'0,"0"0"0,0 1 0,0-1 0,0 1 0,1-1 0,-1 0 0,0 1 0,0-1 0,1 0 0,-1 1 0,0-1 0,1 0 0,-1 0 0,0 1 0,1-1 0,-1 0 0,0 0 0,1 0 0,-1 1 0,1-1 0,-1 0 0,0 0 0,1 0 0,-1 0 0,1 0 0,-1 0 0,1 0 0,-1 0 0,0 0 0,1 0 0,-1 0 0,1 0 0,-1 0 0,0 0 0,1 0 0,-1 0 0,1 0 0,-1-1 0,0 1 0,1 0 0,23-8 0,-20 7 0,9-3 0,0 1 0,0 1 0,0 0 0,15 0 0,55 3 0,-37 0 0,-38-1 0,-1 0 0,1 0 0,0 1 0,-1 0 0,1 0 0,9 4 0,-15-4 0,0 0 0,0 0 0,0 0 0,0 0 0,0 1 0,0-1 0,0 1 0,-1-1 0,1 1 0,0 0 0,-1-1 0,1 1 0,-1 0 0,0 0 0,0 0 0,0 0 0,0 1 0,0-1 0,0 0 0,0 0 0,-1 0 0,1 1 0,-1-1 0,1 4 0,-1-1 0,0 1 0,0 0 0,0-1 0,-1 1 0,0-1 0,0 0 0,-1 1 0,1-1 0,-1 0 0,0 0 0,-4 8 0,-5 6 0,-20 27 0,17-26 0,-90 116 0,101-133 0,0 0 0,1 0 0,-1 1 0,1-1 0,0 1 0,0 0 0,-1 4 0,2-7 0,1-1 0,0 1 0,0 0 0,0 0 0,0-1 0,0 1 0,-1 0 0,1 0 0,1 0 0,-1-1 0,0 1 0,0 0 0,0 0 0,0-1 0,0 1 0,1 0 0,-1 0 0,0-1 0,1 1 0,-1 0 0,1-1 0,-1 1 0,1 0 0,-1-1 0,1 1 0,-1-1 0,1 1 0,-1-1 0,1 1 0,0-1 0,-1 1 0,1-1 0,0 1 0,-1-1 0,1 0 0,0 0 0,0 1 0,-1-1 0,1 0 0,0 0 0,0 0 0,0 0 0,-1 0 0,2 0 0,18 2 0,1-1 0,-1 0 0,30-5 0,-32 3 0,21-3 0,-1-2 0,75-22 0,-87 18-1365,-16 5-5461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1.9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4 24575,'0'-1'0,"0"1"0,0 0 0,0 0 0,0 0 0,-1-1 0,1 1 0,0 0 0,0 0 0,0 0 0,0 0 0,-1 0 0,1-1 0,0 1 0,0 0 0,0 0 0,-1 0 0,1 0 0,0 0 0,0 0 0,0 0 0,-1 0 0,1 0 0,0 0 0,0 0 0,0 0 0,-1 0 0,1 0 0,0 0 0,0 0 0,-1 0 0,1 0 0,0 0 0,0 0 0,0 0 0,-1 0 0,1 0 0,-3 9 0,5 12 0,5-2 0,0 0 0,1-1 0,1 0 0,1-1 0,12 17 0,10 17 0,-27-41 0,0 0 0,0 1 0,-1-1 0,0 1 0,0 0 0,2 17 0,-6-24-1365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2.2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435 61 24575,'-29'-10'0,"-13"-3"0,-1 0 0,2 3 0,5 3 0,6 3 0,4 1 0,1 3 0,0 2 0,-1 4 0,-3 1 0,-2-1 0,3 1 0,5 0-8191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4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343 1 24575,'-29'0'0,"-13"0"0,-4 0 0,4 0 0,6 2 0,7 1 0,4 0 0,3 0 0,3-1 0,0-1 0,1-1 0,3 1-8191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5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 24575,'4'-1'0,"75"-22"0,-71 21 0,1 1 0,-1 0 0,1 0 0,-1 1 0,1 0 0,-1 1 0,13 2 0,-18-3 0,0 1 0,-1 0 0,1 0 0,-1 0 0,1 0 0,-1 0 0,1 1 0,-1-1 0,0 1 0,1 0 0,-1-1 0,0 1 0,0 0 0,0 0 0,2 4 0,-2-2 0,0 0 0,0 0 0,0 0 0,0 0 0,-1 0 0,1 0 0,-1 1 0,0-1 0,0 5 0,0 0 0,-1-1 0,0 0 0,-1 0 0,1 0 0,-1 0 0,-1 0 0,0 0 0,0 0 0,0-1 0,-6 11 0,-3 3 0,-16 20 0,5-8 0,21-31 0,-1 0 0,1 0 0,0 0 0,0 0 0,0 0 0,1 0 0,-1 0 0,0 0 0,1 0 0,0 0 0,-1 1 0,1-1 0,0 0 0,0 0 0,0 0 0,0 1 0,0-1 0,2 3 0,-1-3 0,0 1 0,0-1 0,0 1 0,1-1 0,-1 0 0,1 0 0,-1 0 0,1 0 0,0 0 0,0 0 0,0 0 0,4 3 0,4 1 0,1-1 0,-1 0 0,1 0 0,0-1 0,18 4 0,-12-3 0,0-2 0,0 0 0,1-1 0,-1 0 0,33-3 0,-47 1 8,-1 0 0,1-1 0,0 1 0,0-1 0,0 0 0,-1 0 0,1 0 0,0 0 0,-1-1 0,1 1 0,-1-1 0,1 1 0,-1-1 0,4-4 0,-4 5-76,-1-1 1,0 0-1,0 1 1,0-1-1,0 0 1,0 0-1,0 0 1,0 1-1,0-1 1,-1 0-1,1 0 1,-1 0-1,0 0 1,1-1-1,-1 1 1,0 0-1,0 0 1,0 0-1,0 0 1,-1 0-1,0-3 1,-2-5-6759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5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24575,'3'10'0,"0"6"0,2 2 0,1 3 0,2 1 0,-2-1 0,2-2 0,2 1 0,-1-1 0,0-1 0,2-3 0,-2-2 0,-2-1 0,-2-2-8191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5.5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500 61 24575,'-27'-7'0,"-14"-6"0,-5 1 0,-1 1 0,1 3 0,5 3 0,1 2 0,3 2 0,0 3 0,-1 2 0,1 2 0,2 0 0,7-1-8191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09.1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67 24575,'-2'-13'0,"0"5"0,1 0 0,0 0 0,1-1 0,0-11 0,8 60 0,0 18 0,-1 58 0,-8 61 0,0-20 0,8 87-278,0 96-181,-6-226 459,-3 167 0,-5-219 283,5-45-131,-1 0-1,2 32 0,0-48-151,1 0 0,0 0 0,0-1 0,1 1 0,-1 0 0,0 0 0,0 0 0,0 0 0,1-1 0,-1 1 0,0 0 0,1 0 0,-1-1 0,0 1 0,1 1 0,0-2 0,-1 0 0,0 0 0,0 0 0,1 0 0,-1 0 0,0 0 0,0 0 0,1 0 0,-1 0 0,0 0 0,0 0 0,1 0 0,-1 0 0,0 0 0,0 0 0,0 0 0,1 0 0,-1-1 0,0 1 0,0 0 0,0 0 0,1 0 0,-1 0 0,0 0 0,0-1 0,0 1 0,1 0 0,-1 0 0,0 0 0,0-1 0,0 1 0,2-3 0,0 0 0,-1 1 0,1-1 0,-1 0 0,1 0 0,0-5 0,9-41 0,7-93 0,-12-52 0,9-221 0,-14 408 0,-1 0 0,1-1 0,3-8 0,-4 16 0,0 0 0,0 0 0,0-1 0,0 1 0,0 0 0,0 0 0,0 0 0,0 0 0,0 0 0,0 0 0,0 0 0,0 0 0,0 0 0,0-1 0,0 1 0,0 0 0,0 0 0,0 0 0,0 0 0,0 0 0,0 0 0,0 0 0,0 0 0,0 0 0,0-1 0,0 1 0,0 0 0,0 0 0,0 0 0,0 0 0,1 0 0,-1 0 0,0 0 0,0 0 0,0 0 0,0 0 0,0 0 0,0 0 0,0 0 0,0 0 0,0 0 0,1 0 0,-1 0 0,0 0 0,0 0 0,0 0 0,0 0 0,0 0 0,0 0 0,0 0 0,0 0 0,1 0 0,1 7 0,0 12 0,1 156 9,1 21-136,43 170-256,33-7 176,-79-353 202,1-2 26,-1 1-1,0 0 1,0-1-1,-1 1 1,1 7-1,-1-12-10,0 0-1,0 0 1,0 0-1,0 1 1,0-1-1,0 0 1,0 0-1,0 0 1,0 0-1,0 0 1,0 0-1,0 0 1,0 0-1,0 1 1,0-1-1,0 0 1,0 0-1,0 0 1,0 0-1,0 0 1,0 0-1,0 0 1,0 0-1,-1 0 0,1 0 1,0 1-1,0-1 1,0 0-1,0 0 1,0 0-1,0 0 1,0 0-1,0 0 1,0 0-1,0 0 1,-1 0-1,1 0 1,0 0-1,0 0 1,0 0-1,0 0 1,0 0-1,0 0 1,0 0-1,-1 0 1,1 0-1,0 0 1,0 0-1,0 0 1,0 0-1,0 0 1,0 0-1,0 0 1,0 0-1,-1 0 0,-6-7 91,-4-9-141,-32-65-1324,30 54-5461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09.8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212 124 24575,'0'0'0,"-1"-1"0,1 1 0,0 0 0,0 0 0,0 0 0,0-1 0,0 1 0,0 0 0,0 0 0,0-1 0,0 1 0,0 0 0,0 0 0,0-1 0,0 1 0,0 0 0,1 0 0,-1-1 0,0 1 0,0 0 0,0 0 0,0 0 0,0-1 0,0 1 0,1 0 0,-1 0 0,0 0 0,0 0 0,0-1 0,0 1 0,1 0 0,5 5 0,8 19 0,-12-19 0,31 49 0,78 99 0,56 36 0,-157-178 0,1 1 0,-1 0 0,10 19 0,-20-31 0,1 0 0,-1 0 0,0 0 0,0 0 0,0 0 0,0 0 0,0 0 0,0 0 0,0 0 0,0 0 0,0 0 0,0 0 0,0 0 0,0 0 0,0 0 0,0 0 0,1 0 0,-1 0 0,0 0 0,0 0 0,0 1 0,0-1 0,0 0 0,0 0 0,0 0 0,0 0 0,0 0 0,0 0 0,0 0 0,0 0 0,0 0 0,0 0 0,0 0 0,0 1 0,0-1 0,0 0 0,0 0 0,0 0 0,0 0 0,0 0 0,0 0 0,0 0 0,0 0 0,0 0 0,0 0 0,0 0 0,-1 0 0,1 0 0,0 1 0,0-1 0,0 0 0,0 0 0,0 0 0,0 0 0,0 0 0,0 0 0,0 0 0,0 0 0,0 0 0,0 0 0,0 0 0,0 0 0,-1 0 0,1 0 0,0 0 0,0 0 0,-7-4 0,-8-9 0,-94-135 0,57 74 0,-63-94 0,-14-19 0,128 185 0,0 0 0,-1-1 0,0 1 0,0 0 0,0 0 0,0 0 0,-4-3 0,5 4 0,1 1 0,-1 0 0,1 0 0,-1 0 0,1 0 0,-1 0 0,0-1 0,1 1 0,-1 0 0,1 0 0,-1 0 0,1 1 0,-1-1 0,0 0 0,1 0 0,-1 0 0,1 0 0,-1 0 0,1 1 0,-1-1 0,1 0 0,-1 0 0,1 1 0,-1-1 0,1 0 0,-1 1 0,1-1 0,0 1 0,-1-1 0,1 0 0,0 1 0,-1-1 0,1 1 0,0-1 0,-1 1 0,1-1 0,0 1 0,0-1 0,0 1 0,-1 0 0,1 0 0,-7 18 0,0 1 0,1 0 0,1 0 0,-4 34 0,1-10 0,-9 56 0,-35 139 0,50-230-455,-2-1 0,-7 15 0,6-14-6371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0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0 24575,'-7'123'0,"1"-51"0,-8 218-318,26 332-1,17-239 426,-29-371 205,0-9-288,0-1 1,0 1-1,0 0 0,0-1 0,1 1 1,-1-1-1,1 1 0,1 4 0,-2-7-24,0 0 0,0 0 0,0 0 0,0 0 0,0 0 0,0 0 0,0 0 0,0 0 0,0 0 0,0 1 0,0-1 0,1 0 0,-1 0 0,0 0 0,0 0 0,0 0 0,0 0 0,0 0 0,0 0 0,0 0 0,0 0 0,0 0 0,0 0 0,0 0 0,0 0 0,0 0 0,0 0 0,0 0 0,0 0 0,1 0 0,-1 0 0,0 0 0,0 0 0,0 0 0,0 0 0,0 0 0,0 0 0,0 0 0,0 0 0,0 0 0,0 0 0,0 0 0,0 0 0,0 0 0,0 0 0,1 0 0,-1 0 0,0 0 0,0 0 0,0 0 0,0 0 0,0 0 0,0 0 0,0 0 0,0 0 0,0-1 0,0 1 0,0 0 0,3-6 0,-1-8 0,-1 0-455,-1 0 0,-3-27 0,0 19-6371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1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24575,'28'11'0,"-1"1"0,1 1 0,-2 1 0,0 2 0,-1 0 0,-1 2 0,32 29 0,138 160 0,-150-156 0,-32-39 0,-11-12 0,-2-3 0,-17-23 0,-222-273 0,238 296 0,-11-13 0,-1 0 0,-1 0 0,-29-22 0,43 37 0,0 0 0,0 0 0,0 0 0,-1 1 0,1-1 0,0 0 0,-1 1 0,1-1 0,0 1 0,-1-1 0,1 1 0,-1 0 0,1 0 0,-1 0 0,1-1 0,-1 1 0,1 1 0,0-1 0,-3 0 0,3 1 0,0-1 0,0 1 0,0 0 0,0-1 0,-1 1 0,1 0 0,0 0 0,1 0 0,-1 0 0,0 0 0,0 0 0,0 0 0,0 0 0,1 0 0,-1 0 0,0 0 0,0 2 0,-1 5 0,-1 0 0,1 0 0,1 0 0,0 0 0,-1 11 0,1 16 0,2 0 0,2 0 0,9 49 0,-2-21 0,-9-51 0,1-7 0,-2 0 0,1 0 0,0 0 0,-1 0 0,0 0 0,0 0 0,-1 1 0,1-1 0,-3 6 0,3-10-29,0 0-1,-1-1 1,0 1-1,1-1 1,-1 1-1,1-1 1,-1 0-1,0 1 1,1-1-1,-1 1 1,0-1-1,1 0 1,-1 0-1,0 1 1,1-1-1,-1 0 1,0 0-1,0 0 1,1 0-1,-1 0 0,0 0 1,0 0-1,1 0 1,-1 0-1,0 0 1,0-1-1,1 1 1,-1 0-1,0 0 1,1-1-1,-1 1 1,0 0-1,1-1 1,-2 0-1,1 1-302,-10-5-6494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3.5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47 24575,'0'-47'0,"-1"322"-114,3 354-879,31-1 485,2-378 430,-34-239 307,-5-14 285,-6-21 354,-13-43-1510,-26-129 1,41 152-6185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3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252 196 24575,'-3'-14'0,"-2"-12"0,1 0 0,-1-37 0,5 62 0,0 0 0,0 0 0,0 0 0,0 0 0,0 0 0,0 0 0,0 0 0,0 0 0,1 0 0,-1 0 0,0 0 0,0 1 0,1-1 0,-1 0 0,1 0 0,-1 0 0,1 0 0,-1 0 0,1 1 0,0-2 0,0 2 0,-1 0 0,1 0 0,0 0 0,-1 0 0,1 0 0,-1 0 0,1 0 0,0 0 0,-1 0 0,1 0 0,-1 0 0,1 0 0,-1 0 0,1 0 0,0 0 0,-1 1 0,1-1 0,-1 0 0,1 1 0,-1-1 0,1 0 0,-1 1 0,1-1 0,4 5 0,0-1 0,0 1 0,0 0 0,4 6 0,62 90 0,-21-28 0,-40-61 0,-12-16 0,-15-22 0,-74-93 0,73 99 0,-1 0 0,-1 1 0,-32-25 0,50 43 0,0-1 0,0 1 0,0-1 0,-1 1 0,1 0 0,0 0 0,-1 0 0,1 0 0,-1 1 0,1-1 0,-1 0 0,0 1 0,1 0 0,-4 0 0,4 0 0,1 0 0,-1 1 0,0-1 0,0 1 0,1 0 0,-1-1 0,0 1 0,1 0 0,-1 0 0,1 0 0,-1 0 0,1 0 0,0 1 0,-1-1 0,1 0 0,0 1 0,0-1 0,0 1 0,0-1 0,-2 4 0,-2 6 0,1 0 0,-1 0 0,2 0 0,-4 20 0,4-20 0,0 1 0,0 0 0,-1-1 0,-9 19 0,10-25-97,1 0-1,-1-1 1,-1 1-1,1-1 1,-1 0-1,1 0 1,-1 0-1,0 0 1,-1-1-1,1 1 1,-1-1-1,1 0 0,-7 2 1,-5 1-6729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7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62 24575,'0'0'0,"-1"0"0,1 0 0,0 0 0,0 0 0,-1 0 0,1 0 0,0 0 0,-1 0 0,1-1 0,0 1 0,0 0 0,-1 0 0,1 0 0,0 0 0,0 0 0,0 0 0,-1 0 0,1-1 0,0 1 0,0 0 0,0 0 0,-1 0 0,1-1 0,0 1 0,0 0 0,0 0 0,0 0 0,-1-1 0,1 1 0,0 0 0,0 0 0,0-1 0,0 1 0,0 0 0,0 0 0,0-1 0,0 1 0,0 0 0,0 0 0,0-1 0,0 1 0,0 0 0,0-1 0,0 1 0,0 0 0,0 0 0,0-1 0,0 1 0,0 0 0,1 0 0,-1-1 0,0 1 0,0 0 0,0 0 0,0 0 0,1-1 0,-1 1 0,0 0 0,11-14 0,-5 10 0,0-1 0,0 1 0,1 1 0,0-1 0,0 1 0,0 0 0,0 1 0,0 0 0,0 0 0,1 0 0,-1 1 0,1 0 0,-1 0 0,1 1 0,0 0 0,-1 1 0,1-1 0,11 4 0,-8-2 0,-1 1 0,0 0 0,0 1 0,0 0 0,0 0 0,-1 1 0,1 1 0,-1-1 0,0 2 0,-1-1 0,0 1 0,12 12 0,-15-13 0,0 0 0,0 1 0,-1-1 0,0 1 0,0 0 0,-1 0 0,0 0 0,0 1 0,-1-1 0,1 1 0,-2-1 0,2 9 0,-2-11 0,-1-1 0,0 1 0,0-1 0,-1 0 0,1 1 0,-1-1 0,0 1 0,0-1 0,0 0 0,-1 0 0,1 0 0,-1 0 0,0 0 0,0 0 0,0 0 0,-1 0 0,0-1 0,1 1 0,-1-1 0,0 0 0,-1 0 0,-4 4 0,0-2 0,0 0 0,0-1 0,-1 0 0,1 0 0,-1-1 0,0 0 0,0-1 0,0 0 0,0 0 0,0-1 0,0 0 0,0 0 0,0-1 0,-1-1 0,-15-2 0,11 1 0,0-1 0,0-1 0,1 0 0,-1 0 0,1-2 0,0 1 0,0-2 0,1 0 0,-19-14 0,25 17 10,2 0 0,-1-1 0,0 1 0,1-1 0,0 0 0,0-1 0,1 1 0,-1-1 0,1 1 0,0-1 0,-2-7 0,4 10-88,0-1 0,0 0 0,0 0-1,0 0 1,1 0 0,-1 0 0,1 0 0,0 0 0,1 0-1,-1 0 1,1 0 0,-1 0 0,1 0 0,0 1 0,1-1-1,-1 0 1,1 0 0,3-6 0,1 1-6748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8.3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20 24575,'0'-1'0,"0"1"0,0 0 0,-1-1 0,1 1 0,0-1 0,-1 1 0,1-1 0,0 1 0,0-1 0,0 1 0,0-1 0,0 1 0,-1-1 0,1 1 0,0-1 0,0 1 0,0-1 0,0 1 0,0-1 0,1 1 0,-1-1 0,0 1 0,0-1 0,0 1 0,0-1 0,0 1 0,1 0 0,-1-1 0,0 1 0,0-1 0,1 1 0,-1-1 0,0 1 0,1 0 0,-1-1 0,0 1 0,1 0 0,-1-1 0,1 1 0,-1 0 0,1 0 0,-1-1 0,0 1 0,1 0 0,-1 0 0,1 0 0,-1 0 0,1-1 0,-1 1 0,1 0 0,-1 0 0,1 0 0,-1 0 0,1 0 0,-1 0 0,1 0 0,-1 1 0,1-1 0,-1 0 0,1 0 0,-1 0 0,1 0 0,-1 1 0,1-1 0,-1 0 0,1 0 0,-1 1 0,0-1 0,1 1 0,2 1 0,0 1 0,-1-1 0,1 1 0,-1 0 0,0 0 0,0-1 0,0 2 0,0-1 0,0 0 0,1 5 0,12 40 0,-9-24 0,50 131 0,-51-145 0,1 1 0,0-1 0,1 0 0,0 0 0,0-1 0,17 16 0,-24-25-1,0 0-1,0 0 0,0 0 1,0 0-1,0 0 0,0 0 1,0 0-1,0 0 0,0 0 0,0 0 1,0 0-1,0 0 0,0 0 1,0 0-1,0 0 0,0 0 1,0 0-1,0 0 0,0 0 1,0 0-1,0 0 0,0 0 1,0 0-1,0 0 0,0 0 1,0 0-1,0 0 0,0 0 1,0 0-1,0 0 0,0 0 1,0 0-1,1 0 0,-1 0 1,-3-4-1306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8.7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673 51 24575,'-17'-8'0,"0"0"0,-1 2 0,-21-7 0,29 11 0,-1 0 0,1 1 0,-1 0 0,1 0 0,0 1 0,-1 0 0,-12 3 0,-39 4 0,1-2 0,-1-4 0,-71-6 0,-1-9-1365,100 8-5461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3.1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432 0 24575,'-277'0'0,"261"1"0,-33 6 0,33-4 0,-31 1 0,33-4-1365,1 0-5461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3.5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0 24575,'-1'3'0,"0"0"0,0 0 0,1 0 0,-1 0 0,1 0 0,-1 1 0,1-1 0,0 0 0,0 0 0,1 0 0,-1 0 0,1 0 0,1 5 0,1 3 0,1 0 0,6 13 0,11 16 0,28 39 0,-27-46 0,32 67 0,-52-96 24,0 1 0,0-1 0,-1 1 0,2 8 0,-3-12-74,1 0 1,-1 0-1,0 0 1,0 0-1,0 0 1,0 0-1,-1 0 1,1 0-1,0 0 1,0 0-1,-1 0 1,1 0-1,0 0 1,-1 0-1,1 0 1,-1 0-1,1 0 1,-1 0-1,1-1 1,-1 1-1,0 0 1,1 0-1,-1-1 1,0 1-1,0 0 1,0-1-1,1 1 1,-1-1-1,-2 1 1,-6 2-6777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3.7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437 31 24575,'-27'-5'0,"-14"-2"0,-5 1 0,1 1 0,3 1 0,1 2 0,0 1 0,0 1 0,0 0 0,1 0 0,8 0-8191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2.3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4 24575,'-2'-1'0,"-1"0"0,1 1 0,-1 0 0,0-1 0,1 1 0,-1 0 0,1 0 0,-1 0 0,0 0 0,1 1 0,-1-1 0,1 1 0,-1 0 0,1-1 0,-1 1 0,1 0 0,0 1 0,-1-1 0,1 0 0,0 1 0,-4 2 0,4-2 0,1 0 0,-1 1 0,0-1 0,1 0 0,0 1 0,-1-1 0,1 1 0,0-1 0,0 1 0,1-1 0,-1 1 0,1 0 0,-1-1 0,1 1 0,0 0 0,0 0 0,0-1 0,0 1 0,0 0 0,2 4 0,1 5 0,1 0 0,0 0 0,1-1 0,0 1 0,1-1 0,9 13 0,-7-13 0,-1 1 0,-1 0 0,0 1 0,7 22 0,-12-34-49,0 1 1,-1 0-1,1 0 0,-1 0 0,0 0 1,0 0-1,1 0 0,-1 0 0,0 0 1,-1 0-1,1-1 0,0 1 0,-1 0 1,1 0-1,-1 0 0,1 0 0,-1 0 1,0-1-1,0 1 0,0 0 0,0-1 1,0 1-1,0 0 0,0-1 0,0 1 0,-1-1 1,-2 2-1,-4 1-6777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2.6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24575,'26'9'0,"-1"1"0,-1 1 0,0 1 0,0 1 0,-2 1 0,1 1 0,35 32 0,-44-34 0,-1 1 0,0 0 0,-1 1 0,-1 1 0,-1-1 0,0 2 0,0-1 0,-2 1 0,0 1 0,-1-1 0,8 35 0,-13-42 0,0-1 0,0 1 0,-1 1 0,0-1 0,-1 0 0,0 0 0,-2 10 0,1-16 0,0-1 0,0 1 0,0-1 0,0 1 0,0-1 0,-1 0 0,1 0 0,-1 0 0,0 0 0,0 0 0,0 0 0,0 0 0,-1-1 0,1 1 0,-1-1 0,1 1 0,-1-1 0,0 0 0,0 0 0,0 0 0,0-1 0,0 1 0,-5 1 0,0-1-341,-1 1 0,0-2-1,-10 2 1,-1-1-6485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3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 24575,'-4'24'0,"1"0"0,1 1 0,2-1 0,0 1 0,2-1 0,6 38 0,-4-44 0,1-1 0,1 1 0,0-1 0,1 0 0,1-1 0,0 0 0,2 0 0,-1-1 0,19 21 0,-13-19 0,1-2 0,1 0 0,1-1 0,0 0 0,0-2 0,1 0 0,1-1 0,0-1 0,0-1 0,31 9 0,-31-13-1365,-4-1-5461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3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24575,'-3'22'0,"0"10"0,2 4 0,5 1 0,3-3 0,3-3 0,2-4 0,2-4 0,-1-1 0,-1-2 0,-3-2 0,-2-1 0,-3-4-8191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4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24575,'32'13'0,"-2"2"0,0 2 0,0 0 0,41 34 0,-52-36 0,-1 2 0,-2-1 0,1 2 0,-2 0 0,0 1 0,-1 1 0,14 28 0,-24-40 0,9 14 0,15 46 0,-26-62 0,0-1 0,0 2 0,-1-1 0,0 0 0,0 0 0,0 0 0,-1 1 0,0-1 0,0 0 0,-1 0 0,1 1 0,-1-1 0,-3 8 0,2-11 5,1 1-1,-1-1 1,-1 1-1,1-1 1,0 1 0,-1-1-1,0 0 1,0 0-1,0-1 1,0 1-1,0 0 1,-1-1-1,1 0 1,-1 0 0,1 0-1,-1 0 1,0 0-1,0-1 1,1 0-1,-1 0 1,-7 1-1,-8 1-243,0-1 0,1 0 0,-27-3 0,32 1-270,-12-1-6317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4.4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1 24575,'-9'29'0,"-2"15"0,4 8 0,6-1 0,8-2 0,7-3 0,4-6 0,4-4 0,3-3 0,3-3 0,-2-4 0,0-1 0,-2-3 0,-3-2 0,-2-2 0,-2-5 0,-4-4-8191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8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377 0 24575,'-8'0'0,"-126"5"0,113-3 0,0 1 0,0 0 0,1 2 0,-33 12 0,49-16 0,1 1 0,-1 0 0,0 0 0,1 0 0,-1 0 0,1 1 0,0-1 0,0 1 0,0 0 0,0 0 0,0 0 0,-3 6 0,5-7 0,0 0 0,0 0 0,0-1 0,1 1 0,-1 0 0,1 0 0,-1 0 0,1 0 0,0 0 0,-1 0 0,1 0 0,0 0 0,0 0 0,1 0 0,-1 0 0,0-1 0,1 1 0,-1 0 0,1 0 0,-1 0 0,1 0 0,0 0 0,0-1 0,0 1 0,0 0 0,0-1 0,0 1 0,2 1 0,3 3 0,0 0 0,0-1 0,0 0 0,0 0 0,1-1 0,7 5 0,47 19 0,-43-20 0,65 26 0,25 10 0,-102-41 0,-1 0 0,1 1 0,-1 0 0,1-1 0,5 7 0,-10-9 0,-1 0 0,1-1 0,0 1 0,0 0 0,-1 0 0,1 0 0,-1 0 0,1 0 0,-1 0 0,1 0 0,-1 0 0,0 0 0,1 0 0,-1 0 0,0 0 0,0 0 0,0 1 0,0-1 0,0 0 0,-1 0 0,1 0 0,-1 0 0,1-1 0,-1 1 0,1 0 0,-1 0 0,1-1 0,-1 1 0,0 0 0,1 0 0,-1-1 0,0 1 0,0-1 0,1 1 0,-1-1 0,0 1 0,0-1 0,0 0 0,0 1 0,0-1 0,-1 1 0,-9 1 0,-1 1 0,0-1 0,1-1 0,-1 0 0,0-1 0,-19-1 0,3 0 0,-37-1 0,-83 2 0,97 8-825,47-7 285,-9 1-6286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9.1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44 24575,'0'-43'0,"0"43"0,0 4 0,0 50 0,-9 71 0,7-109 0,-2 10 0,1 0 0,0 43 0,3-60 0,1 0 0,1 0 0,-1 0 0,1-1 0,1 1 0,-1-1 0,1 1 0,1-1 0,0 0 0,0 0 0,10 13 0,-6-11-97,0 0-1,1-1 1,0 0-1,1-1 1,0 1-1,0-2 1,1 1-1,0-2 1,0 1-1,1-2 1,0 1-1,0-2 0,24 7 1,-24-8-6729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9.6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48 24575,'0'-2'0,"-4"-22"0,4 22 0,-1 1 0,1 0 0,0 0 0,0-1 0,0 1 0,1 0 0,-1 0 0,0 0 0,0-1 0,1 1 0,-1 0 0,0 0 0,1 0 0,-1 0 0,2-2 0,-2 3 0,0 0 0,1-1 0,-1 1 0,0 0 0,0 0 0,0 0 0,1 0 0,-1 0 0,0 0 0,0 0 0,0 0 0,1 0 0,-1 0 0,0 0 0,0 0 0,0 0 0,1 0 0,-1 0 0,0 1 0,0-1 0,0 0 0,1 0 0,-1 0 0,0 0 0,0 0 0,0 0 0,0 0 0,1 1 0,-1-1 0,0 0 0,0 0 0,0 0 0,0 0 0,0 0 0,1 1 0,-1-1 0,0 0 0,0 0 0,0 0 0,0 1 0,0-1 0,0 0 0,0 0 0,0 0 0,0 1 0,0-1 0,4 11 0,9 79 0,-10-65 0,0 47 0,-3-45 0,5 35 0,-1-31 0,2 0 0,13 38 0,-15-57 0,0-1 0,1 0 0,1 0 0,0 0 0,0-1 0,1 1 0,0-2 0,1 1 0,9 8 0,-13-14-62,0-1 0,1 0 0,-1 0 0,1 0 0,0-1 0,0 1 0,0-1 0,0 0 0,0-1 0,0 1 0,0-1 0,1 0-1,-1 0 1,0-1 0,1 1 0,-1-1 0,1-1 0,-1 1 0,0-1 0,1 0 0,8-2 0,-5-1-6764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9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330 0 24575,'-27'3'0,"-11"0"0,-4 3 0,2-1 0,6 3 0,6-1 0,5 1 0,5-1 0,5 1 0,2-1 0,1 0 0,-1 3 0,-1-2 0,0 1 0,1-1-8191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0.2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24575,'25'13'0,"-1"1"0,-1 1 0,0 1 0,-1 1 0,0 1 0,-2 1 0,0 1 0,-2 1 0,0 0 0,-1 1 0,-1 1 0,-1 1 0,-1 0 0,-2 1 0,0 0 0,9 29 0,20 88 0,-36-116 0,0-1 0,-2 0 0,-1 47 0,-2-65 0,-1 1 0,0-1 0,0 1 0,0-1 0,-1 1 0,0-1 0,-1 0 0,0 0 0,0 0 0,0 0 0,-7 9 0,6-11 0,1-1 0,-1 0 0,0 0 0,0 0 0,0-1 0,0 1 0,-1-1 0,1 0 0,-1-1 0,0 1 0,0-1 0,0 0 0,0 0 0,0 0 0,-1-1 0,-8 2 0,-32-1-1365,33-2-5461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0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301 24 24575,'-22'-5'0,"-9"-1"0,-3 0 0,2 1 0,7 3 0,6 4 0,2-1 0,3 4 0,0 0 0,1-1 0,0 0 0,0-2 0,-1-1 0,0 0 0,0-1 0,2 0-8191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0.8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227 1 24575,'-25'0'0,"-10"0"0,-4 2 0,-1 4 0,5 0 0,5 0 0,8-2-8191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2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808 15 24575,'20'-2'0,"44"-8"0,-64 10 0,-1 0 0,1 0 0,0 0 0,0 0 0,0 0 0,0 0 0,0 0 0,0 0 0,0 0 0,0 0 0,0 0 0,0 0 0,0 0 0,0 0 0,0 0 0,0 0 0,0 0 0,0 0 0,0 0 0,0 0 0,0 0 0,0 0 0,0 0 0,0 0 0,0 0 0,0 0 0,0-1 0,0 1 0,0 0 0,0 0 0,0 0 0,0 0 0,0 0 0,0 0 0,0 0 0,0 0 0,0 0 0,0 0 0,-10-1 0,-13 0 0,-26 8 0,-13 0 0,-44 1 0,-27 0 0,-205-9 0,326 2 0,0 0 0,-1 0 0,1 2 0,0-1 0,0 1 0,-14 6 0,25-8 0,0-1 0,-1 1 0,1-1 0,0 1 0,0 0 0,-1-1 0,1 1 0,0 0 0,0 0 0,0 0 0,0 0 0,0 0 0,0 0 0,0 0 0,0 0 0,1 0 0,-2 3 0,2-3 0,-1 0 0,1 0 0,0 0 0,0-1 0,0 1 0,0 0 0,0 0 0,0 0 0,0 0 0,1 0 0,-1 0 0,0 0 0,1 0 0,-1 0 0,0 0 0,1 0 0,-1 0 0,1-1 0,0 2 0,2 2 0,0-1 0,1 1 0,-1-1 0,1 0 0,-1 0 0,1-1 0,0 1 0,0-1 0,6 3 0,45 17 0,110 26 0,-109-34 0,0 3 0,58 25 0,-112-41 0,1 0 0,-1 0 0,1 1 0,-1-1 0,0 1 0,0-1 0,1 1 0,-1 0 0,0 0 0,-1 0 0,1 0 0,0 0 0,-1 0 0,1 1 0,-1-1 0,3 6 0,-4-7 0,0 1 0,1 0 0,-1 0 0,0-1 0,0 1 0,0 0 0,0 0 0,0-1 0,-1 1 0,1 0 0,-1 0 0,1-1 0,-1 1 0,1 0 0,-1-1 0,0 1 0,0-1 0,0 1 0,0-1 0,0 1 0,0-1 0,0 0 0,0 1 0,-1-1 0,1 0 0,-3 2 0,-10 7 0,0-1 0,0 0 0,-1-1 0,-31 12 0,-68 17 0,5-3 0,69-19 0,1 3 0,1 0 0,-38 27 0,72-42 0,0-1 0,0 1 0,0 1 0,0-1 0,0 1 0,1-1 0,0 1 0,0 0 0,-4 6 0,7-9 0,-1-1 0,1 0 0,0 1 0,0-1 0,0 1 0,0-1 0,0 0 0,0 1 0,-1-1 0,1 1 0,0-1 0,0 0 0,0 1 0,0-1 0,0 1 0,1-1 0,-1 1 0,0-1 0,0 0 0,0 1 0,0-1 0,0 1 0,1-1 0,-1 0 0,0 1 0,0-1 0,0 0 0,1 1 0,13 5 0,19-5 0,-29-1 0,86 6 0,-16 0 0,390-6 0,-332-7 96,23-1-1557,-140 8-5365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5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24575,'-1'0'0,"1"0"0,0 0 0,0 1 0,-1-1 0,1 0 0,0 0 0,0 0 0,0 1 0,-1-1 0,1 0 0,0 0 0,0 1 0,0-1 0,0 0 0,0 0 0,-1 1 0,1-1 0,0 0 0,0 0 0,0 1 0,0-1 0,0 0 0,0 0 0,0 1 0,0-1 0,0 0 0,0 1 0,0-1 0,0 0 0,0 0 0,0 1 0,0-1 0,1 0 0,-1 0 0,0 1 0,0-1 0,0 1 0,5 14 0,-3-11 0,52 156 0,-53-157 0,0 1 0,1-1 0,-1 1 0,1-1 0,4 7 0,-5-10 0,-1 1 0,1-1 0,-1 1 0,1-1 0,-1 1 0,1-1 0,0 1 0,-1-1 0,1 0 0,-1 1 0,1-1 0,0 0 0,-1 0 0,1 1 0,0-1 0,0 0 0,-1 0 0,1 0 0,0 0 0,-1 0 0,1 0 0,0 0 0,0 0 0,-1 0 0,1 0 0,0-1 0,-1 1 0,1 0 0,0 0 0,0-1 0,-1 1 0,1 0 0,-1-1 0,1 1 0,0 0 0,-1-1 0,1 1 0,0-2 0,8-6 0,0 0 0,-1-1 0,1 0 0,11-18 0,22-44 0,-33 56 0,-9 14 0,0 1 0,0-1 0,1 1 0,-1-1 0,0 0 0,1 1 0,-1-1 0,1 1 0,-1-1 0,0 1 0,1-1 0,-1 1 0,1-1 0,0 1 0,-1 0 0,1-1 0,-1 1 0,1 0 0,0-1 0,-1 1 0,1 0 0,-1 0 0,1 0 0,0-1 0,-1 1 0,1 0 0,0 0 0,-1 0 0,1 0 0,0 0 0,0 0 0,-1 1 0,1-1 0,0 0 0,-1 0 0,1 0 0,-1 0 0,1 1 0,0-1 0,-1 0 0,1 1 0,-1-1 0,2 1 0,2 2 0,0 1 0,-1 0 0,1-1 0,5 9 0,-1-2 0,8 7 0,1 0 0,0-1 0,2 0 0,-1-2 0,25 15 0,-20-12-1365,-14-9-5461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6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263 143 24575,'-8'-6'0,"-31"-27"0,-86-54 0,121 85 0,-1-1 0,1 1 0,-1 0 0,0 0 0,0 1 0,0-1 0,-5 0 0,9 2 0,-1 0 0,1 0 0,-1 0 0,1 0 0,0 0 0,-1 0 0,1 0 0,-1 1 0,1-1 0,0 1 0,-1-1 0,1 1 0,0-1 0,-1 1 0,1 0 0,0 0 0,0-1 0,0 1 0,0 0 0,0 0 0,0 0 0,0 0 0,0 0 0,0 0 0,0 1 0,0-1 0,1 0 0,-1 0 0,0 3 0,-2 3 0,1 1 0,0-1 0,0 1 0,0-1 0,1 1 0,0 11 0,3 49 0,-2-64 0,1 9 0,1-1 0,0 1 0,0-1 0,2 0 0,-1 0 0,2 0 0,-1 0 0,8 11 0,-3-7 0,2 0 0,-1-1 0,2 0 0,23 24 0,3-5 0,2-2 0,87 54 0,-77-61 0,-40-20 0,1-1 0,-1 2 0,0-1 0,-1 1 0,0 1 0,12 10 0,-20-17 0,0 1 0,-1 0 0,1 0 0,0-1 0,-1 1 0,1 0 0,0 0 0,-1 0 0,1 0 0,-1 0 0,1 0 0,-1 0 0,0 0 0,1 0 0,-1 0 0,0 0 0,0 0 0,0 0 0,0 1 0,0-1 0,0 0 0,0 0 0,0 0 0,0 0 0,0 1 0,-1 0 0,0-1 0,0 1 0,0-1 0,0 1 0,-1-1 0,1 1 0,0-1 0,-1 0 0,1 0 0,0 0 0,-1 1 0,0-1 0,-2 1 0,-4 2 0,-1-1 0,0 1 0,0-2 0,-15 4 0,-89 8 0,108-14 0,-8 3 0,-24-1 0,34-1 0,-1-2 0,1 1 0,-1 0 0,0-1 0,1 1 0,-1-1 0,1 0 0,0 0 0,-1-1 0,1 1 0,-5-4 0,7 5-3,0-1 0,0 1 0,0-1 0,1 1 0,-1-1 0,0 0 0,1 1 0,-1-1-1,0 0 1,1 0 0,-1 1 0,1-1 0,-1 0 0,1 0 0,-1 0 0,1 0 0,0 0 0,-1 0-1,1 0 1,0 0 0,0 0 0,0 0 0,0 0 0,0 1 0,0-3 0,0 1 19,1 0 1,0 0 0,-1 1 0,1-1-1,0 0 1,0 0 0,0 1-1,0-1 1,1 0 0,-1 1-1,3-3 1,3-3-388,1 1-1,0 0 1,15-9 0,-13 10-6455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6.9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57 24575,'4'-21'0,"3"-15"0,-3 67 0,-9 114 0,1-94 0,2 0 0,2 0 0,9 63 0,-5-91 0,12 40 0,-14-55 0,2 0 0,-1-1 0,1 1 0,0-1 0,1 0 0,-1 0 0,1 0 0,8 8 0,-6-8-85,1 0 0,-1 0-1,1-1 1,0 0 0,0 0-1,1-1 1,0 0 0,0 0-1,0-1 1,0 0 0,1-1-1,-1 0 1,1-1 0,0 0-1,15 2 1,-13-4-6741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7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49 24575,'0'0'0,"-4"-26"0,4 25 0,0 0 0,0 0 0,0 0 0,0 0 0,0 0 0,0 0 0,0 0 0,1-1 0,-1 1 0,0 0 0,1 0 0,-1 0 0,1 0 0,-1 0 0,1 0 0,-1 0 0,1 1 0,-1-1 0,2-2 0,-1 3 0,0 0 0,-1 0 0,1 0 0,-1 0 0,1 0 0,-1 0 0,1 0 0,-1 0 0,1 0 0,-1 0 0,1 0 0,-1 1 0,1-1 0,-1 0 0,1 0 0,-1 0 0,1 1 0,-1-1 0,1 0 0,-1 0 0,1 1 0,-1-1 0,0 1 0,1-1 0,-1 0 0,1 1 0,-1-1 0,0 1 0,0-1 0,1 1 0,-1 0 0,12 18 0,-11-17 0,4 7 0,-1 2 0,0-1 0,0 0 0,-1 1 0,0 0 0,-1-1 0,1 19 0,-3 80 0,-1-59 0,0-13 0,2 56 0,0-78 0,0 0 0,2 1 0,7 27 0,-7-36 0,-1-1 0,1-1 0,0 1 0,0 0 0,1-1 0,0 1 0,0-1 0,0 0 0,1-1 0,-1 1 0,1-1 0,0 0 0,1 0 0,-1 0 0,10 4 0,-10-5 0,0-1 0,0 0 0,0 0 0,1 0 0,-1-1 0,0 1 0,1-2 0,-1 1 0,1 0 0,-1-1 0,1 0 0,-1 0 0,1-1 0,-1 1 0,1-1 0,-1-1 0,1 1 0,7-4 0,-2 0-1365,-2 0-5461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7.6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361 16 24575,'-29'-2'0,"-15"-2"0,-3 1 0,5 1 0,5 0 0,5 1 0,7 0 0,4 1 0,1 2 0,2 2 0,1-1 0,1 2 0,4 0-8191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7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170 0 24575,'-27'0'0,"-11"0"0,-2 3 0,4 0 0,7 0-8191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8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 24575,'11'13'0,"0"0"0,-1 2 0,-1-1 0,0 1 0,11 26 0,-12-24 0,1-1 0,0 1 0,1-1 0,17 20 0,-26-35 0,0 1 0,0-1 0,0 0 0,0 0 0,0 0 0,0 0 0,1 0 0,-1 0 0,0 0 0,1-1 0,-1 1 0,1 0 0,-1-1 0,0 1 0,1-1 0,-1 1 0,1-1 0,-1 0 0,1 0 0,0 0 0,-1 0 0,1 0 0,-1 0 0,1 0 0,-1 0 0,1 0 0,2-2 0,-2 1 0,0 0 0,-1 0 0,1 0 0,0-1 0,0 1 0,-1-1 0,1 1 0,-1-1 0,0 1 0,1-1 0,-1 0 0,0 0 0,0 0 0,0 0 0,0 1 0,0-1 0,-1-1 0,1 1 0,0-3 0,1-8 0,0-1 0,-1 0 0,-1-14 0,0 11 0,3-23 0,-1 25 0,-1 7 0,0 1 0,0-1 0,1 0 0,0 1 0,5-14 0,-6 20 0,-1-1 0,1 1 0,0 0 0,0-1 0,0 1 0,0 0 0,0 0 0,1-1 0,-1 1 0,0 0 0,0 0 0,1 0 0,-1 1 0,1-1 0,-1 0 0,1 0 0,-1 1 0,1-1 0,-1 1 0,1-1 0,0 1 0,-1 0 0,1 0 0,-1 0 0,1 0 0,0 0 0,-1 0 0,1 0 0,0 0 0,-1 0 0,1 1 0,-1-1 0,3 2 0,2 0 0,0 0 0,0 1 0,-1 0 0,1 0 0,-1 1 0,1-1 0,-1 1 0,7 6 0,36 42 0,-36-38 0,-4-5-102,8 8 220,15 23-1,-28-36-253,0 1 0,0 0-1,0 0 1,-1 0 0,0 0 0,0 0 0,0 0 0,-1 1-1,1-1 1,0 10 0,-2-3-6690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9.1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24575,'-1'29'0,"2"-1"0,2 0 0,0 0 0,2 0 0,1-1 0,14 41 0,-18-62-62,44 124-1241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9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641 48 24575,'5'-11'0,"-4"10"0,0-1 0,-1 0 0,1 0 0,0 0 0,-1 0 0,1 1 0,-1-1 0,1-3 0,-1 5 0,0-1 0,-1 0 0,1 1 0,0-1 0,0 1 0,-1-1 0,1 0 0,0 1 0,-1-1 0,1 1 0,0-1 0,-1 1 0,1-1 0,-1 1 0,1 0 0,-1-1 0,1 1 0,-1-1 0,1 1 0,-1 0 0,1-1 0,-1 1 0,1 0 0,-1 0 0,0 0 0,1-1 0,-1 1 0,1 0 0,-1 0 0,0 0 0,0 0 0,-20-3 0,0 2 0,-1 0 0,-31 3 0,7-1 0,-76-1-63,-203 10-1239,299-8-5524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50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53 24575,'5'-6'0,"1"1"0,-1 0 0,1 0 0,0 1 0,1 0 0,-1 0 0,1 0 0,-1 1 0,1 0 0,11-3 0,-12 5 0,-1 0 0,1 0 0,-1 1 0,1 0 0,0 0 0,-1 0 0,1 1 0,-1 0 0,1 0 0,-1 0 0,1 1 0,-1-1 0,0 1 0,10 5 0,3 4 0,1 0 0,-1 1 0,16 15 0,47 47 0,-81-74 0,19 19 0,-1 0 0,0 2 0,-2 0 0,-1 0 0,0 2 0,-2 0 0,0 0 0,-2 1 0,0 1 0,7 27 0,-14-35 0,1 0 0,-2 1 0,-1-1 0,0 1 0,-1 0 0,0 0 0,-2 0 0,0 0 0,-1-1 0,-1 1 0,-1-1 0,0 1 0,-1-1 0,-1 0 0,-16 31 0,16-38 11,-1 1 0,0-1 0,-1 0 0,0-1 0,-1 0 0,0 0-1,0-1 1,-1 0 0,0-1 0,-16 10 0,-4-1-506,-1-2 0,-50 18 0,55-24-6331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59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 24575,'0'0'0,"6"-20"0,-2 15 0,-1 13 0,0 40 0,-3 61 0,-2-42 0,2-67 0,4 268-279,1-180 139,17 91 1,4-41 139,16 102 0,-33-169 0,0 99 0,-9-159-135,0 0 1,-2 0-1,1 0 1,-1 0-1,-5 15 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59.4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24575,'0'1'0,"1"-1"0,0 1 0,-1-1 0,1 1 0,-1-1 0,1 1 0,-1-1 0,1 1 0,-1 0 0,1-1 0,-1 1 0,1 0 0,-1-1 0,0 1 0,0 0 0,1 0 0,-1-1 0,0 1 0,0 0 0,0 0 0,0-1 0,0 1 0,0 1 0,1 2 0,48 259 0,96 326-633,-141-576 645,15 47-648,14 85 0,-30-123-5662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0.1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518 681 24575,'-130'-304'0,"110"254"0,-16-61 0,-1-3 0,34 105 0,-1 1 0,0 0 0,0 0 0,-1 0 0,0 0 0,-1 0 0,1 1 0,-2 0 0,1 0 0,-1 1 0,-11-9 0,17 14 0,0 1 0,1 0 0,-1 0 0,1-1 0,-1 1 0,0 0 0,1 0 0,-1 0 0,1 0 0,-1-1 0,0 1 0,1 0 0,-1 0 0,0 0 0,1 1 0,-1-1 0,1 0 0,-1 0 0,0 0 0,1 0 0,-1 1 0,1-1 0,-1 0 0,0 0 0,1 1 0,-1-1 0,1 0 0,-1 1 0,1-1 0,-1 1 0,1-1 0,0 1 0,-1-1 0,1 1 0,0-1 0,-1 1 0,1-1 0,0 1 0,-1-1 0,1 1 0,0 1 0,-13 30 0,11-25 0,-36 98 0,-72 137 0,85-198-1365,14-27-5461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1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22 24575,'8'-19'0,"-8"19"0,0-1 0,0 1 0,0 0 0,0 0 0,0 0 0,0 0 0,0 0 0,1-1 0,-1 1 0,0 0 0,0 0 0,0 0 0,0 0 0,0 0 0,1 0 0,-1 0 0,0-1 0,0 1 0,0 0 0,1 0 0,-1 0 0,0 0 0,0 0 0,0 0 0,0 0 0,1 0 0,-1 0 0,0 0 0,0 0 0,0 0 0,0 0 0,1 0 0,-1 0 0,6 11 0,3 23 0,-2 1 0,4 45 0,-2-11 0,25 142 76,40 297-818,-60-333 732,-14-143 40,-1-1 0,-1 1 1,-10 48-1,12-79-19,0 2-66,-1 0 0,1 0 1,-1 0-1,0 0 0,0 0 0,0-1 1,0 1-1,0 0 0,-1-1 1,1 1-1,-1-1 0,0 1 0,0-1 1,-3 3-1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1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24575,'3'86'-146,"24"156"1,44 80-147,-6-115 292,-10-37 0,-53-163 58,0-2-176,-1 0 1,1 0 0,-1 0 0,-1 0 0,1 0 0,-1 1 0,0 9 0,-2-6-6612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1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660 529 24575,'-50'-70'0,"-4"2"0,-3 3 0,-3 2 0,-92-75 0,78 67 0,29 26 0,44 44 0,0 0 0,1 1 0,-1-1 0,0 0 0,1 1 0,-1-1 0,0 1 0,0-1 0,0 1 0,1-1 0,-1 1 0,0 0 0,0-1 0,0 1 0,0 0 0,0 0 0,0-1 0,0 1 0,-1 0 0,2 0 0,-1 1 0,1-1 0,-1 0 0,0 1 0,1-1 0,-1 0 0,1 1 0,0-1 0,-1 1 0,1-1 0,-1 0 0,1 1 0,0-1 0,-1 1 0,1 0 0,0-1 0,-1 1 0,1-1 0,0 1 0,0-1 0,0 1 0,-1 0 0,0 6 0,0 0 0,0 0 0,1 0 0,0 8 0,0-5 0,-2 12 20,0 0 0,-1 0 0,-1-1 0,-1 1 0,-13 31 0,12-37-206,-1-1 1,-1 0-1,0 0 0,-1 0 1,-1-2-1,0 1 1,-21 21-1,16-21-6640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5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62 24575,'0'-3'0,"0"1"0,0 0 0,0 0 0,1 0 0,-1-1 0,1 1 0,-1 0 0,1 0 0,0 0 0,-1 0 0,1 0 0,0 0 0,0 0 0,1 0 0,-1 1 0,0-1 0,1 0 0,-1 1 0,1-1 0,-1 1 0,1-1 0,0 1 0,0 0 0,-1-1 0,1 1 0,0 0 0,0 0 0,0 1 0,0-1 0,0 0 0,4 0 0,5-2 0,0 1 0,0 0 0,0 1 0,0 1 0,0-1 0,17 3 0,66 14 0,-3 8 0,-78-19 0,-1 0 0,1 1 0,-1 0 0,21 15 0,-30-19 0,-1-1 0,1 1 0,-1 0 0,0 1 0,0-1 0,0 0 0,0 1 0,0-1 0,-1 1 0,1-1 0,-1 1 0,1 0 0,-1 0 0,0 0 0,0-1 0,0 1 0,-1 0 0,1 0 0,-1 0 0,1 1 0,-1-1 0,0 0 0,0 0 0,-1 0 0,1 0 0,-1 0 0,1 0 0,-1 0 0,0 0 0,-2 5 0,0-2 0,-1 1 0,1-1 0,-1 0 0,0-1 0,-1 1 0,1-1 0,-1 0 0,0 0 0,0 0 0,-1 0 0,1-1 0,-11 5 0,-4 1 0,-1-1 0,-1-1 0,1-1 0,-1-1 0,-1-1 0,1-1 0,-31 1 0,32-3 0,1-2 0,-1-1 0,-37-5 0,48 4 0,0 0 0,0-1 0,0 0 0,0-1 0,1 0 0,-1 0 0,1-1 0,0 0 0,-13-11 0,18 13 0,1-1 0,0 1 0,0-1 0,0 0 0,1-1 0,-1 1 0,1 0 0,0-1 0,0 1 0,0-1 0,1 0 0,0 1 0,-1-1 0,2 0 0,-1 0 0,1 0 0,-1 0 0,1 0 0,1 0 0,-1 0 0,1 1 0,1-8 0,0 5 0,-1 0 0,1 0 0,1 0 0,-1 0 0,1 0 0,1 0 0,-1 1 0,1 0 0,0-1 0,0 1 0,1 1 0,0-1 0,0 1 0,8-7 0,-5 6-341,1 1 0,-1 0-1,10-3 1,-5 2-6485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6.5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0 402 24575,'73'-1'0,"80"2"0,-22 14 0,-153-16 0,10 1 0,0 0 0,0-1 0,0-1 0,0 0 0,0 0 0,-21-8 0,19 4 0,-3-1 0,1-1 0,0 0 0,-19-14 0,31 20 0,0-1 0,1 0 0,-1 0 0,1 0 0,0-1 0,0 1 0,0-1 0,0 0 0,1 1 0,0-1 0,-1 0 0,2-1 0,-1 1 0,0 0 0,1-1 0,-1 1 0,1 0 0,0-6 0,0-3 0,0 1 0,2-1 0,-1 0 0,1 1 0,1-1 0,0 1 0,5-13 0,-5 18 0,1-1 0,0 1 0,1 1 0,-1-1 0,1 0 0,1 1 0,-1 0 0,1 0 0,0 0 0,1 0 0,-1 1 0,12-8 0,-3 3 0,1 2 0,0 0 0,1 1 0,-1 1 0,1 0 0,0 1 0,1 0 0,-1 2 0,29-3 0,0 3 0,1 1 0,62 8 0,-6 7 0,-87-10 0,1 1 0,-1 1 0,0 0 0,20 11 0,-32-15 0,-1 0 0,1 1 0,-1-1 0,0 1 0,1 0 0,-1 0 0,0 0 0,0 0 0,0 0 0,-1 0 0,1 1 0,0-1 0,-1 0 0,1 1 0,-1-1 0,0 1 0,0 0 0,0-1 0,1 6 0,-2-5 0,0 1 0,0-1 0,0 0 0,0 1 0,0-1 0,-1 0 0,0 1 0,1-1 0,-1 0 0,0 0 0,-1 0 0,1 0 0,0 0 0,-1 0 0,0 0 0,-3 4 0,-8 9 0,-29 27 0,32-34 0,0 0 0,1 1 0,0 0 0,0 1 0,1 0 0,1 0 0,-10 18 0,16-27 0,0 0 0,0 0 0,1 0 0,-1 0 0,1 0 0,-1 0 0,1 1 0,0-1 0,0 0 0,0 0 0,0 0 0,0 0 0,0 0 0,0 0 0,1 0 0,-1 1 0,1-1 0,0 0 0,0 0 0,1 2 0,0-1 0,0 0 0,0-1 0,0 1 0,1-1 0,0 1 0,-1-1 0,1 0 0,0 0 0,0 0 0,0 0 0,4 2 0,5 0 0,0 1 0,1-1 0,-1-1 0,1 0 0,21 1 0,-12-2 60,29-1 0,-44-2-225,0 1 0,0-1 0,0-1 0,0 1 0,0-1 0,0 0 0,-1-1 0,9-3 0,-6 0-6661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6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316 1 24575,'-33'0'0,"7"-1"0,1 1 0,-44 7 0,67-6 0,0-1 0,0 0 0,0 1 0,0-1 0,0 1 0,0 0 0,0 0 0,1 0 0,-1 0 0,0 0 0,0 0 0,1 0 0,-1 1 0,1-1 0,-1 0 0,1 1 0,0-1 0,-1 1 0,1 0 0,0 0 0,0-1 0,0 1 0,-1 2 0,2-1 0,-1 0 0,1-1 0,0 1 0,-1 0 0,1-1 0,1 1 0,-1 0 0,0-1 0,0 1 0,1 0 0,0-1 0,-1 1 0,1-1 0,0 1 0,0-1 0,1 1 0,1 2 0,2 3 0,0 0 0,1 0 0,1-1 0,-1 0 0,1 0 0,10 7 0,50 34 0,-44-33 0,29 23 0,-50-36 0,0 0 0,-1 0 0,1-1 0,0 1 0,0 1 0,-1-1 0,1 0 0,-1 0 0,0 0 0,0 1 0,2 3 0,-3-5 0,0-1 0,0 1 0,0 0 0,0-1 0,0 1 0,0 0 0,0-1 0,0 1 0,0 0 0,0-1 0,-1 1 0,1 0 0,0-1 0,0 1 0,-1 0 0,1-1 0,0 1 0,-1 0 0,0 0 0,0 0 0,0 0 0,0 0 0,-1 0 0,1 0 0,0 0 0,0-1 0,0 1 0,-1 0 0,1-1 0,-1 1 0,0 0 0,-7 1 0,-1 0 0,1-1 0,0 1 0,-1-2 0,-15 0 0,-49-7 0,24 1 0,-63-8-1365,95 12-5461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7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0 101 24575,'2'-7'0,"0"1"0,1-1 0,-1 0 0,1 1 0,0 0 0,1 0 0,0 0 0,0 0 0,8-9 0,-9 12 0,1 0 0,-1 0 0,1 1 0,0-1 0,0 1 0,-1 0 0,1 0 0,1 0 0,-1 1 0,0-1 0,0 1 0,1 0 0,-1 0 0,0 1 0,1-1 0,6 1 0,1 1 0,-1 0 0,1 1 0,-1 0 0,1 1 0,-1 0 0,0 1 0,0 0 0,0 1 0,-1 0 0,1 1 0,-1 0 0,0 0 0,-1 1 0,11 10 0,-18-15 0,0 0 0,0 0 0,-1 0 0,1 1 0,0-1 0,-1 0 0,1 1 0,-1 0 0,0-1 0,0 1 0,0 0 0,0-1 0,0 1 0,-1 0 0,1 3 0,-1-1 0,0-1 0,0 1 0,0-1 0,-1 1 0,0-1 0,0 1 0,0-1 0,-3 8 0,-1-2 0,1-1 0,-2 0 0,1 0 0,-1 0 0,0-1 0,-1 0 0,-12 12 0,-17 8 0,24-20 0,0 1 0,-18 18 0,27-24 0,1-1 0,0 1 0,-1 0 0,1 0 0,0 0 0,1 0 0,-1 0 0,1 0 0,-1 1 0,1-1 0,0 0 0,0 1 0,0-1 0,1 1 0,-1-1 0,1 5 0,0-5 0,1-1 0,-1 0 0,1 1 0,0-1 0,0 0 0,0 0 0,0 0 0,0 1 0,0-1 0,0 0 0,1 0 0,-1 0 0,1-1 0,0 1 0,-1 0 0,1-1 0,0 1 0,0-1 0,0 1 0,4 1 0,6 3 0,0 0 0,19 7 0,-16-7 0,18 6 0,0-1 0,1-1 0,0-2 0,46 5 0,-74-12 20,0 0 0,0-1 0,0 0 0,0-1 0,10-1 0,-15 2-88,1-1 1,0 1-1,0-1 1,-1 1-1,1-1 1,0 0-1,-1 0 1,1 0-1,0 0 1,-1 0-1,1 0 1,-1 0-1,0 0 1,1-1-1,-1 1 1,0-1-1,0 1 1,0-1-1,0 1 1,0-1-1,1-2 1,1-7-6759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8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1 436 24575,'244'0'0,"-281"-23"0,36 23 0,-79-53 0,69 45 0,0-1 0,1 0 0,1-1 0,0 0 0,-9-13 0,8 10 0,1-1 0,0 0 0,-9-21 0,16 31 0,1-1 0,-1 0 0,1 1 0,0-1 0,0 0 0,0 0 0,1 0 0,0 1 0,0-1 0,0 0 0,0 0 0,1 0 0,0 0 0,0 0 0,0 1 0,2-6 0,0 3 0,1-1 0,0 1 0,0 0 0,1 0 0,0 0 0,0 1 0,0-1 0,1 1 0,0 1 0,0-1 0,1 1 0,-1 0 0,1 0 0,12-5 0,-8 4 0,1 1 0,0 1 0,0 0 0,0 1 0,0 0 0,1 1 0,-1 0 0,24 0 0,-19 2 0,0 1 0,27 4 0,-39-4 0,0 0 0,0 1 0,-1-1 0,1 1 0,0 0 0,-1 0 0,1 0 0,-1 1 0,0 0 0,0-1 0,0 2 0,0-1 0,5 5 0,-7-5 0,-1 0 0,1 0 0,0 0 0,-1 0 0,0 1 0,0-1 0,0 0 0,0 1 0,0-1 0,-1 0 0,1 1 0,-1 4 0,0 8 0,-2 21 0,1-29 0,-2 12 0,-8 32 0,5-32 0,-3 31 0,9-48 0,0 1 0,0-1 0,0 0 0,0 1 0,0-1 0,1 0 0,0 1 0,-1-1 0,1 0 0,0 1 0,1-1 0,-1 0 0,1 0 0,-1 0 0,1 0 0,0 0 0,0-1 0,0 1 0,0-1 0,1 1 0,-1-1 0,1 0 0,-1 1 0,1-1 0,0-1 0,0 1 0,0 0 0,0-1 0,0 1 0,6 1 0,4 1 0,1-1 0,0 0 0,-1 0 0,1-2 0,0 0 0,16 0 0,-13-2 0,1 0 0,-1 0 0,1-2 0,-1 0 0,0-1 0,0-1 0,25-11 0,-29 9-1365,-4 0-5461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8.9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16 24575,'-1'-1'0,"1"0"0,-1 0 0,1 0 0,-1 0 0,1 1 0,-1-1 0,1 0 0,-1 0 0,0 0 0,1 1 0,-1-1 0,0 0 0,0 1 0,1-1 0,-1 1 0,0-1 0,0 1 0,0-1 0,0 1 0,0-1 0,0 1 0,0 0 0,0 0 0,-2-1 0,2 1 0,-1 1 0,1-1 0,-1 0 0,1 1 0,-1-1 0,1 1 0,-1 0 0,1-1 0,-1 1 0,1 0 0,0 0 0,-1 0 0,-1 2 0,-2 2 0,0 0 0,1 0 0,0 0 0,0 0 0,1 1 0,-5 8 0,6-8 0,0-1 0,0 0 0,0 0 0,1 0 0,0 1 0,1-1 0,-1 1 0,1-1 0,0 1 0,0-1 0,0 0 0,1 1 0,0-1 0,0 1 0,0-1 0,3 7 0,3 4 0,1 0 0,1-1 0,17 24 0,-11-16 0,-15-22 0,1 0 0,0 0 0,-1 0 0,1 0 0,-1 0 0,1 0 0,-1 0 0,1 0 0,-1 0 0,0 0 0,0 0 0,1 0 0,-1 1 0,0-1 0,0 0 0,0 0 0,0 0 0,0 0 0,-1 1 0,1-1 0,-1 2 0,0-2 0,1 0 0,-1 1 0,0-1 0,0 0 0,0 0 0,0 0 0,-1 0 0,1 0 0,0 0 0,0 0 0,-1 0 0,1 0 0,0 0 0,-3 0 0,-4 2 0,0-1 0,0 0 0,0 0 0,-16 1 0,-41 0-1365,47-3-5461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1.5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1 422 24575,'18'-4'0,"0"0"0,1 1 0,-1 2 0,1-1 0,0 2 0,0 1 0,-1 0 0,23 5 0,11 1 0,-52-7 0,0 0 0,0 0 0,0 0 0,0 0 0,0 0 0,0 0 0,0 0 0,0 0 0,0 0 0,0 0 0,1 0 0,-1 0 0,0 0 0,0 0 0,0 0 0,0 0 0,0 0 0,0 0 0,0 0 0,0 0 0,0 0 0,0 0 0,0 0 0,0 0 0,0 0 0,0 0 0,1 0 0,-1 0 0,0 0 0,0 0 0,0 0 0,0 1 0,0-1 0,0 0 0,0 0 0,0 0 0,0 0 0,0 0 0,0 0 0,0 0 0,0 0 0,0 0 0,0 0 0,0 0 0,0 0 0,0 1 0,0-1 0,0 0 0,0 0 0,0 0 0,0 0 0,0 0 0,0 0 0,0 0 0,0 0 0,-6 3 0,-8 0 0,9-4 0,0 0 0,1 0 0,-1 0 0,0-1 0,1 1 0,-1-1 0,1 0 0,-1-1 0,1 1 0,-5-5 0,-6-5 0,-18-18 0,13 11 0,12 11 0,0-1 0,0 0 0,0 0 0,1 0 0,1-1 0,0 0 0,0-1 0,1 1 0,0-1 0,1 0 0,0-1 0,-3-15 0,5 20 0,1 1 0,1-1 0,-1 1 0,1-1 0,0 0 0,0 1 0,1-1 0,0 1 0,0-1 0,1 1 0,-1 0 0,1-1 0,1 1 0,-1 0 0,1 0 0,0 0 0,1 1 0,-1-1 0,1 1 0,0 0 0,0 0 0,1 0 0,9-8 0,-5 7 0,0 0 0,0 1 0,1 0 0,0 0 0,0 1 0,0 0 0,1 1 0,-1 0 0,1 1 0,-1 0 0,1 1 0,0 0 0,21 1 0,-9 1 0,0 1 0,-1 2 0,1 0 0,-1 2 0,35 12 0,-48-15 0,0 1 0,0 0 0,-1 1 0,1 0 0,-1 1 0,0-1 0,0 1 0,-1 1 0,12 12 0,-16-16 0,-1 0 0,1 1 0,-1-1 0,0 0 0,0 1 0,0 0 0,-1-1 0,1 1 0,-1 0 0,0 0 0,0 0 0,-1 0 0,1 0 0,-1 0 0,0 0 0,1 0 0,-2 0 0,1 0 0,0-1 0,-1 1 0,0 0 0,0 0 0,0 0 0,-1 0 0,1 0 0,-4 4 0,0 3 0,-1-1 0,-1-1 0,0 1 0,0-1 0,0-1 0,-2 1 0,1-1 0,-1-1 0,0 1 0,-16 9 0,22-16 0,1 1 0,-1 0 0,1 0 0,0 0 0,0 0 0,0 0 0,0 0 0,0 0 0,0 1 0,1-1 0,-1 1 0,1-1 0,-1 1 0,1-1 0,-2 6 0,3-5 0,0-1 0,-1 1 0,1-1 0,0 1 0,1-1 0,-1 0 0,0 1 0,1-1 0,-1 1 0,1-1 0,-1 0 0,1 1 0,0-1 0,0 0 0,0 0 0,1 0 0,-1 0 0,0 0 0,4 4 0,0-1 10,1 1 0,0-1 0,0 0 0,0-1 0,0 1 0,1-1 0,0-1 0,0 1 0,0-1 0,0 0 0,8 2 0,-1-1-258,0-1 1,0-1-1,0 0 1,0-1-1,16 0 1,-17-2-6579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271 29 24575,'-10'-4'0,"-45"-15"0,49 18 0,0-1 0,0 1 0,0 1 0,-1-1 0,1 1 0,0 0 0,-7 1 0,12-1 0,0 0 0,-1 0 0,1 1 0,0-1 0,-1 0 0,1 1 0,0 0 0,-1-1 0,1 1 0,0-1 0,0 1 0,0 0 0,0 0 0,0 0 0,0 0 0,0 0 0,0 0 0,0 0 0,0 0 0,-1 2 0,1 0 0,0-1 0,1 0 0,-1 0 0,1 1 0,-1-1 0,1 0 0,0 1 0,0-1 0,0 1 0,0-1 0,0 4 0,1 0 0,1 0 0,-1 0 0,1 0 0,0 0 0,1-1 0,-1 1 0,1 0 0,5 7 0,21 20 0,-21-24 0,0-1 0,-1 2 0,0-1 0,8 15 0,-14-23 0,0 0 0,-1 1 0,1-1 0,0 1 0,-1-1 0,1 1 0,-1 0 0,1-1 0,-1 1 0,0-1 0,0 1 0,0 0 0,0-1 0,0 1 0,0 0 0,0-1 0,-1 1 0,1-1 0,-1 1 0,1 0 0,-1-1 0,1 1 0,-2 2 0,0-3 0,0 1 0,1 0 0,-1-1 0,0 1 0,0-1 0,0 0 0,1 0 0,-1 0 0,-1 0 0,1 0 0,0 0 0,0 0 0,0-1 0,0 1 0,-1-1 0,-3 1 0,-26 1 0,-1-1 0,-47-5 0,60 1-1365,4 0-5461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2.4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6 24575,'-17'0'0,"-8"0"0,-3 0 0,2 0 0,2 0 0,3 0 0,3 0 0,1 0 0,2 0 0,1 0 0,0 0 0,0-2 0,2-2-8191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2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27 24575,'-27'-5'0,"-11"-1"0,-5-1 0,4 2 0,2 2 0,4 3 0,4 2 0,5 1 0,6-1-8191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7.5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31 24575,'35'-7'0,"3"-1"0,1 2 0,1 1 0,55 1 0,-92 4 0,0 1 0,0-1 0,-1 1 0,1 0 0,0-1 0,0 1 0,0 1 0,-1-1 0,1 0 0,0 1 0,-1-1 0,1 1 0,-1 0 0,0 0 0,0 0 0,0 0 0,0 0 0,0 0 0,0 1 0,0-1 0,-1 1 0,1-1 0,1 6 0,-1-5 0,-1 0 0,0 1 0,0-1 0,0 1 0,0 0 0,-1-1 0,1 1 0,-1-1 0,0 1 0,0 0 0,0-1 0,-1 1 0,1 0 0,-1-1 0,0 1 0,0-1 0,0 1 0,-3 5 0,-8 9 0,0 0 0,-1 0 0,-1-2 0,-20 21 0,33-36 0,-1 0 0,1 0 0,0 0 0,0 0 0,1 1 0,-1-1 0,0 0 0,0 1 0,1-1 0,-2 3 0,2-4 0,0 1 0,0-1 0,0 1 0,0 0 0,0-1 0,0 1 0,0-1 0,0 1 0,0-1 0,0 1 0,0 0 0,0-1 0,1 1 0,-1-1 0,0 1 0,0-1 0,1 1 0,-1-1 0,0 1 0,1 0 0,1 0 0,-1 0 0,1 0 0,0 0 0,0 0 0,-1 0 0,1 0 0,0 0 0,0-1 0,0 1 0,0 0 0,0-1 0,0 0 0,0 0 0,4 1 0,36 0 0,46-4 0,-72 1-1365,-2-1-5461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7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24575,'0'2'0,"0"4"0,3 3 0,2 2 0,2 2 0,1 1 0,2 1 0,-1 0 0,1 0 0,-2 0 0,1-2 0,-2-2 0,1-2 0,-1 0 0,1-2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8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24575,'14'22'0,"9"10"0,1 1 0,-3-1 0,-2-5 0,-5-4 0,-2-6 0,-3-3 0,-3-4-8191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8.3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274 19 24575,'-27'-7'0,"-14"-1"0,-3 5 0,2 4 0,3 5 0,6 1 0,5 2 0,9 0-8191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9.0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1121 39 24575,'-26'-10'0,"0"2"0,-36-8 0,50 14 0,-1 1 0,0 0 0,0 0 0,0 2 0,0-1 0,0 2 0,-14 2 0,-58 13 0,0-4 0,-1-4 0,0-4 0,-121-8 0,-109-18-1365,292 19-5461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9.6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9 24575,'0'0'0,"-1"-1"0,1 0 0,-1 1 0,1-1 0,-1 1 0,0-1 0,1 1 0,-1-1 0,0 1 0,1-1 0,-1 1 0,0-1 0,0 1 0,1 0 0,-1 0 0,0-1 0,0 1 0,1 0 0,-1 0 0,0 0 0,0 0 0,-1 0 0,2 0 0,-1 1 0,0-1 0,1 0 0,-1 1 0,1-1 0,-1 1 0,1-1 0,-1 1 0,1-1 0,-1 1 0,1 0 0,0-1 0,-1 1 0,1-1 0,0 1 0,-1 0 0,1-1 0,0 1 0,0 0 0,0 0 0,-1 4 0,0-1 0,0 1 0,1 0 0,0 0 0,0 0 0,1 5 0,5 16 0,0-1 0,2 0 0,1 0 0,19 36 0,10 24 0,-36-79-119,3 10 372,-5-16-259,0 0 0,0 0 0,0 0 0,0 0 0,0 0 0,0 0 1,0 0-1,0 1 0,0-1 0,0 0 0,0 0 0,0 0 0,0 0 1,0 0-1,0 0 0,0 0 0,0 0 0,0 0 0,0 0 0,0 0 0,0 0 1,-1 0-1,1 0 0,0 1 0,0-1 0,0 0 0,0 0 0,0 0 1,0 0-1,0 0 0,0 0 0,0 0 0,0 0 0,0 0 0,0 0 1,0 0-1,0 0 0,0 0 0,0 0 0,-1 0 0,1 0 0,0 0 0,0 0 1,0 0-1,0 0 0,0 0 0,0 0 0,0 0 0,0 0 0,0 0 1,0 0-1,-1 0 0,-7-6-1182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20.0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577 30 24575,'-1'0'0,"0"-1"0,0 1 0,0-1 0,0 1 0,0-1 0,0 1 0,0 0 0,0-1 0,0 1 0,0 0 0,-1 0 0,1 0 0,0 0 0,0 0 0,0 0 0,-1 0 0,-22 5 0,18-4 0,-19 3 0,0-1 0,0-1 0,-38-3 0,-76-12 0,67 5 0,-88-9-1365,142 16-5461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57.1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28 24575,'-1'-6'0,"0"4"0,1-1 0,-1 1 0,0-1 0,0 1 0,0 0 0,-2-4 0,3 6 0,0 0 0,0-1 0,0 1 0,0 0 0,0 0 0,0 0 0,0 0 0,0 0 0,0 0 0,0 0 0,-1 0 0,1 0 0,0 0 0,0 0 0,0 0 0,0 0 0,0 0 0,0 0 0,0 0 0,0 0 0,0 0 0,0 0 0,0 0 0,-1 0 0,1 0 0,0 0 0,0 0 0,0 0 0,0 0 0,0 0 0,0 0 0,0 0 0,0 0 0,0 0 0,0 0 0,0 0 0,-1 0 0,1 0 0,0 0 0,0 0 0,0 0 0,0 0 0,0 0 0,0 0 0,0 1 0,0-1 0,0 0 0,0 0 0,-4 6 0,0 8 0,-5 35-93,1 1 0,3 0 0,3 0 0,3 60 0,31 202-444,-28-278 528,-3-30 9,45 392-156,-27 2 3,-20-316 1202,9-110-778,-2-40-1636,-6 48-5461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57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92 24575,'10'-29'0,"-8"19"0,1 1 0,1 0 0,0 0 0,7-12 0,-11 21 0,0 0 0,0 0 0,0-1 0,0 1 0,0 0 0,0 0 0,0 0 0,0 0 0,0-1 0,0 1 0,0 0 0,0 0 0,0 0 0,0 0 0,0-1 0,0 1 0,1 0 0,-1 0 0,0 0 0,0 0 0,0 0 0,0 0 0,0 0 0,0-1 0,1 1 0,-1 0 0,0 0 0,0 0 0,0 0 0,0 0 0,1 0 0,-1 0 0,0 0 0,0 0 0,0 0 0,1 0 0,-1 0 0,0 0 0,0 0 0,0 0 0,0 0 0,1 0 0,-1 0 0,0 0 0,0 0 0,0 0 0,0 0 0,1 0 0,-1 0 0,0 1 0,0-1 0,0 0 0,0 0 0,0 0 0,0 0 0,1 0 0,-1 0 0,0 1 0,0-1 0,0 0 0,0 0 0,0 0 0,0 0 0,0 0 0,0 1 0,0-1 0,0 0 0,1 0 0,1 15 0,-1-12 0,9 92 0,10 73 0,20 47-469,91 281 0,-98-400 250,10 31 379,-41-121-75,5 25 726,-7-29-890,1 0 0,-1-1 0,0 1 0,0 0 0,0 0 0,-1-1 0,1 1 0,0 0 0,0-1 0,-1 1 0,1 0 0,-1-1 0,0 1 0,1-1 0,-2 3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58.1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458 418 24575,'-98'-144'0,"57"88"0,4-1 0,-34-67 0,66 110 0,4 12 0,0-1 0,0 1 0,0-1 0,0 1 0,0 0 0,0 0 0,-3-4 0,4 6 0,0 0 0,0 0 0,-1 0 0,1 0 0,0 0 0,0 0 0,-1-1 0,1 1 0,0 0 0,0 0 0,-1 0 0,1 0 0,0 0 0,0 0 0,-1 0 0,1 0 0,0 0 0,0 0 0,-1 0 0,1 0 0,0 0 0,0 0 0,-1 0 0,1 1 0,0-1 0,0 0 0,-1 0 0,1 0 0,0 0 0,0 0 0,-1 1 0,1-1 0,0 0 0,0 0 0,0 0 0,0 1 0,-1-1 0,1 0 0,0 0 0,0 1 0,-8 11 0,6-10 0,-9 19 0,-17 43 0,1-2 0,-77 163-1365,98-212-5461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26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59 24575,'2'-3'0,"0"0"0,-1-1 0,1 1 0,0 0 0,0 0 0,1 0 0,-1 0 0,1 1 0,-1-1 0,1 0 0,0 1 0,0 0 0,0 0 0,0 0 0,1 0 0,-1 0 0,0 1 0,1-1 0,-1 1 0,1 0 0,-1 0 0,6 0 0,7-2 0,0 1 0,1 1 0,25 1 0,-36 0 0,-1 0 0,-1 0 0,0 0 0,1 0 0,-1 1 0,8 2 0,-12-3 0,1 0 0,0 0 0,0 1 0,-1-1 0,1 1 0,0-1 0,-1 1 0,1-1 0,-1 1 0,1-1 0,-1 1 0,1-1 0,-1 1 0,1 0 0,-1-1 0,1 1 0,-1 0 0,0-1 0,1 1 0,-1 0 0,0 0 0,0-1 0,1 1 0,-1 0 0,0 0 0,0-1 0,0 1 0,0 0 0,0 0 0,0 0 0,0-1 0,0 1 0,-1 0 0,1 0 0,0-1 0,0 1 0,-1 1 0,-3 6 0,1 0 0,-1-1 0,-1 1 0,1-1 0,-1 0 0,-8 8 0,5-5 0,-12 20 0,18-26 0,0-1 0,0 1 0,1 0 0,-1-1 0,1 1 0,0 0 0,0 0 0,1 0 0,-1 0 0,1 4 0,0-6 0,0 0 0,0-1 0,0 1 0,1 0 0,-1 0 0,1 0 0,0-1 0,-1 1 0,1 0 0,0-1 0,0 1 0,0-1 0,0 1 0,0-1 0,0 1 0,0-1 0,1 0 0,-1 1 0,0-1 0,1 0 0,-1 0 0,1 0 0,0 0 0,-1 0 0,1-1 0,0 1 0,-1 0 0,1-1 0,0 1 0,0-1 0,2 1 0,8 1 0,-1-1 0,0 0 0,22-2 0,-23 1 0,21 0-31,-21 0-236,1 0 0,0 0 0,-1-1 1,16-3-1,-17 1-6559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26.9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0 24575,'-3'5'0,"0"4"0,0 3 0,0 2 0,2 1 0,2 0 0,2 1 0,2-1 0,1 0 0,1 0 0,3 0 0,1-3 0,-1-4-8191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27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24575,'0'12'0,"0"7"0,3 2 0,0 1 0,0-2 0,2-2 0,0 0 0,2-5 0,-1-1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27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345 58 24575,'-29'-10'0,"-13"-3"0,-1 0 0,2 3 0,5 3 0,4 3 0,2 4 0,2 2 0,3 4 0,3 0 0,5-1-8191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54.8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24575,'23'-22'0,"7"-7"0,-27 27 0,0 0 0,0 0 0,-1 0 0,1 1 0,0-1 0,1 1 0,-1-1 0,6-1 0,-8 3 0,0 0 0,-1 0 0,1 0 0,-1 0 0,1 0 0,0 0 0,-1 0 0,1 0 0,-1 1 0,1-1 0,0 0 0,-1 0 0,1 0 0,-1 1 0,1-1 0,-1 0 0,1 1 0,-1-1 0,1 0 0,-1 1 0,1-1 0,-1 1 0,0-1 0,1 1 0,-1-1 0,1 1 0,-1-1 0,0 1 0,0-1 0,1 1 0,-1-1 0,0 1 0,0 0 0,0-1 0,1 1 0,2 26 0,-2-17 0,18 185 0,-4-31 0,47 237 0,-10-72 0,-51-320 0,0-4 0,0 1 0,0 0 0,-1 0 0,0 0 0,0-1 0,-1 8 0,1-13-2,0 1-1,0-1 1,-1 0-1,1 0 1,0 1-1,0-1 1,0 0-1,0 0 1,0 1-1,0-1 1,0 0-1,0 1 1,0-1-1,-1 0 1,1 0-1,0 0 1,0 1-1,0-1 1,-1 0 0,1 0-1,0 1 1,0-1-1,0 0 1,-1 0-1,1 0 1,0 0-1,0 0 1,-1 1-1,1-1 1,0 0-1,-1 0 1,1 0-1,-9-5 202,-5-14-1596,14 18 1312,-6-8-6741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55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39 24575,'-1'-5'0,"0"0"0,-1 0 0,1 0 0,-4-5 0,5 9 0,0 0 0,0 1 0,-1-1 0,1 1 0,0-1 0,-1 1 0,1 0 0,-1-1 0,1 1 0,0-1 0,-1 1 0,1 0 0,-1-1 0,1 1 0,-1 0 0,1-1 0,-1 1 0,1 0 0,-1 0 0,0-1 0,0 1 0,1 1 0,-1-1 0,0 0 0,1 0 0,-1 1 0,1-1 0,-1 0 0,0 0 0,1 1 0,-1-1 0,1 1 0,-1-1 0,1 1 0,-1-1 0,1 1 0,-1-1 0,1 1 0,0-1 0,-1 1 0,1-1 0,0 1 0,-1 1 0,-2 6 0,0 0 0,0 1 0,1-1 0,0 1 0,0 0 0,0 16 0,0-10 0,-4 61-77,4-1 0,2 0-1,16 111 1,56 220-338,-50-295 384,-12-62 21,11 58-10,-18-85 70,-1 0 1,-2 40-1,1-60-22,-1-1-1,-1 0 1,1 1 0,0-1-1,0 1 1,0-1 0,-1 0-1,1 1 1,-1-1 0,1 0-1,-1 1 1,0-1 0,1 0-1,-1 0 1,0 0-1,0 1 1,0-1 0,0 0-1,0 0 1,0 0 0,0 0-1,0-1 1,0 1 0,0 0-1,-1 0 1,1-1 0,0 1-1,-3 0 1,3-1-92,-1 1 0,0-1 0,0 0 0,1 0 0,-1-1 1,0 1-1,1 0 0,-1-1 0,0 1 0,1 0 0,-1-1 0,1 0 1,-1 1-1,1-1 0,-1 0 0,1 0 0,-1 0 0,1 0 0,0 0 0,0 0 1,-1 0-1,1-1 0,-1-1 0,-6-7-6762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55.8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617 529 24575,'-180'-293'0,"37"75"0,142 217 0,0-1 0,1 1 0,-1 0 0,0 0 0,0 0 0,0 0 0,0 0 0,0 0 0,0 0 0,-1 0 0,1 0 0,0 1 0,0-1 0,0 0 0,-1 1 0,1-1 0,-1 1 0,1-1 0,0 1 0,-1 0 0,1-1 0,-3 1 0,2 0 0,0 1 0,0-1 0,-1 1 0,1-1 0,0 1 0,0 0 0,0 0 0,-1 0 0,1 0 0,0 0 0,0 1 0,-2 2 0,-5 4 0,0 1 0,1 0 0,0 0 0,-7 12 0,15-21 0,-34 52 0,2 1 0,3 2 0,-27 68 0,25-32-1365,28-79-5461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28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824 88 24575,'-24'-17'0,"13"9"0,0 0 0,0 1 0,-1 0 0,0 1 0,-23-9 0,28 14 0,-1 0 0,0 1 0,0 0 0,0 0 0,0 0 0,1 1 0,-12 3 0,-18 1 0,-86-3 0,-130-14 0,206 9 0,-21-4 67,-25-1-1499,79 8-5394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28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24575,'0'3'0,"-1"0"0,1 0 0,-1 0 0,0 1 0,-2 3 0,-2 11 0,4-11 0,0 0 0,1 0 0,0-1 0,1 1 0,-1 0 0,1 0 0,4 12 0,2 2 0,10 21 0,3 10 0,-17-35 120,-3-17-162,0 1-1,0-1 1,0 0-1,0 1 1,0-1-1,0 1 1,0-1 0,0 1-1,0-1 1,0 0-1,0 1 1,0-1-1,-1 1 1,1-1 0,0 0-1,0 1 1,0-1-1,-1 1 1,1-1-1,0 0 1,0 0 0,-1 1-1,1-1 1,0 0-1,-1 1 1,1-1-1,-1 0 1,1 0 0,0 0-1,-1 1 1,1-1-1,0 0 1,-1 0-1,0 0 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28.8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431 72 24575,'-1'-1'0,"0"-1"0,0 1 0,0-1 0,0 1 0,0 0 0,0 0 0,-1 0 0,1-1 0,0 1 0,-1 0 0,1 0 0,-1 1 0,1-1 0,-1 0 0,1 0 0,-1 1 0,1-1 0,-1 1 0,0-1 0,1 1 0,-4 0 0,-4-1 0,0 1 0,1 1 0,-12 1 0,-11 1 0,-9-7 42,1-1 1,-63-16-1,-19-4-1534,103 23-5334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1.4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130 9 24575,'-1'-1'0,"-1"0"0,1 0 0,0 0 0,-1 0 0,1 1 0,-1-1 0,1 0 0,-1 1 0,0-1 0,1 1 0,-1 0 0,1 0 0,-1-1 0,0 1 0,1 0 0,-1 0 0,1 1 0,-1-1 0,0 0 0,1 0 0,-3 1 0,2 0 0,0 1 0,0-1 0,0 0 0,0 1 0,0-1 0,1 1 0,-1 0 0,0-1 0,1 1 0,-1 0 0,1 0 0,0 0 0,-3 4 0,-7 18 0,0 0 0,2 1 0,0-1 0,2 2 0,1-1 0,0 1 0,2 0 0,2 0 0,-1 28 0,4-40 52,0 0 0,1 0-1,1 0 1,0 0-1,1 0 1,0-1 0,1 1-1,0-1 1,15 24 0,-7-16-555,1 0 1,19 21 0,12 6-4396,-29-33 2595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1.9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24575,'12'24'0,"12"35"0,29 91 0,-28-37 0,-23-99 0,0 1 0,-1 0 0,-1 0 0,0 0 0,-5 25 0,3-32-77,-1 0-1,0 0 0,-1 0 0,1 0 1,-2 0-1,1-1 0,-1 1 1,0-1-1,-7 7 0,7-8-510,-5 7-6238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2.9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 24575,'1'0'0,"22"-9"0,0 0 0,0 2 0,0 1 0,39-5 0,-60 11 0,0 0 0,0 0 0,0 0 0,1 0 0,-1 0 0,0 0 0,0 1 0,0-1 0,1 1 0,-1-1 0,0 1 0,0 0 0,0 0 0,0 0 0,0 0 0,0 0 0,0 0 0,-1 1 0,1-1 0,0 1 0,-1-1 0,1 1 0,-1 0 0,1-1 0,-1 1 0,0 0 0,0 0 0,2 4 0,-2-2 0,0 0 0,0 0 0,0 0 0,-1 0 0,1 0 0,-1 0 0,0 0 0,0 0 0,0 0 0,-1 0 0,0 0 0,0 0 0,0 0 0,0 0 0,-2 4 0,-3 4 0,-1 1 0,0-1 0,-1 0 0,-17 20 0,-12 18 0,36-49 0,1 0 0,-1 0 0,0 0 0,1 0 0,-1 0 0,0 0 0,1 0 0,-1 0 0,1 0 0,0 1 0,-1-1 0,1 0 0,0 0 0,0 0 0,0 1 0,0-1 0,0 0 0,0 0 0,0 1 0,0-1 0,0 0 0,1 0 0,-1 0 0,0 1 0,1-1 0,-1 0 0,1 0 0,0 0 0,-1 0 0,1 0 0,0 0 0,-1 0 0,1 0 0,0 0 0,0 0 0,0 0 0,0 0 0,0-1 0,0 1 0,0 0 0,0-1 0,2 2 0,5 1 0,0 0 0,0 0 0,1-1 0,-1 0 0,10 1 0,-4-1 0,-10-1-76,-1 0 1,1 0-1,0-1 0,0 1 0,0-1 0,0 0 0,0 0 0,0 0 1,0-1-1,-1 0 0,1 1 0,0-1 0,0 0 0,0-1 1,-1 1-1,1-1 0,4-2 0,5-5-6750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3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24575,'0'3'0,"0"3"0,0 2 0,0 4 0,2-2 0,2 1 0,-1 1 0,2 1 0,2 0 0,3 1 0,2 0 0,1 0 0,2-1 0,-3-5-8191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3.4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24575,'10'20'0,"3"8"0,2 3 0,-2-2 0,0-4 0,-3-3 0,0-3 0,-2-2 0,-3-4-8191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3.6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1 24575,'-29'2'0,"-15"4"0,-3 3 0,8-1-8191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670 31 24575,'-29'-5'0,"-15"-2"0,-7 1 0,-3 1 0,4 1 0,2 2 0,3 1 0,0 0 0,5 1 0,0 1 0,3-1 0,2 0 0,1 3 0,0 0 0,1 0 0,5 0 0,6-1-8191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4.3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24575,'0'18'0,"3"68"0,-2-75 0,1 1 0,0 0 0,1-1 0,1 0 0,5 15 0,-3-13-227,1-1-1,0 0 1,0-1-1,1 1 1,13 13-1,-12-16-6598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4.6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333 1 24575,'-27'0'0,"-14"0"0,-5 0 0,1 0 0,5 0 0,5 0 0,3 2 0,5 1 0,4 0 0,6 0-8191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5.3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329 1 24575,'2'0'0,"-1"0"0,-4 0 0,-3 0 0,-6 0 0,-3 2 0,-2 1 0,-3 0 0,-2 0 0,-3-1 0,-2-1 0,-4-1 0,-1 1 0,-1-1 0,1 0 0,1-3 0,6 0-8191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6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10 24575,'-2'-1'0,"0"-1"0,0 1 0,0 0 0,0 1 0,0-1 0,-1 0 0,1 1 0,0-1 0,0 1 0,0-1 0,-1 1 0,1 0 0,0 0 0,-1 0 0,1 0 0,0 1 0,0-1 0,0 0 0,-1 1 0,1 0 0,0-1 0,0 1 0,0 0 0,0 0 0,0 0 0,0 1 0,0-1 0,0 0 0,1 1 0,-1-1 0,0 1 0,1 0 0,-1-1 0,1 1 0,0 0 0,-1 0 0,1 0 0,0 0 0,0 0 0,-1 4 0,-3 6 0,1 0 0,1 0 0,0 0 0,1 0 0,0 1 0,0-1 0,2 1 0,0-1 0,0 1 0,1 0 0,0-1 0,1 0 0,1 1 0,5 15 0,-2-10 0,1-1 0,0 1 0,1-1 0,2 0 0,-1-1 0,2 0 0,0-1 0,25 26 0,28 24-1365,-54-54-5461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6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24575,'12'27'0,"7"16"0,0 6 0,-1 2 0,-1-1 0,-3-3 0,-5-6 0,-3-4 0,-2-3 0,-3-4 0,-1 0 0,-3-2 0,-4-3 0,-2-3 0,-3-2 0,-2-3 0,0-4 0,1-5-8191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9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362 89 24575,'56'-5'0,"-30"3"0,43-8 0,-68 10 0,-1 0 0,1 0 0,-1 0 0,1 0 0,-1 0 0,1 0 0,-1 0 0,1-1 0,-1 1 0,1 0 0,-1 0 0,0 0 0,1 0 0,-1-1 0,1 1 0,-1 0 0,0-1 0,1 1 0,-1 0 0,0-1 0,1 1 0,-1 0 0,0-1 0,1 1 0,-1-1 0,0 1 0,0 0 0,0-1 0,1 1 0,-1-1 0,0 1 0,0-1 0,0 0 0,0 0 0,-1 0 0,1 0 0,-1 0 0,1 0 0,-1 0 0,0 0 0,1 0 0,-1 0 0,0 1 0,0-1 0,0 0 0,1 0 0,-3 0 0,-4-4 0,0 0 0,-14-6 0,11 6 0,1 1 0,-1 0 0,0 1 0,-1 0 0,1 0 0,0 1 0,-1 1 0,-11-1 0,-195 3 0,212-1 0,-1 1 0,1-1 0,0 1 0,0 0 0,0 0 0,-1 1 0,1 0 0,1 0 0,-1 0 0,0 0 0,-7 6 0,5-4 0,1 1 0,0 1 0,0-1 0,0 1 0,1 0 0,0 1 0,-6 8 0,6-7 0,0 1 0,0 1 0,1-1 0,0 1 0,0-1 0,1 1 0,1 0 0,0 1 0,0-1 0,1 0 0,0 0 0,1 15 0,0-21 0,1 0 0,0 0 0,0 0 0,0-1 0,1 1 0,-1 0 0,1-1 0,0 1 0,0-1 0,0 0 0,0 1 0,1-1 0,-1 0 0,1 0 0,0-1 0,6 6 0,4 1 0,1 0 0,27 13 0,-13-7 0,32 19 0,86 50 0,-101-55 0,47 39 0,-86-63 0,0 0 0,0 1 0,-1 0 0,0 0 0,0 1 0,0-1 0,-1 1 0,0 0 0,3 8 0,-5-10 0,0 0 0,0 0 0,-1 0 0,0 1 0,0-1 0,0 0 0,-1 0 0,0 1 0,0-1 0,0 0 0,-1 1 0,1-1 0,-1 0 0,-3 10 0,2-11 0,0 1 0,-1-1 0,1 0 0,-1 0 0,1 1 0,-1-2 0,0 1 0,-1 0 0,1-1 0,-1 1 0,1-1 0,-1 0 0,0 0 0,0-1 0,0 1 0,-1-1 0,-8 4 0,-4 0 0,-1-1 0,0 0 0,-26 2 0,25-4 0,-22 2-84,-1-2 0,-52-2 0,51-2-1029,31 1-5713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2.6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18 24575,'11'-4'0,"-5"1"0,0 1 0,0 0 0,0 0 0,0 1 0,0 0 0,0 0 0,0 0 0,0 1 0,0-1 0,12 3 0,-17-2 0,0 0 0,0 1 0,0-1 0,0 0 0,-1 1 0,1-1 0,0 1 0,0-1 0,-1 1 0,1 0 0,-1-1 0,1 1 0,0 0 0,-1-1 0,1 1 0,-1 0 0,1 0 0,-1 0 0,0-1 0,1 1 0,-1 0 0,0 0 0,1 0 0,-1 0 0,0 0 0,0-1 0,0 1 0,0 0 0,0 0 0,0 0 0,0 0 0,0 0 0,0 0 0,-1 0 0,1 0 0,-1 1 0,-1 5 0,0-1 0,0 1 0,-6 10 0,6-14 0,-17 38 0,3 1 0,1 1 0,1 0 0,3 1 0,2 0 0,1 1 0,3 0 0,2 0 0,1 0 0,8 77 0,-3-98 0,2 0 0,0-1 0,2 1 0,0-1 0,1-1 0,2 1 0,0-2 0,2 1 0,0-1 0,1-1 0,1-1 0,1 1 0,1-2 0,0 0 0,1-1 0,1-1 0,36 25 0,-49-38-136,0-1-1,-1 1 1,1-1-1,0 0 1,1 0-1,-1-1 1,0 1-1,0-1 0,8 0 1,-1 0-6690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3.1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1 24575,'-1'13'0,"1"0"0,0 0 0,1 0 0,1 0 0,0 0 0,1-1 0,7 21 0,15 20 0,33 52 0,-15-30 0,-25-43 0,32 66 0,-46-88 0,0 0 0,0 1 0,-2-1 0,1 1 0,-1 0 0,-1 0 0,1 20 0,-2-29 0,0 1 0,-1-1 0,1 0 0,0 1 0,-1-1 0,1 0 0,-1 1 0,0-1 0,0 0 0,0 0 0,0 0 0,0 1 0,0-1 0,-1 0 0,1-1 0,-1 1 0,1 0 0,-1 0 0,0-1 0,0 1 0,1-1 0,-1 1 0,0-1 0,0 0 0,-1 1 0,1-1 0,0-1 0,0 1 0,-1 0 0,1 0 0,0-1 0,-1 1 0,1-1 0,-4 0 0,-2 1 0,0-1 0,0-1 0,0 1 0,0-2 0,0 1 0,1-1 0,-1 0 0,0 0 0,-9-5 0,5 1 0,-1 0 0,1-1 0,-1-1 0,2 0 0,-1 0 0,-12-14 0,19 17 0,0-1 0,0 1 0,0-1 0,1-1 0,0 1 0,0-1 0,1 1 0,-1-1 0,1 0 0,1 0 0,0-1 0,0 1 0,-2-11 0,3 11 0,1 0 0,-1 0 0,1 0 0,1 0 0,1-13 0,-1 17 0,0 0 0,0 0 0,0 0 0,0 0 0,0 0 0,1 1 0,0-1 0,-1 0 0,1 1 0,0-1 0,0 1 0,0 0 0,0-1 0,1 1 0,4-3 0,8-4 0,1 0 0,1 2 0,31-12 0,-35 15 0,1-1 0,-1 0 0,0-1 0,0 0 0,-1-1 0,0-1 0,15-11 0,-15 7-1365,-2 3-5461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3.3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24575,'0'2'0,"0"4"0,0 3 0,0 2 0,0 0-8191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4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1 538 24575,'29'6'0,"-1"-2"0,1 0 0,0-2 0,46-3 0,-74 1 0,1 0 0,-1-1 0,0 1 0,1 0 0,-1 0 0,1-1 0,-1 1 0,0-1 0,1 1 0,-1-1 0,0 0 0,0 1 0,1-1 0,1-1 0,-3 1 0,0 1 0,0 0 0,0-1 0,0 1 0,1 0 0,-1-1 0,0 1 0,0 0 0,0-1 0,0 1 0,0 0 0,0-1 0,0 1 0,0 0 0,0-1 0,0 1 0,0-1 0,0 1 0,0 0 0,0-1 0,0 1 0,0-1 0,-10-10 0,-2 1 0,-21-12 0,21 15 0,1 0 0,0-1 0,-12-12 0,12 9 0,1-1 0,0-1 0,1 0 0,0 0 0,1-1 0,0 1 0,1-2 0,1 1 0,1-1 0,0 0 0,-4-21 0,7 26 0,1 0 0,0 0 0,0-1 0,1 1 0,1-1 0,-1 1 0,6-20 0,-4 22 0,0 1 0,1-1 0,0 1 0,1 0 0,-1 0 0,1 0 0,1 0 0,-1 1 0,1 0 0,0 0 0,8-7 0,-3 4 0,1 1 0,0 1 0,0-1 0,1 2 0,0 0 0,0 0 0,0 1 0,1 0 0,-1 1 0,1 1 0,0 0 0,0 1 0,1 0 0,-1 1 0,0 0 0,1 1 0,23 3 0,-32-2 0,-1-1 0,1 1 0,-1 0 0,1 0 0,-1 1 0,0-1 0,0 1 0,1 0 0,-1 0 0,-1 1 0,1-1 0,0 1 0,0 0 0,-1-1 0,0 2 0,0-1 0,0 0 0,0 1 0,5 7 0,-5-5 0,0 0 0,0 1 0,-1 0 0,0 0 0,0 0 0,0 0 0,-1 0 0,0 0 0,0 0 0,-1 0 0,-1 14 0,-3 9 0,-2 0 0,-16 52 0,14-54 0,1-7 0,-5 20 0,11-38 0,1 0 0,-1 0 0,1 0 0,0 0 0,0 1 0,0-1 0,0 0 0,1 0 0,-1 0 0,2 5 0,-1-6 0,0-1 0,0 0 0,0 1 0,1-1 0,-1 0 0,0 0 0,0 1 0,1-1 0,-1 0 0,0 0 0,1 0 0,-1-1 0,1 1 0,-1 0 0,1-1 0,0 1 0,-1 0 0,1-1 0,0 0 0,-1 1 0,1-1 0,0 0 0,-1 0 0,3 0 0,4 0 0,-1 0 0,0-1 0,1 0 0,8-2 0,33-5-59,17-5 220,-59 12-345,-1-1 1,0 0 0,0-1-1,0 1 1,0-1 0,0-1-1,9-6 1,-6 2-6643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4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24575,'16'3'0,"0"1"0,-1 0 0,1 1 0,-1 0 0,0 1 0,0 1 0,0 1 0,-1 0 0,0 1 0,-1 0 0,0 1 0,0 0 0,-1 1 0,-1 1 0,0 0 0,0 0 0,17 27 0,-8-4 0,-2 1 0,-1 0 0,18 57 0,-15-24 0,12 75 0,-27-118 0,-1 0 0,-1 0 0,-1 1 0,-2 36 0,-1-56 0,0 0 0,0 1 0,0-1 0,-1 0 0,0 0 0,0 0 0,-1 0 0,0-1 0,0 1 0,-1-1 0,0 1 0,0-1 0,0 0 0,-1-1 0,0 1 0,0-1 0,0 0 0,-1 0 0,1 0 0,-10 5 0,-2-1-1365,3-3-5461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5.0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19 24575,'-65'1'0,"-72"-2"0,127-1-273,1 1 0,-1-1 0,1 0 0,-11-5 0,7 2-6553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5.3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358 69 24575,'-30'-12'0,"-14"-5"0,-5 2 0,2 2 0,3 4 0,6 6 0,6 3 0,3 5 0,4 1 0,6-1-8191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8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47 24575,'0'-2'0,"0"0"0,0 0 0,1 0 0,-1 1 0,1-1 0,-1 0 0,1 0 0,-1 0 0,1 1 0,0-1 0,0 0 0,0 1 0,0-1 0,0 1 0,0-1 0,1 1 0,-1 0 0,0-1 0,1 1 0,-1 0 0,1 0 0,-1 0 0,1 0 0,0 0 0,-1 0 0,1 0 0,0 1 0,0-1 0,-1 1 0,1-1 0,0 1 0,2-1 0,8 0 0,0-1 0,1 2 0,23 1 0,-20-1 0,-6 1 0,8-1 0,0 1 0,0 0 0,18 5 0,-33-5 0,1 0 0,0 0 0,0 0 0,-1 0 0,1 1 0,0 0 0,-1-1 0,1 1 0,-1 0 0,0 1 0,0-1 0,0 1 0,0-1 0,0 1 0,-1 0 0,1 0 0,-1 0 0,1 0 0,2 7 0,-4-7 0,0-1 0,-1 0 0,1 1 0,-1-1 0,0 0 0,0 1 0,0-1 0,0 1 0,0-1 0,0 0 0,-1 1 0,1-1 0,-1 0 0,1 1 0,-1-1 0,0 0 0,0 0 0,-2 4 0,-2 3 0,-1 0 0,-13 15 0,8-11 0,-29 32 0,28-33 0,1 0 0,0 1 0,-9 14 0,20-26 0,-1 1 0,0-1 0,0 0 0,1 0 0,-1 0 0,1 0 0,-1 1 0,1-1 0,-1 0 0,1 0 0,0 1 0,0-1 0,-1 0 0,1 1 0,0-1 0,0 0 0,0 1 0,1-1 0,-1 0 0,0 0 0,0 1 0,1 1 0,0-2 0,0 0 0,0 0 0,0 1 0,0-1 0,0 0 0,1 0 0,-1 0 0,0 0 0,1-1 0,-1 1 0,0 0 0,1 0 0,-1-1 0,1 1 0,2 0 0,6 1 0,1 0 0,-1-1 0,0-1 0,14 0 0,-23 0 0,31 0-118,-8 0-132,0 0 1,0-2 0,0 0-1,44-12 1,-56 10-6577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8.5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24575,'0'3'0,"0"2"0,3 2 0,2 1 0,2 2 0,1 1 0,2 2 0,2 1 0,1 1 0,1 0 0,-2-1 0,-1 1 0,1-3 0,0 0 0,1-1 0,0 1 0,1-2 0,-2-2-8191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8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24575,'10'10'0,"3"5"0,2 4 0,0-1 0,1 1 0,-2-2 0,-2 0 0,0-1 0,-2-1 0,-3-3-8191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8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432 66 24575,'-30'-12'0,"-14"-5"0,-2 2 0,1 2 0,4 7 0,4 3 0,3 6 0,6 4 0,1 1 0,2 2 0,-1 1 0,0 2 0,3-2-8191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9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1036 1 24575,'-147'8'0,"-174"11"0,221-16 0,-128 4 0,158-3-29,-81 7-1307,133-8-5490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9.9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24575,'0'13'0,"0"0"0,1 0 0,1 0 0,0 0 0,1 0 0,0 0 0,1-1 0,0 1 0,7 12 0,30 49 0,-23-45 0,13 32 0,-29-55 24,1 0 0,-1 0 0,-1 1 0,2 7 0,-2-12-107,-1 0 1,0 0-1,0 0 1,0 0-1,0 0 1,0 0-1,0 0 1,-1 0-1,1 0 1,0 0-1,-1 0 1,0 0-1,1 0 1,-1 0-1,0 0 1,0-1-1,-2 3 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50.3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536 10 24575,'0'0'0,"1"0"0,-1 0 0,0 0 0,0 0 0,0-1 0,1 1 0,-1 0 0,0 0 0,0 0 0,0 0 0,0-1 0,0 1 0,0 0 0,1 0 0,-1 0 0,0-1 0,0 1 0,0 0 0,0 0 0,0 0 0,0-1 0,0 1 0,0 0 0,0 0 0,0 0 0,0-1 0,0 1 0,0 0 0,0 0 0,0-1 0,0 1 0,0 0 0,0 0 0,0 0 0,0-1 0,-1 1 0,-7-3 0,-14 5 0,-37 4 0,0-2 0,-73-5 0,51 0 0,-83 1-1365,152 0-5461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52.0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799 53 24575,'41'-7'0,"17"-3"0,74-23 0,-114 31 0,-14 3 0,-12 5 0,-5-1 0,0 0 0,0-1 0,0-1 0,-1 0 0,-26 2 0,31-4 0,-73 5 0,-96-6 0,83-1 0,-139 10 0,59 16 0,156-21 0,-85 11 0,72-10 0,31-5 0,1 0 0,0 0 0,0 0 0,0 0 0,0 0 0,0 0 0,0 0 0,0 0 0,0 0 0,0 0 0,0 0 0,0 0 0,0 0 0,0 0 0,-1 0 0,1 0 0,0 0 0,0 1 0,0-1 0,0 0 0,0 0 0,0 0 0,0 0 0,0 0 0,0 0 0,0 0 0,0 0 0,0 0 0,0 0 0,0 0 0,0 0 0,0 0 0,0 1 0,0-1 0,0 0 0,0 0 0,0 0 0,0 0 0,0 0 0,0 0 0,0 0 0,0 0 0,0 0 0,0 0 0,0 0 0,0 0 0,0 1 0,0-1 0,0 0 0,0 0 0,0 0 0,0 0 0,1 0 0,-1 0 0,0 0 0,0 0 0,0 0 0,0 0 0,7 4 0,8 3 0,166 49 0,91 34 0,-263-87 0,4 2 0,1 1 0,-1 0 0,0 0 0,-1 2 0,1-1 0,15 14 0,-27-20 0,0 0 0,0 0 0,0 0 0,0 1 0,0-1 0,-1 0 0,1 0 0,0 0 0,-1 1 0,1-1 0,-1 0 0,1 0 0,-1 1 0,1-1 0,-1 1 0,0-1 0,0 0 0,0 1 0,0-1 0,0 1 0,0-1 0,0 0 0,0 1 0,-1-1 0,1 0 0,0 1 0,-1-1 0,1 0 0,-1 1 0,1-1 0,-1 0 0,0 0 0,0 1 0,0-1 0,1 0 0,-1 0 0,0 0 0,-2 1 0,-3 4 0,-1-1 0,0 1 0,0-1 0,-15 7 0,-299 173 0,280-160 0,-67 46 0,99-65 0,-1 0 0,-10 5 0,-10 5 0,30-15 0,-1-1 0,0 0 0,1 0 0,-1 1 0,1-1 0,-1 1 0,1-1 0,-1 0 0,1 1 0,-1-1 0,1 1 0,-1-1 0,1 1 0,0-1 0,-1 1 0,1-1 0,0 1 0,-1 0 0,1-1 0,0 1 0,0-1 0,0 1 0,-1 1 0,2-2 0,-1 1 0,0-1 0,1 1 0,-1-1 0,0 1 0,1-1 0,-1 1 0,1-1 0,-1 0 0,1 1 0,-1-1 0,1 0 0,-1 1 0,1-1 0,-1 0 0,1 0 0,-1 1 0,1-1 0,-1 0 0,2 0 0,4 1 0,1 1 0,-1-2 0,10 1 0,38-1 0,79 5 0,250 5 0,-260-11 0,159-7-271,14 0-20,-289 8 406,-5 0-187,0 0 0,1 0-1,-1 0 1,0 0 0,1 0-1,-1 0 1,0 1 0,1-1 0,-1 1-1,0-1 1,0 1 0,1 0 0,1 1-1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52.8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38 24575,'-19'-37'0,"44"190"0,-11-83 0,28 77 0,-24-79 0,-15-57 0,-3-10-136,0 1-1,1-1 1,-1 1-1,0 0 1,0-1-1,0 1 1,0 0-1,0-1 0,0 3 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53.2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194 16 24575,'-1'-1'0,"1"0"0,-1 0 0,1 0 0,-1 0 0,0 0 0,1 0 0,-1 0 0,0 1 0,0-1 0,0 0 0,1 0 0,-1 1 0,0-1 0,0 1 0,0-1 0,0 1 0,0-1 0,0 1 0,0-1 0,0 1 0,0 0 0,-1-1 0,1 1 0,0 0 0,0 0 0,0 0 0,0 0 0,0 0 0,0 0 0,0 0 0,-1 1 0,1-1 0,0 0 0,0 1 0,0-1 0,-1 1 0,-6 3 0,2-1 0,-1 1 0,0 1 0,-8 6 0,2-1 0,3-4 0,-1 0 0,-14 5 0,16-7 0,-1 0 0,2 0 0,-15 10 0,22-14 0,1 0 0,0 1 0,-1-1 0,1 1 0,-1-1 0,1 0 0,0 1 0,-1-1 0,1 1 0,0-1 0,-1 1 0,1 0 0,0-1 0,0 1 0,0-1 0,-1 1 0,1-1 0,0 1 0,0 0 0,0-1 0,0 1 0,0-1 0,0 1 0,0 0 0,0-1 0,0 1 0,1-1 0,-1 1 0,0-1 0,0 1 0,0-1 0,1 1 0,-1 0 0,0-1 0,0 1 0,1-1 0,-1 0 0,1 1 0,-1-1 0,0 1 0,1-1 0,-1 1 0,1-1 0,-1 0 0,1 1 0,-1-1 0,2 0 0,2 3 0,0 0 0,0 0 0,1-1 0,5 3 0,38 13 0,1-1 0,96 18 0,-125-32-682,38 1-1,-46-4-6143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56.5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416 105 24575,'-111'-64'0,"94"57"0,0-1 0,0 2 0,0 0 0,-36-6 0,49 11 0,1 1 0,-1 0 0,1 0 0,-1 0 0,1 0 0,0 1 0,-1 0 0,1-1 0,-1 1 0,1 0 0,0 0 0,-1 1 0,1-1 0,0 1 0,0 0 0,0 0 0,0 0 0,1 0 0,-1 0 0,0 0 0,1 1 0,-1-1 0,-2 6 0,0-1 0,1 0 0,-1 0 0,2 1 0,-1 0 0,1 0 0,0 0 0,1 0 0,-3 15 0,3-17 0,1 0 0,1 1 0,-1-1 0,1 0 0,0 1 0,0-1 0,1 0 0,0 1 0,0-1 0,0 0 0,1 0 0,0 1 0,0-2 0,1 1 0,-1 0 0,1 0 0,1-1 0,-1 1 0,1-1 0,0 0 0,0 0 0,9 8 0,81 63 0,4 4 0,-69-55 0,-8-8 0,-1 2 0,22 25 0,-38-39 0,0 1 0,0-1 0,0 1 0,-1 0 0,1 0 0,-1 0 0,-1 0 0,1 1 0,-1-1 0,0 1 0,-1 0 0,0-1 0,0 1 0,0 7 0,-1-11 0,0 0 0,0 0 0,-1 0 0,1 0 0,-1 0 0,0-1 0,0 1 0,0 0 0,0 0 0,0-1 0,0 1 0,-1 0 0,0-1 0,1 1 0,-1-1 0,-2 2 0,0 0 0,0-1 0,1 0 0,-2 0 0,1-1 0,0 1 0,0-1 0,-1 0 0,-8 3 0,-3-1 0,-1-1 0,1 0 0,0-1 0,-28-1 0,-149-3 0,147-4 0,42 6 0,1-1 0,0 0 0,-1 0 0,1 0 0,0-1 0,0 1 0,0-1 0,0 1 0,0-1 0,0 0 0,-3-4 0,5 5 0,0 0 0,1 0 0,-1 0 0,0 0 0,1 0 0,-1 0 0,1-1 0,-1 1 0,1 0 0,0 0 0,0-1 0,-1 1 0,1 0 0,0 0 0,0-1 0,0 1 0,0 0 0,1 0 0,-1-1 0,0 1 0,0 0 0,1 0 0,-1-1 0,1 1 0,-1 0 0,1 0 0,-1 0 0,1 0 0,0 0 0,0 0 0,-1 0 0,1 0 0,2-1 0,1-4 0,1 1 0,0 1 0,1-1 0,10-6 0,-1 2 9,0 2 0,0 0-1,1 1 1,0 0 0,30-5-1,13-6-1425,-45 13-5409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57.2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39 24575,'2'-5'0,"7"-16"0,-9 20 0,1 0 0,-1 0 0,0 1 0,1-1 0,-1 0 0,1 0 0,0 1 0,-1-1 0,1 0 0,-1 1 0,1-1 0,0 0 0,0 1 0,-1-1 0,1 1 0,0-1 0,1 0 0,-2 2 0,0-1 0,1 0 0,-1 0 0,0 1 0,1-1 0,-1 0 0,0 0 0,0 1 0,1-1 0,-1 0 0,0 1 0,0-1 0,0 0 0,0 1 0,1-1 0,-1 0 0,0 1 0,0-1 0,0 0 0,0 1 0,0-1 0,0 0 0,0 1 0,0-1 0,0 1 0,0-1 0,0 0 0,0 1 0,0-1 0,0 0 0,0 1 0,-1 0 0,-1 14 0,-45 143 0,6-22 0,33-107 0,3 1 0,-5 51 0,9-53 0,1 0 0,5 40 0,-2-53 0,0 1 0,1-1 0,0-1 0,1 1 0,1-1 0,7 15 0,0-6 0,1 0 0,0 0 0,2-2 0,0 0 0,2 0 0,0-2 0,1 0 0,32 23 0,-24-28-1365,-15-10-5461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58.1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0 550 24575,'54'0'0,"64"9"0,-29-1 0,-76-8 0,-1-1 0,1 0 0,-1 0 0,1-1 0,12-4 0,-24 6 0,0-1 0,-1 1 0,1 0 0,0 0 0,0-1 0,0 1 0,0 0 0,-1-1 0,1 1 0,0-1 0,0 1 0,-1-1 0,1 1 0,0-1 0,-1 1 0,1-1 0,-1 0 0,1 1 0,0-2 0,-1 1 0,0 0 0,0 1 0,-1-1 0,1 1 0,0-1 0,-1 1 0,1-1 0,-1 1 0,1-1 0,0 1 0,-1-1 0,1 1 0,-1 0 0,1-1 0,-1 1 0,1 0 0,-1-1 0,0 1 0,1 0 0,-1 0 0,1 0 0,-1-1 0,0 1 0,1 0 0,-1 0 0,1 0 0,-2 0 0,-37-8 0,22 5 0,1-1 0,-1 0 0,-25-11 0,37 12 0,-1 1 0,1-1 0,1 0 0,-1-1 0,0 1 0,1-1 0,0 0 0,0 0 0,0 0 0,0-1 0,1 1 0,0-1 0,0 0 0,0 0 0,-2-5 0,0-2 0,1 0 0,0 0 0,1 0 0,1 0 0,-3-23 0,4 4 0,3-36 0,-1 54 0,1 1 0,1 0 0,-1 0 0,2 0 0,0 0 0,0 0 0,1 1 0,0-1 0,1 1 0,0 1 0,1-1 0,0 1 0,1 0 0,11-10 0,-13 14 0,0 0 0,0 1 0,1 0 0,-1 0 0,1 0 0,0 1 0,1 0 0,-1 1 0,1-1 0,-1 1 0,1 1 0,0 0 0,0 0 0,0 0 0,0 1 0,0 0 0,1 1 0,-1 0 0,0 0 0,0 1 0,1 0 0,9 2 0,-8 0 0,0 0 0,0 0 0,0 1 0,0 1 0,0 0 0,-1 0 0,0 0 0,0 2 0,15 13 0,-18-15 0,-1 2 0,0-1 0,0 0 0,0 1 0,-1 0 0,0 0 0,0 0 0,-1 1 0,0-1 0,0 1 0,-1 0 0,0 0 0,2 13 0,-3-7 0,0 1 0,-1-1 0,-1 0 0,0 0 0,-1 0 0,-1 0 0,-5 17 0,-39 92 0,32-88 0,13-30 0,0 0 0,1 1 0,-1-1 0,-1 11 0,3-15 0,0 0 0,-1 1 0,1-1 0,0 0 0,0 0 0,0 0 0,1 1 0,-1-1 0,0 0 0,0 0 0,1 0 0,-1 0 0,1 0 0,-1 0 0,1 1 0,-1-1 0,1 0 0,-1 0 0,1-1 0,0 1 0,0 0 0,0 0 0,-1 0 0,1 0 0,0-1 0,0 1 0,0 0 0,0-1 0,2 2 0,8 2 0,1-1 0,0 0 0,0 0 0,0-1 0,18 0 0,61-3 0,-26-6 105,7-1-1575,-59 8-5356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01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46 24575,'-29'-8'0,"-13"-2"0,-1 1 0,2 2 0,5 1 0,6 3 0,7 1 0,3 1 0,4 4 0,2 0 0,0 1 0,1-1 0,2 1 0,1 1 0,-1-1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01.7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24575,'82'191'0,"-4"-11"0,-50-113 0,-1-5 0,28 103 0,-54-161 0,0 1 0,0 0 0,-1 0 0,1-1 0,-1 1 0,-1 0 0,1 0 0,-1 5 0,0-9 0,1 0 0,0 0 0,0 0 0,-1 0 0,1 0 0,0 0 0,-1 0 0,1 0 0,-1-1 0,1 1 0,-1 0 0,0 0 0,1 0 0,-1-1 0,0 1 0,1 0 0,-1-1 0,0 1 0,0-1 0,0 1 0,1 0 0,-1-1 0,0 0 0,0 1 0,0-1 0,0 0 0,0 1 0,0-1 0,0 0 0,0 0 0,0 0 0,0 0 0,0 0 0,0 0 0,0 0 0,0 0 0,0 0 0,0-1 0,0 1 0,0 0 0,0 0 0,0-1 0,0 1 0,-1-1 0,-9-5-1365,2 1-5461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02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1 24575,'-12'2'0,"-1"1"0,1 0 0,-1 1 0,1 1 0,0 0 0,1 0 0,-1 1 0,-20 15 0,31-20 0,0 0 0,0 0 0,0 0 0,0 0 0,0 0 0,0 0 0,1 0 0,-1 0 0,0 0 0,1 0 0,-1 0 0,1 1 0,-1-1 0,1 0 0,-1 0 0,1 1 0,0-1 0,0 0 0,0 1 0,0-1 0,0 0 0,0 1 0,0-1 0,0 0 0,0 1 0,1-1 0,-1 0 0,0 0 0,1 1 0,-1-1 0,1 0 0,0 0 0,-1 0 0,1 0 0,1 2 0,1 1 0,0 0 0,1-1 0,-1 0 0,1 0 0,0 0 0,-1 0 0,1 0 0,7 3 0,17 5 0,0-1 0,1-1 0,0-1 0,51 6 0,-73-13 0,3 1 0,1 0 0,0-1 0,0 0 0,-1-1 0,1 0 0,21-3 0,-32 3-2,1 0-1,-1 0 1,0 0-1,1 0 1,-1-1-1,1 1 1,-1 0-1,1 0 1,-1 0-1,0 0 1,1-1-1,-1 1 1,0 0-1,1 0 1,-1-1-1,0 1 1,1 0-1,-1-1 0,0 1 1,1-1-1,-1 1 1,0 0-1,0-1 1,0 1-1,1 0 1,-1-1-1,0 1 1,0-1-1,0 1 1,0-1-1,0 0 1,0 0 17,0 0 1,0 0-1,-1 0 0,1 0 1,-1 0-1,1 0 1,-1 0-1,1 0 0,-1 1 1,0-1-1,1 0 1,-2-1-1,-3-2-386,1 0-1,-1 0 1,-7-4 0,-1 1-6455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02.8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116 562 24575,'4'-4'0,"-2"2"0,0 0 0,0 0 0,0 0 0,0 1 0,0-1 0,0 0 0,1 1 0,-1-1 0,0 1 0,1 0 0,-1 0 0,1 0 0,0 0 0,4-1 0,3 1 0,0 0 0,16 2 0,-19-1 0,0 1 0,-1-1 0,1-1 0,0 1 0,-1-1 0,1 0 0,11-4 0,-17 5 0,-1 0 0,1 0 0,0-1 0,-1 1 0,1 0 0,0-1 0,-1 1 0,1 0 0,-1-1 0,1 1 0,0-1 0,-1 1 0,1-1 0,-1 1 0,1-1 0,-1 1 0,0-1 0,1 0 0,-1 1 0,0-1 0,1 1 0,-1-1 0,0 0 0,0 1 0,1-1 0,-1 0 0,0 0 0,0 0 0,0 0 0,-1-1 0,1 1 0,0 0 0,-1-1 0,0 1 0,1 0 0,-1 0 0,0 0 0,1 0 0,-1 0 0,0 0 0,0 0 0,-2-2 0,-4-3 0,0 0 0,-1 1 0,-9-5 0,16 9 0,-17-10 0,1 0 0,0-2 0,1 0 0,0 0 0,-23-28 0,22 20 0,0-1 0,2-1 0,-24-45 0,35 61 0,1-1 0,0 1 0,1-1 0,-1 1 0,1-1 0,1 0 0,0 0 0,0 0 0,0 0 0,1 0 0,0 0 0,1 0 0,2-13 0,-2 16 0,1 0 0,0 0 0,0 0 0,0 0 0,0 1 0,1-1 0,0 0 0,0 1 0,0 0 0,0 0 0,1 0 0,-1 0 0,1 0 0,0 1 0,0-1 0,1 1 0,-1 0 0,1 0 0,-1 1 0,1 0 0,6-3 0,4 0 0,0 1 0,1 1 0,-1 0 0,1 1 0,0 1 0,0 0 0,-1 1 0,1 1 0,29 4 0,-22 0 0,0 0 0,-1 2 0,1 0 0,-2 1 0,1 1 0,21 14 0,-34-18 0,0 0 0,-1 1 0,0 0 0,0 1 0,0 0 0,9 11 0,-14-15 0,-1 0 0,0 0 0,0 0 0,0 1 0,0-1 0,-1 1 0,1-1 0,-1 1 0,0-1 0,0 1 0,0 0 0,0 0 0,-1 0 0,0 0 0,1-1 0,-1 1 0,-1 0 0,1 0 0,-1 0 0,0 3 0,-3 5 0,-1 0 0,0-1 0,-1 0 0,0 0 0,-1-1 0,-15 20 0,11-15 0,-19 32 0,27-42 0,1 0 0,-1 1 0,1 0 0,1-1 0,-1 1 0,1 0 0,0 0 0,0 0 0,1 0 0,-1 7 0,2-10 0,-1 0 0,0-1 0,1 1 0,-1 0 0,1-1 0,0 1 0,0-1 0,0 1 0,0-1 0,0 1 0,0-1 0,1 0 0,-1 0 0,1 1 0,0-1 0,2 2 0,-1-1 0,0-1 0,1 1 0,0-1 0,-1 0 0,1 0 0,0 0 0,0-1 0,0 1 0,5 1 0,8 0 0,-1-1 0,1 0 0,0-2 0,18 0 0,-30 0 0,19 0-111,-13 0-45,-1 0-1,1 0 0,0-1 0,-1 0 0,0-1 1,1 0-1,13-5 0,-12 1-6669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03.2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272 39 24575,'-7'-5'0,"1"0"0,-1 0 0,-1 1 0,1 0 0,0 0 0,-17-5 0,22 8 0,0 0 0,0 1 0,0 0 0,0-1 0,0 1 0,0 0 0,0 0 0,0 0 0,0 0 0,0 1 0,0-1 0,0 1 0,0-1 0,-3 2 0,4-1 0,-1 0 0,1 0 0,0 0 0,-1 0 0,1 0 0,0 0 0,0 0 0,0 1 0,0-1 0,0 0 0,0 1 0,0-1 0,0 1 0,1-1 0,-1 1 0,1 0 0,-1-1 0,1 1 0,-1 0 0,1 1 0,-1 3 0,1 0 0,0 0 0,0 0 0,1 0 0,0 0 0,0 0 0,0 0 0,1-1 0,-1 1 0,1 0 0,6 10 0,-1-3 0,0-1 0,1 1 0,16 19 0,-5-11 0,41 33 0,-59-54 0,0 1 0,-1-1 0,1 1 0,0 0 0,0-1 0,-1 1 0,1 0 0,-1 0 0,1-1 0,0 1 0,-1 0 0,1 0 0,-1 0 0,0 0 0,1 0 0,-1 0 0,1 1 0,-2-2 0,1 1 0,0-1 0,0 1 0,0-1 0,0 0 0,-1 1 0,1-1 0,0 1 0,0-1 0,-1 0 0,1 1 0,0-1 0,-1 0 0,1 1 0,0-1 0,-1 0 0,1 1 0,-1-1 0,1 0 0,0 0 0,-1 0 0,1 1 0,-1-1 0,1 0 0,-1 0 0,-6 2 0,0-1 0,0 0 0,-14 0 0,7 0 0,-207 9-1365,202-10-5461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03.8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56 24575,'3'-5'0,"0"1"0,0 0 0,1 0 0,0 0 0,-1 0 0,1 0 0,1 1 0,-1 0 0,0 0 0,1 0 0,0 0 0,-1 1 0,1-1 0,6-1 0,-7 3 0,0 1 0,0-1 0,0 0 0,1 1 0,-1 0 0,0 0 0,0 0 0,0 1 0,1-1 0,-1 1 0,0 0 0,0 0 0,0 1 0,0-1 0,-1 1 0,1 0 0,0 0 0,5 4 0,11 8 0,-1 2 0,0 0 0,-1 2 0,-1 0 0,24 33 0,-15-13 0,-1 1 0,22 49 0,-35-61 0,0 1 0,-2 0 0,-2 1 0,0 0 0,-2 1 0,-1-1 0,-2 1 0,1 36 0,-5-30 0,-1 0 0,-2-1 0,-1 1 0,-2-1 0,-2 0 0,-19 53 0,23-75-151,-1-1-1,0 1 0,0-1 0,-1-1 1,-1 1-1,0-1 0,-1 0 1,-11 10-1,8-10-6674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21.2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446 34 24575,'12'0'0,"0"-1"0,18-5 0,16-1 0,-27 6 0,-2 1 0,0-1 0,24-6 0,-27 5 0,0 0 0,0 1 0,-1 1 0,1 0 0,0 1 0,0 0 0,14 4 0,15 1 0,-30-5 0,-4-1 0,-19 1 0,-117-9 0,1 0 0,-236 9 0,340 0 0,-32 5 0,31-3 0,-28 2 0,42-5 0,-13 0 0,21 0 0,1 0 0,-1 0 0,0 0 0,0 0 0,1-1 0,-1 1 0,0 0 0,0 0 0,1-1 0,-1 1 0,0 0 0,1-1 0,-1 1 0,0-1 0,1 1 0,-1-1 0,1 1 0,-1-1 0,1 1 0,-1-1 0,1 0 0,-1 0 0,-7-11-1365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22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795 0 24575,'-110'11'0,"-198"-8"0,218-9 0,50 2 0,0 2 0,0 2 0,-66 7 0,58-2-1365,36-4-5461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22.9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24575,'92'49'0,"131"50"0,106 14 0,-152-68 0,-122-32 0,-53-12 0,3 0 0,-1 0 0,0 0 0,0 1 0,7 2 0,-11-3 0,1-1 0,-1 0 0,1 0 0,-1 1 0,0-1 0,1 0 0,-1 1 0,1-1 0,-1 0 0,0 1 0,1-1 0,-1 0 0,0 1 0,0-1 0,1 1 0,-1-1 0,0 1 0,0-1 0,0 0 0,0 1 0,1-1 0,-1 1 0,0-1 0,0 1 0,0-1 0,0 1 0,0-1 0,0 1 0,0-1 0,0 1 0,0-1 0,-1 1 0,1-1 0,0 1 0,0-1 0,0 0 0,0 1 0,-1-1 0,1 1 0,0-1 0,0 1 0,-1-1 0,1 0 0,0 1 0,-1-1 0,1 0 0,-1 1 0,1-1 0,0 0 0,-1 0 0,1 1 0,-1-1 0,-33 23 0,26-18 0,0 1 0,0-1 0,-11 11 0,-2 5 0,-2-1 0,0 0 0,-1-2 0,-39 23 0,46-33 11,-1 0 0,0-1 0,0-1 0,-27 6-1,-76 7-331,65-11-777,25-3-5728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23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830 55 24575,'5'-19'0,"-3"17"0,-1-1 0,0 0 0,-1 0 0,1 1 0,0-1 0,-1 0 0,0 0 0,1 0 0,-1-3 0,-1 5 0,1 1 0,0 0 0,0 0 0,0 0 0,0-1 0,0 1 0,0 0 0,0 0 0,0 0 0,0-1 0,0 1 0,-1 0 0,1 0 0,0 0 0,0 0 0,0 0 0,0-1 0,-1 1 0,1 0 0,0 0 0,0 0 0,0 0 0,0 0 0,-1 0 0,1 0 0,0 0 0,0-1 0,0 1 0,-1 0 0,1 0 0,0 0 0,0 0 0,-1 0 0,1 0 0,0 0 0,0 0 0,0 0 0,-1 1 0,1-1 0,-10 3 0,8-2 0,-234 83 0,138-53 0,1 4 0,2 4 0,-125 71 0,211-105 0,1 0 0,1 0 0,-1 1 0,1 0 0,0 0 0,0 1 0,1 0 0,-9 11 0,15-17 0,-1 1 0,1-1 0,-1 1 0,1 0 0,0-1 0,0 1 0,-1 0 0,1 0 0,1-1 0,-1 1 0,0 0 0,0-1 0,0 1 0,1 0 0,-1-1 0,1 1 0,0-1 0,-1 1 0,1 0 0,0-1 0,0 0 0,0 1 0,0-1 0,1 2 0,3 3 0,0 0 0,0 0 0,0-1 0,7 6 0,10 4 0,-1 0 0,46 22 0,51 15 0,-98-43 0,367 124 0,-267-96 0,-94-27-1365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35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24575,'0'0'0,"1"0"0,-1 0 0,0 1 0,1-1 0,-1 0 0,0 0 0,1 0 0,-1 0 0,1 0 0,-1 1 0,0-1 0,1 0 0,-1 0 0,1 0 0,-1 0 0,1 0 0,-1 0 0,0-1 0,1 1 0,-1 0 0,1 0 0,-1 0 0,0 0 0,1 0 0,-1-1 0,0 1 0,1 0 0,-1 0 0,0 0 0,1-1 0,-1 1 0,0 0 0,1-1 0,-1 1 0,0 0 0,0-1 0,1 1 0,-1 0 0,0-1 0,0 1 0,0 0 0,0-1 0,1 1 0,-1-1 0,0 1 0,0 0 0,0-1 0,0 1 0,0-1 0,0 1 0,0-1 0,0 1 0,0 0 0,0-1 0,0 1 0,0-1 0,-1 1 0,1 0 0,0-1 0,0 1 0,-1-1 0,164 148 0,-26-20 0,-45-42 0,-133-124-1365,28 30-5461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35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10 24575,'0'0'0,"0"-1"0,0 1 0,0 0 0,0-1 0,0 1 0,0 0 0,0-1 0,0 1 0,0 0 0,0-1 0,0 1 0,0 0 0,0-1 0,0 1 0,0 0 0,-1 0 0,1-1 0,0 1 0,0 0 0,0-1 0,0 1 0,-1 0 0,1 0 0,0-1 0,0 1 0,-1 0 0,1 0 0,0 0 0,0-1 0,-1 1 0,1 0 0,0 0 0,-1 0 0,1 0 0,-1 0 0,0 0 0,0 0 0,0 0 0,0 0 0,0 1 0,0-1 0,0 0 0,1 1 0,-1-1 0,0 1 0,0-1 0,-1 2 0,-25 22 0,23-20 0,-9 11 0,1 0 0,1 0 0,0 1 0,1 0 0,1 1 0,-12 26 0,16-31 0,2-5-80,0-1 0,-1 1-1,1-1 1,-1 0 0,-1 0-1,1 0 1,-1 0 0,0-1-1,0 0 1,0 0 0,-1 0 0,0-1-1,0 1 1,0-2 0,0 1-1,-9 3 1,4-3-6746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36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37 24575,'-8'-4'0,"-8"-5"0,-25-8 0,37 16 0,-1-1 0,0 1 0,1 0 0,-1 0 0,0 1 0,1-1 0,-1 1 0,0 0 0,0 1 0,-7 0 0,10 0 0,0-1 0,1 0 0,-1 1 0,0 0 0,1-1 0,-1 1 0,0 0 0,1 0 0,-1 0 0,1 0 0,-1 0 0,1 0 0,0 0 0,-1 1 0,1-1 0,0 0 0,0 1 0,0-1 0,0 1 0,-1 2 0,1-1 0,0 0 0,1-1 0,-1 1 0,1 0 0,0-1 0,0 1 0,0 0 0,0-1 0,0 1 0,0 0 0,1 0 0,1 3 0,0 2 0,1 0 0,1 0 0,0 0 0,0 0 0,0-1 0,1 0 0,10 13 0,-1-8 0,-1 0 0,2-1 0,20 13 0,-19-13 0,-1-1 0,27 26 0,-40-36 0,-1 1 0,0 0 0,0 0 0,0 0 0,0 1 0,-1-1 0,1 0 0,0 0 0,0 0 0,-1 1 0,1-1 0,-1 0 0,1 1 0,-1-1 0,1 0 0,-1 1 0,0-1 0,0 1 0,0-1 0,0 0 0,0 1 0,0-1 0,0 3 0,-1-2 0,0-1 0,0 0 0,0 1 0,0-1 0,0 0 0,0 1 0,0-1 0,0 0 0,-1 0 0,1 0 0,0 0 0,-1 0 0,1-1 0,-1 1 0,1 0 0,-1 0 0,1-1 0,-1 1 0,0-1 0,-1 1 0,-5 0 0,1 0 0,0 0 0,-1 0 0,1-1 0,0 0 0,-12-2 0,-45-10 0,16 2 0,10 4-682,-43-13-1,67 15-6143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36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3 24575,'-1'-3'0,"-3"8"0,-2 8 0,-7 93 0,9-60 0,-8 52 0,-5 43 0,17-134 0,0 0 0,0-1 0,0 1 0,1 0 0,0 0 0,0-1 0,0 1 0,1-1 0,0 1 0,1-1 0,-1 1 0,1-1 0,1 0 0,-1 0 0,1-1 0,0 1 0,0-1 0,0 0 0,1 0 0,0 0 0,0 0 0,0-1 0,7 4 0,1 0-170,0 0-1,0-1 0,1-1 1,0 0-1,0-1 0,1-1 1,20 4-1,-23-6-6655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37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24575,'1'-2'0,"11"-24"0,-11 24 0,0 1 0,0-1 0,0 0 0,0 1 0,0 0 0,1-1 0,-1 1 0,0 0 0,1-1 0,-1 1 0,1 0 0,2-1 0,-4 2 0,1-1 0,-1 1 0,1 0 0,-1 0 0,1 0 0,-1 0 0,1 0 0,-1 0 0,1 0 0,-1 0 0,1 0 0,-1 0 0,1 0 0,-1 0 0,0 0 0,1 0 0,-1 0 0,1 0 0,-1 1 0,1-1 0,-1 0 0,1 0 0,-1 1 0,0-1 0,1 0 0,-1 0 0,1 1 0,0 0 0,0 1 0,0-1 0,0 0 0,0 1 0,-1-1 0,1 0 0,0 1 0,0 2 0,4 30 0,-5-33 0,2 121 0,-3-79 0,9 79 0,-6-109 0,0-1 0,2 1 0,-1-1 0,2 0 0,-1 0 0,2 0 0,0-1 0,0 0 0,1 0 0,8 10 0,-11-15 0,0-1 0,1-1 0,0 1 0,0-1 0,0 1 0,0-1 0,1-1 0,-1 1 0,1-1 0,0 0 0,0 0 0,0-1 0,1 0 0,-1 0 0,1 0 0,-1-1 0,1 0 0,-1 0 0,1 0 0,13-2 0,-18 1-151,1 0-1,-1-1 0,1 1 0,-1-1 1,1 0-1,-1 0 0,1 0 1,3-2-1,3-4-6674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37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1 24575,'-30'0'0,"-11"0"0,-2 0 0,4 2 0,6 2 0,7-1 0,4-1 0,5 0 0,2 2 0,1 0 0,0-1 0,1-1 0,2 0-8191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38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24575,'19'18'0,"-1"0"0,-1 2 0,-1 0 0,0 0 0,-2 2 0,0 0 0,10 25 0,1 9 0,32 107 0,-49-138 0,-2 0 0,-1 0 0,-1 1 0,-1-1 0,-1 1 0,-2 38 0,-1-59-54,0 0-1,0-1 0,0 1 1,0 0-1,0-1 1,-1 1-1,0-1 0,0 0 1,-1 1-1,1-1 1,-1 0-1,0 0 0,0-1 1,0 1-1,0 0 0,0-1 1,-1 0-1,0 0 1,0 0-1,0 0 0,0-1 1,0 1-1,0-1 1,-6 2-1,-3 0-6771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38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7 24575,'-29'3'0,"-13"0"0,-1 0 0,4-1 0,7 0 0,5-3 0,6-2 0,3 0 0,3 1 0,1 0 0,1 1 0,0 0 0,-1-2 0,3 0-8191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38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31 24575,'-27'-7'0,"-11"-3"0,-2 3 0,4 3 0,5 1 0,5 5 0,6 1 0,0 3 0,1 1 0,2-2 0,4-1-8191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42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 24575,'-9'-4'0,"9"7"0,13 11 0,23 18 0,4 3 0,43 30 0,87 55 0,-158-112 0,1 0 0,-1 1 0,-1 1 0,0 0 0,19 22 0,-29-32-40,-1 0 0,0 1 0,0-1 0,1 0-1,-1 0 1,0 1 0,0-1 0,0 0 0,1 0 0,-1 1 0,0-1-1,0 0 1,0 1 0,0-1 0,0 0 0,0 1 0,0-1-1,0 0 1,0 1 0,0-1 0,0 0 0,0 1 0,0-1 0,0 0-1,0 1 1,0-1 0,0 0 0,0 1 0,0-1 0,0 0-1,-1 1 1,1-1 0,0 1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42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10 24575,'-19'-5'0,"-8"1"0,2 4 0,5 4 0,6 3 0,5 4 0,5 2 0,2 2 0,2 0 0,0 0 0,-1 0 0,-1 0 0,-3 0 0,-2 0 0,-4 0 0,2-3-8191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43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2 24575,'-25'-1'0,"9"1"0,0 0 0,0 0 0,0 1 0,0 1 0,-26 7 0,40-8 0,0 0 0,0-1 0,0 1 0,0 0 0,1 0 0,-1 0 0,0 0 0,1 0 0,-1 1 0,1-1 0,-1 0 0,1 1 0,-1-1 0,1 1 0,0 0 0,0-1 0,0 1 0,0 0 0,0-1 0,0 1 0,1 0 0,-1 0 0,0 0 0,1 0 0,0 0 0,-1 0 0,1 0 0,0 0 0,0 0 0,0 0 0,0 0 0,0 0 0,2 3 0,-1 0 0,0-1 0,0 0 0,1 0 0,0 0 0,-1 0 0,2 0 0,-1 0 0,0 0 0,1-1 0,0 1 0,-1-1 0,1 0 0,1 1 0,4 2 0,5 3 0,1-1 0,0-1 0,0 0 0,0-1 0,1 0 0,0-1 0,0-1 0,1-1 0,-1 0 0,1-1 0,-1 0 0,1-1 0,0-1 0,18-2 0,-32 1-68,0 1 0,1 0-1,-1 0 1,0-1 0,0 1 0,0-1-1,0 1 1,0-1 0,-1 0 0,1 0-1,0 0 1,0 0 0,0 0 0,-1-1-1,1 1 1,-1 0 0,1-1-1,-1 1 1,3-3 0,0-4-6758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43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27 24575,'-15'-22'0,"15"21"0,0 1 0,0 0 0,-1-1 0,1 1 0,0 0 0,0 0 0,-1-1 0,1 1 0,0 0 0,-1 0 0,1 0 0,0-1 0,-1 1 0,1 0 0,0 0 0,-1 0 0,1 0 0,-1 0 0,1 0 0,0 0 0,-1 0 0,0 0 0,1 0 0,-1 0 0,1 1 0,-1-1 0,1 1 0,0-1 0,-1 1 0,1-1 0,0 1 0,-1-1 0,1 1 0,0-1 0,-1 1 0,1-1 0,0 1 0,0-1 0,0 1 0,0 0 0,0-1 0,-1 1 0,1 0 0,-13 124 0,13-99 0,1-1 0,1 1 0,10 42 0,-9-54 0,1 0 0,1-1 0,0 1 0,0-1 0,1 0 0,1 0 0,0-1 0,1 0 0,12 14 0,-14-21-136,-1 0-1,1 0 1,0 0-1,1-1 1,-1 0-1,1-1 1,-1 0-1,1 0 0,14 5 1,-11-6-6690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44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24575,'2'-1'0,"-1"0"0,1 1 0,0-1 0,0 1 0,-1-1 0,1 1 0,0 0 0,0-1 0,0 1 0,0 0 0,0 0 0,-1 0 0,1 1 0,0-1 0,0 0 0,0 1 0,2 0 0,0 1 0,-1-1 0,0 1 0,1 0 0,-1 0 0,0 0 0,0 1 0,0-1 0,3 5 0,0-1 0,-1 1 0,0 0 0,0 1 0,0-1 0,-1 1 0,7 16 0,-7-13 0,0 0 0,-1 1 0,0-1 0,-1 1 0,0 0 0,-1 0 0,0 0 0,-1 0 0,0 0 0,-3 15 0,-3-2 0,-11 63 0,16-78 0,1-1 0,0 0 0,0 1 0,1-1 0,0 1 0,0-1 0,5 13 0,-5-18 5,0-1-1,1 1 0,0-1 0,0 0 1,0 0-1,0 1 0,0-1 0,0-1 1,1 1-1,-1 0 0,1-1 1,0 1-1,0-1 0,0 0 0,0 0 1,0 0-1,1 0 0,-1 0 0,1-1 1,-1 0-1,1 0 0,-1 0 1,1 0-1,0 0 0,-1-1 0,1 1 1,6-1-1,0 0-153,0 0 1,-1-1-1,1-1 1,-1 1-1,1-1 1,-1-1-1,0 0 1,0 0-1,14-8 1,-10 4-6678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44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16 24575,'-32'-3'0,"-13"0"0,-4 0 0,5 0 0,6 1 0,8 1 0,4 1 0,4-1 0,3 1 0,0 1 0,1 1 0,-2 2 0,1-1 0,2-1-8191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44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24575,'23'6'0,"-1"1"0,0 1 0,0 0 0,-1 2 0,39 24 0,-44-22 0,-1-1 0,0 2 0,-1 0 0,0 1 0,-1 0 0,0 1 0,16 26 0,-7-3 0,-2 1 0,-2 0 0,-2 1 0,-1 1 0,-2 0 0,9 50 0,-20-81 0,-1 0 0,0 0 0,0 0 0,-1 0 0,0 0 0,-1 1 0,0-1 0,-1 0 0,0-1 0,-4 13 0,3-14 0,0-1 0,0 0 0,-1 0 0,0-1 0,0 1 0,-1-1 0,1 0 0,-1 0 0,-1 0 0,1-1 0,-1 1 0,0-2 0,-12 9 0,0-3-1365,3-1-5461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45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21 24575,'-10'-7'0,"-3"-1"0,1 2-8191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47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1174 12 24575,'0'-1'0,"0"1"0,0-1 0,1 1 0,-1-1 0,0 1 0,0-1 0,1 1 0,-1-1 0,0 1 0,1-1 0,-1 1 0,1-1 0,-1 1 0,0-1 0,1 1 0,-1 0 0,1-1 0,-1 1 0,1 0 0,0 0 0,-1-1 0,1 1 0,-1 0 0,1 0 0,-1 0 0,1 0 0,1-1 0,-1 1 0,-1 0 0,1 0 0,0 0 0,0 0 0,0 0 0,0 0 0,0 0 0,0 0 0,0 0 0,0 0 0,0 0 0,0 0 0,0 1 0,-1-1 0,1 0 0,2 1 0,-3 0 0,0-1 0,0 0 0,0 1 0,0-1 0,0 0 0,0 0 0,0 1 0,-1-1 0,1 0 0,0 0 0,0 1 0,0-1 0,0 0 0,0 0 0,0 1 0,-1-1 0,1 0 0,0 0 0,0 1 0,0-1 0,-1 0 0,1 0 0,0 0 0,0 0 0,0 1 0,-1-1 0,1 0 0,0 0 0,0 0 0,-1 0 0,1 0 0,-10 6 0,-9 0 0,-1 0 0,0-2 0,1 0 0,-2-1 0,-23 1 0,-1 0 0,-123 6 0,21-3 0,32 0 0,-10 1 0,-81-3 0,143-5 0,60 0 0,1 0 0,-1 1 0,1-1 0,-1 1 0,1-1 0,-1 1 0,1 0 0,-1 0 0,1 0 0,0 0 0,-1 0 0,-2 3 0,4-4 0,1 1 0,-1-1 0,1 1 0,-1-1 0,1 1 0,0-1 0,-1 1 0,1-1 0,0 1 0,-1-1 0,1 1 0,0-1 0,0 1 0,0 0 0,-1-1 0,1 1 0,0-1 0,0 1 0,0 0 0,0-1 0,0 1 0,0 0 0,0 0 0,1 0 0,-1 0 0,1 0 0,-1 0 0,1 0 0,0 0 0,-1 0 0,1 0 0,0 0 0,0 0 0,-1 0 0,1-1 0,0 1 0,0 0 0,0 0 0,2 0 0,7 4 0,0 0 0,1-1 0,0 0 0,0-1 0,17 3 0,5 3 0,18 5 0,-2 2 0,57 27 0,-101-41 0,0 1 0,-1 0 0,1 0 0,-1 0 0,0 0 0,0 1 0,0-1 0,0 1 0,4 6 0,-7-8 0,1 0 0,-1 0 0,0 0 0,0 0 0,0 0 0,-1 1 0,1-1 0,0 0 0,-1 0 0,1 0 0,-1 1 0,0-1 0,0 0 0,0 1 0,0-1 0,0 0 0,-1 0 0,1 1 0,-1-1 0,1 0 0,-1 0 0,0 0 0,0 1 0,-1 2 0,-3 2 0,0 0 0,0 0 0,0 0 0,-1-1 0,0 0 0,0 0 0,-1 0 0,0-1 0,-11 7 0,-9 4 0,-36 15 0,55-27 0,-90 47 0,-28 12 0,79-46 0,25-9 0,-27 12 0,48-20 0,1 1 0,-1-1 0,1 0 0,-1 0 0,1 1 0,-1-1 0,1 0 0,-1 1 0,1-1 0,-1 0 0,1 1 0,-1-1 0,1 1 0,0-1 0,-1 1 0,1-1 0,0 1 0,-1-1 0,1 1 0,0 0 0,0 0 0,0-1 0,0 0 0,0 1 0,0-1 0,0 0 0,0 1 0,1-1 0,-1 0 0,0 1 0,0-1 0,1 0 0,-1 1 0,0-1 0,0 0 0,1 1 0,-1-1 0,0 0 0,1 0 0,-1 0 0,0 1 0,1-1 0,0 0 0,28 9 0,-23-7 0,16 2 0,-1 0 0,1-1 0,0-1 0,0-2 0,27-1 0,-7 0 0,129-6 0,-16 0 0,-96 6 0,271 2 0,-305 1-1365,-5 1-5461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1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28 24575,'-1'-2'0,"0"1"0,0-1 0,0 0 0,0 0 0,0 1 0,0-1 0,0 0 0,0 0 0,1 0 0,-1 0 0,1 0 0,0 0 0,-1-2 0,1 4 0,1 0 0,-1 0 0,0 0 0,1 0 0,-1 0 0,0 0 0,1 0 0,-1 1 0,0-1 0,0 0 0,1 0 0,-1 0 0,0 0 0,0 0 0,1 1 0,-1-1 0,0 0 0,0 0 0,0 0 0,1 1 0,-1-1 0,0 0 0,0 0 0,0 1 0,1-1 0,-1 0 0,0 1 0,6 8 0,6 17 0,10 33 0,-11-29 0,-1 3 0,-8-24 0,1 0 0,0 0 0,0-1 0,1 1 0,6 10 0,-10-18 0,0-1 0,1 0 0,-1 0 0,0 1 0,0-1 0,1 0 0,-1 1 0,0-1 0,0 0 0,1 0 0,-1 0 0,0 1 0,1-1 0,-1 0 0,0 0 0,1 0 0,-1 0 0,0 0 0,1 0 0,-1 0 0,0 1 0,1-1 0,-1 0 0,1 0 0,-1 0 0,0 0 0,1-1 0,-1 1 0,0 0 0,1 0 0,0 0 0,11-10 0,6-17 0,-17 25 0,69-132 0,-69 132 0,0 1 0,-1 0 0,1-1 0,0 1 0,0-1 0,-1 1 0,1 0 0,0 0 0,1 0 0,-1-1 0,0 1 0,0 0 0,0 0 0,1 1 0,-1-1 0,0 0 0,1 0 0,-1 1 0,1-1 0,1 0 0,-1 1 0,0-1 0,0 1 0,0 0 0,0 1 0,0-1 0,0 0 0,0 0 0,0 1 0,0-1 0,0 1 0,0 0 0,0 0 0,3 1 0,2 3 0,0 0 0,0 0 0,0 0 0,0 1 0,-1 0 0,6 8 0,15 16 0,0-2 0,49 40 0,-69-63-118,-4-3 5,0 0-1,0 0 1,-1 1 0,1-1-1,0 1 1,-1-1-1,0 1 1,0 0 0,0 0-1,3 4 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2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98 24575,'-12'-10'0,"-62"-44"0,65 49 0,1 0 0,-1 1 0,1 0 0,-1 0 0,-1 1 0,1 0 0,-12-2 0,18 5 0,-1 0 0,0 0 0,1 0 0,-1 0 0,0 1 0,1-1 0,-1 1 0,0 0 0,1 0 0,-4 1 0,-33 20 0,9-6 0,29-15 0,0 0 0,0-1 0,0 1 0,0 0 0,0 0 0,1 1 0,-1-1 0,0 0 0,1 0 0,-1 1 0,1-1 0,-1 1 0,1-1 0,0 1 0,-1 0 0,1 0 0,0-1 0,0 1 0,0 0 0,1 0 0,-1 0 0,0 0 0,1 0 0,-1 0 0,1 0 0,0 0 0,0 0 0,-1 0 0,1 1 0,1-1 0,-1 0 0,0 0 0,0 0 0,1 0 0,-1 0 0,1 0 0,1 2 0,0 2 0,0 0 0,1 0 0,0 0 0,0-1 0,1 1 0,7 8 0,29 29 0,-18-21 0,84 82 0,21 24 0,-120-120 0,-1 0 0,1 0 0,-1 1 0,-1-1 0,0 2 0,7 15 0,-11-23 0,-1 0 0,1 0 0,0 1 0,0-1 0,-1 0 0,0 1 0,1-1 0,-1 1 0,0-1 0,0 0 0,0 1 0,0-1 0,-1 1 0,1-1 0,-1 0 0,0 1 0,1-1 0,-1 0 0,0 0 0,0 1 0,0-1 0,-1 0 0,1 0 0,0 0 0,-1 0 0,1-1 0,-1 1 0,0 0 0,0 0 0,1-1 0,-1 0 0,0 1 0,0-1 0,-4 2 0,0 0 0,-1-1 0,1 0 0,-1 0 0,0 0 0,0-1 0,0 0 0,1-1 0,-1 1 0,0-1 0,0 0 0,0-1 0,-12-2 0,-1-2 0,-1 0 0,-37-16 0,52 18 0,1 1 0,-1-1 0,1-1 0,-1 1 0,1-1 0,0 0 0,-5-6 0,9 9 0,0 1 0,0-1 0,0 0 0,0 0 0,0 0 0,1 0 0,-1 0 0,0 0 0,1-1 0,-1 1 0,1 0 0,-1 0 0,1 0 0,-1 0 0,1-1 0,0 1 0,0 0 0,0-1 0,0 1 0,0 0 0,0 0 0,0-1 0,0 1 0,0 0 0,0 0 0,1-1 0,-1 1 0,0 0 0,1 0 0,-1 0 0,1 0 0,0-1 0,-1 1 0,1 0 0,0 0 0,0 0 0,-1 0 0,1 0 0,0 1 0,0-1 0,0 0 0,2-1 0,8-4 3,-1 0 1,0 1-1,1 1 0,0 0 0,0 0 0,1 1 1,21-3-1,15-5-1394,-35 7-5435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3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10 24575,'-1'0'0,"0"-1"0,0 0 0,0 0 0,1 0 0,-1 1 0,0-1 0,0 0 0,-1 1 0,1-1 0,0 1 0,0-1 0,0 1 0,0 0 0,0-1 0,-1 1 0,1 0 0,0 0 0,0 0 0,0 0 0,0 0 0,-1 0 0,0 0 0,0 1 0,0 0 0,0-1 0,0 1 0,0 0 0,0 0 0,0 0 0,0 1 0,1-1 0,-1 0 0,0 1 0,-1 2 0,-2 1 0,1 1 0,0 0 0,0 0 0,0 0 0,1 0 0,-4 11 0,1 2 0,1 0 0,0 1 0,2 0 0,-2 38 0,5-26 0,1 0 0,8 42 0,-5-48 0,1 1 0,2-1 0,13 37 0,-15-53 0,0 1 0,0-1 0,1 0 0,0 0 0,1-1 0,0 1 0,1-2 0,0 1 0,0-1 0,15 11 0,-15-12 24,1-1 0,0 0 0,1-1 0,19 8 0,-26-12-81,-1 0 0,1 0 0,-1 0 0,1-1-1,0 1 1,-1-1 0,1 0 0,0 0 0,-1 0 0,1 0 0,0 0 0,-1 0-1,1-1 1,0 1 0,-1-1 0,1 0 0,-1 0 0,1 0 0,-1 0 0,1 0 0,-1 0-1,0-1 1,1 1 0,-1-1 0,2-2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3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61 24575,'-5'-12'0,"3"5"0,-1 1 0,1 0 0,-2-1 0,1 1 0,-9-11 0,16 42 0,19 57 0,20 160 0,-42-236 0,24 164 0,-25-168 0,0 1 0,1 0 0,0 0 0,0-1 0,0 1 0,0 0 0,0-1 0,1 1 0,-1-1 0,1 1 0,-1-1 0,1 0 0,0 0 0,0 0 0,0 0 0,0 0 0,0 0 0,1 0 0,-1-1 0,0 1 0,1-1 0,0 1 0,-1-1 0,1 0 0,0 0 0,-1-1 0,1 1 0,0 0 0,0-1 0,0 1 0,4-1 0,61 0 61,-35-1-1487,-21 1-5400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3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1 24575,'-27'0'0,"-12"0"0,-1 2 0,4 2 0,5 1 0,8 3 0,6 1 0,2 0 0,3-1 0,2-2-8191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4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31 24575,'-27'-3'0,"-11"-2"0,-2-2 0,4 2 0,5 0 0,5 3 0,6 0 0,2 1 0,3 1 0,1 0 0,1 0 0,-1 0 0,1 1 0,2-1-8191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4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24575,'3'16'0,"1"16"0,11 41 0,-12-64 0,0 0 0,0 0 0,1-1 0,0 1 0,1-1 0,0 0 0,0 0 0,0 0 0,9 8 0,-13-15 0,0 0 0,0 0 0,0 1 0,0-1 0,1 0 0,-1 0 0,0 0 0,1-1 0,-1 1 0,1 0 0,-1 0 0,1-1 0,-1 1 0,1-1 0,0 0 0,-1 1 0,1-1 0,-1 0 0,1 0 0,0 0 0,-1 0 0,1 0 0,0 0 0,-1 0 0,1-1 0,-1 1 0,1-1 0,0 1 0,-1-1 0,1 0 0,-1 1 0,1-1 0,-1 0 0,0 0 0,1 0 0,1-2 0,0 0 0,0 0 0,0 0 0,0 0 0,-1-1 0,0 1 0,1-1 0,-1 0 0,0 0 0,-1 1 0,1-1 0,-1 0 0,0 0 0,2-7 0,-3-35 0,-1 32 0,3-25 0,-2 36 0,1 0 0,-1-1 0,1 1 0,0 0 0,0-1 0,0 1 0,1 0 0,-1 0 0,1 0 0,0 0 0,-1 0 0,4-3 0,-4 5 0,0 0 0,0 0 0,1 0 0,-1 0 0,0 0 0,1 0 0,-1 1 0,0-1 0,1 0 0,-1 1 0,1-1 0,-1 1 0,1-1 0,-1 1 0,1 0 0,3-1 0,-2 1 0,0 0 0,0 1 0,0-1 0,0 1 0,0 0 0,0 0 0,0 0 0,3 1 0,6 4 0,-1 0 0,-1 1 0,14 11 0,-17-13 0,3 3 30,-1 0 0,0 0 0,8 10 0,-13-13-195,0-1 0,-1 1 0,0 0 0,0 0 0,0 0 0,0 0 0,-1 1 0,3 7 0,-3-2-6661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5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24575,'3'0'0,"-1"0"0,0 1 0,0-1 0,0 1 0,0 0 0,0 0 0,0 0 0,0 0 0,0 0 0,0 0 0,-1 0 0,1 1 0,0-1 0,-1 0 0,1 1 0,-1 0 0,1-1 0,-1 1 0,2 3 0,2 3 0,0 0 0,-1 0 0,4 10 0,1 4-112,30 77 358,-33-81-621,-1 1 0,-1 0 1,3 27-1,-6-33-6451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5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721 61 24575,'-13'-9'0,"-2"1"0,1 0 0,-1 0 0,-29-9 0,33 14 0,1 1 0,-1 0 0,0 0 0,1 1 0,-1 1 0,0 0 0,0 0 0,-16 3 0,-22 6 0,-79 9 0,34-15-682,-102-10-1,156 4-6143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5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24575,'22'2'0,"1"1"0,-1 1 0,0 1 0,-1 1 0,1 1 0,-1 1 0,0 1 0,-1 0 0,0 2 0,-1 0 0,0 2 0,-1 0 0,0 1 0,-1 0 0,-1 2 0,0 0 0,-1 0 0,0 2 0,19 30 0,-22-27 0,0 0 0,-1 0 0,-1 1 0,-1 0 0,-1 0 0,-1 1 0,7 43 0,-13-53 0,0-1 0,0 1 0,-1 0 0,-1 0 0,0 0 0,-1 0 0,0-1 0,-1 1 0,0-1 0,-1 1 0,-1-1 0,0 0 0,0-1 0,-1 1 0,-1-1 0,-8 11 0,-1-3-170,-1-1-1,0 0 0,-2-1 1,0-1-1,-1-1 0,0-1 1,-43 22-1,41-25-6655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3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16 24575,'-1'0'0,"1"0"0,-1 0 0,0 1 0,1-1 0,-1 1 0,0-1 0,1 1 0,-1-1 0,1 1 0,-1-1 0,1 1 0,-1-1 0,1 1 0,-1 0 0,1-1 0,-1 1 0,1 0 0,0-1 0,-1 1 0,1 0 0,0 0 0,0-1 0,0 1 0,-1 0 0,1 0 0,0-1 0,0 2 0,-2 22 0,3-19 0,-1-1 0,0 1 0,1-1 0,0 0 0,0 1 0,1-1 0,-1 0 0,1 0 0,0 1 0,0-1 0,0-1 0,0 1 0,1 0 0,-1 0 0,7 5 0,-9-8 0,1-1 0,-1 0 0,1 1 0,0-1 0,-1 0 0,1 1 0,-1-1 0,1 0 0,0 0 0,-1 0 0,1 0 0,-1 1 0,1-1 0,0 0 0,-1 0 0,1 0 0,0 0 0,-1 0 0,1-1 0,0 1 0,-1 0 0,1 0 0,0 0 0,1-1 0,-1 0 0,1 0 0,-1 0 0,0 0 0,0 0 0,0 0 0,1 0 0,-1 0 0,1-3 0,3-3 0,-1 0 0,0 0 0,3-9 0,-4 10 0,1-2 0,0 0 0,0 1 0,1-1 0,-1 1 0,2 0 0,6-7 0,-10 12 0,-1 0 0,1 1 0,0-1 0,0 1 0,0 0 0,0 0 0,0 0 0,0 0 0,0 0 0,0 0 0,0 0 0,0 1 0,1-1 0,-1 1 0,0 0 0,1-1 0,-1 1 0,0 0 0,0 0 0,1 1 0,-1-1 0,0 0 0,1 1 0,-1-1 0,0 1 0,0 0 0,0 0 0,4 2 0,11 6 0,28 22 0,10 6 0,22 7-1365,-68-38-5461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9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15 24575,'-65'1'0,"-70"-2"0,59-12-1365,64 12-5461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00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10 24575,'-10'-3'0,"-6"0"0,-2 0 0,-1 3 0,1 1 0,0 1 0,2 0 0,0 0 0,1-1 0,0 0 0,1-1 0,-1 0 0,4 0-8191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3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960 30 24575,'14'-3'0,"-9"2"0,0-1 0,0 1 0,0-1 0,0 1 0,0-1 0,-1-1 0,9-4 0,-13 7 0,0 0 0,0-1 0,0 1 0,1 0 0,-1 0 0,0 0 0,0 0 0,0 0 0,0-1 0,0 1 0,0 0 0,0 0 0,0 0 0,0 0 0,0 0 0,0-1 0,0 1 0,0 0 0,0 0 0,0 0 0,0 0 0,0-1 0,0 1 0,0 0 0,0 0 0,0 0 0,0 0 0,0 0 0,0-1 0,-1 1 0,1 0 0,0 0 0,0 0 0,0 0 0,0 0 0,0 0 0,0 0 0,0-1 0,-1 1 0,1 0 0,0 0 0,0 0 0,0 0 0,0 0 0,0 0 0,-1 0 0,1 0 0,0 0 0,0 0 0,0 0 0,0 0 0,0 0 0,-1 0 0,1 0 0,0 0 0,0 0 0,0 0 0,0 0 0,-1 0 0,1 0 0,0 0 0,0 0 0,-12-1 0,12 1 0,-246 1 0,143 6 0,-43 0 0,43-8 0,-85 2 0,61 14 0,81-8 0,42-6 0,0 0 0,0 0 0,0 0 0,1 0 0,-1 1 0,0 0 0,1 0 0,-1 0 0,-4 3 0,8-4 0,0-1 0,-1 0 0,1 1 0,0-1 0,-1 1 0,1-1 0,0 0 0,0 1 0,-1-1 0,1 1 0,0-1 0,0 1 0,0-1 0,0 1 0,-1-1 0,1 1 0,0-1 0,0 1 0,0-1 0,0 1 0,0-1 0,0 1 0,1-1 0,-1 1 0,0-1 0,0 1 0,0-1 0,0 1 0,0-1 0,1 0 0,-1 1 0,0-1 0,0 1 0,1-1 0,-1 0 0,0 1 0,1-1 0,-1 1 0,1-1 0,-1 0 0,0 0 0,1 1 0,-1-1 0,1 0 0,-1 0 0,1 1 0,-1-1 0,0 0 0,2 0 0,24 10 0,136 23 0,84 22 0,-226-49 0,-11-5 0,-1 1 0,0 1 0,1 0 0,-1 0 0,-1 0 0,1 1 0,0 0 0,11 9 0,-18-13 0,0 1 0,0 0 0,0 0 0,-1 0 0,1 0 0,0 0 0,0 0 0,-1 0 0,1 0 0,-1 0 0,1 0 0,-1 0 0,1 1 0,-1-1 0,0 0 0,1 0 0,-1 0 0,0 1 0,0-1 0,0 0 0,0 0 0,0 1 0,0-1 0,0 0 0,-1 0 0,1 1 0,0-1 0,-1 0 0,1 0 0,-1 0 0,1 0 0,-1 0 0,1 0 0,-1 0 0,0 1 0,-1 0 0,-3 4 0,-1-1 0,1 0 0,-1-1 0,0 1 0,-7 3 0,4-2 0,-111 67 0,32-22 0,79-45 0,-152 100 0,149-100 0,11-5 0,-1 0 0,0-1 0,1 1 0,-1 0 0,0 0 0,1 0 0,-1 1 0,1-1 0,-1 0 0,1 0 0,0 1 0,-2 2 0,3-4 0,0 0 0,0 0 0,0 1 0,0-1 0,0 0 0,0 0 0,0 1 0,0-1 0,0 0 0,0 0 0,0 1 0,0-1 0,0 0 0,0 0 0,1 1 0,-1-1 0,0 0 0,0 0 0,0 0 0,0 1 0,1-1 0,-1 0 0,0 0 0,0 0 0,0 0 0,1 0 0,-1 1 0,0-1 0,0 0 0,1 0 0,-1 0 0,0 0 0,0 0 0,1 0 0,-1 0 0,0 0 0,0 0 0,1 0 0,11 2 0,-11-2 0,77 3 0,112-10 0,-174 6 0,489-8 0,-473 11-1365,-7 1-5461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5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10 24575,'-3'-8'0,"4"6"0,9 10 0,-2-1 0,29 18 0,2-2 0,48 23 0,-55-30 0,11 5 0,-23-12 0,-1 0 0,0 2 0,0 0 0,-1 1 0,19 17 0,-37-29 4,1 0-1,-1 0 0,0 1 1,1-1-1,-1 0 0,0 0 1,1 1-1,-1-1 0,0 0 1,0 1-1,1-1 0,-1 0 1,0 1-1,0-1 0,0 0 1,1 1-1,-1-1 0,0 0 0,0 1 1,0-1-1,0 0 0,0 1 1,0-1-1,0 1 0,0-1 1,0 0-1,0 1 0,0-1 1,0 1-1,0-1 0,0 0 1,0 1-1,0 0 0,-1-1-101,0 1-1,1-1 1,-1 0-1,0 1 1,0-1-1,0 1 0,1-1 1,-1 0-1,0 0 1,0 0-1,0 1 1,0-1-1,1 0 1,-2 0-1,-8 0-6727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5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8 24575,'-2'-1'0,"0"0"0,0 0 0,0 0 0,0 0 0,0 1 0,-1-1 0,1 0 0,0 1 0,0 0 0,0 0 0,-1-1 0,1 1 0,0 1 0,0-1 0,0 0 0,-3 1 0,3 0 0,1-1 0,0 1 0,0 0 0,-1 0 0,1 0 0,0 0 0,0 0 0,0 0 0,0 0 0,0 0 0,0 1 0,0-1 0,0 0 0,1 1 0,-1-1 0,0 0 0,1 1 0,-1-1 0,1 1 0,0-1 0,-1 1 0,1-1 0,0 1 0,0 1 0,0 7 0,0-1 0,1 0 0,0 1 0,0-1 0,1 0 0,6 16 0,-5-15 0,0 0 0,0 0 0,-1 0 0,-1 0 0,1 17 0,-2-24 0,-1 0 0,1 0 0,-1 0 0,0 1 0,0-1 0,0 0 0,0 0 0,0-1 0,-1 1 0,1 0 0,-1 0 0,0-1 0,1 1 0,-1-1 0,-1 1 0,1-1 0,0 0 0,-1 0 0,1 0 0,-1 0 0,1 0 0,-5 2 0,-3 1-195,-1-1 0,1 0 0,-1 0 0,0-1 0,1 0 0,-13 1 0,10-3-6631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6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0 24575,'-21'5'0,"-49"10"0,60-12 0,1 0 0,-1 0 0,1 1 0,0 1 0,-8 5 0,14-9 0,1 1 0,-1 0 0,1 0 0,0 1 0,0-1 0,-1 0 0,1 1 0,1-1 0,-1 1 0,0 0 0,1 0 0,-1 0 0,1-1 0,0 1 0,0 0 0,0 0 0,0 1 0,1-1 0,-1 0 0,1 0 0,0 0 0,0 0 0,0 1 0,0-1 0,1 0 0,-1 0 0,1 0 0,0 0 0,0 0 0,0 0 0,0 0 0,0 0 0,1 0 0,-1 0 0,1-1 0,0 1 0,-1-1 0,2 1 0,-1-1 0,0 1 0,0-1 0,1 0 0,3 3 0,1-2 0,0 0 0,-1 0 0,1 0 0,1-1 0,-1 0 0,0-1 0,0 1 0,11 0 0,63-3 0,-38-1 0,13 2-1365,-42 0-5461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6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73 24575,'-1'-3'0,"-3"-16"0,-13-31 0,19 56 0,-1 1 0,1-1 0,-1 1 0,0 0 0,0 9 0,-1 45 0,0-41 0,-1-11 0,1 0 0,-1 0 0,-1 0 0,0 0 0,0 0 0,-4 10 0,-26 47 0,2-2 0,27-55 0,0-1 0,1 1 0,0 0 0,0 0 0,1 0 0,0 0 0,1 0 0,0 9 0,1-11 0,0-1 0,0 1 0,0-1 0,0 0 0,1 1 0,0-1 0,1 0 0,-1 0 0,1-1 0,0 1 0,8 10 0,1-2 0,1-1 0,0-1 0,1 0 0,28 18 0,-8-9 0,41 18 0,-58-30-227,1-1-1,0-1 1,1-1-1,-1-1 1,38 6-1,-43-10-6598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7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62 24575,'-5'-4'0,"4"3"0,0 0 0,0 0 0,1 0 0,-1 1 0,0-1 0,0 0 0,0 1 0,0-1 0,0 1 0,0-1 0,0 1 0,0-1 0,0 1 0,0 0 0,0-1 0,0 1 0,-1 0 0,0 0 0,2 0 0,0 1 0,0 0 0,0 0 0,0-1 0,-1 1 0,1 0 0,0-1 0,0 1 0,1 0 0,-1 0 0,0-1 0,0 1 0,0 0 0,0-1 0,1 1 0,-1 0 0,0-1 0,1 2 0,6 12 0,3 5 0,22 31 0,-26-42 0,1 0 0,0 0 0,0-1 0,0 0 0,16 11 0,-22-17 0,0 0 0,0-1 0,-1 1 0,1-1 0,0 1 0,0-1 0,0 0 0,0 1 0,0-1 0,0 0 0,0 0 0,-1 1 0,1-1 0,0 0 0,0 0 0,0 0 0,0 0 0,0 0 0,0 0 0,0 0 0,2-1 0,-3 0 0,1 1 0,0-1 0,0 0 0,-1 1 0,1-1 0,0 0 0,-1 0 0,1 1 0,0-1 0,-1 0 0,1 0 0,-1 0 0,0 0 0,1 0 0,-1 0 0,0 0 0,1-1 0,0-5 0,0-1 0,0 0 0,-1 0 0,-1-9 0,1 11 0,0-4 0,0-1 0,1 1 0,1 0 0,2-14 0,-3 20 0,1-1 0,-1 0 0,1 0 0,0 1 0,0-1 0,1 1 0,-1 0 0,1 0 0,0 0 0,0 0 0,4-4 0,-5 6 0,1 0 0,-1 1 0,1-1 0,0 1 0,-1 0 0,1 0 0,0 0 0,0 0 0,0 0 0,0 0 0,0 1 0,0 0 0,0-1 0,0 1 0,0 0 0,0 1 0,0-1 0,0 0 0,0 1 0,-1 0 0,1-1 0,0 1 0,5 2 0,3 2 0,0 1 0,0 0 0,-1 0 0,14 11 0,10 9 0,51 49 0,-83-73-124,0 1 0,0-1 0,0 1 0,-1-1 0,1 1 0,-1 0-1,1 0 1,-1-1 0,0 1 0,1 3 0,0 5-6702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7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24575,'5'7'0,"2"5"0,-1 3 0,-1 2 0,-1-1 0,0 1 0,1-1 0,-2-1 0,2 0 0,0 0 0,1 0 0,3-1 0,-1 0 0,1 1 0,2-1 0,0 0 0,2-2 0,-1-3-8191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8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583 41 24575,'-8'-3'0,"-20"-7"0,-2 2 0,-48-9 0,69 16 0,-1 0 0,1 0 0,0 1 0,0 1 0,0 0 0,0 0 0,0 0 0,0 1 0,0 1 0,0-1 0,1 2 0,-1-1 0,-10 7 0,8-4 0,-1-1 0,1 0 0,-1-1 0,0 0 0,0-1 0,-25 4 0,-77 0 0,99-6 0,-21 0-1365,5-1-5461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8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24575,'27'4'0,"-1"2"0,-1 1 0,1 0 0,24 13 0,-34-12 0,1 0 0,-2 2 0,0-1 0,0 2 0,0 0 0,21 23 0,-16-13 0,-2 1 0,0 0 0,-2 2 0,0-1 0,-1 2 0,-2 0 0,-1 1 0,-1 0 0,-1 1 0,-1 0 0,9 48 0,-17-67 9,0 1-1,-1 0 1,0 0-1,0 0 1,-1 0 0,0 0-1,-1 0 1,0-1-1,0 1 1,-1-1-1,0 1 1,0-1-1,-8 14 1,4-12-158,1-1 1,-2 1-1,1-1 1,-1-1-1,0 1 1,-1-1-1,0-1 1,0 1-1,-20 10 1,16-11-6678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9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0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81 24575,'-32'-18'0,"0"2"0,-2 0 0,-39-11 0,70 26 0,1 0 0,-1 1 0,1-1 0,-1 1 0,0-1 0,1 1 0,-1 0 0,0 0 0,1 0 0,-1 1 0,0-1 0,1 1 0,-1-1 0,-3 2 0,5-1 0,-1 0 0,1 0 0,-1 0 0,1 0 0,0 1 0,-1-1 0,1 0 0,0 1 0,0-1 0,0 1 0,0-1 0,0 1 0,0-1 0,1 1 0,-1 0 0,0-1 0,1 1 0,0 0 0,-1-1 0,1 1 0,0 3 0,-1 7 0,0-1 0,1 0 0,0 0 0,1 0 0,1 0 0,0 0 0,0 0 0,1-1 0,5 13 0,-2-9 0,0 0 0,2 0 0,0-1 0,0 0 0,20 23 0,-7-14 0,0-1 0,2-2 0,0 0 0,1-1 0,1-2 0,36 19 0,-28-18 0,-11-7 0,0 1 0,-2 2 0,24 16 0,-43-28 0,0 0 0,1 0 0,-1 0 0,0 0 0,0 0 0,0 0 0,0 0 0,0 1 0,0-1 0,-1 0 0,1 0 0,0 1 0,-1-1 0,1 1 0,0-1 0,-1 0 0,0 1 0,1-1 0,-1 1 0,0-1 0,0 1 0,0-1 0,0 1 0,0-1 0,0 4 0,-1-4 0,0 1 0,0-1 0,0 1 0,0-1 0,0 0 0,0 1 0,0-1 0,0 0 0,0 0 0,-1 0 0,1 1 0,-1-1 0,1-1 0,-1 1 0,1 0 0,-1 0 0,1-1 0,-1 1 0,0 0 0,1-1 0,-1 0 0,-2 1 0,-19 2 0,-1-1 0,0 0 0,-34-4 0,20 1 0,9 0 0,1-1 0,-1-2 0,1 0 0,-29-10 0,55 14 0,0-1 0,0 1 0,0-1 0,0 0 0,0 0 0,0 0 0,1 0 0,-4-3 0,5 4 0,0 0 0,0 0 0,-1 0 0,1-1 0,0 1 0,0 0 0,0 0 0,0-1 0,-1 1 0,1 0 0,0 0 0,0-1 0,0 1 0,0 0 0,0-1 0,0 1 0,0 0 0,0 0 0,0-1 0,0 1 0,0 0 0,0-1 0,0 1 0,0-1 0,1 1 0,-1-1 0,0 0 0,1 1 0,-1-1 0,1 1 0,0-1 0,-1 0 0,1 1 0,-1-1 0,1 1 0,0 0 0,-1-1 0,2 0 0,7-2 0,0-1 0,0 1 0,0 1 0,0 0 0,15-1 0,18-5 0,2-5-1365,-32 8-5461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0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6 24575,'-1'0'0,"1"-1"0,0 1 0,-1-1 0,1 1 0,-1-1 0,1 1 0,-1 0 0,1-1 0,-1 1 0,0 0 0,1 0 0,-1-1 0,1 1 0,-1 0 0,0 0 0,1 0 0,-1 0 0,1 0 0,-1 0 0,0 0 0,1 0 0,-1 0 0,0 0 0,1 0 0,-2 0 0,1 1 0,0-1 0,-1 1 0,1 0 0,0 0 0,0 0 0,0-1 0,0 1 0,0 0 0,1 0 0,-1 0 0,-1 3 0,-2 1 0,1 1 0,1-1 0,-1 1 0,-1 8 0,-1 7 0,1-1 0,1 1 0,-1 31 0,6 64 0,-1-100 0,1 1 0,0-1 0,1 0 0,1 0 0,0 0 0,11 24 0,-9-28 0,0 0 0,1-1 0,0 0 0,1 0 0,0-1 0,1 0 0,0 0 0,17 14 0,-18-18-114,-1 1 1,1-2-1,0 1 0,0-1 0,1 0 1,-1-1-1,1 0 0,0 0 0,0-1 1,0 0-1,15 2 0,-11-4-6712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1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35 24575,'-1'-2'0,"-1"-4"0,0 1 0,-1-1 0,0 1 0,-3-6 0,4 11 0,1 5 0,1 7 0,0-12 0,15 107 0,-9-68 0,35 173 0,-30-161 0,-6-26 0,-2-6 0,1 1 0,2-1 0,10 28 0,-15-45 7,0 0 0,0-1-1,0 1 1,1 0 0,-1 0-1,0-1 1,1 1-1,-1-1 1,1 0 0,0 1-1,-1-1 1,1 0 0,0 0-1,0 0 1,0 0 0,0 0-1,2 0 1,1 1-255,1-1 1,-1 0-1,1 0 1,-1-1-1,8 0 1,0 0-6579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1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 24575,'-27'5'0,"-11"4"0,-2 0 0,6 2 0,9-2-8191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1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1 24575,'-30'0'0,"-11"0"0,-5 0 0,4 2 0,6 1 0,5 3 0,4 0 0,5-2 0,4 3 0,2-2 0,2 0 0,3-2-8191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2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24575,'51'70'0,"55"69"0,-105-138 0,0 0 0,0 1 0,0-1 0,1 0 0,-1 0 0,0 0 0,1 0 0,-1 0 0,1 0 0,-1 0 0,1 0 0,-1-1 0,1 1 0,0-1 0,-1 1 0,4 0 0,-4-1 0,0-1 0,0 1 0,0 0 0,0-1 0,0 1 0,0 0 0,0-1 0,0 0 0,0 1 0,0-1 0,0 0 0,0 1 0,0-1 0,0 0 0,-1 0 0,1 0 0,0 1 0,-1-1 0,1 0 0,0 0 0,-1 0 0,1 0 0,-1 0 0,0 0 0,1-2 0,2-6 0,-1 1 0,0 0 0,-1-1 0,1 1 0,-2-1 0,1-15 0,-2 12 0,2 1 0,3-22 0,-4 32 0,0-1 0,0 1 0,1 0 0,-1-1 0,0 1 0,1 0 0,-1 0 0,1 0 0,-1-1 0,1 1 0,0 0 0,0 0 0,-1 0 0,1 0 0,0 0 0,0 0 0,0 0 0,0 1 0,0-1 0,0 0 0,0 0 0,0 1 0,0-1 0,0 0 0,1 1 0,-1-1 0,0 1 0,0 0 0,1-1 0,-1 1 0,0 0 0,0 0 0,1 0 0,-1 0 0,0 0 0,1 0 0,-1 0 0,0 0 0,0 1 0,1-1 0,-1 0 0,0 1 0,0-1 0,2 2 0,5 1 0,-1 1 0,0 0 0,-1 0 0,1 0 0,-1 1 0,6 6 0,90 92 0,-97-98-341,-1 0 0,0 1-1,4 7 1,-2-1-6485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2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24575,'0'17'0,"0"8"0,3 5 0,0 2 0,3-2 0,-1-1 0,3-3 0,-1-3 0,-2-4 0,-1-2 0,-2-2 0,2 0 0,0-1 0,-1-3-8191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2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525 62 24575,'-29'-15'0,"-10"-2"0,-4 1 0,4 7 0,6 4 0,3 6 0,5 2 0,-1 4 0,-1 2 0,-1 1 0,0 0 0,-3-1 0,-2-3 0,1 1 0,1-1 0,2 1 0,8-1-8191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3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24575,'38'19'0,"-1"2"0,-1 1 0,-1 2 0,0 2 0,-2 1 0,32 33 0,-50-43 0,-1 0 0,-1 0 0,0 1 0,-2 1 0,17 33 0,-22-36 0,0 1 0,-1-1 0,0 1 0,-1 0 0,-1 0 0,-1 1 0,-1-1 0,0 18 0,-1-25 12,-1 1 0,0 0 0,-1-1 0,0 1 0,-1-1 0,0 0 0,-1 0 0,0 0 0,-7 13 0,2-9-260,0 0 1,-1 0-1,-1-1 1,0 0-1,-15 12 1,8-9-6579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8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0 24575,'4'0'0,"3"3"0,-3 0 0,-5 0 0,-4 2 0,-24 0 0,-9-1 0,-1-1 0,4-1 0,6 0 0,5-2 0,1 0 0,3 0 0,5-3 0,2 0 0,3 0-8191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8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6 24575,'-10'-2'0,"-5"-1"0,-3 2 0,-1 2 0,0 0 0,2 0 0,0 1 0,-1-1 0,0-1 0,2 0-8191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0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765 1 24575,'72'0'0,"-145"0"0,-83 1 0,109 3 0,-48 12 0,-10 2 0,5-5 0,-105 8 0,190-21 0,12-1 0,-1 1 0,0 0 0,0 0 0,1 0 0,-1 0 0,0 1 0,-6 1 0,10-2 0,-1 0 0,1 1 0,0-1 0,0 0 0,0 0 0,0 0 0,0 0 0,0 0 0,-1 0 0,1 0 0,0 0 0,0 0 0,0 0 0,0 0 0,0 1 0,0-1 0,0 0 0,0 0 0,0 0 0,0 0 0,0 0 0,-1 0 0,1 1 0,0-1 0,0 0 0,0 0 0,0 0 0,0 0 0,0 0 0,0 0 0,0 1 0,0-1 0,0 0 0,0 0 0,0 0 0,0 0 0,0 0 0,1 1 0,-1-1 0,0 0 0,0 0 0,0 0 0,0 0 0,0 0 0,0 0 0,0 0 0,0 1 0,0-1 0,0 0 0,0 0 0,1 0 0,-1 0 0,0 0 0,0 0 0,0 0 0,0 0 0,0 0 0,0 0 0,1 0 0,-1 0 0,0 0 0,0 0 0,0 0 0,10 5 0,-9-5 0,117 38 0,-78-27 0,0 2 0,66 31 0,-104-43 0,0-1 0,-1 1 0,1 0 0,-1 0 0,1 0 0,-1 1 0,1-1 0,-1 0 0,0 0 0,1 1 0,-1-1 0,0 1 0,0-1 0,0 1 0,0-1 0,0 1 0,0 0 0,-1-1 0,1 1 0,-1 0 0,1 0 0,-1-1 0,1 1 0,-1 0 0,0 3 0,0-2 0,-1 0 0,0-1 0,1 1 0,-1-1 0,0 1 0,0-1 0,-1 1 0,1-1 0,0 0 0,-1 1 0,0-1 0,1 0 0,-1 0 0,0 0 0,0 0 0,0-1 0,-3 3 0,-17 10 0,0 0 0,-47 19 0,-15 9 0,74-36 0,0 1 0,0-1 0,1 2 0,0-1 0,-14 17 0,18-18 0,2 0 0,-1 0 0,1 1 0,0-1 0,0 1 0,0 0 0,-2 12 0,3-11 0,0 1 0,-1-1 0,0 0 0,-7 11 0,10-19 0,0 0 0,-1 1 0,1-1 0,0 0 0,0 1 0,0-1 0,-1 0 0,1 0 0,0 1 0,0-1 0,0 0 0,0 1 0,0-1 0,0 0 0,0 1 0,0-1 0,0 0 0,0 1 0,0-1 0,0 1 0,0-1 0,0 0 0,0 1 0,0-1 0,0 0 0,0 1 0,0-1 0,0 0 0,1 1 0,9 1 0,17-6 0,-25 3 0,36-5 0,1 2 0,-1 1 0,64 3 0,22 0 0,-70-3 0,260-21 0,-299 22-1365,-4-2-5461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1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24575,'1'9'0,"0"-1"0,0 1 0,1 0 0,0-1 0,0 0 0,1 1 0,6 13 0,3 0 0,19 29 0,-31-51 0,0 0 0,0 1 0,0-1 0,0 0 0,0 0 0,1 0 0,-1 1 0,0-1 0,0 0 0,0 0 0,0 0 0,1 0 0,-1 1 0,0-1 0,0 0 0,0 0 0,1 0 0,-1 0 0,0 0 0,0 0 0,0 0 0,1 0 0,-1 1 0,0-1 0,0 0 0,1 0 0,-1 0 0,0 0 0,0 0 0,1 0 0,-1 0 0,0 0 0,0-1 0,1 1 0,5-7 0,3-19 0,-8 20 0,1 1 0,0-1 0,1 0 0,-1 1 0,1 0 0,0-1 0,0 1 0,1 0 0,-1 1 0,1-1 0,6-5 0,-7 8 0,-1 0 0,0 1 0,0-1 0,1 1 0,-1-1 0,1 1 0,0 0 0,-1 0 0,1 1 0,0-1 0,-1 0 0,1 1 0,0 0 0,0-1 0,0 1 0,-1 0 0,1 1 0,0-1 0,0 0 0,0 1 0,-1 0 0,1-1 0,0 1 0,3 2 0,33 13 0,61 27 0,-99-43 0,0 1 0,0-1 0,0 1 0,0 0 0,0-1 0,0 1 0,0 0 0,0-1 0,0 1 0,0 0 0,0 0 0,0 0 0,0 0 0,-1 0 0,1 0 0,0 0 0,-1 0 0,1 0 0,-1 0 0,1 1 0,0 0 0,-1-1 0,-1 0 0,1 0 0,0 0 0,-1 0 0,1 0 0,0 0 0,-1 0 0,1 0 0,-1 0 0,0 0 0,1-1 0,-1 1 0,0 0 0,1 0 0,-1-1 0,0 1 0,0 0 0,0-1 0,1 1 0,-1-1 0,0 1 0,0-1 0,0 0 0,0 1 0,-2-1 0,-10 5-1365,1-1-5461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2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8 24575,'-2'-8'0,"8"17"0,5 4 0,15 9 0,0-1 0,37 23 0,63 31 0,-63-39 0,-25-13 0,-35-21-23,-6-4 77,-5-4-1450,-2-2-5430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2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 24575,'0'0'0,"-1"0"0,0 0 0,0 1 0,0-1 0,0 1 0,0-1 0,1 1 0,-1-1 0,0 1 0,0-1 0,1 1 0,-1-1 0,0 1 0,1 0 0,-1 0 0,0-1 0,1 1 0,-1 0 0,1 0 0,-1 1 0,-9 21 0,8-18 0,-4 9 0,2 1 0,-4 16 0,6-21 0,-1 1 0,0-1 0,0 1 0,-1-1 0,0 0 0,-7 10 0,3-9-455,-1 1 0,-14 13 0,12-13-6371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3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73 24575,'-6'-8'0,"0"-1"0,-1 1 0,1-1 0,-17-12 0,21 19 0,0 0 0,0 0 0,0 1 0,-1-1 0,1 1 0,-1 0 0,1 0 0,-1 0 0,1 0 0,-1 0 0,0 0 0,1 0 0,-1 1 0,0 0 0,0-1 0,1 1 0,-1 0 0,0 0 0,0 1 0,1-1 0,-1 1 0,0-1 0,0 1 0,-2 1 0,-9 5 0,0 2 0,0-1 0,0 2 0,1 0 0,1 1 0,-21 21 0,32-30 0,-1 0 0,1 1 0,-1-1 0,1 0 0,0 1 0,0-1 0,0 1 0,0-1 0,0 1 0,0-1 0,1 1 0,-1 0 0,1-1 0,0 1 0,0 0 0,0 5 0,2 4 0,-1 1 0,6 16 0,-3-14 0,15 99 0,3 9 0,5 12 0,-27-117 0,0-15 0,0 0 0,0 0 0,0 0 0,0 0 0,1 6 0,0-8 0,-1-1 0,0 1 0,1 0 0,-1 0 0,0 0 0,1-1 0,-1 1 0,1 0 0,0 0 0,-1-1 0,1 1 0,-1-1 0,1 1 0,0 0 0,0-1 0,-1 0 0,1 1 0,0-1 0,0 1 0,-1-1 0,1 0 0,0 1 0,0-1 0,1 0 0,13 2 0,-1-1 0,0 0 0,1-1 0,14-3 0,13 1 0,-18 3-53,-15-1-209,0 1-1,0-1 1,0-1-1,15-2 1,-15 0-6564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4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72 24575,'0'0'0,"0"-1"0,0 1 0,0-1 0,0 1 0,0 0 0,-1-1 0,1 1 0,0-1 0,0 1 0,-1 0 0,1-1 0,0 1 0,0 0 0,-1-1 0,1 1 0,0 0 0,-1 0 0,1-1 0,-1 1 0,1 0 0,0 0 0,-1 0 0,1-1 0,-1 1 0,0 0 0,1 0 0,0 1 0,-1-1 0,1 0 0,0 0 0,-1 1 0,1-1 0,0 1 0,0-1 0,-1 0 0,1 1 0,0-1 0,0 1 0,0-1 0,-1 0 0,1 1 0,0-1 0,0 1 0,0 0 0,-2 25 0,3-16 0,0 0 0,1 0 0,0-1 0,1 1 0,3 8 0,-4-13 0,1 1 0,-1-2 0,0 1 0,1 0 0,0 0 0,0-1 0,1 0 0,-1 1 0,1-1 0,6 5 0,-9-8 0,0-1 0,0 1 0,-1-1 0,1 1 0,0-1 0,0 1 0,-1-1 0,1 1 0,0-1 0,0 0 0,0 1 0,0-1 0,0 0 0,0 0 0,0 0 0,-1 0 0,1 0 0,0 0 0,0 0 0,0 0 0,0 0 0,0 0 0,0 0 0,0-1 0,0 1 0,-1 0 0,1-1 0,0 1 0,0-1 0,0 1 0,-1 0 0,1-1 0,0 0 0,0 1 0,-1-1 0,1 1 0,-1-1 0,1 0 0,0 0 0,-1 1 0,1-1 0,-1 0 0,0 0 0,1-1 0,2-4 0,0-1 0,-1 1 0,0-1 0,2-11 0,-2 10 0,4-32 0,-4 26 0,0-1 0,7-24 0,-8 35 0,0 1 0,0 0 0,0 0 0,1 0 0,-1 0 0,1 1 0,0-1 0,0 0 0,0 1 0,0-1 0,0 1 0,1 0 0,-1 0 0,1 0 0,-1 0 0,1 0 0,4-2 0,-4 3 0,0 0 0,-1 0 0,1 1 0,0-1 0,0 1 0,0 0 0,-1 0 0,1 0 0,0 0 0,0 0 0,0 1 0,-1-1 0,1 1 0,0 0 0,-1-1 0,1 1 0,3 2 0,6 3 0,-1 1 0,16 12 0,-7-6 0,12 6 0,-20-12 0,-1-1 0,1 2 0,-1 0 0,-1 0 0,1 0 0,8 11 0,-18-18 6,0 0 0,-1 0 0,1 0 0,0 0 0,-1 0 0,1 0 0,0 0 0,-1 0 0,0 0 0,1 0 0,-1 0 0,0 0 0,1 0 0,-1 1 0,0-1 0,0 0 0,0 0 0,0 0 0,0 2 0,-1-2-68,1 0 0,0 0 0,-1 0 0,1 0 1,-1-1-1,0 1 0,1 0 0,-1 0 0,0-1 0,1 1 0,-1 0 0,0-1 1,0 1-1,1-1 0,-1 1 0,0-1 0,0 1 0,0-1 0,0 0 0,0 1 1,0-1-1,0 0 0,-1 0 0,-9 2-6764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4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24575,'15'-4'0,"0"0"0,1 1 0,0 1 0,0 0 0,-1 1 0,1 1 0,0 1 0,0 0 0,0 1 0,18 4 0,-32-5 0,1 0 0,0 0 0,0 0 0,0 0 0,-1 0 0,1 1 0,-1-1 0,1 1 0,-1 0 0,1-1 0,-1 1 0,0 0 0,0 1 0,0-1 0,0 0 0,0 1 0,-1-1 0,1 1 0,-1-1 0,1 1 0,-1 0 0,1 3 0,0 4 0,0 0 0,-1 0 0,0 0 0,-1 0 0,-1 13 0,1-22 0,1 14 0,1-1 0,0 0 0,1 0 0,0 0 0,1 0 0,10 24 0,2 7 0,29 80 0,-2-6 0,-22-46 0,-21-72 0,1 1 0,-1-1 0,0 1 0,1-1 0,-1 1 0,0-1 0,0 1 0,0-1 0,0 1 0,0-1 0,0 1 0,0-1 0,-1 1 0,1 0 0,0-1 0,-1 0 0,0 1 0,1-1 0,-1 1 0,0-1 0,1 0 0,-1 1 0,0-1 0,0 0 0,0 0 0,0 0 0,-1 0 0,1 0 0,0 0 0,0 0 0,0 0 0,-1 0 0,1 0 0,-1-1 0,1 1 0,0 0 0,-1-1 0,1 1 0,-3-1 0,-6 2 0,0-1 0,-1 0 0,1 0 0,-21-3 0,14 1 0,-40 0-1365,40 1-5461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5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259 153 24575,'-38'-35'0,"-1"2"0,-55-35 0,90 66 0,0-1 0,-1 1 0,1 0 0,0 0 0,-1 0 0,-7-1 0,11 3 0,-1-1 0,1 1 0,0 0 0,0 0 0,0 0 0,0 0 0,-1 1 0,1-1 0,0 0 0,0 0 0,0 1 0,0-1 0,0 1 0,0-1 0,0 1 0,0-1 0,0 1 0,0-1 0,0 1 0,0 0 0,0 0 0,0-1 0,0 1 0,1 0 0,-1 0 0,0 0 0,1 0 0,-1 0 0,0 0 0,1 0 0,-1 2 0,-3 6 0,1 0 0,0 0 0,1 0 0,-1 0 0,2 1 0,0-1 0,0 1 0,0-1 0,1 1 0,1-1 0,-1 1 0,5 16 0,-2-15 0,1 1 0,0-1 0,0 0 0,1-1 0,1 1 0,0-1 0,0 0 0,1 0 0,15 16 0,32 27 0,3-1 0,95 64 0,-151-115 0,40 32 0,-37-30 0,0 1 0,-1 0 0,1 0 0,-1 0 0,0 0 0,0 0 0,-1 0 0,4 7 0,-6-10 0,1 0 0,-1 0 0,1 1 0,-1-1 0,0 0 0,0 1 0,1-1 0,-1 1 0,0-1 0,0 0 0,0 1 0,0-1 0,0 1 0,-1-1 0,1 0 0,0 1 0,-1-1 0,1 0 0,-1 1 0,1-1 0,-2 2 0,0-1 0,1 0 0,-1-1 0,0 0 0,1 1 0,-1-1 0,0 0 0,0 1 0,0-1 0,0 0 0,0-1 0,0 1 0,-3 1 0,-5 0 0,-1 0 0,1 0 0,0-1 0,-16-1 0,25 0 0,-86-3 0,74 1 0,1 0 0,-1-1 0,1 0 0,-22-8 0,33 10 0,0 1 0,0 0 0,0-1 0,0 1 0,0-1 0,0 1 0,1-1 0,-1 0 0,0 1 0,0-1 0,0 0 0,0 1 0,1-1 0,-1 0 0,0 0 0,1 0 0,-1 0 0,0-1 0,1 1 0,0 0 0,0 1 0,0-1 0,0 0 0,0 1 0,0-1 0,0 0 0,0 1 0,0-1 0,1 0 0,-1 1 0,0-1 0,0 0 0,1 1 0,-1-1 0,0 1 0,1-1 0,-1 1 0,1-1 0,-1 1 0,1-2 0,2 0 0,0 0 0,0 0 0,0 0 0,0 0 0,0 0 0,0 1 0,0-1 0,0 1 0,7-2 0,17-1-16,-17 2-321,0 1 0,-1-2-1,15-4 1,-13 2-6489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6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50 24575,'-5'-6'0,"1"1"0,-1 0 0,-1 0 0,1 0 0,-1 1 0,0 0 0,-11-6 0,16 9 0,-1 0 0,1 1 0,-1-1 0,0 0 0,1 1 0,-1 0 0,0-1 0,1 1 0,-1 0 0,0 0 0,1 0 0,-1 0 0,0 0 0,0 0 0,1 0 0,-1 1 0,0-1 0,1 1 0,-1-1 0,1 1 0,-1-1 0,0 1 0,1 0 0,-1 0 0,1 0 0,0 0 0,-1 0 0,1 0 0,0 0 0,0 1 0,-1-1 0,1 0 0,0 1 0,0-1 0,1 0 0,-1 1 0,-1 2 0,-2 5 0,0 1 0,1-1 0,0 0 0,-3 19 0,-3 42 0,8-53 0,-1 12 0,2-1 0,1 1 0,2-1 0,0 0 0,2 0 0,1 0 0,13 37 0,-15-53 0,1 1 0,0-1 0,0 0 0,1 0 0,1-1 0,0 0 0,11 13 0,-14-19 0,1 0 0,-1-1 0,1 0 0,0 0 0,0 0 0,0-1 0,0 0 0,1 0 0,-1 0 0,1 0 0,0-1 0,-1 0 0,1 0 0,0-1 0,1 0 0,-1 0 0,9 1 0,-8-2-341,1 0 0,-1 0-1,14-3 1,-8-1-6485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6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17 24575,'-2'-7'0,"-1"-2"0,4 15 0,12 90 0,-11-83 0,-1-1 0,0 1 0,0-1 0,-2 1 0,0 0 0,0-1 0,-4 17 0,1-2 0,2 0 0,0 0 0,3 33 0,0-14 0,-1-38 0,1-1 0,0 0 0,1 0 0,-1-1 0,1 1 0,1 0 0,-1 0 0,1-1 0,0 0 0,1 1 0,-1-1 0,1-1 0,1 1 0,-1 0 0,1-1 0,0 0 0,0 0 0,0 0 0,1-1 0,10 7 0,-13-9 8,-1-1-1,1 1 1,0-1-1,0 0 1,1 0-1,-1 0 1,0 0-1,0-1 1,0 1-1,0-1 1,1 0-1,-1 0 1,0 0-1,0 0 1,5-1-1,-3 0-172,1-1 0,-1 1 0,0-1 0,0 0 0,0-1 0,0 1 0,0-1 0,5-4 0,-1 0-6661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7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0 24575,'-27'0'0,"-12"0"0,-1 0 0,4 0 0,7 2 0,7 2 0,5-1 0,2 2 0,2 0 0,2-1-8191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7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4 24575,'-27'-2'0,"-12"1"0,-1 1 0,4 1 0,5-1 0,6 3 0,1 1 0,4 0 0,1 1 0,3 0 0,1-1 0,3-1-8191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8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24575,'0'15'0,"1"0"0,0 0 0,4 19 0,-3-27 0,0 0 0,1 0 0,-1 0 0,1-1 0,0 1 0,1-1 0,0 0 0,0 0 0,5 6 0,-2-4 0,-1-1 0,1 0 0,1 0 0,9 7 0,-15-13 0,0 0 0,-1 0 0,1 0 0,0 0 0,0-1 0,0 1 0,0 0 0,0-1 0,-1 1 0,1-1 0,0 0 0,4 0 0,-5 0 0,0 0 0,1 0 0,-1-1 0,0 1 0,0-1 0,0 1 0,0-1 0,1 1 0,-1-1 0,0 0 0,0 0 0,0 1 0,0-1 0,0 0 0,0 0 0,-1 0 0,1 0 0,0 0 0,0 0 0,-1 0 0,2-3 0,0-1 0,0 0 0,0-1 0,-1 1 0,0-1 0,0 0 0,0-6 0,2-10 0,1-7 0,-3 22 0,0-1 0,0 0 0,1 1 0,-1-1 0,6-10 0,-6 15 0,0 1 0,0 0 0,1 0 0,-1 0 0,1 0 0,0 0 0,-1 1 0,1-1 0,0 0 0,0 1 0,0-1 0,0 1 0,0 0 0,0 0 0,1 0 0,-1 0 0,0 0 0,1 0 0,-1 0 0,0 1 0,5-1 0,-2 0 0,0 1 0,0 0 0,-1 1 0,1-1 0,0 1 0,0 0 0,-1 0 0,1 1 0,0-1 0,-1 1 0,1 0 0,-1 0 0,0 0 0,0 1 0,0 0 0,0-1 0,0 1 0,4 5 0,2 1 0,-1 2 0,0-1 0,0 1 0,-1 0 0,8 15 0,1 10-1365,-13-25-5461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8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24575,'8'22'0,"2"12"0,1 5 0,0-1 0,0-2 0,-2-6 0,0-2 0,-1-3 0,0-5 0,-1-2 0,0-2 0,0-1 0,0-1 0,0 0 0,-2-3-8191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9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470 27 24575,'-2'-2'0,"1"0"0,-1 0 0,1 0 0,-1 0 0,0 0 0,0 0 0,1 1 0,-1-1 0,-1 1 0,1-1 0,0 1 0,-4-2 0,4 2 0,0 1 0,1 0 0,-1-1 0,0 1 0,0 0 0,0 0 0,0 0 0,0 0 0,0 0 0,1 1 0,-1-1 0,0 0 0,0 1 0,0-1 0,1 1 0,-1 0 0,-3 1 0,-3 2 0,0-1 0,0 0 0,0 0 0,0-1 0,-1 0 0,-16 2 0,-55-3 0,51-2 0,-17 2-86,-99-5-1193,114 1-5547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9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24575,'30'14'0,"-1"1"0,-1 2 0,-1 1 0,0 1 0,-2 1 0,0 1 0,25 28 0,-32-29 0,0 2 0,-1 0 0,-2 1 0,0 1 0,-1 0 0,-2 1 0,-1 0 0,15 46 0,-20-48 0,0-1 0,-1 1 0,-2 0 0,0 0 0,-1 25 0,-2-39 0,0-1 0,-1 1 0,-1-1 0,1 1 0,-1-1 0,-1 0 0,0 1 0,0-1 0,0-1 0,-1 1 0,0 0 0,-1-1 0,1 0 0,-1 0 0,-1 0 0,-11 11 0,3-7-227,0 0-1,0-2 1,-1 1-1,0-2 1,-25 11-1,17-9-6598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3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 24575,'-5'-3'0,"7"8"0,5 8 0,1-4 0,0-1 0,0 0 0,1 0 0,0-1 0,1 0 0,17 10 0,68 27 0,-12-6 0,-69-31 0,-1 0 0,0 0 0,-1 0 0,22 18 0,-33-24 8,0 0 0,0 0 0,0 1 0,0-1 0,0 0 0,0 1 0,0-1 0,-1 0 0,1 1 0,0-1 0,-1 1 0,1-1 0,-1 1 0,1 1 0,-1-2-61,0 0 0,0 0 0,0 0 0,0 0 0,0-1 0,-1 1 0,1 0 0,0 0 0,0 0 0,-1-1 0,1 1 0,0 0 0,-1 0-1,1-1 1,-1 1 0,1 0 0,-1-1 0,1 1 0,-1 0 0,1-1 0,-1 1 0,0-1 0,1 1 0,-1-1 0,0 1 0,0-1 0,-1 1 0,-7 2-6773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3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17 24575,'-2'-2'0,"0"0"0,0 0 0,0 1 0,0-1 0,0 1 0,0-1 0,0 1 0,-1 0 0,-2-1 0,5 2 0,-1 0 0,0-1 0,1 1 0,-1 0 0,0 0 0,1 0 0,-1 0 0,0 0 0,1 1 0,-1-1 0,0 0 0,1 0 0,-1 0 0,1 1 0,-1-1 0,0 0 0,1 0 0,-1 1 0,1-1 0,-1 1 0,1-1 0,-1 0 0,1 1 0,-1-1 0,1 1 0,-1-1 0,1 1 0,0-1 0,-1 1 0,1 0 0,0-1 0,0 1 0,-1-1 0,1 1 0,0 0 0,0-1 0,0 1 0,0 0 0,0-1 0,0 2 0,-1 2 0,-2 7 0,1-1 0,-1 0 0,-6 14 0,7-20 0,0-1 0,-1 1 0,1-1 0,-1 0 0,1 0 0,-1 0 0,0 0 0,0 0 0,0 0 0,0-1 0,-1 0 0,-4 3 0,-73 33-65,52-25-1235,20-9-5526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4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75 24575,'-1'-5'0,"-1"1"0,0-1 0,-1 1 0,1-1 0,-1 1 0,0 0 0,0 0 0,0 1 0,-1-1 0,1 1 0,-1-1 0,0 1 0,0 0 0,0 0 0,-9-4 0,8 5 0,0 0 0,-1 1 0,1 0 0,-1-1 0,1 2 0,-1-1 0,1 1 0,-1 0 0,0 0 0,1 0 0,-1 1 0,0 0 0,-9 2 0,11-2 0,0 0 0,0 1 0,0-1 0,0 1 0,1 0 0,-1-1 0,0 2 0,1-1 0,-6 5 0,8-6 0,0 0 0,0 0 0,0 0 0,0 1 0,0-1 0,1 0 0,-1 1 0,0-1 0,1 1 0,-1-1 0,1 1 0,0-1 0,-1 1 0,1-1 0,0 1 0,0-1 0,0 1 0,0-1 0,0 1 0,0-1 0,1 1 0,-1-1 0,0 1 0,1-1 0,-1 1 0,1-1 0,-1 1 0,2 1 0,18 33 0,-13-23 0,0 0 0,8 21 0,-5 3 0,-1 1 0,5 62 0,-9-61 0,-2-9 0,-2 36 0,1 10 0,-2-73 0,1-1 0,-1 1 0,1 0 0,0 0 0,0 0 0,0 0 0,0-1 0,1 1 0,-1 0 0,1-1 0,-1 1 0,1-1 0,0 0 0,4 4 0,-2-3 0,-1 0 0,1 0 0,0 0 0,0 0 0,1-1 0,-1 0 0,0 0 0,10 3 0,-9-4 0,-1 0 0,1 0 0,0 0 0,0-1 0,0 0 0,-1 1 0,1-2 0,0 1 0,5-2 0,-7 2 0,0-1 0,0 0 0,-1 0 0,1 0 0,0 0 0,0 0 0,-1-1 0,1 1 0,-1-1 0,1 0 0,-1 0 0,0 0 0,0 0 0,4-4 0,-1-3-1365,-1 0-5461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4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24575,'0'5'0,"0"0"0,0 0 0,1 1 0,-1-1 0,1 0 0,1 0 0,-1-1 0,1 1 0,2 5 0,-3-8 0,0 0 0,1 0 0,-1 0 0,1 0 0,-1 0 0,1 0 0,0 0 0,0-1 0,0 1 0,0-1 0,0 0 0,0 1 0,0-1 0,0 0 0,1 0 0,-1 0 0,0 0 0,1-1 0,-1 1 0,4 0 0,-2-1 0,-1 0 0,0 0 0,0 0 0,0 0 0,0-1 0,0 1 0,1-1 0,-1 0 0,0 0 0,-1 0 0,1 0 0,0-1 0,0 1 0,0-1 0,-1 1 0,1-1 0,4-4 0,-1 0 0,-1 1 0,0-1 0,0 0 0,-1 0 0,1 0 0,3-9 0,-7 13 0,0 1 0,-1 0 0,1-1 0,0 1 0,0 0 0,0-1 0,0 1 0,0 0 0,0 0 0,0 0 0,0 0 0,1 0 0,-1 0 0,0 0 0,0 0 0,1 1 0,-1-1 0,1 1 0,-1-1 0,1 1 0,-1-1 0,1 1 0,-1 0 0,3-1 0,-1 1 0,0 1 0,0-1 0,-1 1 0,1 0 0,0 0 0,0 0 0,0 0 0,-1 0 0,1 1 0,-1-1 0,1 1 0,2 2 0,72 61-1365,-68-58-5461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5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24575,'14'-9'0,"-1"1"0,1 1 0,1 0 0,22-7 0,-32 12 0,0 1 0,-1 0 0,1 0 0,0 1 0,-1-1 0,1 1 0,0 0 0,-1 0 0,1 1 0,0-1 0,0 1 0,-1 0 0,1 1 0,-1-1 0,1 1 0,-1 0 0,0 0 0,1 0 0,5 4 0,1 3 0,-1 1 0,0 0 0,0 0 0,-1 1 0,-1 0 0,0 1 0,0 0 0,-1 0 0,0 1 0,-1-1 0,8 28 0,-12-32 0,0 1 0,-1-1 0,0 1 0,-1 0 0,1-1 0,-3 16 0,-12 50 0,9-55 0,1 0 0,-3 40 0,6-52 0,1 0 0,1 1 0,-1-1 0,1 0 0,1 0 0,-1 1 0,1-1 0,0 0 0,1 0 0,0-1 0,0 1 0,0-1 0,1 1 0,0-1 0,8 10 0,-8-11 0,0 1 0,0 0 0,0 0 0,-1 0 0,0 0 0,3 10 0,-5-15 0,-1 0 0,1 0 0,-1 1 0,0-1 0,0 0 0,1 1 0,-1-1 0,0 0 0,0 1 0,0-1 0,-1 0 0,1 1 0,0-1 0,0 0 0,-1 1 0,1-1 0,0 0 0,-1 1 0,0-1 0,1 0 0,-1 0 0,0 0 0,1 0 0,-1 0 0,0 0 0,0 0 0,0 0 0,0 0 0,0 0 0,0 0 0,0 0 0,0-1 0,0 1 0,-1 0 0,1-1 0,0 1 0,0-1 0,-1 1 0,1-1 0,-2 1 0,-24 2-1365,15-3-5461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5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24 24575,'-56'-13'0,"-18"12"0,1 0 0,50-4-1365,14 1-5461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5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18 24575,'-12'-5'0,"-7"-2"0,0 3 0,1 3 0,1 3 0,1 1 0,0 3 0,2 1 0,-1 1 0,-2-1 0,2 1 0,1 0 0,3-3-8191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6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24575,'3'1'0,"0"0"0,0 0 0,-1 0 0,1 1 0,0-1 0,-1 1 0,1-1 0,-1 1 0,1 0 0,-1 0 0,0 0 0,3 3 0,1 1 0,39 32 0,85 55 0,60 18 0,-183-107-109,-5-3-17,1 0 1,-1 0-1,0 0 1,0 1-1,1-1 0,-1 1 1,0 0-1,0 0 1,3 3-1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7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26 24575,'-12'-5'0,"1"1"0,-1-1 0,0 2 0,-21-4 0,30 6 0,1 1 0,-1 0 0,1-1 0,-1 1 0,1 0 0,-1 1 0,1-1 0,0 0 0,-1 1 0,1-1 0,-1 1 0,1 0 0,0 0 0,-1 0 0,1 0 0,0 0 0,0 0 0,0 0 0,0 1 0,0-1 0,0 1 0,0 0 0,1 0 0,-1-1 0,0 1 0,1 0 0,0 0 0,-1 1 0,1-1 0,-2 4 0,-1 7 0,-5 23 0,8-28 0,-1 0 0,0 0 0,0-1 0,-1 1 0,1-1 0,-2 0 0,1 0 0,-9 13 0,7-15-91,0 1 0,0-1 0,-1 0 0,1 0 0,-1 0 0,-1-1 0,1 0 0,-1 0 0,1-1 0,-1 0 0,0 0 0,0 0 0,0-1 0,-8 2 0,4-2-6735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7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3 24575,'-10'-2'0,"-1"2"0,0-1 0,1 1 0,-1 1 0,1 0 0,-18 3 0,26-3 0,-1 0 0,1-1 0,0 1 0,-1 0 0,1 0 0,0 0 0,0 0 0,0 1 0,0-1 0,0 1 0,0-1 0,0 1 0,1 0 0,-1-1 0,0 1 0,1 0 0,-1 0 0,1 0 0,0 0 0,0 1 0,0-1 0,0 0 0,0 0 0,0 1 0,1-1 0,-1 0 0,1 1 0,-1-1 0,1 1 0,0-1 0,0 1 0,0-1 0,0 1 0,1 2 0,12 41 0,-13-45 0,0 0 0,1 0 0,-1-1 0,0 1 0,1 0 0,-1 0 0,1 0 0,-1-1 0,1 1 0,-1 0 0,1 0 0,0-1 0,-1 1 0,1-1 0,0 1 0,-1-1 0,1 1 0,0-1 0,0 1 0,-1-1 0,1 1 0,0-1 0,0 0 0,0 0 0,0 1 0,0-1 0,-1 0 0,3 0 0,30 0 0,-23-1 0,93 0-1365,-90 1-5461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8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61 24575,'-1'-4'0,"0"-1"0,0 1 0,-1-1 0,0 1 0,1 0 0,-1-1 0,-1 1 0,1 0 0,-1 0 0,1 1 0,-1-1 0,-5-5 0,7 9 0,1 0 0,-1-1 0,1 1 0,-1 0 0,0 0 0,1 0 0,-1 0 0,1-1 0,-1 1 0,1 0 0,-1 0 0,0 0 0,1 0 0,-1 0 0,1 1 0,-1-1 0,1 0 0,-1 0 0,0 0 0,1 0 0,-1 1 0,1-1 0,-1 0 0,1 0 0,-1 1 0,1-1 0,-1 0 0,1 1 0,0-1 0,-1 1 0,1-1 0,-1 0 0,1 1 0,0-1 0,-1 1 0,1-1 0,0 1 0,0-1 0,-1 2 0,-10 24 0,9-21 0,-16 36 0,-32 54 0,45-86 0,1 0 0,0 0 0,0 0 0,1 1 0,1-1 0,-1 1 0,2 0 0,-1 0 0,1-1 0,1 1 0,0 0 0,0 0 0,1 0 0,0 0 0,1 0 0,0-1 0,0 1 0,1-1 0,1 1 0,-1-1 0,1 0 0,1 0 0,0-1 0,11 15 0,13 11 0,1-1 0,2-2 0,43 33 0,-59-51-43,21 13-1279,-27-20-5504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9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24575,'30'42'0,"-24"-34"0,4 9 0,20 21 0,-27-34 0,0-1 0,1 1 0,-1-1 0,1 0 0,0 0 0,0 0 0,0-1 0,0 1 0,0-1 0,0 0 0,8 2 0,-11-4 0,0 1 0,0-1 0,0 0 0,0 0 0,0 0 0,0 0 0,0 0 0,0 0 0,0 0 0,1 0 0,-1-1 0,0 1 0,0 0 0,0 0 0,-1-1 0,1 1 0,0-1 0,0 1 0,0-1 0,0 1 0,0-1 0,0 0 0,-1 1 0,1-1 0,0 0 0,0 0 0,-1 0 0,1 1 0,-1-1 0,1 0 0,-1 0 0,1 0 0,-1 0 0,1 0 0,-1 0 0,0 0 0,0 0 0,1 0 0,-1 0 0,0-2 0,1-5 0,0 0 0,-1-1 0,0 1 0,-1-9 0,1 8 0,0 7 0,-1-5 0,1 0 0,0 0 0,1-1 0,1-8 0,-2 15 0,1 0 0,-1 0 0,0 0 0,0 0 0,1 0 0,-1 0 0,0 0 0,1 0 0,-1 0 0,1 0 0,-1 0 0,1 0 0,0 0 0,-1 1 0,1-1 0,0 0 0,-1 0 0,1 1 0,0-1 0,0 0 0,0 1 0,0-1 0,0 1 0,0-1 0,0 1 0,0 0 0,0-1 0,0 1 0,0 0 0,0 0 0,0-1 0,0 1 0,0 0 0,0 0 0,0 0 0,0 0 0,0 1 0,0-1 0,1 0 0,2 2 0,-1-1 0,0 1 0,0 0 0,0 0 0,0 1 0,0-1 0,0 0 0,0 1 0,-1 0 0,1 0 0,2 3 0,10 11 0,5 2-455,-1 1 0,25 33 0,-35-41-6371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9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8 24575,'-1'-1'0,"0"0"0,-1 0 0,1 0 0,-1 1 0,1-1 0,-1 0 0,1 1 0,-1 0 0,1-1 0,-1 1 0,0 0 0,1-1 0,-1 1 0,0 0 0,-2 1 0,3-1 0,0 0 0,1 1 0,-1-1 0,0 0 0,0 1 0,1-1 0,-1 1 0,1-1 0,-1 1 0,0-1 0,1 1 0,-1-1 0,1 1 0,-1 0 0,1-1 0,-1 1 0,1 0 0,0-1 0,-1 1 0,1 0 0,0 0 0,0-1 0,-1 1 0,1 0 0,0 0 0,0 0 0,0-1 0,0 1 0,0 0 0,0 0 0,0-1 0,0 1 0,0 0 0,1 1 0,2 14 0,1-1 0,0 1 0,2-1 0,-1 0 0,12 19 0,-9-15 0,17 26 0,-18-33 0,-1-1 0,0 1 0,0 0 0,-1 0 0,3 15 0,-8-27-24,1 1-25,-1 0-1,0 0 0,1 0 1,-1 0-1,0 0 0,0 0 0,0 0 1,0 0-1,1 0 0,-1 0 1,-1 0-1,1 0 0,0 0 1,0 0-1,0 0 0,-1 0 1,1 0-1,0 0 0,-1 0 1,1 0-1,-1 0 0,1 0 1,-1 0-1,1 0 0,-1 0 1,-1 1-1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50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11 24575,'-6'-2'0,"0"-1"0,-1 2 0,1-1 0,-1 1 0,0 0 0,1 1 0,-1-1 0,0 1 0,0 1 0,-9 1 0,-5 2 0,2 1 0,-23 9 0,23-8 0,0 0 0,-27 5 0,5-7-682,-56-2-1,74-2-6143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50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24575,'51'26'0,"49"33"0,-77-43 0,-2 1 0,0 0 0,-1 1 0,24 29 0,-27-26 0,-1 1 0,0 0 0,-2 1 0,-1 1 0,-1 0 0,-1 1 0,11 36 0,-18-46 0,1 1 0,-2 1 0,-1-1 0,0 0 0,0 1 0,-2-1 0,0 0 0,-1 1 0,-1-1 0,0 1 0,-1-1 0,-1 0 0,-8 21 0,7-26 15,0 0 0,-1 0 0,-1-1 0,0 1 0,0-2 0,-1 1 0,-11 10 0,5-7-386,0-1-1,-2 0 1,-29 18 0,20-16-6455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16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89 104 24575,'-47'-55'0,"11"12"0,30 38 0,15 16 0,18 20 0,45 41 0,108 101 0,-75-84 0,130 119 0,-220-194 0,-2 0 0,0 0 0,20 31 0,-29-38 0,-6-10 0,-8-8 0,-15-11-1365,13 13-5461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16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52 24575,'-1'-6'0,"-1"1"0,1-1 0,1 1 0,-1-1 0,1 1 0,-1-1 0,2-6 0,-1 12 0,-1 5 0,-4 10 0,-25 27 0,22-33 0,1 1 0,0 0 0,1 0 0,-6 12 0,-47 140 0,3-5 0,26-79 0,22-52 0,-1-1 0,-2 0 0,0 0 0,-27 41 0,20-49-1365,9-11-5461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18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520 62 24575,'-199'-48'0,"167"42"0,0 2 0,-1 1 0,1 2 0,-44 4 0,74-3 0,-1 0 0,0 0 0,1 1 0,-1 0 0,1-1 0,-1 1 0,1 0 0,-1 0 0,1 0 0,-1 1 0,-3 2 0,6-4 0,-1 1 0,0 0 0,0 0 0,1 0 0,-1 0 0,1 0 0,-1 0 0,1 0 0,-1 0 0,1 0 0,-1 0 0,1 0 0,0 0 0,0 0 0,0 0 0,0 0 0,0 1 0,0-1 0,0 0 0,0 0 0,0 0 0,0 0 0,0 0 0,1 0 0,-1 0 0,0 0 0,1 0 0,-1 0 0,2 2 0,2 4 0,0 1 0,1-1 0,0-1 0,0 1 0,1-1 0,-1 0 0,1 0 0,1 0 0,10 7 0,10 4 0,33 17 0,-44-26 0,80 44 0,-94-50 0,0-1 0,0 0 0,0 1 0,0 0 0,0-1 0,0 1 0,0 0 0,-1 0 0,1 0 0,-1 0 0,2 3 0,-3-5 0,1 1 0,-1-1 0,0 1 0,0 0 0,0-1 0,0 1 0,0-1 0,0 1 0,0-1 0,0 1 0,0 0 0,0-1 0,0 1 0,0-1 0,0 1 0,0-1 0,0 1 0,0-1 0,-1 1 0,1 0 0,-1 0 0,0 0 0,1 0 0,-1 0 0,0-1 0,0 1 0,0 0 0,0-1 0,0 1 0,0-1 0,0 1 0,0-1 0,0 1 0,0-1 0,-2 1 0,-7 1 0,-1 0 0,0-1 0,1 0 0,-1-1 0,0 0 0,-14-2 0,-66-15 0,58 10 0,7 2-100,-68-11-1165,79 15-5561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19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24575,'1'0'0,"0"0"0,0 1 0,0-1 0,0 1 0,0-1 0,0 1 0,0-1 0,0 1 0,-1 0 0,1-1 0,0 1 0,0 0 0,-1 0 0,1-1 0,0 1 0,-1 0 0,1 0 0,-1 0 0,1 0 0,-1 0 0,1 0 0,-1 0 0,1 1 0,6 24 0,-7-17 0,1 1 0,-2-1 0,1 1 0,-2-1 0,1 0 0,-6 17 0,-23 55 0,12-36 0,12-27 0,1 0 0,0 0 0,1 1 0,-2 22 0,5-31 0,1 0 0,0 0 0,0 0 0,1 0 0,1 0 0,-1 0 0,2 0 0,-1-1 0,8 17 0,-1-8 0,1 0 0,1-1 0,1 0 0,0-1 0,1 0 0,1-1 0,0 0 0,1-1 0,1-1 0,18 12 0,20 16-1365,-40-32-5461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19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 24575,'-2'0'0,"0"0"0,1 0 0,-1 0 0,0 0 0,0 0 0,1 1 0,-1-1 0,0 1 0,0-1 0,1 1 0,-1-1 0,1 1 0,-1 0 0,1 0 0,-1 0 0,1 0 0,-1 0 0,1 0 0,0 0 0,-2 2 0,2-1 0,0 0 0,0 0 0,0 0 0,0 0 0,1 0 0,-1 0 0,0 0 0,1 0 0,0 0 0,0 0 0,-1 0 0,1 0 0,1 0 0,-1 3 0,2 7 0,1-1 0,0 0 0,0 0 0,9 19 0,17 27 0,51 77 0,-8-15 0,-64-103 0,0 0 0,-1 1 0,6 18 0,-11-27 0,0 0 0,-1 0 0,1 0 0,-1 0 0,-1-1 0,0 1 0,0 0 0,0 0 0,-3 11 0,3-16 0,-1 0 0,0 0 0,0 0 0,0 0 0,-1 0 0,1 0 0,-1 0 0,1-1 0,-1 1 0,0-1 0,0 1 0,0-1 0,0 0 0,0 1 0,-1-1 0,1 0 0,-1-1 0,1 1 0,-1 0 0,0-1 0,0 1 0,0-1 0,0 0 0,0 0 0,0 0 0,0-1 0,0 1 0,0-1 0,0 1 0,-5-1 0,1 0 0,-1-1 0,0 1 0,0-2 0,0 1 0,1-1 0,-1 0 0,1 0 0,-1-1 0,1 0 0,0-1 0,-8-4 0,2-1 12,0 0 0,1-1 0,0 0 0,1-1 0,0-1 0,1 0 0,0 0 0,0 0 0,-14-29 0,20 35-77,1-1 1,0 0-1,0-1 1,1 1-1,0 0 1,0-1-1,0 1 0,1-1 1,0 0-1,1 1 1,0-1-1,0 0 1,1 0-1,0 1 0,0-1 1,0 1-1,1-1 1,1 1-1,-1-1 1,1 1-1,0 0 1,5-7-1,-1 3-6761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19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24575,'-5'3'0,"-1"2"0,-3 2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20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231 479 24575,'7'0'0,"0"0"0,0-1 0,0 0 0,0 0 0,0-1 0,0 0 0,11-5 0,-18 7 0,1 0 0,-1 0 0,0 0 0,1 0 0,-1 0 0,1-1 0,-1 1 0,0 0 0,1 0 0,-1-1 0,0 1 0,1 0 0,-1 0 0,0-1 0,1 1 0,-1 0 0,0-1 0,0 1 0,1-1 0,-1 1 0,0 0 0,0-1 0,0 1 0,0-1 0,0 1 0,1 0 0,-1-1 0,0 1 0,0-1 0,0 1 0,0-1 0,0 1 0,0 0 0,0-1 0,0 1 0,-1-1 0,1 1 0,0-1 0,0 1 0,0 0 0,0-1 0,-1 1 0,1 0 0,0-1 0,0 1 0,0-1 0,-1 1 0,1 0 0,0 0 0,-1-1 0,1 1 0,0 0 0,-1-1 0,1 1 0,-1 0 0,-24-15 0,23 14 0,-25-13 0,-65-34 0,75 38 0,1-1 0,0-1 0,-19-18 0,27 22 0,0 0 0,0-1 0,1 0 0,0 0 0,0 0 0,-9-19 0,15 25 0,-1-1 0,1 0 0,0 0 0,0 0 0,0 0 0,0 0 0,1 0 0,0 0 0,0 0 0,0 0 0,0 0 0,0 0 0,1 0 0,0 0 0,0 1 0,0-1 0,0 0 0,1 0 0,-1 0 0,1 1 0,0-1 0,4-5 0,1-1 0,1 0 0,1 1 0,-1 0 0,2 0 0,-1 1 0,1 0 0,0 1 0,1 0 0,-1 0 0,1 1 0,1 1 0,-1 0 0,1 0 0,0 1 0,0 1 0,13-2 0,18-2 0,0 3 0,1 1 0,54 4 0,-65 0 0,-32-1 0,5 0 0,1 0 0,-1 0 0,0 1 0,11 3 0,-16-4 0,0 0 0,0 0 0,0 0 0,-1 1 0,1-1 0,0 0 0,0 1 0,-1-1 0,1 1 0,0-1 0,0 1 0,-1-1 0,1 1 0,-1-1 0,1 1 0,0 0 0,-1-1 0,1 1 0,-1 0 0,0 0 0,1-1 0,-1 1 0,0 0 0,1 0 0,-1-1 0,0 1 0,0 0 0,1 0 0,-1 0 0,0 0 0,0-1 0,0 1 0,0 0 0,0 0 0,0 0 0,-1 0 0,1 0 0,0-1 0,0 1 0,-1 0 0,1 0 0,0-1 0,-1 1 0,1 0 0,-1 0 0,0 0 0,-5 9 0,-1 0 0,0-1 0,0 0 0,-1-1 0,-1 1 0,-12 9 0,12-11 0,1 0 0,0 0 0,1 1 0,-1 0 0,2 0 0,-1 1 0,1 0 0,-6 10 0,9-10 0,-1-1 0,1 1 0,0 0 0,1 0 0,0 1 0,0-1 0,1 0 0,0 10 0,1-15 0,0 0 0,1 0 0,-1 0 0,1 0 0,0 0 0,0 0 0,1 0 0,-1 0 0,1 0 0,0-1 0,0 1 0,0-1 0,0 1 0,1-1 0,-1 0 0,1 0 0,0 0 0,0 0 0,0 0 0,7 4 0,3 1 0,1-1 0,0 0 0,0-1 0,1 0 0,0-2 0,0 1 0,0-2 0,23 3 0,13-1 0,63-3 0,-106-2-170,1 0-1,-1-1 0,1 0 1,-1 0-1,0-1 0,1 0 1,14-6-1,-14 3-6655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21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24575,'16'1'0,"0"0"0,1 0 0,-1 2 0,0 0 0,0 1 0,-1 1 0,1 0 0,18 10 0,-13-5 0,-1 2 0,0 0 0,-1 2 0,-1 0 0,20 19 0,-1 7 0,-1 0 0,-2 3 0,-3 0 0,34 61 0,-36-54 0,31 74 0,-50-99 0,-2 0 0,0 0 0,-2 1 0,0-1 0,2 38 0,-7-53 9,-1 0-1,-1 0 1,0 0-1,0 0 1,-1 0 0,0 0-1,-1-1 1,0 1-1,0-1 1,-1 1-1,0-1 1,-1-1-1,-6 11 1,3-8-158,0-1 1,-1 0-1,-1 0 1,1 0-1,-1-2 1,-1 1-1,0-1 1,0 0-1,-14 6 1,1-2-6678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30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503 82 24575,'-12'-5'0,"1"0"0,-1 1 0,0 0 0,0 1 0,0 0 0,-15-1 0,-76 1 0,76 4 0,0-1 0,1-2 0,-38-6 0,43 3-120,-99-26-1125,104 26-5581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30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44 24575,'-25'-10'0,"-10"-3"0,0 3 0,5 4 0,4 2 0,4 4 0,4 3 0,2 0 0,1 0 0,1 0 0,1-2 0,2 0-8191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31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23 24575,'-8'-14'0,"3"5"0,8 19 0,14 29 0,30 66 0,-41-93-170,-1 0-1,0 0 0,-1 1 1,0 0-1,-1-1 0,-1 1 1,2 15-1,-4-16-6655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31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28 24575,'-17'-5'0,"-14"-3"0,-40-5 0,61 12 0,0 1 0,0-1 0,0 2 0,0-1 0,-1 1 0,1 1 0,0 0 0,-11 3 0,0 1-109,-1-2 1,1 0-1,-1-2 0,0 0 0,-39-2 0,42-1-603,-6 1-6114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32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24575,'16'-4'0,"-1"0"0,1 1 0,0 1 0,0 0 0,0 1 0,0 1 0,18 2 0,-31-2 0,0 1 0,0 0 0,0 0 0,0 0 0,0 0 0,0 0 0,-1 0 0,1 1 0,0-1 0,-1 1 0,1 0 0,-1 0 0,1 0 0,-1 0 0,0 0 0,0 0 0,0 1 0,0-1 0,-1 1 0,1 0 0,-1-1 0,1 1 0,-1 0 0,0 0 0,0 0 0,1 4 0,1 7 0,0 1 0,0 0 0,-2-1 0,1 17 0,-2-27 0,0 0 0,0 0 0,-1 0 0,1 0 0,-1-1 0,0 1 0,0 0 0,0 0 0,-1 0 0,1-1 0,-1 1 0,0-1 0,0 1 0,0-1 0,-4 4 0,-2 2 0,0-1 0,-1 0 0,-16 11 0,0 1 0,24-20 0,1 0 0,-1 1 0,1-1 0,-1 0 0,1 1 0,-1-1 0,1 0 0,0 1 0,-1-1 0,1 0 0,0 1 0,0-1 0,-1 1 0,1-1 0,0 1 0,0-1 0,-1 1 0,1-1 0,0 1 0,0-1 0,0 1 0,0-1 0,0 2 0,0-2 0,0 0 0,1 1 0,-1-1 0,0 0 0,1 1 0,-1-1 0,0 1 0,1-1 0,-1 0 0,0 0 0,1 1 0,-1-1 0,1 0 0,-1 0 0,1 0 0,-1 1 0,0-1 0,1 0 0,-1 0 0,1 0 0,32 3 0,-26-3 0,130 12 0,-101-6 0,6 2 0,-38-8 0,0 0 0,-1 0 0,1 0 0,0 0 0,-1-1 0,1 1 0,-1-1 0,7-2 0,-9 3-52,0-1-1,0 1 1,0-1-1,0 1 1,-1-1-1,1 1 1,0-1-1,0 0 1,0 1-1,-1-1 1,1 0-1,0 0 1,-1 1-1,1-1 1,-1 0-1,1 0 1,-1 0-1,1 0 1,-1 0-1,0 0 1,1 1-1,-1-1 0,0 0 1,0 0-1,0-2 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32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10 24575,'-2'-5'0,"-2"1"0,1 4 0,3 1 0,2 3 0,2 4 0,4 3 0,0 1 0,1 2 0,2 1 0,-2 0 0,1 0 0,1 0 0,1-3 0,1 0 0,0-1 0,2-1 0,-3-3-8191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32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24575,'7'12'0,"5"4"0,1 2 0,-2 0 0,-1-2 0,-2-3 0,-2-2-8191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33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54 24575,'-27'-9'0,"-14"-4"0,-2 0 0,3 3 0,5 3 0,2 5 0,2 3 0,4 4 0,2 0 0,2 1 0,6-2-8191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0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24575,'0'0'0,"-1"0"0,1 0 0,0 0 0,0 1 0,0-1 0,0 0 0,0 0 0,-1 1 0,1-1 0,0 0 0,0 0 0,0 1 0,0-1 0,0 0 0,0 0 0,0 1 0,0-1 0,0 0 0,0 1 0,0-1 0,0 0 0,0 0 0,0 1 0,0-1 0,0 0 0,0 0 0,0 1 0,0-1 0,1 0 0,-1 0 0,0 1 0,0-1 0,0 0 0,0 0 0,0 1 0,1-1 0,6 16 0,-5-12 0,29 55 0,2-1 0,2-1 0,77 93 0,-69-96 0,41 45 0,-68-81 0,1-1 0,1-1 0,27 18 0,-30-24 0,0 1 0,-1 1 0,21 22 0,-65-48 0,-13-11-1365,30 18-5461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1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63 24575,'3'-14'0,"-1"8"0,-1-1 0,0 0 0,0 1 0,0-13 0,-1 19 0,0 0 0,0 0 0,0 0 0,0-1 0,0 1 0,0 0 0,0 0 0,0 0 0,0 0 0,0 0 0,0 0 0,0 0 0,0-1 0,0 1 0,0 0 0,0 0 0,-1 0 0,1 0 0,0 0 0,0 0 0,0 0 0,0-1 0,0 1 0,0 0 0,0 0 0,0 0 0,0 0 0,0 0 0,0 0 0,-1 0 0,1 0 0,0 0 0,0 0 0,0 0 0,0 0 0,0 0 0,0-1 0,0 1 0,-1 0 0,1 0 0,0 0 0,0 0 0,0 0 0,0 0 0,0 0 0,0 0 0,0 0 0,-1 0 0,-5 6 0,-9 13 0,14-17 0,-8 11 0,2 1 0,0 0 0,-7 18 0,-1 3 0,9-20 0,0 0 0,1 0 0,-4 25 0,-4 49 0,10-69 0,-6 47 0,-25 92 0,28-139 0,3-8 0,0 1 0,-11 22 0,13-34-124,1 1 0,-1-1 0,0 0 0,0 1 0,0-1 0,0 0-1,-1 0 1,1 0 0,0 0 0,-3 2 0,-4 1-6702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1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9 24575,'-5'-2'0,"-1"0"0,1 1 0,-1 0 0,0 0 0,1 0 0,-1 1 0,-8 0 0,11 0 0,1 0 0,-1 1 0,1-1 0,0 1 0,-1 0 0,1 0 0,0 0 0,-1 0 0,1 0 0,0 0 0,0 1 0,0-1 0,0 0 0,0 1 0,0 0 0,1 0 0,-1-1 0,0 1 0,-1 3 0,-5 9 0,1 0 0,1 1 0,0-1 0,1 1 0,-6 30 0,11-42 0,-1-1 0,1 1 0,-1 0 0,1 0 0,0-1 0,0 1 0,0 0 0,0-1 0,0 1 0,1 0 0,-1-1 0,1 1 0,0 0 0,0-1 0,0 1 0,0-1 0,3 5 0,-2-4 0,1 0 0,-1 0 0,1-1 0,0 1 0,0-1 0,0 0 0,0 0 0,0 0 0,1 0 0,-1 0 0,6 1 0,5 1 0,-1 0 0,1-1 0,0-1 0,0 0 0,25-1 0,-19-1-106,-14 1-20,1-1 0,0 0 1,-1 0-1,1 0 0,0-1 0,-1 0 0,1 0 0,-1-1 0,12-4 0,-9 0-6700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2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54 24575,'-3'-9'0,"-7"-17"0,10 24 0,-1 1 0,0 0 0,1-1 0,-1 1 0,0 0 0,0 0 0,0-1 0,0 1 0,0 0 0,0 0 0,0 0 0,0 0 0,-1 0 0,-1 0 0,3 1 0,-1-1 0,1 1 0,-1 0 0,0 0 0,1 0 0,-1 0 0,1 1 0,-1-1 0,0 0 0,1 0 0,-1 0 0,1 0 0,-1 1 0,0-1 0,1 0 0,-1 0 0,1 1 0,-1-1 0,1 0 0,-1 1 0,1-1 0,-1 1 0,1-1 0,0 1 0,-1-1 0,1 1 0,0-1 0,-1 1 0,1-1 0,0 1 0,0-1 0,-1 1 0,1 0 0,0-1 0,0 1 0,-8 25 0,7-23 0,-6 30 0,2 0 0,-3 52 0,8 68 0,1-74 0,0-65 0,-1-1 0,2 0 0,0 0 0,0 0 0,1 0 0,1 0 0,6 14 0,-8-21 0,1 0 0,0 0 0,0-1 0,1 0 0,-1 1 0,1-1 0,0 0 0,0-1 0,1 1 0,-1-1 0,1 0 0,0 0 0,0 0 0,1-1 0,-1 0 0,1 0 0,6 3 0,-6-5-227,1 1-1,0-1 1,0 0-1,0-1 1,11 1-1,-6-2-6598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2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24575,'-5'13'0,"0"0"0,1 0 0,1 0 0,0 0 0,0 1 0,2 0 0,0-1 0,0 1 0,1 0 0,1-1 0,0 1 0,4 16 0,4 5 0,24 62 0,24 29 0,-36-81 0,-20-43 0,-1-1 0,1 1 0,0 0 0,-1-1 0,1 1 0,-1 0 0,1 0 0,-1-1 0,0 1 0,0 0 0,0 0 0,0-1 0,0 1 0,0 0 0,0 0 0,-1 2 0,0-3 0,0 0 0,1-1 0,-1 1 0,1 0 0,-1 0 0,0-1 0,0 1 0,1-1 0,-1 1 0,0-1 0,0 1 0,0-1 0,0 1 0,0-1 0,1 0 0,-1 1 0,0-1 0,0 0 0,0 0 0,0 0 0,0 0 0,0 0 0,0 0 0,0 0 0,0 0 0,0 0 0,0 0 0,0 0 0,0-1 0,0 1 0,0 0 0,-1-1 0,-10-3 0,1-1 0,0 0 0,0-1 0,0 0 0,0-1 0,1 0 0,0 0 0,0-1 0,1-1 0,0 1 0,-15-21 0,22 27 0,0-1 0,0 0 0,0 0 0,1 0 0,-1 0 0,1 0 0,-1 0 0,1-1 0,0 1 0,1 0 0,-2-6 0,2 8 0,0-1 0,0 1 0,1-1 0,-1 0 0,0 1 0,1-1 0,-1 1 0,1-1 0,-1 1 0,1-1 0,0 1 0,-1-1 0,1 1 0,0 0 0,0-1 0,0 1 0,0 0 0,0 0 0,0 0 0,1 0 0,-1 0 0,0 0 0,1 0 0,-1 0 0,0 0 0,3 0 0,6-4 10,0 2-1,1-1 0,-1 1 1,16-2-1,-12 2-19,23-7-1,-32 9-143,-1-1-1,1 0 1,-1-1-1,0 1 0,1-1 1,-1 0-1,-1 0 1,8-6-1,-4 0-6671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2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29 24575,'0'-10'0,"0"-1"0,-2 5 0,-1 4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3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63 456 24575,'20'3'0,"-8"-1"0,1 0 0,23 0 0,-35-2 0,-1 0 0,1 0 0,-1 0 0,1 0 0,0 0 0,-1 0 0,1 0 0,-1 0 0,1 0 0,-1 0 0,1 0 0,-1-1 0,1 1 0,-1 0 0,1 0 0,-1 0 0,0-1 0,1 1 0,-1 0 0,1-1 0,-1 1 0,1 0 0,-1-1 0,0 1 0,1-1 0,-1 1 0,0 0 0,1-1 0,-1 0 0,0 0 0,0 1 0,-1-1 0,1 0 0,0 0 0,0 1 0,-1-1 0,1 0 0,0 1 0,-1-1 0,1 0 0,0 1 0,-1-1 0,1 1 0,-1-1 0,0 0 0,-26-20 0,5 7 0,0 0 0,-37-33 0,56 44 0,1 0 0,0 0 0,0-1 0,0 1 0,0 0 0,1-1 0,-1 1 0,1-1 0,0 0 0,0 1 0,0-1 0,1 0 0,-1 0 0,1 1 0,0-1 0,0 0 0,1-6 0,-1 3 0,1 0 0,0 0 0,1 0 0,-1 0 0,1 0 0,1 1 0,0-1 0,4-9 0,8-5 0,0 0 0,2 1 0,0 0 0,1 2 0,1 0 0,1 1 0,0 1 0,25-15 0,-38 27 0,1-1 0,-1 2 0,1-1 0,-1 1 0,11-3 0,-17 5 0,0 1 0,1-1 0,-1 1 0,1 0 0,-1 0 0,1-1 0,-1 1 0,1 0 0,-1 0 0,1 0 0,-1 0 0,1 1 0,-1-1 0,1 0 0,-1 1 0,0-1 0,1 1 0,-1-1 0,1 1 0,-1 0 0,0 0 0,0-1 0,1 1 0,-1 0 0,0 0 0,0 0 0,0 0 0,0 0 0,0 1 0,0-1 0,0 0 0,-1 0 0,1 1 0,0-1 0,0 3 0,8 26 0,-1 1 0,4 39 0,-2-13 0,-8-45 0,0 0 0,0 0 0,-2 0 0,1-1 0,-1 1 0,-1 0 0,0 0 0,-5 17 0,6-28 0,-1 1 0,1-1 0,0 0 0,-1 1 0,1-1 0,0 1 0,0-1 0,0 1 0,0-1 0,0 1 0,0-1 0,0 1 0,0-1 0,1 0 0,-1 1 0,0-1 0,1 1 0,-1-1 0,1 0 0,0 1 0,-1-1 0,1 0 0,0 0 0,0 0 0,2 2 0,-1-1 0,0-1 0,1 1 0,-1-1 0,1 0 0,-1 0 0,1 0 0,0 0 0,-1 0 0,1 0 0,0-1 0,0 0 0,5 1 0,129-1 115,-54-2-1595,-71 2-5346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4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24575,'31'17'0,"0"0"0,0 2 0,-2 2 0,0 0 0,32 33 0,-44-37 0,0 2 0,-2 0 0,0 0 0,-1 2 0,-1 0 0,-1 0 0,-1 1 0,13 35 0,-11-17 0,-1 0 0,-3 1 0,-1 0 0,-2 0 0,-1 1 0,-3 63 0,-2-92-97,-2-1-1,1 1 1,-2-1-1,0 0 1,0 0-1,-1 0 1,0 0-1,-1-1 1,-1 1-1,1-1 1,-2-1-1,0 1 0,-15 17 1,9-14-6729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8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24575,'85'67'0,"-7"-4"0,97 40 0,-93-59 0,-81-43-90,12 8 312,-13-9-276,0 0 1,1 0-1,-1 1 1,0-1-1,1 0 1,-1 0-1,0 1 1,1-1 0,-1 0-1,0 1 1,0-1-1,1 1 1,-1-1-1,0 0 1,0 1-1,0-1 1,1 1-1,-1-1 1,0 1 0,0-1-1,0 0 1,0 1-1,0-1 1,0 1-1,0-1 1,0 1-1,0 0 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8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24575,'-5'1'0,"-1"1"0,1 0 0,0 0 0,0 1 0,1-1 0,-1 1 0,0 0 0,1 1 0,-5 4 0,7-6 0,-1 1 0,1 0 0,0 0 0,0 0 0,1 0 0,-1 0 0,1 1 0,0-1 0,-1 0 0,1 1 0,1-1 0,-1 1 0,0-1 0,1 1 0,0 4 0,2 108-1365,-2-103-5461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30 24575,'-2'-5'0,"1"-1"0,3 0 0,5 1 0,-3 1 0,-3 2 0,-5 1 0,-7 0 0,-3 4 0,-5 0 0,-4 0 0,-2 0 0,-3-1 0,-1 0 0,-1-2 0,0 3 0,1 0 0,4 0-8191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52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533 163 24575,'-93'-84'0,"78"73"0,-1 0 0,-1 0 0,0 2 0,-25-11 0,33 16 0,-1 1 0,0 0 0,0 1 0,0 0 0,0 1 0,0 0 0,-1 0 0,1 1 0,0 0 0,0 1 0,-1 1 0,1-1 0,-10 4 0,7-1 0,1 1 0,0 0 0,0 0 0,1 1 0,-1 1 0,1 0 0,1 0 0,-1 1 0,-16 17 0,21-19 0,1 0 0,0 0 0,0 1 0,0-1 0,1 1 0,0 1 0,0-1 0,-3 9 0,6-12 0,0-1 0,0 1 0,0-1 0,1 1 0,-1-1 0,1 1 0,0 0 0,0-1 0,0 1 0,0 0 0,1-1 0,-1 1 0,1-1 0,0 1 0,0-1 0,0 1 0,1-1 0,-1 1 0,1-1 0,2 4 0,5 5 0,1-1 0,0 0 0,0-1 0,1 0 0,18 12 0,66 38 0,-44-30 0,24 16 0,-12-9 0,70 56 0,-122-85 0,-1 1 0,13 14 0,-21-21 0,0 1 0,0-1 0,-1 0 0,1 1 0,0-1 0,-1 1 0,0 0 0,1-1 0,-1 1 0,0 0 0,-1 0 0,1 0 0,0 0 0,-1 0 0,1 0 0,-1 0 0,0 3 0,-1-4 0,1 0 0,-1 0 0,0-1 0,1 1 0,-1 0 0,0-1 0,0 1 0,0-1 0,0 1 0,0-1 0,0 0 0,-1 1 0,1-1 0,0 0 0,-1 0 0,1 0 0,-1 0 0,1 0 0,-1 0 0,-3 1 0,-3 1 0,0 0 0,-1 0 0,-8 1 0,9-3 0,-21 5 10,0-2 0,-39 1 0,-61-6-136,48 0-1143,65 1-5557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52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24575,'0'10'0,"0"5"0,0 3 0,2 1 0,1 0 0,3-4 0,0-2 0,1-3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53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24575,'2'18'0,"2"9"0,-1 7 0,2-2 0,0 0 0,-1-3 0,-1-5 0,-1-6-8191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53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20 24575,'12'-9'0,"-11"9"0,-1 0 0,1-1 0,-1 1 0,0 0 0,1-1 0,-1 1 0,1 0 0,-1-1 0,0 1 0,1-1 0,-1 1 0,0-1 0,1 1 0,-1-1 0,0 1 0,0-1 0,0 1 0,1-1 0,-1 1 0,0-1 0,0 1 0,0-2 0,-2 3 0,0 0 0,0 0 0,0 0 0,0 0 0,1 1 0,-1-1 0,0 0 0,1 1 0,-3 2 0,-1 2 0,0 0 0,1 0 0,0 1 0,0 0 0,1 0 0,-4 10 0,-13 47 0,15-47 0,-3 10 0,2 0 0,1 0 0,1 1 0,1 0 0,2 0 0,0 0 0,2 0 0,1 0 0,1-1 0,2 1 0,1-1 0,1 0 0,1 0 0,1 0 0,1-2 0,2 1 0,0-1 0,2-1 0,32 43 0,-17-31-682,50 48-1,-64-71-6143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54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47 24575,'-5'-10'0,"-1"-5"0,-1 1 0,2 7 0,2 6 0,1 6 0,0 5 0,2 3 0,0 1 0,0 2 0,1-1 0,-1 4 0,0-1 0,0 0 0,0 0 0,0-2 0,0-3-8191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55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0 24575,'4'149'0,"-1"-119"0,1-1 0,1-1 0,9 31 0,50 123 0,-59-168 0,-2-8 0,10 35 0,-12-38 0,0 0 0,-1 0 0,0 0 0,1 0 0,-1 0 0,0 1 0,0-1 0,0 0 0,-1 0 0,1 0 0,-2 4 0,1-6 0,0 0 0,1 0 0,-1 1 0,0-1 0,0 0 0,0 0 0,0 0 0,0 0 0,0 0 0,0 0 0,-1-1 0,1 1 0,0 0 0,0 0 0,-1-1 0,1 1 0,0-1 0,-1 1 0,1-1 0,-1 0 0,1 0 0,0 1 0,-1-1 0,1 0 0,-1 0 0,1 0 0,-1 0 0,1-1 0,-1 1 0,1 0 0,-2-1 0,-6-1 0,1-1 0,-1 1 0,-11-7 0,19 9 0,-10-5 0,0-1 0,0 0 0,0-1 0,0-1 0,1 1 0,1-1 0,-18-19 0,22 22 0,1-1 0,-1 1 0,1-1 0,1 0 0,-1 0 0,1-1 0,0 1 0,1 0 0,-1-1 0,1 0 0,1 0 0,-1 1 0,1-1 0,0 0 0,1-14 0,0 18 8,1 1-1,-1-1 1,1 1-1,-1 0 1,1-1-1,0 1 1,0 0-1,0 0 1,1-1-1,-1 1 1,0 0-1,1 0 1,-1 0-1,1 1 0,3-4 1,0 1-305,1-1 0,-1 2 0,1-1 0,9-4 0,-2 2-6529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56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24575,'0'5'0,"-2"4"0,-2 0-8191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56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70 534 24575,'-7'-3'0,"0"0"0,1 0 0,-10-8 0,14 10 0,1 1 0,0-1 0,0 0 0,0-1 0,0 1 0,0 0 0,0 0 0,0 0 0,0-1 0,1 1 0,-2-2 0,2 3 0,0-1 0,0 1 0,0-1 0,0 0 0,0 1 0,0-1 0,0 1 0,0-1 0,0 1 0,0-1 0,0 0 0,0 1 0,0-1 0,1 1 0,-1-1 0,0 1 0,0-1 0,1 1 0,-1-1 0,0 1 0,1-1 0,-1 1 0,0-1 0,1 1 0,-1 0 0,1-1 0,-1 1 0,2-1 0,0-1 0,1 1 0,0 0 0,-1-1 0,1 1 0,0 0 0,0 1 0,0-1 0,0 0 0,0 1 0,5-1 0,34 2 0,-25 0 0,23 0 0,-4 1 0,38-4 0,-73 2 0,0 0 0,0 0 0,0 0 0,0 0 0,0 0 0,-1 0 0,1-1 0,0 1 0,0 0 0,0-1 0,0 1 0,0 0 0,-1-1 0,1 1 0,0-1 0,0 1 0,0-2 0,-1 2 0,0-1 0,1 1 0,-1 0 0,0-1 0,0 1 0,0 0 0,0-1 0,-1 1 0,1-1 0,0 1 0,0 0 0,0-1 0,0 1 0,0 0 0,0-1 0,-1 1 0,1-1 0,0 1 0,0 0 0,0 0 0,-1-1 0,1 1 0,0 0 0,-1-1 0,1 1 0,0 0 0,-1-1 0,-5-3 0,0 0 0,0 0 0,-8-4 0,8 5 0,-27-17 0,1-1 0,1-2 0,1 0 0,-52-54 0,78 73 0,1 0 0,-1 0 0,1-1 0,-1 0 0,2 0 0,-1 0 0,0 0 0,1 0 0,0 0 0,0-1 0,0 1 0,1-1 0,0 1 0,0-1 0,0 1 0,1-1 0,0 0 0,0 0 0,0 1 0,1-1 0,0 0 0,0 1 0,0-1 0,1 1 0,-1-1 0,2 1 0,-1 0 0,0 0 0,1 0 0,0 0 0,0 0 0,0 1 0,1-1 0,5-5 0,-1 2 0,1 0 0,0 0 0,0 1 0,0 0 0,1 0 0,0 1 0,1 0 0,-1 1 0,1 1 0,0-1 0,0 2 0,0-1 0,1 2 0,-1-1 0,23 0 0,-20 2 0,1 2 0,-1-1 0,0 2 0,0 0 0,0 1 0,0 0 0,0 1 0,0 1 0,-1 0 0,0 0 0,0 2 0,20 12 0,-22-12 0,0 1 0,0 0 0,-1 1 0,13 14 0,-20-19 0,0 0 0,0 0 0,0 0 0,0 1 0,-1-1 0,0 1 0,0 0 0,0-1 0,0 1 0,-1 0 0,0 0 0,0 0 0,0 0 0,-1 9 0,-1 2 0,0 0 0,-2 0 0,0 0 0,-1 0 0,0 0 0,-1-1 0,-9 18 0,13-31 0,1 0 0,-1-1 0,0 1 0,1 0 0,-1 0 0,1 0 0,0 0 0,0 0 0,-1 0 0,1 0 0,0 0 0,1 0 0,-1 0 0,0 0 0,1 0 0,-1 0 0,1 0 0,-1 0 0,3 3 0,-1-2 0,0-1 0,0 1 0,0-1 0,0 0 0,1 0 0,-1 0 0,1 0 0,-1 0 0,1 0 0,0-1 0,5 3 0,5 1 0,1 0 0,-1-1 0,1 0 0,26 3 0,58-1 0,-20-6-1365,-63 0-5461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57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24575,'21'0'0,"1"1"0,-1 0 0,0 2 0,1 1 0,-1 0 0,0 2 0,-1 0 0,1 1 0,-2 1 0,1 1 0,-1 1 0,0 1 0,-1 0 0,28 23 0,-19-10 0,-1 2 0,0 1 0,-2 1 0,-2 1 0,0 1 0,-2 1 0,-1 0 0,-2 2 0,-1 0 0,-1 1 0,-2 0 0,-2 1 0,-1 1 0,7 47 0,-15-66 0,0 1 0,-1 0 0,-1-1 0,-1 1 0,-1 0 0,0 0 0,-1-1 0,-8 27 0,6-30 0,0-1 0,-1 0 0,-1 0 0,0-1 0,0 0 0,-1 0 0,-1-1 0,0 0 0,0 0 0,-1-1 0,-14 11 0,7-9-273,0 0 0,0-1 0,-1 0 0,-29 11 0,13-9-6553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12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15 129 24575,'-2'-9'0,"-2"-9"0,1 0 0,0 0 0,2 0 0,0-25 0,3 39 0,1 10 0,3 9 0,4 20 0,1-2 0,2 1 0,2-2 0,1 0 0,27 43 0,-42-74 0,0 0 0,-1 0 0,1 0 0,0 0 0,0-1 0,-1 1 0,1 0 0,0 0 0,0 0 0,0-1 0,0 1 0,0 0 0,2 0 0,-2-1 0,-1 0 0,0 0 0,0 0 0,0 0 0,0 0 0,1 0 0,-1 0 0,0 0 0,0 0 0,0 0 0,0 0 0,1 0 0,-1 0 0,0 0 0,0 0 0,0 0 0,0 0 0,1 0 0,-1 0 0,0-1 0,0 1 0,0 0 0,0 0 0,0 0 0,0 0 0,0 0 0,1-1 0,-1 1 0,0 0 0,0 0 0,0 0 0,0-1 0,0-10 0,-7-18 120,6 27-226,0 1 0,0-1 0,1 0 0,-1 1 0,0-1 0,0 1-1,-1-1 1,1 1 0,0-1 0,0 1 0,-1 0 0,1 0 0,-3-2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00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0 24575,'26'4'0,"15"4"0,-38-8 0,0 1 0,0 0 0,0 0 0,0 0 0,0 1 0,0-1 0,-1 1 0,1 0 0,-1-1 0,4 4 0,-6-5 0,0 0 0,1 1 0,-1-1 0,0 0 0,0 0 0,1 1 0,-1-1 0,0 0 0,0 1 0,0-1 0,0 0 0,0 0 0,1 1 0,-1-1 0,0 0 0,0 1 0,0-1 0,0 0 0,0 1 0,0-1 0,0 1 0,0-1 0,0 0 0,0 1 0,0-1 0,0 0 0,0 1 0,-1-1 0,1 0 0,0 0 0,0 1 0,0-1 0,0 1 0,-12 7 0,-16 0 0,14-6 20,0-1 0,0-1 0,0 0 0,0 0 0,-21-5 0,4-1-763,-41-15 1,60 17-6084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00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42 24575,'-1'-2'0,"-1"0"0,0 0 0,1 0 0,-1 0 0,0 0 0,0 1 0,0-1 0,0 0 0,0 1 0,0 0 0,0-1 0,-1 1 0,1 0 0,0 0 0,-1 0 0,1 0 0,-1 1 0,1-1 0,-5 0 0,-6 0 0,-1 0 0,-21 1 0,21 0 0,-32 0 0,-58-7 0,83 4-1365,3 1-5461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12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777 43 24575,'7'-2'0,"-7"-1"0,-12-4 0,-27-1 0,-75-7 0,79 11 0,-22 1 0,0 3 0,-74 8 0,106-6 0,-200 2-107,155-5-1151,51 1-5568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13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24575,'0'2'0,"1"19"0,4 30 0,15 23-18,-11-45-319,-2 0 0,0 1 1,2 38-1,-9-56-6489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13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591 47 24575,'-3'-5'0,"-1"1"0,0-1 0,-1 1 0,1 0 0,-1 0 0,1 0 0,-9-5 0,11 8 0,0 0 0,-1 0 0,1 0 0,0 0 0,0 0 0,-1 1 0,1-1 0,-1 1 0,1 0 0,-1-1 0,1 1 0,0 0 0,-1 0 0,1 1 0,-1-1 0,1 0 0,-1 1 0,1-1 0,0 1 0,-1 0 0,-2 1 0,-2 3 0,-1-1 0,0-1 0,0 0 0,0 0 0,0 0 0,-1-1 0,1 0 0,-1-1 0,-12 1 0,-224-14 0,233 10-136,0 1-1,0 0 1,0 1-1,0 0 1,0 1-1,0 1 1,0 0-1,0 0 0,-22 8 1,22-5-6690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17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568 31 24575,'13'-4'0,"76"-16"0,-73 18 0,0 0 0,0 0 0,24 2 0,1 8 0,-32-6 0,-1 0 0,19 1 0,-12-3 0,-7 0 0,-17 1 0,-82 14 0,25-2 0,10-6 0,-93 1 0,-199-9 0,341 2 0,1-1 0,0 1 0,0 0 0,0 1 0,0 0 0,0-1 0,-8 5 0,-38 22 0,40-21 0,12-7 0,0 0 0,-1 0 0,1 0 0,0 0 0,0 0 0,-1 1 0,1-1 0,0 0 0,0 0 0,-1 0 0,1 0 0,0 0 0,0 1 0,0-1 0,0 0 0,-1 0 0,1 0 0,0 1 0,0-1 0,0 0 0,0 0 0,0 1 0,0-1 0,0 0 0,-1 0 0,1 1 0,0-1 0,0 0 0,0 0 0,0 1 0,0-1 0,0 1 0,8 4 0,19 1 0,-22-5 0,112 27 0,151 58 0,-252-80 0,26 15 0,-37-19 0,-1 1 0,0-1 0,0 1 0,0 0 0,0 1 0,-1-1 0,1 1 0,-1-1 0,0 1 0,5 8 0,-7-11 0,0 1 0,-1 0 0,1-1 0,-1 1 0,0 0 0,1-1 0,-1 1 0,0 0 0,0 0 0,0-1 0,0 1 0,0 0 0,0 0 0,-1-1 0,1 1 0,-1 0 0,1-1 0,-1 1 0,1 0 0,-1-1 0,0 1 0,0-1 0,0 1 0,0-1 0,0 0 0,0 1 0,0-1 0,0 0 0,-1 0 0,1 0 0,-3 2 0,-4 3 0,0 0 0,-1-1 0,0 0 0,-11 4 0,17-8 0,-111 47 0,-45 21 0,147-63 0,1 1 0,0 0 0,0 1 0,1 0 0,0 1 0,0 0 0,1 0 0,0 1 0,-7 11 0,-67 93 0,81-112 0,1 0 0,0 0 0,0-1 0,-1 1 0,1 0 0,0 0 0,1 0 0,-1 0 0,-1 3 0,2-4 0,0-1 0,0 0 0,0 1 0,0-1 0,0 0 0,0 1 0,0-1 0,0 0 0,0 1 0,1-1 0,-1 0 0,0 1 0,0-1 0,0 0 0,0 0 0,1 1 0,-1-1 0,0 0 0,0 1 0,1-1 0,-1 0 0,1 0 0,12 5 0,58-2 0,-9-1 0,355 7 0,-202-24-1365,-199 15-5461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18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39 24575,'-2'-6'0,"-7"-14"0,9 19 0,0 0 0,-1 0 0,1 0 0,-1 1 0,1-1 0,-1 0 0,1 0 0,-1 1 0,0-1 0,1 0 0,-1 1 0,0-1 0,1 1 0,-1-1 0,0 0 0,0 1 0,-1-1 0,2 1 0,0 0 0,0 0 0,0 0 0,-1 0 0,1 1 0,0-1 0,0 0 0,0 0 0,-1 0 0,1 0 0,0 0 0,0 0 0,0 1 0,0-1 0,-1 0 0,1 0 0,0 0 0,0 0 0,0 1 0,0-1 0,0 0 0,0 0 0,0 0 0,0 1 0,-1-1 0,1 0 0,0 0 0,0 1 0,0-1 0,0 0 0,0 0 0,0 0 0,0 1 0,0-1 0,0 0 0,0 0 0,1 1 0,-1-1 0,0 0 0,2 12 0,-2-10 0,15 60 0,32 84 0,-24-79 0,-13-38-112,-3-12-97,-1 0 0,-1-1 0,-1 2 1,0-1-1,1 26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18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0 24575,'-14'0'0,"1"1"0,-1 0 0,-17 5 0,28-6 0,0 1 0,-1 0 0,1 0 0,-1 0 0,1 0 0,0 1 0,0-1 0,0 1 0,0 0 0,0 0 0,0 0 0,0 0 0,1 1 0,-1-1 0,1 1 0,-1-1 0,-3 7 0,5-6 0,0 0 0,1 0 0,-1 0 0,1 1 0,-1-1 0,1 0 0,0 0 0,0 1 0,0-1 0,1 0 0,-1 0 0,1 0 0,0 0 0,0 1 0,0-1 0,2 4 0,-2-4 0,0-1 0,0 1 0,1 0 0,-1-1 0,1 1 0,0-1 0,0 0 0,0 1 0,0-1 0,0 0 0,0 0 0,0 0 0,1 0 0,-1-1 0,1 1 0,-1-1 0,6 3 0,2-2 0,-1-1 0,1 0 0,16-1 0,9 1 0,193 38-667,-203-34-31,-3 0-6128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23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18 24575,'-1'0'0,"1"-1"0,-1 1 0,1 0 0,-1-1 0,1 1 0,-1-1 0,1 1 0,0-1 0,-1 1 0,1-1 0,0 0 0,-1 1 0,1-1 0,0 1 0,-1-1 0,1 0 0,0 1 0,0-1 0,0 0 0,0 1 0,0-1 0,0 0 0,0 1 0,0-1 0,0 0 0,0 1 0,0-2 0,6 1 0,4 10 0,10 16 0,-2-3 0,28 28 0,267 241 0,-270-255 0,-29-26 0,0 1 0,-1 1 0,0 0 0,-1 1 0,13 18 0,-24-30-99,-1 0 24,1 0 1,0-1-1,-1 1 1,1 0 0,-1 0-1,1 0 1,-1 0-1,0 0 1,1-1-1,-1 1 1,0 0-1,0 0 1,1 0-1,-1 0 1,0 0-1,0 2 1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23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16 24575,'0'-1'0,"0"1"0,0-1 0,0 0 0,0 0 0,0 0 0,0 1 0,0-1 0,0 0 0,0 0 0,0 1 0,-1-1 0,1 0 0,0 0 0,-1 1 0,1-1 0,0 0 0,-1 1 0,1-1 0,-1 0 0,0 0 0,1 1 0,-1 0 0,1 0 0,0 0 0,-1 0 0,1 0 0,-1 0 0,1 0 0,-1 0 0,1 0 0,0 0 0,-1 0 0,1 1 0,-1-1 0,1 0 0,-1 0 0,1 0 0,0 1 0,-1-1 0,1 0 0,0 0 0,-1 1 0,1-1 0,-1 1 0,-3 3 0,-1 1 0,1 0 0,-6 7 0,8-9 0,-57 72 0,34-42 0,1 0 0,-33 66 0,26-43 0,2-10 0,-56 68 0,79-106-273,-1 0 0,2 0 0,-1 1 0,-4 10 0,6-9-6553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24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0 24575,'-7'4'0,"-1"0"0,1 0 0,-1-1 0,0-1 0,0 1 0,0-1 0,-10 1 0,8-1 0,1 0 0,-1 0 0,1 1 0,-11 5 0,16-6 0,1 0 0,0 0 0,0 0 0,1 0 0,-1 1 0,0-1 0,1 1 0,-1 0 0,1 0 0,0-1 0,0 1 0,0 1 0,0-1 0,1 0 0,-1 0 0,1 1 0,0-1 0,0 1 0,0-1 0,0 1 0,1-1 0,-1 1 0,1 0 0,0-1 0,0 1 0,1-1 0,0 5 0,-1-4 0,1 0 0,0 1 0,0-1 0,0 0 0,0 1 0,1-1 0,0 0 0,0 0 0,0 0 0,0-1 0,1 1 0,0 0 0,-1-1 0,1 0 0,0 1 0,1-1 0,-1-1 0,1 1 0,-1 0 0,1-1 0,7 4 0,2-1 0,0-1 0,1-1 0,0 0 0,0-1 0,18 1 0,-31-3 0,57 10-1365,-46-8-5461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25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74 24575,'2'-27'0,"-1"21"0,0 0 0,-1 0 0,0 0 0,-1-8 0,1 14 0,0-1 0,0 1 0,0 0 0,0-1 0,0 1 0,0 0 0,0-1 0,0 1 0,0 0 0,0-1 0,0 1 0,-1 0 0,1-1 0,0 1 0,0 0 0,0 0 0,-1-1 0,1 1 0,0 0 0,0 0 0,0-1 0,-1 1 0,1 0 0,0 0 0,-1 0 0,1-1 0,0 1 0,0 0 0,-1 0 0,1 0 0,0 0 0,-1 0 0,1-1 0,0 1 0,-1 0 0,1 0 0,0 0 0,-1 0 0,1 0 0,0 0 0,-1 0 0,1 0 0,0 1 0,-1-1 0,1 0 0,0 0 0,-1 0 0,1 0 0,0 0 0,-1 0 0,1 1 0,0-1 0,0 0 0,-1 0 0,1 0 0,0 1 0,0-1 0,-1 0 0,1 0 0,0 1 0,0-1 0,-19 21 0,15-17 0,-13 15 0,1 1 0,0 0 0,-20 36 0,29-43 0,1-1 0,1 2 0,0-1 0,1 0 0,0 1 0,1 0 0,0 0 0,0 17 0,1 4 0,2 0 0,1 1 0,6 39 0,-4-60 0,0-1 0,0 0 0,1 0 0,1 0 0,1 0 0,0-1 0,0 0 0,1 0 0,1-1 0,13 16 0,-6-10-170,1-2-1,0 0 0,1-1 1,1 0-1,0-2 0,1 0 1,24 12-1,-32-20-6655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26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24575,'-3'7'0,"1"-1"0,0 1 0,0-1 0,0 1 0,1 0 0,0 0 0,1 0 0,0-1 0,0 1 0,0 0 0,1 0 0,-1 0 0,2-1 0,-1 1 0,4 8 0,3 10 0,2 0 0,20 35 0,103 160 0,-103-173 0,-20-33 0,-2 1 0,0 0 0,11 28 0,-18-42 0,-1 0 0,0 0 0,0-1 0,1 1 0,-1 0 0,0 0 0,0 0 0,0 0 0,0 0 0,0 0 0,0 0 0,0 0 0,0 0 0,0-1 0,0 1 0,-1 0 0,1 0 0,0 0 0,0 0 0,-1 0 0,1-1 0,-1 1 0,1 0 0,-1 0 0,1 0 0,-2 0 0,1 0 0,0 0 0,-1-1 0,1 1 0,-1 0 0,1-1 0,-1 1 0,1-1 0,-1 1 0,1-1 0,-1 0 0,0 0 0,1 1 0,-3-1 0,-5-1 0,1 0 0,-1 0 0,1-1 0,-13-3 0,2-2 0,0-1 0,0 0 0,1-2 0,1 0 0,-1-1 0,-17-15 0,23 17 0,0-1 0,2-1 0,-1 0 0,1 0 0,1-1 0,0 0 0,1-1 0,0 0 0,-6-14 0,12 24 6,1-1 0,0 0 0,0 1 0,0-1 0,0 0 0,1 1 0,-1-1 0,1 0 0,0 0 0,0 1 0,1-1 0,-1 0 0,1 0 0,-1 1 0,1-1 0,0 0 0,1 1 0,-1-1 0,3-3 0,-1 1-171,2-1 0,-1 1 0,1 0 0,0 0 0,0 1 0,0 0 0,1 0 0,9-7 0,-6 6-6661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26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24575,'0'2'0,"-3"4"0,0 2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26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21 24575,'3'-18'0,"-4"15"0,-4 12 0,-3 8 0,1 0 0,1 1 0,1 0 0,-4 26 0,-6 74 0,15-115 0,-4 39 0,3-1 0,2 1 0,1-1 0,2 0 0,2 1 0,13 45 0,-15-73 0,1 0 0,0 0 0,0-1 0,10 16 0,-11-23 0,0 0 0,1 0 0,-1 0 0,1 0 0,0-1 0,1 0 0,-1 0 0,1-1 0,0 1 0,8 3 0,8 3-682,43 15-1,-53-22-6143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27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1 477 24575,'2'-2'0,"0"1"0,0-1 0,0 1 0,0 0 0,1 0 0,-1 0 0,0 0 0,1 0 0,-1 0 0,1 1 0,-1-1 0,5 0 0,33 0 0,-28 1 0,22 1 0,-23 0 0,0 0 0,0-1 0,0 0 0,0-1 0,14-3 0,-25 4 0,0 0 0,0 0 0,1 0 0,-1 0 0,0 0 0,0 0 0,1 0 0,-1 0 0,0 0 0,0-1 0,1 1 0,-1 0 0,0 0 0,0 0 0,1 0 0,-1 0 0,0-1 0,0 1 0,0 0 0,0 0 0,1 0 0,-1-1 0,0 1 0,0 0 0,0 0 0,0 0 0,0-1 0,1 1 0,-1 0 0,0 0 0,0-1 0,0 1 0,-6-6 0,-16-3 0,22 8 0,-16-4 0,1-1 0,1 0 0,-1-1 0,-22-15 0,33 19 0,-1 0 0,1-1 0,0 1 0,1-1 0,-1 0 0,1 0 0,0 0 0,0-1 0,0 1 0,0-1 0,1 0 0,0 1 0,0-1 0,0 0 0,0 0 0,1-1 0,0 1 0,-1-6 0,2 3 0,0 0 0,1 0 0,-1 0 0,2 0 0,-1 0 0,1 0 0,0 0 0,1 0 0,0 1 0,0-1 0,1 1 0,0 0 0,0 0 0,0 0 0,10-10 0,2-2 0,1 2 0,1 0 0,38-28 0,-39 33 0,0 0 0,33-15 0,-41 23 0,0 0 0,1 1 0,-1 0 0,1 1 0,-1 0 0,1 0 0,18 0 0,-27 2 0,1 0 0,-1 0 0,0 0 0,0 0 0,1 0 0,-1 1 0,0-1 0,0 0 0,0 1 0,0-1 0,1 1 0,-1 0 0,0-1 0,0 1 0,0 0 0,0 0 0,0-1 0,0 1 0,-1 0 0,1 0 0,1 1 0,-1 0 0,0 1 0,0-1 0,0 1 0,0-1 0,0 1 0,0-1 0,-1 1 0,1-1 0,0 5 0,-1 5 0,0-1 0,-1 0 0,-3 18 0,-4 8 0,-2-2 0,-1 1 0,-21 43 0,29-72 0,-9 24 0,11-29 0,1 0 0,-1 1 0,1-1 0,-1 0 0,1 1 0,0-1 0,0 0 0,0 1 0,0-1 0,1 5 0,-1-6 0,1 1 0,0-1 0,0 1 0,0-1 0,0 0 0,0 1 0,0-1 0,0 0 0,0 0 0,1 0 0,-1 0 0,0 0 0,1 0 0,-1 0 0,1 0 0,-1 0 0,1-1 0,1 2 0,34 7 0,-28-7 0,232 36 0,-226-36-1365,-3-1-5461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29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0 24575,'-27'0'0,"-11"0"0,-2 0 0,3 0 0,6 3 0,6 0 0,4 0 0,4 0 0,2 1 0,3 0-8191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30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24575,'1'47'0,"2"0"0,16 76 0,38 86 0,-20-117 119,0-1-1603,-34-79-5342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30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 24575,'-24'6'0,"-48"13"0,64-16 0,1 0 0,-1 1 0,1-1 0,0 2 0,0-1 0,-12 10 0,18-13 0,0 0 0,0 0 0,0 0 0,0 0 0,0 0 0,0 0 0,1 0 0,-1 0 0,0 0 0,0 0 0,1 0 0,-1 0 0,1 1 0,-1-1 0,1 0 0,0 0 0,-1 1 0,1-1 0,0 0 0,0 2 0,0-2 0,1 1 0,-1-1 0,0 0 0,1 0 0,0 1 0,-1-1 0,1 0 0,0 0 0,-1 0 0,1 0 0,0 0 0,0 0 0,0 0 0,0 0 0,0 0 0,1 1 0,6 2 0,-1 0 0,1 0 0,-1 0 0,16 3 0,-19-5 0,9 1 27,0 0 0,0 0-1,1-2 1,16 1 0,-13-1-777,30 5 1,-35-3-6077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31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62 540 24575,'3'-3'0,"1"0"0,0 0 0,0 0 0,0 1 0,0 0 0,1 0 0,-1 0 0,1 1 0,-1-1 0,1 1 0,-1 0 0,1 0 0,0 1 0,8-1 0,26-5 0,-39 6 0,1 0 0,-1 0 0,0 0 0,1 0 0,-1-1 0,0 1 0,1 0 0,-1 0 0,0 0 0,1 0 0,-1-1 0,0 1 0,0 0 0,1 0 0,-1 0 0,0-1 0,0 1 0,1 0 0,-1 0 0,0-1 0,0 1 0,0 0 0,0-1 0,1 1 0,-1 0 0,0-1 0,0 1 0,0 0 0,0-1 0,0 1 0,0 0 0,0-1 0,0 1 0,0 0 0,0-1 0,0 1 0,0 0 0,0-1 0,0 1 0,0 0 0,0-1 0,0 1 0,-1 0 0,1-1 0,0 1 0,0 0 0,0-1 0,-1 1 0,1 0 0,0 0 0,0-1 0,0 1 0,-1 0 0,1 0 0,0-1 0,-1 1 0,1 0 0,-1 0 0,-19-17 0,17 16 0,-8-7 0,1-1 0,-1 1 0,2-2 0,-1 1 0,2-1 0,-1-1 0,1 1 0,1-1 0,0-1 0,0 0 0,1 1 0,-6-19 0,3 6 0,1 0 0,2-1 0,-5-33 0,10 50 0,0-1 0,0 0 0,1 0 0,0 1 0,1-1 0,0 0 0,0 0 0,1 1 0,0-1 0,1 1 0,0-1 0,0 1 0,6-10 0,-7 14 0,1-1 0,1 1 0,-1 0 0,1 0 0,-1 0 0,1 1 0,0-1 0,1 1 0,-1 0 0,0 0 0,1 0 0,0 1 0,8-4 0,-6 4 0,1 0 0,0 0 0,0 1 0,0 0 0,0 0 0,0 1 0,0 0 0,11 1 0,-3 2 0,-1 0 0,0 0 0,0 2 0,0-1 0,0 2 0,-1 0 0,0 1 0,25 16 0,-32-17 0,0-1 0,0 1 0,0 1 0,0-1 0,-1 1 0,0 1 0,-1-1 0,0 1 0,0 0 0,7 16 0,-10-20 0,0 1 0,-1 0 0,1-1 0,-1 1 0,0 0 0,-1 0 0,1 0 0,-1 0 0,0 0 0,0-1 0,0 1 0,-1 0 0,0 0 0,0 0 0,0 0 0,-1-1 0,1 1 0,-1-1 0,0 1 0,0-1 0,-1 1 0,-3 4 0,-1 0 0,-1-1 0,-1 0 0,-13 12 0,14-15 0,1 1 0,0 0 0,1 0 0,0 1 0,0 0 0,-10 14 0,16-21 0,0 1 0,-1 0 0,1-1 0,0 1 0,-1 0 0,1-1 0,0 1 0,0 0 0,0-1 0,0 1 0,0 0 0,0-1 0,0 1 0,0 0 0,0 0 0,0-1 0,0 1 0,0 0 0,0-1 0,1 1 0,-1 0 0,0-1 0,0 1 0,1 1 0,0-1 0,0 0 0,1 0 0,-1 0 0,0 0 0,0 0 0,1 0 0,-1 0 0,0 0 0,1 0 0,2 0 0,3 2 0,0-1 0,1-1 0,12 3 0,24 2 27,-23-2-723,32 2 0,-40-6-6130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31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16 24575,'-3'-2'0,"0"0"0,-1 0 0,1 1 0,0-1 0,-1 1 0,1 0 0,0 0 0,-1 0 0,0 0 0,-6 0 0,9 1 0,0 0 0,0 0 0,-1 0 0,1 0 0,0 1 0,0-1 0,-1 0 0,1 1 0,0-1 0,0 1 0,0-1 0,0 1 0,0 0 0,0-1 0,0 1 0,0 0 0,0 0 0,0 0 0,0 0 0,0 0 0,0 0 0,1 0 0,-1 0 0,0 0 0,1 0 0,-1 0 0,1 0 0,-1 1 0,1-1 0,0 0 0,-1 0 0,1 0 0,0 3 0,-1 1 0,1 1 0,0-1 0,0 0 0,0 1 0,1-1 0,-1 0 0,1 0 0,1 1 0,-1-1 0,1 0 0,3 6 0,4 7 0,19 30 0,-3-7 0,-24-40 0,0 1 0,0 0 0,0 0 0,-1-1 0,1 1 0,0 0 0,-1 0 0,1 0 0,-1 0 0,0 0 0,0-1 0,0 1 0,0 0 0,0 0 0,0 0 0,0 0 0,0 0 0,-1 0 0,1 0 0,-1 0 0,0 0 0,1-1 0,-1 1 0,0 0 0,-1 1 0,0-1 0,0 0 0,0 0 0,0 0 0,0 0 0,-1 0 0,1-1 0,-1 1 0,1-1 0,-1 0 0,1 0 0,-1 0 0,0 0 0,1 0 0,-1 0 0,0-1 0,-4 1 0,-82 9-1365,71-8-5461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32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24575,'52'43'0,"78"84"0,-110-104 0,-1 1 0,-1 1 0,-1 1 0,-1 0 0,-1 1 0,12 32 0,-17-35 24,-2 0 0,0 0 0,-2 1 0,7 45 0,-13-62-102,1 1 0,-1-1 0,-1 0-1,1 1 1,-1-1 0,-1 0 0,1 0 0,-1 1 0,-1-1-1,0-1 1,0 1 0,0 0 0,-1-1 0,0 1 0,-1-1-1,1-1 1,-2 1 0,-7 9 0,0-5-6748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33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47 24575,'-1'-2'0,"1"0"0,-1 0 0,1 1 0,0-1 0,-1 0 0,1 0 0,0 0 0,0 0 0,0 1 0,0-1 0,1 0 0,-1 0 0,0 0 0,1 1 0,0-1 0,-1 0 0,1 1 0,0-1 0,1-2 0,-1 3 0,0 0 0,0 0 0,1 1 0,-1-1 0,0 0 0,0 1 0,1-1 0,-1 1 0,0-1 0,1 1 0,-1-1 0,0 1 0,1 0 0,-1 0 0,1 0 0,-1 0 0,1 0 0,-1 0 0,0 0 0,1 1 0,-1-1 0,0 0 0,1 1 0,-1-1 0,3 2 0,4 1 0,0 1 0,0 0 0,0 1 0,-1-1 0,14 12 0,31 33 0,-46-44 0,21 23 0,-2 0 0,-1 2 0,-1 1 0,-1 1 0,-2 0 0,-1 2 0,-2 0 0,-1 1 0,-2 1 0,-1 0 0,-2 1 0,8 48 0,-16-63 0,0 0 0,-2 1 0,0-1 0,-2 1 0,0-1 0,-1 1 0,-2-1 0,0 0 0,-1 0 0,-2 0 0,0-1 0,-1 0 0,-1 0 0,-1-1 0,-1 0 0,0-1 0,-23 29 0,16-28-273,-1-1 0,-1-1 0,0-1 0,-37 24 0,37-28-6553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50.4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24575,'2'62'0,"3"0"0,22 102 0,-2 12 0,-21-158 0,-3-15 0,0 0 0,0-1 0,-1 1 0,1-1 0,-1 1 0,1 0 0,-1 0 0,0-1 0,0 1 0,0 0 0,-1 0 0,1-1 0,-2 5 0,2-7 2,0 0-1,-1 0 1,1 0 0,0 0-1,0 0 1,-1-1-1,1 1 1,0 0 0,-1 0-1,1 0 1,0 0-1,0-1 1,-1 1-1,1 0 1,0 0 0,0 0-1,0-1 1,-1 1-1,1 0 1,0 0 0,0-1-1,0 1 1,0 0-1,0 0 1,-1-1-1,1 1 1,0-1 0,-5-8-1412,1-2-5416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50.8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 4 24575,'-1'-1'0,"1"1"0,-1-1 0,1 1 0,-1 0 0,0 0 0,1-1 0,-1 1 0,0 0 0,1 0 0,-1 0 0,0 0 0,1 0 0,-1 0 0,0-1 0,1 2 0,-1-1 0,0 0 0,1 0 0,-1 0 0,0 0 0,1 0 0,-1 0 0,0 1 0,1-1 0,-1 0 0,1 1 0,-1-1 0,0 1 0,0 0 0,0 0 0,0 0 0,1 0 0,-1 1 0,0-1 0,1 0 0,-1 1 0,1-1 0,0 0 0,-1 1 0,1-1 0,0 3 0,-1 4 0,1 1 0,0-1 0,3 11 0,13 68 0,35 106 0,-45-171 0,2 2 0,-5-16 0,0 1 0,-1-1 0,1 1 0,0 17 0,-2-25-62,-1 0 0,0 0 0,0 0 0,0-1 0,0 1 0,-1 0 0,1 0 0,0 0 0,0-1 0,0 1 0,-1 0 0,1 0-1,0 0 1,-1-1 0,1 1 0,0 0 0,-1-1 0,1 1 0,-1 0 0,1-1 0,-2 2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51.4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530 309 24575,'-3'0'0,"1"-1"0,-1 0 0,1 0 0,-1 0 0,1 0 0,-1 0 0,1-1 0,-4-2 0,-5-2 0,-15-6 0,7 4 0,0-1 0,0-1 0,1-1 0,0 0 0,-30-25 0,25 14 0,-2 0 0,2-2 0,0 0 0,1-2 0,-20-31 0,41 56 0,0-1 0,0 1 0,0-1 0,0 1 0,0-1 0,0 1 0,-1 0 0,1 0 0,0 0 0,-1-1 0,1 1 0,-1 1 0,-1-2 0,2 1 0,0 1 0,0 0 0,0 0 0,0 0 0,0 0 0,0 0 0,0 0 0,0 1 0,0-1 0,0 0 0,0 0 0,0 1 0,1-1 0,-1 0 0,0 1 0,0-1 0,0 1 0,0-1 0,0 1 0,1 0 0,-1-1 0,0 1 0,1 0 0,-1-1 0,0 2 0,-8 9 0,2-1 0,-1 2 0,1-1 0,1 1 0,-9 22 0,6-13 0,-9 22 0,-17 63 0,27-86-1365,5-11-5461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52.2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481 28 24575,'-1'-6'0,"0"4"0,1-1 0,-1 1 0,0-1 0,0 1 0,0-1 0,-2-3 0,3 6 0,0 0 0,0 0 0,0 0 0,0 0 0,0 0 0,0 0 0,0 0 0,0 0 0,-1 0 0,1 0 0,0-1 0,0 1 0,0 0 0,0 0 0,0 0 0,0 0 0,0 0 0,0 0 0,-1 0 0,1 0 0,0 0 0,0 0 0,0 0 0,0 0 0,0 0 0,0 0 0,0 0 0,-1 0 0,1 0 0,0 0 0,0 0 0,0 0 0,0 0 0,0 0 0,0 1 0,0-1 0,0 0 0,0 0 0,-1 0 0,1 0 0,0 0 0,0 0 0,0 0 0,0 0 0,0 0 0,-5 8 0,-1 7 0,6-15 0,-73 205 0,71-199 0,-1 6 0,-1 0 0,-1-1 0,-8 15 0,12-23 0,-1-1 0,0 1 0,1-1 0,-1 1 0,0-1 0,0 0 0,0 0 0,0 0 0,-1 0 0,1-1 0,-1 1 0,1-1 0,-1 1 0,1-1 0,-1 0 0,0 0 0,1 0 0,-1 0 0,-5 1 0,1-2 0,-1 0 0,0 0 0,1-1 0,-1 0 0,0 0 0,1-1 0,-1 1 0,1-2 0,0 1 0,0-1 0,0 0 0,0-1 0,0 1 0,1-2 0,-1 1 0,-7-7 0,-8-9 0,0-1 0,-34-45 0,40 47 0,9 10 27,0-2 0,1 1-1,-10-20 1,-3-7-1499,13 27-5354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18.8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32 24575,'-1'-2'0,"-8"-19"0,9 13 0,0 8 0,1 0 0,-1 0 0,0 0 0,1-1 0,-1 1 0,0 0 0,1 0 0,-1 0 0,0 0 0,1 0 0,-1 0 0,0 0 0,1 0 0,-1 0 0,0 0 0,1 0 0,-1 1 0,0-1 0,1 0 0,-1 0 0,0 0 0,1 0 0,-1 0 0,0 1 0,0-1 0,1 0 0,4 4 0,0-1 0,0 1 0,0-1 0,-1 1 0,0 1 0,6 5 0,22 33 0,-22-28 0,129 170 0,-92-120 0,36 53 0,-68-93 0,91 139 0,-105-163 0,0 0 0,0 1 0,0-1 0,0 0 0,0 0 0,0 0 0,0 0 0,1-1 0,-1 1 0,0 0 0,1 0 0,-1-1 0,1 1 0,-1-1 0,0 1 0,1-1 0,-1 0 0,1 1 0,-1-1 0,1 0 0,1 0 0,-2 0 0,0-1 0,0 1 0,0 0 0,0 0 0,-1-1 0,1 1 0,0 0 0,0-1 0,0 1 0,-1-1 0,1 1 0,0-1 0,-1 0 0,1 1 0,0-1 0,-1 0 0,1 1 0,-1-1 0,1 0 0,-1 0 0,1 1 0,-1-1 0,1 0 0,-1 0 0,0 0 0,0 0 0,1 0 0,-1 1 0,0-1 0,0 0 0,0 0 0,0 0 0,0 0 0,0 0 0,0-1 0,-1-5-104,-1 1-1,0 0 1,0-1 0,0 1-1,0 0 1,-1 0-1,0 0 1,0 1 0,-8-10-1,9 12-216,-7-10-6505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19.5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329 26 24575,'0'-1'0,"-1"-1"0,1 1 0,-1-1 0,0 1 0,1-1 0,-1 1 0,0-1 0,0 1 0,0 0 0,0 0 0,0-1 0,0 1 0,-1 0 0,1 0 0,0 0 0,-1 0 0,1 0 0,0 0 0,-3 0 0,3 0 0,-1 1 0,1 0 0,0 0 0,0 0 0,0 0 0,0 0 0,-1 0 0,1 1 0,0-1 0,0 0 0,0 0 0,0 1 0,0-1 0,0 1 0,0-1 0,0 1 0,0-1 0,0 1 0,0 0 0,0 0 0,0-1 0,0 1 0,0 0 0,0 0 0,1 0 0,-1 0 0,0 0 0,0 1 0,-9 14 0,-9 20 0,12-22 0,0 0 0,-15 20 0,7-13 0,1 0 0,1 1 0,1 1 0,1 0 0,-13 40 0,17-39 0,2 0 0,-5 43 0,7-43 0,-1 1 0,-12 42 0,14-62-68,1-1 0,-1 0-1,0 1 1,0-1 0,-1 0 0,1-1-1,-1 1 1,0 0 0,0-1 0,0 1-1,0-1 1,-1 0 0,1 0 0,-1 0-1,0-1 1,0 1 0,0-1-1,0 0 1,-5 2 0,-3-1-6758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20.0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260 34 24575,'-10'-4'0,"-55"-19"0,59 21 0,0 1 0,0 0 0,0 0 0,0 0 0,0 0 0,0 1 0,0 0 0,-10 2 0,15-2 0,-1 1 0,1-1 0,0 0 0,0 1 0,0-1 0,-1 1 0,1 0 0,0-1 0,0 1 0,0 0 0,0 0 0,0 0 0,0 0 0,0 0 0,0 0 0,0 0 0,1 0 0,-1 0 0,0 1 0,-1 1 0,1 0 0,0 0 0,0 0 0,1 0 0,-1 0 0,1 0 0,-1 0 0,1 3 0,0 6 0,1-1 0,1 1 0,3 14 0,-5-26 0,2 11 0,1-1 0,1 0 0,-1-1 0,2 1 0,-1-1 0,12 17 0,42 46 0,-58-72 0,15 14 0,5 6 0,-19-19 0,0 0 0,-1 1 0,1-1 0,0 0 0,0 1 0,0-1 0,-1 1 0,1-1 0,-1 0 0,1 1 0,-1-1 0,0 1 0,1 2 0,-1-3 0,0 0 0,-1 0 0,1-1 0,0 1 0,0 0 0,-1 0 0,1-1 0,-1 1 0,1 0 0,-1-1 0,1 1 0,-1 0 0,1-1 0,-1 1 0,1-1 0,-1 1 0,0-1 0,1 1 0,-1-1 0,0 1 0,1-1 0,-1 0 0,0 1 0,0-1 0,1 0 0,-1 0 0,0 1 0,0-1 0,0 0 0,-1 0 0,-29 1 0,27-1 0,-42-1 0,-67-11 0,99 10-1365,2 1-5461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20.7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117 51 24575,'-5'-8'0,"3"4"0,0 1 0,0-1 0,0 1 0,-1 0 0,0-1 0,1 1 0,-1 0 0,0 0 0,-1 1 0,1-1 0,0 1 0,-5-3 0,8 5 0,0 0 0,0 0 0,-1 0 0,1 0 0,0 0 0,-1 0 0,1 0 0,0 0 0,-1 0 0,1 0 0,0 0 0,-1 0 0,1 0 0,0 0 0,-1 0 0,1 0 0,0 0 0,-1 0 0,1 1 0,0-1 0,0 0 0,-1 0 0,1 0 0,0 0 0,-1 1 0,1-1 0,0 0 0,0 0 0,0 1 0,-1-1 0,-3 13 0,5 13 0,0-13 0,3 17 0,-1 0 0,-1 0 0,-2 1 0,-4 35 0,-26 63 0,20-96 0,2 1 0,1 0 0,-3 54 0,9-66 0,2 1 0,0 0 0,6 29 0,-5-42 0,1 0 0,0 0 0,0 0 0,1-1 0,1 1 0,0-1 0,0 0 0,0 0 0,13 13 0,-10-12-124,1 0 0,0 0 0,1-1 0,0-1 0,1 0 0,0 0-1,0-1 1,0 0 0,1-1 0,14 5 0,-14-7-6702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21.1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205 1 24575,'-7'9'0,"0"1"0,0-1 0,1 1 0,1 0 0,0 1 0,-7 20 0,10-23 0,0 0 0,0 0 0,1 1 0,0-1 0,1 1 0,0-1 0,0 0 0,1 1 0,0-1 0,2 10 0,5 13 0,2-1 0,1-1 0,15 31 0,53 78 0,-77-135 0,-1 0 0,1 1 0,0-1 0,-1 0 0,1 0 0,-1 1 0,0-1 0,1 6 0,-2-8 0,0 0 0,0-1 0,0 1 0,0 0 0,0 0 0,-1 0 0,1-1 0,0 1 0,0 0 0,0-1 0,-1 1 0,1 0 0,0 0 0,-1-1 0,1 1 0,-1 0 0,0 0 0,0 0 0,0 0 0,0-1 0,0 1 0,0 0 0,0-1 0,0 1 0,-1-1 0,1 1 0,0-1 0,0 0 0,0 0 0,-1 1 0,1-1 0,-2 0 0,-4 0 0,0-1 0,0 0 0,0 0 0,1 0 0,-1-1 0,0 0 0,-10-4 0,-44-25 0,39 19 0,0-2 0,1 0 0,0-1 0,-26-25 0,46 38 0,-1 0 0,0 1 0,1-1 0,-1 0 0,1 0 0,0 0 0,0 0 0,-1-1 0,1 1 0,1 0 0,-1 0 0,0-1 0,1 1 0,-1 0 0,1-1 0,-1 1 0,1 0 0,0-1 0,0 1 0,0-1 0,1 1 0,-1 0 0,0-1 0,2-3 0,0 2 0,0 0 0,0 0 0,0 0 0,1 0 0,-1 1 0,1-1 0,0 1 0,0-1 0,0 1 0,1 0 0,-1 0 0,6-3 0,20-13-1365,-16 10-5461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21.3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 24575,'3'-2'0,"0"1"0,0 3 0,0 5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22.1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1 622 24575,'93'8'0,"-11"-1"0,-77-7 0,-1 0 0,1-1 0,-1 1 0,1-1 0,-1 0 0,1 0 0,-1 0 0,0-1 0,0 0 0,1 1 0,-1-2 0,0 1 0,5-4 0,-8 5 0,0 0 0,0 0 0,1 0 0,-1 0 0,0-1 0,0 1 0,0 0 0,-1-1 0,1 1 0,0-1 0,0 1 0,-1-1 0,1 1 0,-1-1 0,1 0 0,-1-1 0,0 1 0,0 0 0,0 0 0,0-1 0,-1 1 0,1 0 0,-1 0 0,1 0 0,-1 0 0,0 0 0,0 1 0,1-1 0,-2 0 0,1 0 0,0 0 0,-3-2 0,-12-14 0,-1 1 0,-1 1 0,0 1 0,-28-18 0,5 3 0,35 26 0,0-1 0,0 0 0,1 0 0,0-1 0,0 1 0,1-1 0,-1 0 0,1 0 0,0-1 0,1 1 0,0-1 0,0 0 0,0 0 0,1 0 0,0 0 0,0 0 0,1-1 0,0 1 0,0-1 0,1 1 0,0 0 0,0-1 0,0 1 0,1-1 0,1 1 0,-1 0 0,5-12 0,0 5 0,1 1 0,0 0 0,1 0 0,0 1 0,1 0 0,1 1 0,0 0 0,0 0 0,1 1 0,1 1 0,-1-1 0,2 2 0,20-12 0,-12 9 0,0 1 0,0 2 0,1 0 0,0 1 0,0 1 0,0 1 0,1 1 0,26-1 0,-46 5 0,1 0 0,-1 0 0,1 0 0,-1 0 0,0 1 0,1-1 0,-1 1 0,0 0 0,0 0 0,6 2 0,-8-2 0,0 0 0,0-1 0,0 1 0,0 0 0,0 0 0,0 0 0,-1 0 0,1 0 0,0 0 0,0 0 0,-1 0 0,1 0 0,0 0 0,-1 1 0,1-1 0,-1 0 0,0 0 0,1 1 0,-1-1 0,0 0 0,0 1 0,0-1 0,0 0 0,0 0 0,0 1 0,0-1 0,0 0 0,-1 1 0,1-1 0,-1 2 0,-1 6 0,-1 0 0,-1-1 0,1 1 0,-2 0 0,1-1 0,-7 10 0,-39 45 0,15-19 0,33-41 0,-7 8 0,1 1 0,0 0 0,1 1 0,-8 17 0,14-27 0,-1 0 0,1 0 0,0 0 0,1 1 0,-1-1 0,1 0 0,-1 0 0,1 1 0,0-1 0,0 0 0,0 0 0,1 1 0,-1-1 0,1 0 0,0 0 0,-1 1 0,2-1 0,-1 0 0,0 0 0,0 0 0,1-1 0,0 1 0,0 0 0,0 0 0,3 2 0,1 2 0,1-1 0,1-1 0,-1 0 0,1 0 0,0 0 0,0-1 0,0 0 0,1-1 0,0 0 0,10 3 0,14 1 0,45 6 0,-74-13 0,9 2 0,1 0 0,0-1 0,0-1 0,0 0 0,0-1 0,0 0 0,23-6 0,-36 6 12,1 1 0,0-1 0,0 0 0,-1 0 0,1 0 0,-1 0 0,1 0 0,0 0 0,1-2 0,-3 3-63,1 0 0,-1-1-1,1 0 1,-1 1 0,0-1 0,1 1 0,-1-1-1,0 1 1,0-1 0,1 0 0,-1 1 0,0-1-1,0 1 1,0-1 0,0 0 0,0 1-1,0-1 1,0 0 0,0 1 0,0-1 0,0 0-1,0 1 1,0-1 0,0 0 0,0 1 0,-1-1-1,1 1 1,-1-2 0,-3-6-6775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22.6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24575,'17'3'0,"0"1"0,0 1 0,-1 0 0,1 1 0,-2 1 0,1 1 0,22 14 0,-20-9 0,1 1 0,-2 0 0,0 2 0,-1 0 0,17 21 0,-11-7 0,-2 0 0,0 1 0,-2 1 0,-2 1 0,-1 1 0,-1 0 0,8 37 0,-13-42 0,-3 0 0,0 1 0,-2 0 0,-1 0 0,-1 0 0,-3 42 0,-1-56 0,0-1 0,-1 0 0,0 0 0,-1 0 0,-1 0 0,0-1 0,-1 1 0,0-1 0,-2-1 0,1 0 0,-2 0 0,1 0 0,-2-1 0,-14 15 0,7-10-341,-1-1 0,-1-1-1,-30 20 1,29-24-6485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1.4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247 0 24575,'-3'5'0,"-2"2"0,-4-1 0,-3-1 0,-1 1 0,-1-1 0,-11 0 0,-3 0 0,1 0 0,2-1 0,3-1 0,3-1 0,2-1 0,1-1 0,4 0-8191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1.7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220 7 24575,'-27'-2'0,"-11"-2"0,0 4 0,5 0 0,5 2 0,5 2 0,4 0 0,6 0-8191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2.4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233 13 24575,'11'-12'0,"-11"12"0,1 0 0,-1 0 0,0 0 0,1 0 0,-1-1 0,0 1 0,1 0 0,-1 0 0,0 0 0,1 0 0,-1 0 0,1 0 0,-1 0 0,0 0 0,1 0 0,-1 0 0,0 1 0,1-1 0,-1 0 0,0 0 0,1 0 0,-1 0 0,1 1 0,1 1 0,-1-1 0,1 1 0,-1 0 0,0 0 0,1 0 0,-1 0 0,0 0 0,0 0 0,0 0 0,0 3 0,65 188 0,-38-124 0,30 82 0,-45-112 0,15 78 0,-27-113 0,-1 0 0,1 0 0,-1 0 0,0-1 0,0 1 0,0 0 0,-1 0 0,1 0 0,-1 0 0,0-1 0,-2 7 0,1-8 0,1 1 0,-1-1 0,1 0 0,-1 0 0,0 0 0,0 1 0,0-2 0,0 1 0,0 0 0,0 0 0,-1-1 0,1 1 0,0-1 0,-1 0 0,1 1 0,-5 0 0,-3 1 0,0-1 0,0 0 0,0 0 0,0-1 0,0-1 0,0 1 0,0-2 0,-1 1 0,1-1 0,0-1 0,-14-4 0,-13-4 0,-59-27 0,81 30 0,3 2 20,0 0 0,0-2 0,0 1 0,1-1 0,-17-14 0,24 17-113,0 0 0,0 0 1,0 0-1,0-1 0,1 0 0,0 0 0,0 0 0,0 0 1,0 0-1,1 0 0,0-1 0,0 1 0,1-1 1,-1 0-1,0-6 0,1-1-6733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3.0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302 436 24575,'0'-3'0,"-1"-1"0,0 0 0,0 0 0,0 1 0,0-1 0,0 0 0,-1 1 0,0-1 0,1 1 0,-1 0 0,-1 0 0,1-1 0,0 1 0,-1 1 0,-4-6 0,-5-2 0,1 0 0,-21-12 0,-13-7 0,6 5 0,-53-44 0,89 65 0,-1 0 0,1-1 0,-1 0 0,1 1 0,0-1 0,1 0 0,-1 0 0,1-1 0,-1 1 0,1 0 0,0-1 0,1 0 0,-1 1 0,1-1 0,0 0 0,0 0 0,1 1 0,-1-1 0,1 0 0,0 0 0,0 0 0,1 0 0,0 0 0,-1 0 0,2 1 0,-1-1 0,0 0 0,1 1 0,0-1 0,0 1 0,0 0 0,1-1 0,-1 1 0,5-5 0,-2 4 0,-1 1 0,1 0 0,0-1 0,0 2 0,0-1 0,0 0 0,1 1 0,-1 0 0,1 1 0,6-3 0,-2 2 0,0 0 0,0 1 0,0 0 0,0 1 0,16 0 0,5 2 0,-1 2 0,0 1 0,34 10 0,-37-8 0,15 4 0,1-1 0,0-3 0,60 2 0,-86-7-116,-7-1 198,-1 0 0,14-2 0,-21 2-175,0 0-1,0-1 1,1 1-1,-1-1 1,0 0-1,0 0 1,0 1 0,0-2-1,0 1 1,0 0-1,0 0 1,0-1-1,0 1 1,-1-1-1,3-1 1,2-6-6733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3.5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47 24575,'41'14'0,"0"-2"0,1-1 0,68 8 0,-102-19 0,0-1 0,1 1 0,-1-1 0,0-1 0,0 0 0,1 0 0,-1 0 0,-1-1 0,1-1 0,0 1 0,-1-1 0,0 0 0,0-1 0,0 0 0,0 0 0,-1 0 0,0-1 0,0 0 0,0 0 0,-1 0 0,8-13 0,-12 19-4,-1-1-1,0 0 1,1 0-1,-1 1 0,1-1 1,-1 0-1,1 1 1,-1-1-1,1 1 1,-1-1-1,1 1 0,0-1 1,-1 1-1,1-1 1,0 1-1,-1-1 1,1 1-1,0 0 0,0-1 1,-1 1-1,2 0 1,-1 0 13,0 0 1,0 0-1,-1 0 0,1 1 1,0-1-1,-1 0 1,1 1-1,0-1 0,-1 0 1,1 1-1,-1-1 1,1 1-1,0-1 0,-1 1 1,1-1-1,-1 1 1,0-1-1,2 2 0,1 5-156,1-1-1,-1 1 0,4 13 0,-3-11-704,1 4-5974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4.4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250 37 24575,'-29'-7'0,"-5"-2"0,0 1 0,-51-4 0,82 12 0,0-1 0,0 1 0,0 0 0,0 1 0,0-1 0,0 0 0,0 1 0,0 0 0,0 0 0,0-1 0,1 2 0,-1-1 0,0 0 0,1 0 0,-1 1 0,-2 2 0,3-2 0,0 0 0,1 0 0,-1 0 0,1 0 0,0 0 0,0 0 0,0 0 0,0 1 0,0-1 0,0 0 0,0 1 0,1-1 0,-1 1 0,1-1 0,0 1 0,0-1 0,0 1 0,0-1 0,0 4 0,1-1 0,0 1 0,0-1 0,1 0 0,-1 0 0,1 0 0,0 0 0,1 0 0,-1 0 0,1-1 0,0 1 0,6 7 0,4 3 0,28 23 0,-27-25 0,-11-10 0,16 14 0,-1 0 0,-1 2 0,16 21 0,-29-35 0,0 1 0,-1 0 0,1 1 0,-1-1 0,0 1 0,-1-1 0,0 1 0,0 0 0,0 0 0,-1 0 0,0 0 0,0 0 0,0 0 0,-1 0 0,-2 13 0,-2-1 0,-1 0 0,0 1 0,-2-2 0,-10 22 0,10-24 0,3-8 0,0 1 0,1-1 0,1 0 0,-1 1 0,1 0 0,0 0 0,1-1 0,0 1 0,1 0 0,0 0 0,0 0 0,1 0 0,0 0 0,0 0 0,1 0 0,5 15 0,7 9 0,16 53 0,-26-72 0,-1-1 0,0 1 0,-2 0 0,1 23 0,-2-36 0,0 21 0,4 39 0,-3-53 0,0 0 0,1-1 0,1 1 0,-1-1 0,1 1 0,0-1 0,1 0 0,6 10 0,-2-5-1365,-1-1-5461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6.2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744 1 24575,'-45'5'0,"-58"5"0,-186-10 0,133-1 0,144 2 0,-1 0 0,-17 5 0,-16 0 0,41-5 0,-1-1 0,1 1 0,0 0 0,0 1 0,-7 2 0,12-4 0,-1 0 0,0 0 0,0 1 0,1-1 0,-1 1 0,0-1 0,1 1 0,-1-1 0,0 1 0,1-1 0,-1 1 0,1 0 0,-1-1 0,1 1 0,-1 0 0,1-1 0,-1 2 0,1-1 0,0 0 0,0-1 0,0 1 0,0 0 0,0 0 0,0-1 0,0 1 0,1 0 0,-1 0 0,0-1 0,0 1 0,1 0 0,-1-1 0,0 1 0,1 0 0,-1-1 0,1 1 0,-1-1 0,1 1 0,-1-1 0,1 1 0,-1-1 0,2 1 0,7 6 0,1-1 0,-1 0 0,1 0 0,1-1 0,-1-1 0,1 0 0,15 4 0,7 3 0,24 10 0,103 43 0,-155-61 0,0-1 0,-1 1 0,1 0 0,-1 0 0,0 0 0,0 0 0,0 1 0,0 0 0,5 6 0,-8-8 0,0-1 0,0 1 0,-1-1 0,1 1 0,0-1 0,-1 1 0,1 0 0,-1-1 0,1 1 0,-1 0 0,0 0 0,0-1 0,0 1 0,0 0 0,0 0 0,0-1 0,0 1 0,0 0 0,-1-1 0,1 1 0,-1 0 0,1-1 0,-1 1 0,0 0 0,0-1 0,0 1 0,0-1 0,0 1 0,0-1 0,0 0 0,0 1 0,-2 0 0,-9 9 0,-1-1 0,0 0 0,-1-1 0,-1 0 0,1-1 0,-17 6 0,-12 8 0,15-7 0,-31 18 0,52-28 0,1-1 0,0 1 0,1 0 0,-1 0 0,1 1 0,-9 11 0,14-16 0,-1-1 0,0 1 0,1 0 0,-1 0 0,1 0 0,-1 0 0,1 0 0,0 0 0,-1 0 0,1 0 0,0 0 0,0 0 0,-1 0 0,1 0 0,0 0 0,0 0 0,0 0 0,0 0 0,1 2 0,-1-2 0,0-1 0,1 1 0,-1 0 0,1 0 0,-1-1 0,1 1 0,0 0 0,-1-1 0,1 1 0,0-1 0,-1 1 0,1-1 0,0 1 0,0-1 0,-1 1 0,1-1 0,0 0 0,1 1 0,5 0 0,-1 1 0,1-1 0,-1-1 0,13 1 0,-17-1 0,329-13 0,-308 12 0,97-3-1365,-100 4-5461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6.9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13 24575,'0'0'0,"-1"0"0,0 0 0,0 0 0,0 0 0,1 0 0,-1 0 0,0 0 0,0 0 0,1 1 0,-1-1 0,0 0 0,0 0 0,1 1 0,-1-1 0,0 1 0,1-1 0,-1 0 0,0 1 0,1-1 0,-1 1 0,1 0 0,-1-1 0,1 1 0,-1-1 0,1 1 0,-1 1 0,0 0 0,1-1 0,-1 1 0,1 0 0,0 0 0,0-1 0,0 1 0,0 0 0,0-1 0,0 1 0,0 0 0,1 3 0,2 2 0,-1 0 0,1 0 0,0 0 0,7 11 0,-3-7 0,-5-6 0,0-1 0,0 0 0,1 0 0,-1-1 0,1 1 0,0 0 0,0-1 0,6 5 0,-8-8 0,-1 0 0,1 0 0,-1 1 0,0-1 0,1 0 0,-1 0 0,1 0 0,-1 0 0,1 0 0,-1 0 0,1-1 0,-1 1 0,1 0 0,-1 0 0,1 0 0,-1 0 0,1-1 0,-1 1 0,0 0 0,1 0 0,-1-1 0,1 1 0,-1 0 0,0 0 0,1-1 0,-1 1 0,0-1 0,1 1 0,-1 0 0,0-1 0,0 1 0,1-1 0,-1 1 0,0 0 0,0-1 0,0 1 0,0-1 0,0 1 0,1-1 0,-1 1 0,0-2 0,5-23 0,-4 21 0,-1 1 0,2-11 0,7-23 0,-7 34 0,-1 0 0,0-1 0,1 1 0,-1 0 0,1-1 0,0 1 0,0 0 0,0 0 0,1 1 0,-1-1 0,6-4 0,-6 6 0,0 0 0,0 0 0,-1 0 0,1 0 0,0 1 0,0-1 0,1 1 0,-1-1 0,0 1 0,0 0 0,0 0 0,0 0 0,0 0 0,0 0 0,0 0 0,0 0 0,0 1 0,0-1 0,1 1 0,-2 0 0,1-1 0,0 1 0,0 0 0,0 0 0,0 0 0,2 3 0,5 2 0,-2 0 0,1 0 0,-1 1 0,8 9 0,49 57-1365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7.5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24575,'12'8'0,"7"4"0,4 3 0,2 1 0,1 1 0,-2 2 0,1 0 0,0 0 0,1-2 0,-1 0 0,0-1 0,-2-4 0,-2-1 0,-3 1 0,-2-3 0,0-2 0,-4-3-8191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7.8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161 1 24575,'-20'19'0,"-6"10"0,-1 1 0,3-1 0,5-3 0,4-4 0,3-3 0,3-3 0,4 0 0,2-5-8191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8.7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247 55 24575,'-35'-12'0,"11"3"0,-1 1 0,0 0 0,0 2 0,-50-5 0,73 11 0,0 0 0,1 0 0,-1 0 0,0 0 0,0 0 0,0 1 0,0-1 0,0 1 0,0-1 0,0 1 0,0 0 0,0 0 0,1 0 0,-4 1 0,5-1 0,-1 0 0,0 0 0,1 0 0,-1 0 0,0 0 0,1 0 0,-1 0 0,1 0 0,0 0 0,-1 0 0,1 0 0,0 0 0,-1 0 0,1 0 0,0 0 0,0 1 0,0-1 0,0 0 0,0 0 0,0 0 0,1 0 0,-1 0 0,0 0 0,0 1 0,1-1 0,0 1 0,4 12 0,1-1 0,1 1 0,0-1 0,14 19 0,-10-16 0,-1 0 0,9 19 0,-14-22 0,0 1 0,0 0 0,-2 0 0,0 0 0,2 18 0,-2 72 0,-2-83 0,7 41 0,-2-24 0,-6-34 0,1 1 0,0-1 0,0 0 0,0 0 0,0 0 0,1 1 0,0-1 0,0 0 0,0-1 0,0 1 0,1 0 0,-1-1 0,1 1 0,5 4 0,-5-5 0,0-1 0,0 0 0,0-1 0,0 1 0,0-1 0,0 1 0,0-1 0,0 0 0,0 0 0,1 0 0,-1 0 0,0-1 0,1 1 0,-1-1 0,1 0 0,-1 0 0,0 0 0,1-1 0,4 0 0,39-6 9,-31 5-352,0 0-1,0-1 1,19-7-1,-22 5-6482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9.2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 7 24575,'0'0'0,"-1"-1"0,1 1 0,-1 0 0,0-1 0,1 1 0,-1 0 0,1 0 0,-1-1 0,1 1 0,-1 0 0,0 0 0,1 0 0,-1 0 0,1 0 0,-1 0 0,0 0 0,1 0 0,-1 0 0,0 0 0,1 0 0,-1 0 0,1 0 0,-1 0 0,1 1 0,-1-1 0,0 0 0,1 0 0,-1 1 0,1-1 0,-1 1 0,1-1 0,-1 0 0,1 1 0,-1-1 0,1 1 0,0-1 0,-1 1 0,1-1 0,0 1 0,-1-1 0,1 1 0,0-1 0,0 1 0,-1-1 0,1 1 0,0 0 0,0 0 0,-1 2 0,1 0 0,0-1 0,0 1 0,0 0 0,0-1 0,0 1 0,0-1 0,1 1 0,-1 0 0,2 2 0,0 1 0,1 1 0,0-1 0,1 0 0,-1 0 0,1 0 0,0-1 0,1 1 0,-1-1 0,1 0 0,0-1 0,1 1 0,-1-1 0,1 0 0,0 0 0,0 0 0,0-1 0,10 4 0,-15-6 0,0-1 0,0 0 0,1 1 0,-1-1 0,0 1 0,1-1 0,-1 0 0,0 0 0,0 0 0,1 0 0,-1 0 0,0 0 0,1 0 0,-1-1 0,0 1 0,1 0 0,-1-1 0,0 1 0,0-1 0,1 1 0,-1-1 0,0 1 0,0-1 0,0 0 0,0 0 0,0 1 0,0-1 0,0 0 0,0 0 0,0 0 0,0 0 0,-1 0 0,1-1 0,0 1 0,-1 0 0,1 0 0,-1 0 0,1-1 0,-1 1 0,1 0 0,-1 0 0,0-1 0,0 0 0,2-9 0,-1 1 0,0-1 0,-1 1 0,-2-16 0,2 14 0,0 9 0,-1 1 0,2-1 0,-1 1 0,0-1 0,0 0 0,1 1 0,-1-1 0,2-3 0,-1 5 0,-1 1 0,0-1 0,1 1 0,-1-1 0,1 0 0,-1 1 0,1-1 0,-1 1 0,1 0 0,-1-1 0,1 1 0,0-1 0,-1 1 0,1 0 0,0-1 0,-1 1 0,1 0 0,0 0 0,-1 0 0,1-1 0,0 1 0,-1 0 0,1 0 0,0 0 0,0 0 0,-1 0 0,1 0 0,0 0 0,-1 1 0,1-1 0,0 0 0,-1 0 0,1 0 0,0 1 0,-1-1 0,2 1 0,13 6 33,0 1 0,0 0-1,17 14 1,22 12-1529,-42-28-5330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9.7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24575,'33'3'0,"51"5"0,-70-5 0,0 0 0,0 0 0,25 11 0,-35-12 0,0 0 0,0 0 0,0 1 0,0-1 0,0 1 0,0 0 0,-1 0 0,1 1 0,-1-1 0,0 1 0,0-1 0,0 1 0,-1 0 0,1 0 0,-1 0 0,0 0 0,0 1 0,-1-1 0,1 1 0,-1-1 0,0 1 0,0-1 0,0 1 0,0 5 0,4 24 0,1-1 0,19 55 0,32 62 0,-12-35 0,-36-91 0,-2-8 0,8 33 0,-14-45 0,0 0 0,-1 0 0,1 1 0,-1-1 0,0 0 0,0 1 0,0-1 0,-1 0 0,1 0 0,-1 1 0,0-1 0,-1 0 0,-1 4 0,2-6 0,-1 1 0,1-1 0,-1 0 0,0 0 0,0 0 0,0 0 0,0-1 0,0 1 0,0 0 0,-1-1 0,1 0 0,0 1 0,-1-1 0,1 0 0,-1 0 0,0 0 0,1-1 0,-5 2 0,-5 0 0,0-1 0,-20 1 0,15-2-1365,1 0-5461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1.4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347 103 24575,'-17'-14'0,"-1"2"0,0-1 0,-39-18 0,44 25 0,-1 1 0,0 0 0,-1 0 0,1 2 0,-1 0 0,-25-2 0,37 5 0,-1 0 0,1 0 0,-1 0 0,1 1 0,-1 0 0,1 0 0,0 0 0,-1 0 0,1 0 0,0 0 0,-1 1 0,1 0 0,0 0 0,0 0 0,1 0 0,-1 0 0,0 0 0,1 1 0,-1-1 0,1 1 0,0 0 0,-4 5 0,0 2 0,0 1 0,1 0 0,0 0 0,1 1 0,-4 15 0,7-21 0,-1 1 0,1-1 0,1 1 0,-1-1 0,1 1 0,1-1 0,-1 1 0,1-1 0,0 1 0,0-1 0,1 1 0,0-1 0,0 0 0,0 0 0,1 0 0,0 0 0,0 0 0,1-1 0,-1 1 0,6 4 0,8 10 0,1-2 0,0 0 0,37 27 0,-38-32 0,34 24 0,-36-28 0,0 1 0,-1 1 0,-1 0 0,0 1 0,18 20 0,-29-30 0,0 1 0,0 0 0,-1 0 0,1 0 0,-1 0 0,1 0 0,-1 0 0,0 0 0,0 1 0,0-1 0,-1 0 0,1 5 0,-1-6 0,0 0 0,0-1 0,0 1 0,-1 0 0,1 0 0,-1-1 0,1 1 0,-1 0 0,0-1 0,0 1 0,1-1 0,-1 1 0,0-1 0,0 0 0,-1 1 0,1-1 0,0 0 0,0 1 0,-1-1 0,1 0 0,0 0 0,-1 0 0,1 0 0,-1-1 0,-2 2 0,-5 2 0,-1-1 0,1 1 0,-1-2 0,0 1 0,0-2 0,-1 1 0,1-1 0,0-1 0,0 0 0,-16-1 0,9-2 0,0 1 0,0-2 0,1 0 0,-1-2 0,-23-9 0,37 13 0,0 1 0,0-1 0,0 1 0,0-1 0,1 0 0,-1 0 0,0-1 0,1 1 0,-3-3 0,5 4 0,0 1 0,-1-1 0,1 1 0,0-1 0,-1 1 0,1-1 0,0 1 0,0-1 0,0 1 0,0-1 0,-1 1 0,1-1 0,0 1 0,0-1 0,0 1 0,0-1 0,0 0 0,0 1 0,0-1 0,1 1 0,-1-1 0,0 0 0,1 0 0,0 0 0,0 0 0,-1 0 0,1 0 0,0 0 0,0 0 0,0 1 0,0-1 0,0 0 0,0 1 0,0-1 0,0 0 0,0 1 0,1 0 0,0-1 0,14-4 0,0 1 0,0 1 0,23-3 0,4 0 0,-38 5-273,0 0 0,-1 0 0,1 0 0,5-3 0,0-2-6553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2.0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39 24575,'1'-6'0,"3"-14"0,-3 19 0,-1 1 0,0-1 0,0 0 0,0 1 0,0-1 0,1 0 0,-1 1 0,0-1 0,1 1 0,-1-1 0,0 0 0,1 1 0,-1-1 0,1 1 0,-1-1 0,1 1 0,-1-1 0,1 1 0,-1 0 0,1-1 0,0 0 0,0 2 0,-1-1 0,1 0 0,-1 0 0,0 0 0,1 0 0,-1 1 0,1-1 0,-1 0 0,0 0 0,1 1 0,-1-1 0,1 0 0,-1 1 0,0-1 0,1 0 0,-1 1 0,0-1 0,0 0 0,1 1 0,-1-1 0,0 1 0,0-1 0,0 1 0,1-1 0,-1 1 0,0-1 0,0 0 0,0 2 0,3 15 0,-3-15 0,4 48 0,-3 73 0,-3-61 0,0-13 0,-18 92 0,11-93 0,-4 91 0,13-131 0,0 1 0,1 0 0,0-1 0,1 1 0,0-1 0,0 1 0,1-1 0,0 0 0,0 0 0,1 0 0,0 0 0,8 12 0,-8-15 0,0-1 0,0 1 0,1-1 0,-1 1 0,1-1 0,0-1 0,0 1 0,0-1 0,0 0 0,1 0 0,-1 0 0,1-1 0,0 0 0,0 0 0,0 0 0,0-1 0,0 0 0,9 1 0,0-2-1365,-3 0-5461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2.4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 0 24575,'-3'11'0,"0"0"0,1 0 0,1-1 0,0 1 0,0 0 0,2 20 0,13 69 0,-6-57 0,1 15 0,0-5 0,5 104 0,-14-150 0,0 0 0,1-1 0,-1 1 0,2-1 0,-1 1 0,3 5 0,-4-10 0,1 0 0,0 0 0,-1 0 0,1 0 0,0 0 0,0-1 0,1 1 0,-1 0 0,0-1 0,0 1 0,1-1 0,-1 1 0,1-1 0,-1 0 0,1 0 0,0 1 0,-1-1 0,1 0 0,0-1 0,0 1 0,0 0 0,0 0 0,2 0 0,7 0-202,-1-1 0,19 0 0,-23 0-557,7-1-6067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2.6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231 7 24575,'-29'-3'0,"-13"0"0,-1 2 0,4 5 0,7 3 0,5 0 0,8 0-8191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3.0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144 1 24575,'-22'0'0,"-9"2"0,-3 2 0,2-1 0,7-1-8191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3.6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0 24575,'-3'26'0,"2"-1"0,0 1 0,2 0 0,0-1 0,7 30 0,-6-48 0,0 0 0,1 0 0,-1 0 0,2-1 0,-1 1 0,1-1 0,0 0 0,6 7 0,-8-10 0,0 0 0,0-1 0,1 1 0,-1-1 0,1 0 0,-1 1 0,1-1 0,0 0 0,0-1 0,0 1 0,0 0 0,0-1 0,1 0 0,-1 0 0,0 0 0,1 0 0,-1 0 0,0-1 0,5 1 0,-5-2 0,-1 1 0,0 0 0,1-1 0,-1 0 0,0 1 0,1-1 0,-1 0 0,0 0 0,0 0 0,0-1 0,0 1 0,0-1 0,0 1 0,0-1 0,0 1 0,-1-1 0,1 0 0,-1 0 0,1 0 0,-1 0 0,0 0 0,1 0 0,0-2 0,2-7 0,1 0 0,-2 0 0,5-20 0,-2 4 0,-4 21 0,0-1 0,1 1 0,-1 0 0,1 0 0,1 0 0,-1 0 0,6-7 0,-8 11 0,1 1 0,-1-1 0,1 1 0,0-1 0,-1 1 0,1 0 0,0 0 0,0 0 0,0 0 0,0 0 0,0 0 0,0 0 0,0 0 0,0 1 0,0-1 0,0 1 0,0 0 0,1 0 0,-1 0 0,0 0 0,0 0 0,0 0 0,0 0 0,0 1 0,1-1 0,2 2 0,-1-1 0,-1 1 0,1-1 0,-1 1 0,0 0 0,0 0 0,0 0 0,0 1 0,0-1 0,-1 1 0,1-1 0,-1 1 0,3 3 0,3 7 0,12 22 0,-8-14 0,-9-14-195,1-1 0,-1 0 0,0 1 0,-1-1 0,0 1 0,3 13 0,-4-8-6631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4.0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24575,'12'27'0,"7"14"0,0 4 0,-1 1 0,-1-4 0,-1-6 0,-3-4 0,-1-6 0,-1-4 0,-1-3 0,-1-4 0,1 0 0,-1-1 0,0-3 0,-2-6 0,-3-6 0,-4-5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4.3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457 52 24575,'-27'-13'0,"-11"-3"0,-2 3 0,3 6 0,6 5 0,6 4 0,4 5 0,2 1 0,-2 2 0,0-1 0,0 0 0,0-1 0,-1 1 0,-2-2 0,-1 1 0,1-1 0,1-2 0,6-2-8191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5.0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 24575,'5'-1'0,"0"0"0,0 0 0,0 1 0,0-1 0,0 1 0,0 1 0,0-1 0,0 1 0,0-1 0,0 1 0,0 1 0,0-1 0,0 1 0,0 0 0,-1 0 0,1 0 0,-1 1 0,1-1 0,-1 1 0,0 0 0,0 1 0,0-1 0,-1 1 0,1-1 0,-1 1 0,0 0 0,0 0 0,4 7 0,-3-4 0,19 29 0,26 54 0,13 40 0,11 25 0,-61-126 0,-1 0 0,-1 1 0,-2 0 0,8 47 0,-16-71 0,1-1 0,-1 1 0,0-1 0,-1 1 0,1-1 0,-1 1 0,0-1 0,0 1 0,-1-1 0,0 0 0,1 0 0,-2 0 0,1 0 0,-1 0 0,-3 5 0,2-5 0,0 0 0,-1 0 0,1-1 0,-1 0 0,0 0 0,0 0 0,-1 0 0,1-1 0,-1 0 0,0 0 0,0 0 0,-10 3 0,6-4-341,0 1 0,0-1-1,-13 0 1,9-1-6485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6.1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24575,'125'42'0,"-101"-32"0,0 1 0,45 27 0,-67-37 0,1 1 0,-1 0 0,0-1 0,0 1 0,0 0 0,0 0 0,0 0 0,0 1 0,0-1 0,2 4 0,-4-5 0,0-1 0,0 1 0,0 0 0,1-1 0,-1 1 0,0-1 0,0 1 0,0 0 0,0-1 0,0 1 0,0-1 0,0 1 0,0 0 0,-1-1 0,1 1 0,0-1 0,0 1 0,0-1 0,-1 1 0,1 0 0,-1 0 0,0 1 0,0-1 0,0 0 0,0-1 0,-1 1 0,1 0 0,0 0 0,0 0 0,0-1 0,-1 1 0,1 0 0,-2 0 0,-4 2 0,-3 0 0,1 1 0,0 0 0,1 0 0,-10 7 0,15-9 0,1 0 0,-1 0 0,1 0 0,0 0 0,0 1 0,0 0 0,0-1 0,0 1 0,0 0 0,1 0 0,-1-1 0,1 1 0,0 1 0,0-1 0,0 0 0,-1 5 0,2 0 0,-1 0 0,1 0 0,0 1 0,1-1 0,0 0 0,0 0 0,1 0 0,0 0 0,1 0 0,-1 0 0,1-1 0,1 1 0,-1-1 0,1 0 0,6 8 0,9 11 0,1-1 0,36 35 0,-41-45 0,-10-9 0,7 5 0,-1 2 0,14 19 0,-22-27 0,0 0 0,0 0 0,-1 0 0,0 0 0,0 1 0,0-1 0,0 1 0,-1-1 0,0 1 0,0-1 0,-1 7 0,0 8 0,-2-1 0,-5 26 0,4-32 0,1 1 0,0-1 0,1 0 0,1 1 0,0 0 0,3 23 0,0-22-113,0-3 175,-1-1-1,0 1 1,0 16 0,-2-25-145,0 0-1,0 0 1,-1 0 0,1 1 0,-1-1-1,0 0 1,1 0 0,-2 0-1,1 0 1,0 0 0,-1 0 0,1 0-1,-1-1 1,0 1 0,0 0 0,0-1-1,-2 3 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00.9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187 1 24575,'3'0'0,"0"2"0,-2 1 0,-5 0 0,-3 0 0,-3-1 0,-2-1 0,-3-1 0,1 1 0,-1-1 0,-1 0 0,1-1 0,0 1 0,1 0 0,-1 0 0,0 0 0,1 0 0,2 0-8191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01.2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206 21 24575,'-27'-5'0,"-12"-1"0,-1 0 0,6 3 0,7 3 0,4 1 0,8 0-8191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03.0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550 46 24575,'57'1'0,"-19"0"0,63-6 0,-99 5 0,0 0 0,-1-1 0,1 1 0,0 0 0,-1-1 0,1 0 0,-1 1 0,1-1 0,-1 0 0,3-1 0,-4 2 0,0 0 0,0-1 0,0 1 0,0 0 0,1 0 0,-1 0 0,0 0 0,0-1 0,0 1 0,0 0 0,0 0 0,0 0 0,0 0 0,0-1 0,0 1 0,0 0 0,1 0 0,-1 0 0,0-1 0,0 1 0,0 0 0,0 0 0,0 0 0,-1-1 0,1 1 0,0 0 0,0 0 0,0 0 0,0 0 0,0-1 0,-9-5 0,-8 1 0,0 0 0,0 1 0,0 1 0,-22-1 0,-5 1 0,-71 6 0,93 0 0,-32 9 0,3-1 0,-123 20 0,70-15 0,95-15 0,-1 0 0,1 2 0,-16 4 0,25-7 0,0 0 0,-1 0 0,1 0 0,0 0 0,0 0 0,0 0 0,0 0 0,-1 0 0,1 0 0,0 1 0,0-1 0,0 0 0,0 0 0,0 0 0,-1 0 0,1 0 0,0 0 0,0 0 0,0 0 0,0 1 0,0-1 0,0 0 0,0 0 0,0 0 0,-1 0 0,1 0 0,0 0 0,0 1 0,0-1 0,0 0 0,0 0 0,0 0 0,0 0 0,0 1 0,0-1 0,0 0 0,0 0 0,0 0 0,0 0 0,0 1 0,0-1 0,0 0 0,0 0 0,8 5 0,15 2 0,-21-7 0,92 22 0,179 51 0,-262-70 0,-1 1 0,0 0 0,0 1 0,-1 0 0,14 10 0,-21-14 0,-1 1 0,1-1 0,0 0 0,-1 1 0,1-1 0,-1 1 0,0 0 0,1-1 0,-1 1 0,0 0 0,0 0 0,0 0 0,0 0 0,-1 0 0,1 0 0,0 0 0,-1 0 0,0 0 0,1 0 0,-1 0 0,0 0 0,0 0 0,0 0 0,0 0 0,0 1 0,-1-1 0,1 0 0,-1 0 0,1 0 0,-1 0 0,0 0 0,0 0 0,0 0 0,-2 3 0,-3 3 0,-1 0 0,0-1 0,0 1 0,-1-2 0,0 1 0,0-1 0,-16 9 0,-8 8 0,-4 4 0,1 2 0,-57 60 0,76-73 0,0 0 0,-1-1 0,0-1 0,-2 0 0,1-1 0,-24 11 0,30-18 0,-1 0 0,0-1 0,0 0 0,-23 4 0,23-4 0,13-5 0,0 0 0,0 0 0,0 0 0,0 1 0,0-1 0,0 0 0,0 0 0,0 0 0,0 0 0,0 0 0,0 1 0,0-1 0,0 0 0,0 0 0,0 0 0,0 0 0,0 0 0,0 0 0,0 1 0,0-1 0,0 0 0,0 0 0,0 0 0,0 0 0,1 0 0,-1 0 0,0 0 0,0 1 0,0-1 0,0 0 0,0 0 0,0 0 0,0 0 0,0 0 0,1 0 0,-1 0 0,0 0 0,0 0 0,0 0 0,0 0 0,0 0 0,1 0 0,-1 0 0,0 0 0,3 1 0,1 0 0,-1 0 0,1 0 0,-1 0 0,5-1 0,381-15 0,-312 10 0,-54 3-112,162-17-1141,-174 17-5573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03.7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38 24575,'0'0'0,"0"0"0,-1 1 0,1-1 0,0 0 0,0 0 0,0 0 0,-1 1 0,1-1 0,0 0 0,0 1 0,0-1 0,0 0 0,-1 0 0,1 1 0,0-1 0,0 0 0,0 1 0,0-1 0,0 0 0,0 1 0,0-1 0,0 0 0,0 1 0,0-1 0,0 0 0,0 1 0,1 14 0,0-9 0,-1-6 0,0 9 0,0 1 0,1-1 0,0 0 0,1 0 0,0 0 0,1 0 0,3 10 0,-6-18 0,0-1 0,1 1 0,-1-1 0,0 1 0,0-1 0,1 1 0,-1-1 0,0 1 0,1-1 0,-1 0 0,1 1 0,-1-1 0,0 1 0,1-1 0,-1 0 0,1 0 0,-1 1 0,1-1 0,-1 0 0,1 0 0,-1 1 0,1-1 0,-1 0 0,1 0 0,0 0 0,-1 0 0,2 0 0,-1 0 0,0 0 0,-1-1 0,1 1 0,0-1 0,0 1 0,0-1 0,0 1 0,0-1 0,0 1 0,-1-1 0,1 0 0,0 1 0,0-1 0,0-1 0,3-4 0,0 0 0,0-1 0,4-8 0,-7 12 0,31-54 0,-28 51 0,1-1 0,0 0 0,0 1 0,1 0 0,12-10 0,-17 15 0,0 0 0,0 0 0,0 1 0,0-1 0,0 1 0,0-1 0,0 1 0,1-1 0,-1 1 0,0-1 0,0 1 0,1 0 0,-1 0 0,0 0 0,0 0 0,1 0 0,-1 0 0,0 0 0,0 0 0,1 0 0,-1 0 0,0 1 0,0-1 0,1 0 0,-1 1 0,0-1 0,0 1 0,0 0 0,0-1 0,2 3 0,2 1 0,0 1 0,-1 0 0,1 0 0,-1 0 0,3 6 0,9 10 0,-6-10-195,2 0 0,-1 0 0,1-1 0,1-1 0,0 0 0,22 11 0,-25-15-6631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04.5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24575,'1'3'0,"-1"-1"0,0 1 0,1-1 0,0 0 0,-1 1 0,1-1 0,0 0 0,0 0 0,1 1 0,-1-1 0,0 0 0,3 2 0,21 24 0,-19-23 0,36 33 0,89 61 0,-69-55 0,-25-18-1365,-28-19-5461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04.8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139 1 24575,'-15'9'0,"1"2"0,0 0 0,1 0 0,-23 25 0,32-30 0,-1 0 0,1 0 0,0 0 0,1 1 0,-1-1 0,1 1 0,1 0 0,-1 0 0,1 0 0,0 1 0,1-1 0,0 0 0,0 1 0,0 8 0,1 3-97,1-7-220,-1-1 0,-1 1 0,-3 19 0,1-18-6509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05.5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204 16 24575,'-13'-4'0,"-1"1"0,0 0 0,0 0 0,-15 1 0,25 1 0,-1 2 0,0-1 0,1 0 0,-1 1 0,1 0 0,-1 0 0,1 0 0,-1 1 0,1-1 0,0 1 0,-1 0 0,1 1 0,0-1 0,1 1 0,-1-1 0,-4 5 0,4-3 0,-1 0 0,1 0 0,1 1 0,-1 0 0,1 0 0,-1 0 0,1 0 0,1 0 0,-3 7 0,3-9 0,1 1 0,1 0 0,-1-1 0,0 1 0,1 0 0,0 0 0,0 0 0,0-1 0,0 1 0,1 0 0,0 0 0,-1 0 0,1-1 0,0 1 0,3 4 0,7 19 0,0 1 0,-1 1 0,8 42 0,4 94 0,-5-28 0,-14-115 0,-2-12 0,0-1 0,0 1 0,1-1 0,6 16 0,-7-23 0,0 1 0,0-1 0,0 0 0,0 0 0,1 0 0,-1 0 0,1-1 0,-1 1 0,1 0 0,0-1 0,-1 1 0,1-1 0,0 1 0,0-1 0,0 0 0,0 0 0,1 0 0,-1 0 0,0 0 0,0 0 0,0 0 0,1-1 0,-1 0 0,3 1 0,3-1 0,-1 0 0,1-1 0,0 0 0,0 0 0,-1-1 0,1 0 0,-1-1 0,1 1 0,-1-1 0,0-1 0,8-4 0,-6 0-1365,-3-1-5461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06.0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0 24575,'-1'1'0,"0"-1"0,0 1 0,0 0 0,0 0 0,0-1 0,0 1 0,0 0 0,0 0 0,0 0 0,0 0 0,1 0 0,-1 0 0,0 0 0,1 0 0,-1 0 0,1 0 0,-1 0 0,1 1 0,-1 1 0,0-1 0,1 1 0,0-1 0,0 1 0,0 0 0,0-1 0,1 1 0,-1-1 0,1 1 0,0 2 0,3 4 0,-1-1 0,1 0 0,0 1 0,7 9 0,-3-8 0,-1 0 0,14 15 0,-19-23 0,0 0 0,0 0 0,0 0 0,0 0 0,0 0 0,1-1 0,-1 1 0,0-1 0,1 0 0,-1 0 0,1 0 0,0 0 0,-1 0 0,1 0 0,0-1 0,-1 1 0,1-1 0,4 0 0,-6 0 0,0 0 0,0-1 0,0 1 0,0-1 0,0 1 0,0-1 0,0 0 0,0 1 0,0-1 0,0 0 0,0 0 0,-1 1 0,1-1 0,0 0 0,0 0 0,-1 0 0,1 0 0,-1 0 0,1 0 0,-1 0 0,1 0 0,-1 0 0,1-1 0,-1 1 0,0 0 0,0 0 0,0 0 0,0 0 0,0-2 0,1-3 0,-1 1 0,0-1 0,-1 0 0,-1-9 0,-3-5 0,3 15 0,1 0 0,-1-1 0,1 1 0,0 0 0,0-1 0,1 1 0,0-1 0,0 1 0,0-1 0,2-7 0,-2 12 0,1 0 0,-1 0 0,1 0 0,-1 0 0,1 0 0,-1 0 0,1 0 0,0 1 0,0-1 0,-1 0 0,1 0 0,0 1 0,0-1 0,0 1 0,0-1 0,0 1 0,0-1 0,0 1 0,0-1 0,0 1 0,0 0 0,0-1 0,0 1 0,0 0 0,0 0 0,0 0 0,0 0 0,0 0 0,1 0 0,-1 0 0,0 0 0,0 1 0,0-1 0,2 1 0,4 1 0,0 1 0,1-1 0,10 7 0,-14-7 0,72 41 0,12 6 0,-65-37 0,12 6 0,-57-38 0,12 13-1365,0 0-5461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06.6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47 24575,'29'-12'0,"52"-14"0,-72 23 0,1 1 0,0 1 0,0-1 0,0 2 0,0-1 0,0 1 0,0 1 0,0 0 0,15 3 0,-21-3 0,-1 1 0,1-1 0,-1 0 0,1 1 0,-1 0 0,0 0 0,1 0 0,-1 0 0,0 0 0,-1 1 0,1-1 0,0 1 0,-1 0 0,1 0 0,2 4 0,-2-2 0,-1-1 0,0 1 0,0 0 0,0 0 0,-1 0 0,0 0 0,0 0 0,0 0 0,-1 0 0,1 6 0,-2 4 0,0 0 0,-1 0 0,-1 0 0,0 0 0,-1 0 0,-10 23 0,3-11 0,0-3 0,-10 39 0,19-55 0,0 1 0,1 0 0,0 0 0,0 0 0,1-1 0,0 1 0,1 0 0,2 13 0,1-8 0,1 1 0,0-1 0,1 0 0,1 0 0,0 0 0,1-1 0,11 15 0,-17-24 0,4 3 0,-2 1 0,1 0 0,-1 0 0,0 1 0,-1-1 0,0 1 0,4 17 0,-7-24 0,1 1 0,-1 0 0,0-1 0,0 1 0,0 0 0,0-1 0,-1 1 0,1 0 0,-1-1 0,0 1 0,1-1 0,-1 1 0,0-1 0,0 1 0,-1-1 0,1 0 0,-1 1 0,1-1 0,-1 0 0,1 0 0,-1 0 0,0 0 0,0 0 0,0-1 0,0 1 0,-1 0 0,1-1 0,0 0 0,0 1 0,-1-1 0,-2 1 0,-7 2-273,1 0 0,0-1 0,-1-1 0,-12 2 0,9-2-6553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17.6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1 24575,'0'2'0,"1"17"0,4 24 0,10 9 0,25 57 0,-24-72 0,-2 0 0,-2 1 0,13 68 0,-23-93 0,-1-1 0,0 0 0,-1 1 0,0-1 0,-4 25 0,3-34 0,1 0 0,-1-1 0,0 1 0,0-1 0,0 1 0,0-1 0,0 0 0,0 1 0,-1-1 0,1 0 0,-1 0 0,1 0 0,-1 0 0,0 0 0,0 0 0,0 0 0,0-1 0,0 1 0,0-1 0,-1 0 0,1 1 0,0-1 0,-1 0 0,1 0 0,-1 0 0,1-1 0,-1 1 0,0-1 0,1 1 0,-1-1 0,0 0 0,1 0 0,-1 0 0,-3-1 0,3 1 8,0 0-1,0-1 1,1 1-1,-1-1 1,0 0-1,1 0 1,-1 0-1,0 0 1,1-1-1,-1 1 1,1-1-1,0 1 1,-1-1-1,1 0 1,-3-3-1,1 0-255,-1 0 1,1-1-1,1 0 1,-1 0-1,-3-7 1,0-3-6579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18.2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292 393 24575,'-15'4'0,"0"-2"0,0 0 0,-30-1 0,38-1 0,-1-1 0,1 0 0,-1-1 0,1 0 0,0 0 0,-1 0 0,1-1 0,1 0 0,-14-8 0,13 6 0,0-1 0,0 0 0,1 0 0,-1 0 0,1-1 0,1 0 0,-1 0 0,-7-13 0,4 2 0,0 0 0,-11-34 0,15 36 0,2-1 0,0 1 0,1-1 0,1 0 0,0 0 0,2 0 0,2-22 0,-3 36 0,1 0 0,-1 1 0,1-1 0,-1 0 0,1 1 0,0-1 0,0 1 0,1-1 0,-1 1 0,0-1 0,1 1 0,-1 0 0,1 0 0,0 0 0,0 0 0,0 0 0,0 0 0,0 0 0,0 0 0,0 1 0,1-1 0,-1 1 0,0 0 0,1 0 0,0 0 0,-1 0 0,1 0 0,-1 0 0,1 1 0,4-1 0,7-1 0,0 2 0,0 0 0,0 0 0,23 5 0,-36-5 0,287 47 0,-100-15 0,-182-31 0,15 2 0,27 8 0,-41-8-1365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18.6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56 24575,'7'6'0,"0"-1"0,0 0 0,0 0 0,1-1 0,0 0 0,0 0 0,0-1 0,0 0 0,0 0 0,0-1 0,1 0 0,0-1 0,-1 0 0,1 0 0,-1-1 0,1 0 0,0 0 0,-1-1 0,1 0 0,0-1 0,-1 1 0,17-7 0,64-33 0,-64 29 0,0 0 0,37-11 0,-59 22 10,-1 0 0,1 1 0,-1-1 0,1 1 0,-1 0 0,1 0 0,-1 0 0,1 0 0,-1 0 0,1 1 0,3 0 0,-5-1-84,0 1-1,1-1 1,-1 1 0,0 0 0,1 0-1,-1 0 1,0-1 0,0 1 0,0 0-1,0 0 1,0 1 0,0-1 0,0 0-1,0 0 1,0 0 0,0 1 0,0-1-1,-1 0 1,2 3 0,1 7-6752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19.8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259 28 24575,'-15'-6'0,"0"1"0,0 1 0,0 0 0,-1 1 0,1 1 0,-21-1 0,30 3 0,1 0 0,0 0 0,-1 1 0,1 0 0,0 0 0,-1 0 0,1 1 0,0-1 0,0 1 0,0 1 0,0-1 0,0 1 0,1-1 0,-1 2 0,1-1 0,0 0 0,0 1 0,0-1 0,0 1 0,1 0 0,-7 9 0,7-9 0,1 0 0,-1 0 0,1 0 0,0 1 0,0-1 0,1 1 0,-1-1 0,1 1 0,0-1 0,0 1 0,0 0 0,1-1 0,0 1 0,0 0 0,0 0 0,0-1 0,1 1 0,-1 0 0,1-1 0,1 1 0,-1-1 0,0 1 0,1-1 0,0 1 0,0-1 0,1 0 0,-1 0 0,1 0 0,0 0 0,0-1 0,4 5 0,10 8 0,26 19 0,-24-20 0,24 23 0,-40-35 0,0 0 0,0 0 0,-1 1 0,0-1 0,1 1 0,-1-1 0,-1 1 0,1 0 0,0 0 0,1 7 0,-2-9 0,-1 1 0,0-1 0,0 1 0,0-1 0,0 1 0,0-1 0,0 1 0,-1-1 0,1 0 0,-1 1 0,0-1 0,0 1 0,1-1 0,-2 0 0,1 0 0,0 1 0,0-1 0,-1 0 0,-1 2 0,-23 25 0,17-20 0,0 1 0,1 0 0,-12 20 0,18-26 0,0 0 0,0 0 0,0 0 0,1 1 0,0-1 0,0 1 0,0-1 0,0 1 0,1-1 0,-1 1 0,1 0 0,1-1 0,-1 1 0,2 7 0,0-4 0,0 0 0,1 0 0,0-1 0,0 1 0,1-1 0,4 8 0,31 38 0,-30-42 0,-1 0 0,0 0 0,0 0 0,-1 1 0,-1 1 0,9 21 0,-14-32 0,-1 1 0,1-1 0,-1 1 0,0-1 0,1 1 0,-1-1 0,0 1 0,-1-1 0,1 1 0,0-1 0,-1 0 0,-1 5 0,-1 0 0,1-1 0,-2 0 0,-4 7 0,6-11 0,0 1 0,0 0 0,0 0 0,0 0 0,1 1 0,-1-1 0,1 0 0,0 1 0,0-1 0,0 1 0,0-1 0,0 1 0,1-1 0,0 1 0,0 6 0,0-9-72,0 1 1,1-1-1,-1 1 0,1-1 0,-1 0 0,1 1 0,-1-1 0,1 0 1,0 1-1,0-1 0,0 0 0,0 0 0,0 1 0,0-1 0,0 0 1,0 0-1,0 0 0,2 1 0,6 2-6754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0.8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252 64 24575,'-23'-10'0,"3"-1"0,-2 2 0,1 0 0,-1 2 0,-39-9 0,59 16 0,0-1 0,0 1 0,0 0 0,0 0 0,0 0 0,0 0 0,0 0 0,0 0 0,0 1 0,0-1 0,1 1 0,-1-1 0,0 1 0,0 0 0,0 0 0,0 0 0,1 0 0,-1 0 0,0 0 0,1 0 0,-1 0 0,1 1 0,-1-1 0,1 1 0,0-1 0,-3 4 0,2 0 0,0-1 0,0 1 0,1 0 0,-1 0 0,1 0 0,0 0 0,0 1 0,1-1 0,-1 6 0,2-6 0,-1 0 0,0 0 0,1-1 0,0 1 0,0 0 0,1 0 0,-1-1 0,1 1 0,0-1 0,0 1 0,0-1 0,1 0 0,0 0 0,3 5 0,7 5 0,0 0 0,21 17 0,-5-5 0,-10-9 0,29 19 0,-26-20 0,24 21 0,-41-31 0,1 0 0,-1 0 0,1 0 0,-2 0 0,1 1 0,-1 0 0,0 0 0,4 10 0,-7-15 0,0 0 0,-1-1 0,1 1 0,-1 0 0,1 0 0,-1 0 0,0 0 0,0 0 0,0 0 0,0 0 0,0 1 0,0-1 0,0 0 0,-1 0 0,1-1 0,-1 1 0,1 0 0,-1 0 0,-1 3 0,0-2 0,0-1 0,0 0 0,0 1 0,0-1 0,-1 0 0,1 0 0,0 0 0,-1-1 0,1 1 0,-1-1 0,-5 3 0,-3 0 0,-1 0 0,0-1 0,1-1 0,-1 0 0,-19 1 0,-57-2 0,76-2 0,-1 0 0,0-1 0,1-1 0,-23-7 0,34 10 0,0 0 0,-1 0 0,1-1 0,0 1 0,0-1 0,0 1 0,0-1 0,0 1 0,0-1 0,0 0 0,0 0 0,1 1 0,-1-1 0,0 0 0,0 0 0,0 0 0,1 0 0,-1 0 0,1 0 0,-1 0 0,0 0 0,1 0 0,0 0 0,-1 0 0,1 0 0,-1-2 0,2 1 0,-1 1 0,0-1 0,1 1 0,-1-1 0,1 1 0,0 0 0,-1-1 0,1 1 0,0 0 0,0 0 0,0-1 0,0 1 0,0 0 0,0 0 0,0 0 0,0 0 0,0 0 0,1 0 0,-1 1 0,3-2 0,11-6 22,1 1 0,0 0-1,0 1 1,26-5 0,22-8-1496,-55 16-5352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1.4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76 23 24575,'0'-1'0,"0"0"0,0 0 0,0 0 0,0 1 0,-1-1 0,1 0 0,0 0 0,0 0 0,-1 0 0,1 0 0,-1 0 0,1 0 0,0 1 0,-1-1 0,0 0 0,1 0 0,-1 1 0,1-1 0,-1 0 0,0 1 0,1-1 0,-1 1 0,0-1 0,0 0 0,0 1 0,0 0 0,1-1 0,-1 1 0,0 0 0,0-1 0,0 1 0,0 0 0,-2 0 0,2-1 0,0 1 0,-1 0 0,1 0 0,-1 0 0,1 1 0,-1-1 0,1 0 0,-1 1 0,1-1 0,-1 0 0,1 1 0,0 0 0,-1-1 0,1 1 0,0 0 0,0 0 0,-1 0 0,1-1 0,0 1 0,0 0 0,-1 2 0,-1 2 0,-1 1 0,2-1 0,-1 1 0,1-1 0,0 1 0,0 0 0,0 0 0,1 0 0,0 0 0,-1 8 0,1 11 0,3 32 0,0-17 0,-1-14 0,2-1 0,1 1 0,11 35 0,0 7 0,-12-53 0,9 26 0,-10-36 0,0 0 0,0 0 0,0 0 0,1-1 0,0 1 0,-1-1 0,2 0 0,6 8 0,-7-10-72,0 0 1,1-1-1,-1 1 0,0-1 0,1 1 0,-1-1 0,1 0 0,0 0 1,-1-1-1,1 1 0,0-1 0,-1 0 0,1 0 0,0 0 0,-1 0 1,1-1-1,0 1 0,4-3 0,1 0-6754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2.0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7 24575,'0'0'0,"0"0"0,0-1 0,0 1 0,0 0 0,0-1 0,0 1 0,0 0 0,-1 0 0,1-1 0,0 1 0,0 0 0,0-1 0,0 1 0,0 0 0,-1 0 0,1-1 0,0 1 0,0 0 0,0 0 0,-1 0 0,1-1 0,0 1 0,0 0 0,-1 0 0,1 0 0,0 0 0,-1 0 0,1-1 0,0 1 0,0 0 0,-1 0 0,1 0 0,0 0 0,-1 0 0,1 0 0,0 0 0,-1 0 0,1 0 0,-1 0 0,-3 13 0,2 22 0,2-35 0,0 269 0,1-257 0,0 1 0,0-1 0,2 0 0,-1 0 0,1 0 0,7 16 0,-7-20 0,0-1 0,1 1 0,0-1 0,0 0 0,1 0 0,0-1 0,0 1 0,0-1 0,1 0 0,10 8 0,-13-12-62,1 0 0,-1 0 0,1-1 0,0 1 0,-1-1 0,1 0 0,0 0 0,0 0 0,0 0 0,0-1 0,0 0 0,0 0-1,0 0 1,0 0 0,0 0 0,0-1 0,-1 0 0,1 0 0,0 0 0,0 0 0,6-3 0,-1-3-6764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2.2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263 1 24575,'-27'2'0,"-11"1"0,-2 3 0,3 0 0,6 1 0,6 0 0,4-2 0,4-1 0,2 1 0,3 0-8191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2.5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247 9 24575,'-25'-2'0,"-10"-1"0,-2-1 0,6 4 0,5 2 0,5 2 0,3 1 0,3 3 0,1-2 0,1 0 0,2-2-8191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3.2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24575,'68'136'0,"-67"-135"0,12 24 0,-13-24 0,1 0 0,0 0 0,0 0 0,0 1 0,0-1 0,0 0 0,0 0 0,0 0 0,0 0 0,0-1 0,1 1 0,-1 0 0,0 0 0,0-1 0,3 2 0,-3-2 0,-1-1 0,1 1 0,-1 0 0,1 0 0,0 0 0,-1 0 0,1 0 0,-1-1 0,1 1 0,-1 0 0,1-1 0,0 1 0,-1 0 0,1-1 0,-1 1 0,0 0 0,1-1 0,-1 1 0,1-1 0,-1 1 0,0-1 0,1 1 0,-1-1 0,0 1 0,1-1 0,-1 0 0,0 1 0,0-1 0,0 1 0,1-1 0,-1 0 0,0 1 0,0-1 0,0 1 0,0-2 0,2-24 0,-2 23 0,-2-30 0,1 26 0,1-1 0,-1 1 0,1-1 0,1 0 0,-1 1 0,1-1 0,3-8 0,-4 15 0,0 0 0,0 0 0,1 0 0,-1 0 0,1 0 0,-1 1 0,1-1 0,-1 0 0,1 0 0,-1 1 0,1-1 0,0 0 0,-1 1 0,1-1 0,0 0 0,0 1 0,-1-1 0,1 1 0,0-1 0,0 1 0,0 0 0,1-1 0,0 1 0,0 0 0,-1 0 0,1 0 0,-1 0 0,1 0 0,-1 1 0,1-1 0,-1 0 0,1 1 0,-1-1 0,0 1 0,3 1 0,3 2 0,0 1 0,-1 0 0,0 0 0,7 6 0,-13-10 0,26 26 0,39 53 0,-64-79-170,1 1-1,-1 0 0,0 0 1,0-1-1,0 1 0,0 0 1,1 4-1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3.6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24575,'12'27'0,"5"11"0,-2 2 0,0-3 0,-2-4 0,-2-4 0,-3-6 0,1-3 0,-2-3 0,0-2 0,0-1 0,0-3 0,-1 0 0,-1-1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4.0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689 11 24575,'-4'-2'0,"1"1"0,0-1 0,-1 1 0,1 0 0,-1 0 0,0 0 0,1 1 0,-1-1 0,0 1 0,1 0 0,-1 0 0,-6 1 0,3 0 0,0 1 0,-1 1 0,1-1 0,0 1 0,-8 4 0,1-1 0,-1 0 0,1-1 0,-1-1 0,-1 0 0,1-1 0,-19 1 0,-96 0 0,96-4 0,-233-2-1365,236 2-5461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4.8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24575,'24'13'0,"0"2"0,-1 0 0,0 2 0,-1 0 0,-2 1 0,36 40 0,-27-23 0,-3 0 0,-1 2 0,33 62 0,-47-75 0,0 1 0,-1 0 0,11 48 0,-18-58 0,0 0 0,-1 0 0,-1 0 0,0 0 0,-1 1 0,-1-1 0,0 0 0,-5 20 0,5-30 11,-1 0 0,0 1 0,0-1 0,0 0 0,-1 0 0,1 0-1,-1 0 1,0 0 0,-1-1 0,-5 6 0,2-3-259,0-1 1,0 0-1,-1-1 1,1 0-1,-14 6 1,6-3-6579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5.9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88 24575,'0'-13'0,"0"5"0,-1 1 0,2-1 0,-1 1 0,1-1 0,1 1 0,1-9 0,-3 15 0,1 1 0,-1-1 0,0 0 0,1 0 0,-1 1 0,1-1 0,-1 0 0,1 1 0,-1-1 0,1 0 0,-1 1 0,1-1 0,-1 1 0,1-1 0,0 1 0,0-1 0,-1 1 0,1 0 0,0-1 0,-1 1 0,1 0 0,0-1 0,0 1 0,0 0 0,-1 0 0,1 0 0,0 0 0,0 0 0,0 0 0,0 0 0,-1 0 0,1 0 0,0 0 0,0 0 0,0 0 0,-1 1 0,1-1 0,0 0 0,0 1 0,-1-1 0,2 1 0,4 2 0,0 1 0,0-1 0,10 9 0,-14-10 0,40 31 0,-4-5 0,59 59 0,-95-84 0,1 0 0,-1 0 0,1 0 0,-1 0 0,0 0 0,0 1 0,-1-1 0,3 6 0,-4-8 0,1 0 0,-1 0 0,0 1 0,0-1 0,0 0 0,0 1 0,0-1 0,0 1 0,0-1 0,0 0 0,0 1 0,-1-1 0,1 0 0,0 0 0,-1 1 0,1-1 0,-1 0 0,0 0 0,1 0 0,-1 1 0,0-1 0,0 0 0,0 0 0,1 0 0,-1 0 0,0 0 0,-2 0 0,-6 6 0,0-1 0,-18 9 0,18-11 0,0 1 0,1 0 0,0 0 0,-11 9 0,15-10 0,0 0 0,0 1 0,0 0 0,0-1 0,1 1 0,0 0 0,0 1 0,0-1 0,1 0 0,0 1 0,0 0 0,0-1 0,1 1 0,0 0 0,0 0 0,0 0 0,0 10 0,2-8 0,0 0 0,0 1 0,1-1 0,-1 0 0,2 0 0,-1 0 0,1 0 0,1 0 0,-1-1 0,1 1 0,1-1 0,5 7 0,52 58 0,-47-56 0,1 0 0,-2 2 0,0 0 0,18 32 0,-31-47 0,0-1 0,1 1 0,-1 0 0,-1-1 0,1 1 0,0 0 0,-1 0 0,1 0 0,-1-1 0,0 1 0,0 0 0,0 0 0,0 0 0,-1 0 0,1-1 0,-1 1 0,1 0 0,-1 0 0,0-1 0,0 1 0,-2 3 0,-3 2 0,1 0 0,-1 0 0,-1-1 0,-13 14 0,17-19-34,-8 8-133,0 0 1,0 1 0,1 1-1,0 0 1,1 0 0,1 1-1,-11 20 1,14-21-6660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10.1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303 1 24575,'1'1'0,"0"-1"0,0 1 0,0 0 0,0 0 0,-1 0 0,1 0 0,0 0 0,0 0 0,-1 1 0,1-1 0,0 0 0,-1 0 0,1 1 0,-1-1 0,0 0 0,1 0 0,-1 1 0,0-1 0,0 0 0,0 1 0,0-1 0,0 0 0,0 1 0,0-1 0,0 0 0,0 1 0,-1-1 0,1 0 0,-1 2 0,0-1 0,-1 0 0,1-1 0,-1 1 0,1-1 0,-1 0 0,1 1 0,-1-1 0,0 0 0,1 0 0,-1 0 0,0 0 0,0 0 0,0 0 0,0-1 0,0 1 0,0-1 0,0 1 0,-3 0 0,-23 1 0,1-1 0,-37-3 0,5 0 0,-27 2-1365,74 0-5461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10.5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204 16 24575,'-22'-3'0,"-10"0"0,-1 0 0,1 0 0,5 2 0,4-1 0,3 2 0,6 0-8191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12.0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605 15 24575,'20'-3'0,"16"-5"0,-45 5 0,-9 2 0,-4 2 0,-31 5 0,-2 1 0,-79 7 0,-31 2 0,145-15 0,1 0 0,0 2 0,0 0 0,0 1 0,0 1 0,-29 12 0,46-16 0,0-1 0,1 1 0,-1 0 0,1 0 0,-1 0 0,1 0 0,-1 0 0,1 0 0,0 0 0,-1 1 0,1-1 0,0 0 0,0 1 0,0-1 0,0 1 0,0-1 0,0 1 0,1-1 0,-1 1 0,0 0 0,1-1 0,-1 1 0,1 0 0,0 0 0,0-1 0,-1 4 0,2-2 0,-1-1 0,0 0 0,1 1 0,0-1 0,0 0 0,-1 1 0,1-1 0,1 0 0,-1 0 0,0 0 0,0 0 0,1 0 0,-1 0 0,1 0 0,0 0 0,-1-1 0,1 1 0,0-1 0,2 2 0,7 4 0,0-2 0,0 1 0,0-1 0,1-1 0,15 4 0,62 10 0,-52-13 0,-20-3 0,0 0 0,0 1 0,29 10 0,-45-13 0,0 0 0,0 1 0,1-1 0,-1 1 0,0-1 0,0 1 0,0-1 0,0 1 0,0 0 0,0-1 0,0 1 0,0 0 0,0 0 0,0 0 0,0 0 0,-1 0 0,1 0 0,0 0 0,-1 0 0,1 0 0,0 0 0,-1 0 0,0 0 0,1 0 0,-1 1 0,0-1 0,1 0 0,-1 0 0,0 2 0,0-1 0,-1 0 0,0 0 0,1-1 0,-1 1 0,0 0 0,0-1 0,0 1 0,0-1 0,0 0 0,0 1 0,0-1 0,-1 0 0,1 1 0,0-1 0,-1 0 0,1 0 0,-1 0 0,1 0 0,-4 1 0,-89 38 0,62-27 0,-60 32 0,81-38 0,-51 34 0,56-37 0,1 0 0,0 1 0,0 0 0,1 0 0,-1 0 0,1 0 0,0 1 0,-5 9 0,8-14 0,1 1 0,-1-1 0,0 1 0,0-1 0,1 1 0,-1 0 0,1-1 0,0 1 0,-1-1 0,1 1 0,0 0 0,0-1 0,0 1 0,0 0 0,0-1 0,1 1 0,-1 0 0,0-1 0,1 1 0,-1-1 0,1 1 0,0-1 0,-1 1 0,1-1 0,0 1 0,0-1 0,0 1 0,0-1 0,0 0 0,0 0 0,0 1 0,1-1 0,-1 0 0,0 0 0,1 0 0,-1-1 0,0 1 0,1 0 0,2 1 0,6 1 0,0 1 0,0-1 0,1-1 0,-1 0 0,11 0 0,-12 0 0,46 3 0,0-2 0,81-5 0,109-23 0,-206 20 0,-1 0-95,-3 2-540,62-15 0,-84 14-6191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12.8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1 24575,'-1'2'0,"-1"0"0,1 0 0,-1 0 0,1 1 0,0-1 0,0 1 0,0-1 0,0 1 0,0-1 0,1 1 0,-1-1 0,1 1 0,0 0 0,0-1 0,0 1 0,0 0 0,0 2 0,1 7 0,1 0 0,4 15 0,-5-25 0,9 31 0,-9-31 0,-1 0 0,1 0 0,0 0 0,0 0 0,0-1 0,0 1 0,0 0 0,0-1 0,1 1 0,-1 0 0,1-1 0,-1 0 0,1 1 0,1 0 0,-2-2 0,0 1 0,-1-1 0,1 0 0,0 0 0,0 0 0,-1 0 0,1-1 0,0 1 0,-1 0 0,1 0 0,0 0 0,-1-1 0,1 1 0,0 0 0,-1-1 0,1 1 0,0 0 0,-1-1 0,1 1 0,-1-1 0,1 1 0,-1-1 0,1 1 0,-1-1 0,1 1 0,-1-1 0,1 0 0,-1 1 0,0-1 0,1-1 0,11-23 0,-11 21 0,9-34 0,-9 32 0,0 0 0,0 1 0,1-1 0,-1 1 0,1-1 0,1 1 0,-1 0 0,1 0 0,-1 0 0,2 0 0,4-7 0,-7 11 0,0 1 0,1-1 0,-1 0 0,0 1 0,1-1 0,-1 0 0,1 1 0,-1 0 0,0-1 0,1 1 0,-1 0 0,1 0 0,-1-1 0,1 1 0,-1 0 0,1 1 0,-1-1 0,1 0 0,-1 0 0,1 1 0,-1-1 0,1 1 0,-1-1 0,0 1 0,1-1 0,-1 1 0,2 1 0,6 4 0,-1-1 0,16 14 0,-16-13 0,26 23 0,63 46 0,-90-70-105,-4-3-35,-1-1 0,1 1 0,0 0 0,-1 0 0,0 0 0,1 0 0,-1 0 0,3 4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13.9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16 24575,'0'-2'0,"1"1"0,-1 1 0,1-1 0,0 0 0,-1 0 0,1 0 0,0 0 0,0 0 0,-1 1 0,1-1 0,0 0 0,0 0 0,0 1 0,0-1 0,0 1 0,0-1 0,0 1 0,0-1 0,0 1 0,0 0 0,0 0 0,0-1 0,1 1 0,1 0 0,0 0 0,-1 0 0,1 1 0,-1-1 0,1 1 0,-1-1 0,1 1 0,-1 0 0,4 2 0,3 2 0,0 1 0,0-1 0,-1 2 0,8 6 0,36 37 0,-21-20 0,44 34 0,-58-51-115,6 3-510,34 21 0,-48-33-6201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14.2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207 0 24575,'-22'22'0,"-9"10"0,-1 2 0,7-3 0,4-3 0,6-5 0,3-4 0,1-2 0,2-2 0,1-3 0,1-1 0,0-3 0,0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14.9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160 1 24575,'-13'6'0,"0"1"0,1 1 0,0 0 0,0 1 0,1 0 0,0 1 0,0 0 0,1 1 0,-9 12 0,15-16 0,-1-1 0,1 1 0,1-1 0,-1 1 0,1 1 0,1-1 0,-1 0 0,1 1 0,0-1 0,1 1 0,0-1 0,0 1 0,1 0 0,0 0 0,0-1 0,0 1 0,1 0 0,4 14 0,1-4 0,1 0 0,18 33 0,-18-38 0,-1-1 0,0 1 0,0 0 0,-2 1 0,1-1 0,-2 1 0,3 17 0,-3 25 0,-3-32 0,6 38 0,-3-40 0,-2-13 0,0-1 0,1 0 0,0 0 0,0 0 0,4 8 0,-5-13 0,0-1 0,1 0 0,-1 0 0,1 0 0,-1 1 0,1-1 0,0-1 0,0 1 0,0 0 0,0 0 0,0-1 0,0 1 0,0-1 0,1 0 0,-1 0 0,0 1 0,1-2 0,-1 1 0,1 0 0,3 0 0,15 2 0,-1-2 0,1 0 0,-1-1 0,30-4 0,-47 4 9,0-1-1,-1 1 1,1-1-1,0 0 1,0 0 0,0 0-1,-1 0 1,1 0-1,-1 0 1,1-1-1,-1 1 1,1-1-1,2-3 1,-3 4-80,-1 0 1,0-1-1,0 1 0,0-1 0,0 0 1,0 1-1,0-1 0,0 0 1,-1 0-1,1 1 0,0-1 0,-1 0 1,0 0-1,1 0 0,-1 0 1,0 0-1,0 0 0,0 1 0,0-1 1,-1-3-1,-1-7-6755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15.4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 24575,'0'8'0,"1"0"0,1 0 0,0 0 0,0 0 0,0 0 0,1 0 0,1-1 0,-1 1 0,1-1 0,0 0 0,7 9 0,-7-10 0,0-1 0,1 1 0,-1-1 0,1 0 0,0 0 0,1 0 0,-1-1 0,1 0 0,0 0 0,0 0 0,1-1 0,-1 0 0,1 0 0,8 3 0,-14-6 0,0 0 0,0 0 0,0 0 0,0 1 0,0-1 0,0 0 0,0 0 0,0-1 0,0 1 0,0 0 0,0 0 0,0 0 0,0-1 0,0 1 0,0 0 0,0-1 0,0 1 0,0-1 0,0 1 0,0-1 0,0 0 0,-1 1 0,1-1 0,0 0 0,0 0 0,-1 1 0,1-1 0,0 0 0,-1 0 0,1 0 0,-1 0 0,1 0 0,-1 0 0,0 0 0,1 0 0,-1 0 0,0 0 0,0 0 0,1-1 0,0-6 0,-1 0 0,1 0 0,-1 0 0,-1-9 0,0 7 0,0-2 0,1 4 0,-1 1 0,1-1 0,0 1 0,1-1 0,1-9 0,-2 16 0,1 0 0,-1 0 0,1-1 0,-1 1 0,0 0 0,1 0 0,0 0 0,-1 0 0,1 0 0,0 0 0,-1 0 0,1 0 0,0 0 0,0 0 0,0 1 0,0-1 0,0 0 0,0 0 0,0 1 0,0-1 0,0 1 0,0-1 0,0 1 0,0-1 0,1 1 0,-1 0 0,0 0 0,0-1 0,0 1 0,1 0 0,-1 0 0,0 0 0,0 0 0,0 0 0,1 1 0,-1-1 0,0 0 0,0 0 0,2 1 0,6 3 0,1 0 0,-1 0 0,0 1 0,-1 0 0,15 10 0,6 4 0,-11-8 0,0-1 0,-2 2 0,28 24 0,-43-35-114,0-1 62,-1 1 0,0-1 0,0 0 0,1 1 0,-1-1 0,0 0-1,1 0 1,-1 1 0,0-1 0,1 0 0,-1 0 0,0 1 0,1-1-1,-1 0 1,0 0 0,1 0 0,-1 0 0,1 0 0,-1 1 0,0-1-1,1 0 1,-1 0 0,1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15.9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59 24575,'2'-5'0,"1"0"0,1 1 0,-1-1 0,1 1 0,-1-1 0,1 1 0,1 1 0,-1-1 0,0 0 0,1 1 0,5-3 0,-7 5 0,-1 0 0,1 0 0,0 0 0,0 0 0,0 1 0,0-1 0,-1 1 0,1 0 0,0 0 0,0 0 0,0 0 0,0 0 0,0 1 0,0-1 0,0 1 0,0 0 0,-1 0 0,1 0 0,0 0 0,-1 0 0,1 0 0,-1 1 0,3 1 0,36 27 0,41 39 0,-50-42 0,-29-23 0,1-1 0,0 1 0,-1 0 0,0 0 0,1 0 0,-2 0 0,1 0 0,0 1 0,-1-1 0,0 1 0,2 6 0,-1-2 0,-2 0 0,1 1 0,-1-1 0,-1 0 0,0 13 0,-2 6 0,-12 54 0,8-53 0,-3 46 0,9-67 0,0-1 0,1 1 0,0 0 0,0 0 0,1 0 0,0-1 0,0 1 0,6 11 0,3 3 0,19 29 0,-18-32 0,-11-16 0,1-1 0,0 1 0,-1 0 0,0 0 0,0 0 0,1 0 0,-2 0 0,1 0 0,1 6 0,-2-8 0,-1 0 0,1 0 0,0 0 0,0 0 0,-1 0 0,1 0 0,0 0 0,-1 0 0,1 0 0,-1 0 0,1 0 0,-1 0 0,1 0 0,-1 0 0,0 0 0,0-1 0,1 1 0,-1 0 0,0 0 0,0-1 0,0 1 0,0 0 0,0-1 0,0 1 0,0-1 0,0 0 0,0 1 0,0-1 0,0 0 0,-2 1 0,-13 3-455,0-1 0,-19 2 0,19-4-6371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20.1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105 188 24575,'51'1'0,"58"-2"0,-100 0 0,0-1 0,0 1 0,0-2 0,-1 1 0,1-1 0,-1 0 0,15-8 0,-20 9 0,-1 1 0,1-1 0,-1 0 0,0 0 0,0 0 0,0 0 0,0 0 0,0 0 0,0-1 0,0 1 0,-1 0 0,2-4 0,-2 4 0,-1 0 0,1 0 0,-1 0 0,1 0 0,-1 0 0,0 0 0,0 0 0,0 0 0,0 0 0,0-1 0,0 1 0,-1 0 0,1 0 0,-1 0 0,0 0 0,1 0 0,-1 0 0,-2-3 0,1 2 0,0 0 0,0 0 0,-1 0 0,1 0 0,-1 0 0,1 0 0,-1 1 0,0-1 0,0 1 0,-1 0 0,1 0 0,-4-2 0,-7-2 0,-25-9 0,13 6 0,13 4 0,0 1 0,0 0 0,0 1 0,0 0 0,0 1 0,-1 1 0,-18 0 0,26 1 0,1 0 0,-1 1 0,1 0 0,0 0 0,-1 0 0,1 1 0,0-1 0,-1 1 0,1 1 0,0-1 0,1 1 0,-1-1 0,0 2 0,1-1 0,0 0 0,-1 1 0,1 0 0,1 0 0,-1 0 0,-5 8 0,5-6 0,1 0 0,0 1 0,0 0 0,1 0 0,-1-1 0,2 1 0,-1 1 0,1-1 0,0 0 0,0 0 0,1 0 0,0 1 0,0-1 0,1 0 0,-1 0 0,2 0 0,-1 1 0,1-1 0,0 0 0,1-1 0,0 1 0,0 0 0,0-1 0,0 0 0,1 1 0,1-2 0,-1 1 0,1 0 0,-1-1 0,11 9 0,-1-4 0,-1-1 0,1-1 0,0 0 0,1-1 0,0 0 0,0-2 0,0 1 0,27 4 0,-2-3 0,0-1 0,53-1 0,-84-4-109,3-1 190,0 0 0,12-1 0,-21 0-181,-1 1 0,1-1 0,0 1 0,-1-1 0,1 0 0,0 0 0,-1 0 0,1 0 0,-1 0 1,0-1-1,1 1 0,-1-1 0,0 0 0,3-2 0,1-4-6726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20.6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338 1 24575,'-22'0'0,"-10"0"0,-2 0 0,3 2 0,4 1 0,3 3 0,5 0 0,2-1 0,2-2 0,1 0 0,0-2 0,0 2 0,-2 0 0,-1 0 0,0 0 0,3-4 0,3-2-8191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21.3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138 16 24575,'-2'-2'0,"-1"0"0,0-1 0,1 2 0,-1-1 0,-5-3 0,8 5 0,0 0 0,-1 0 0,1 0 0,0 0 0,0 0 0,0 0 0,0-1 0,0 1 0,-1 0 0,1 0 0,0 0 0,0 0 0,0 0 0,0 0 0,-1 0 0,1 0 0,0 0 0,0 0 0,0 0 0,-1 0 0,1 0 0,0 0 0,0 0 0,0 0 0,0 1 0,-1-1 0,1 0 0,0 0 0,0 0 0,0 0 0,0 0 0,0 0 0,-1 0 0,1 0 0,0 1 0,0-1 0,0 0 0,0 0 0,4 14 0,22 34 0,20 35 0,76 129 0,-118-206 0,0 1 0,-1-1 0,1 1 0,-2 0 0,5 15 0,-6-21 0,-1 1 0,0-1 0,0 0 0,0 0 0,0 0 0,1 0 0,-2 0 0,1 1 0,0-1 0,0 0 0,0 0 0,0 0 0,-1 0 0,1 0 0,-1 1 0,1-1 0,-1 0 0,1 0 0,-1 0 0,1 0 0,-1 0 0,0-1 0,0 1 0,0 0 0,1 0 0,-1 0 0,0-1 0,0 1 0,0 0 0,0-1 0,0 1 0,0-1 0,0 1 0,0-1 0,0 1 0,-1-1 0,1 0 0,0 0 0,0 1 0,-1-1 0,-10 1 0,1 0 0,0-1 0,-1 0 0,1-1 0,0 0 0,0 0 0,-17-6 0,-75-28 0,90 30 0,0-1 0,-13-8 0,21 11 0,1 0 0,-1 0 0,1 0 0,0-1 0,0 1 0,1-1 0,-1 0 0,-5-8 0,9 11 0,-1 0 0,1 0 0,-1 0 0,0 0 0,1 0 0,0 0 0,-1-1 0,1 1 0,0 0 0,0 0 0,-1 0 0,1-1 0,0 1 0,0 0 0,0 0 0,1-1 0,-1 1 0,0 0 0,0 0 0,1 0 0,-1-1 0,1-1 0,1 1 0,-1 0 0,1 0 0,-1 0 0,1 0 0,0 1 0,0-1 0,-1 0 0,1 1 0,0-1 0,4-1 0,3-2 0,1 1 0,0 0 0,-1 0 0,14-2 0,-9 3-151,-1 0-1,1-1 0,-1 0 0,0-1 1,-1-1-1,1 0 0,-1-1 1,21-15-1,-24 14-6674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21.5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23 24575,'5'-7'0,"1"0"0,-2 0 0,-2 5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22.6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0 319 24575,'21'7'0,"-2"0"0,-1-1 0,1-1 0,0 0 0,0-1 0,33 1 0,-49-5 0,0 0 0,1-1 0,-1 0 0,0 0 0,0 0 0,1 0 0,-1 0 0,0 0 0,4-3 0,-6 3 0,-1 1 0,1-1 0,-1 1 0,1-1 0,0 1 0,-1-1 0,1 1 0,-1-1 0,1 1 0,-1-1 0,1 0 0,-1 1 0,0-1 0,1 0 0,-1 0 0,0 1 0,0-1 0,1-1 0,-1 1 0,0 1 0,-1-1 0,1 0 0,0 0 0,0 1 0,0-1 0,-1 0 0,1 0 0,-1 1 0,1-1 0,0 0 0,-1 1 0,1-1 0,-1 1 0,1-1 0,-1 0 0,0 1 0,1-1 0,-1 1 0,1 0 0,-1-1 0,-1 0 0,-38-23 0,26 16 0,1 1 0,0-2 0,1 0 0,-22-20 0,29 23 0,0 0 0,0 1 0,1-2 0,0 1 0,1 0 0,-1-1 0,1 0 0,1 0 0,-1 1 0,1-2 0,-1-7 0,2 11 0,0 0 0,1 0 0,0 0 0,0 0 0,0 0 0,0 0 0,1 1 0,-1-1 0,1 0 0,0 0 0,0 1 0,1-1 0,-1 0 0,1 1 0,-1-1 0,1 1 0,0 0 0,1-1 0,-1 1 0,0 0 0,1 0 0,4-4 0,3 1 0,0-1 0,0 1 0,0 0 0,0 1 0,1 1 0,0-1 0,0 2 0,0-1 0,0 2 0,14-3 0,10 1 0,1 2 0,35 1 0,-64 1 0,1 1 0,-1-1 0,0 1 0,0 1 0,0-1 0,0 1 0,0 1 0,6 2 0,-11-4 0,0 0 0,0 0 0,0 0 0,0 0 0,0 1 0,-1-1 0,1 1 0,0-1 0,-1 1 0,1-1 0,-1 1 0,0 0 0,0 0 0,0 0 0,0 0 0,0 0 0,0 0 0,0 0 0,0 0 0,-1 0 0,1 0 0,-1 0 0,1 0 0,-1 0 0,0 1 0,0-1 0,0 0 0,0 0 0,-1 4 0,-2 6 0,-1 0 0,0-1 0,0 0 0,-10 16 0,-8 22 0,20-43 0,1-1 0,-1 0 0,1 1 0,0-1 0,1 1 0,-1-1 0,1 10 0,1-13 0,-1 0 0,0-1 0,0 1 0,1 0 0,-1 0 0,1 0 0,0 0 0,-1 0 0,1 0 0,0-1 0,0 1 0,0 0 0,1-1 0,-1 1 0,0 0 0,0-1 0,1 0 0,-1 1 0,1-1 0,-1 0 0,1 0 0,0 0 0,-1 0 0,1 0 0,0 0 0,0 0 0,0 0 0,0-1 0,3 1 0,5 1 0,0-1 0,0-1 0,0 1 0,19-3 0,-5 0 0,-11 2-341,1-1 0,0 0-1,23-6 1,-28 4-6485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23.2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 24575,'0'0'0,"1"-1"0,-1 1 0,0 0 0,0 0 0,0 0 0,0 0 0,0-1 0,1 1 0,-1 0 0,0 0 0,0 0 0,0 0 0,1 0 0,-1 0 0,0 0 0,0 0 0,0-1 0,1 1 0,-1 0 0,0 0 0,0 0 0,0 0 0,1 0 0,-1 0 0,0 0 0,0 0 0,1 0 0,-1 0 0,0 0 0,0 1 0,0-1 0,1 0 0,-1 0 0,0 0 0,0 0 0,5 8 0,-3 13 0,-2-21 0,1 12 0,0-1 0,1 1 0,0-1 0,1 0 0,0 0 0,0 0 0,7 13 0,41 85 0,-51-108-32,0-1-1,0 0 1,0 0-1,1 0 1,-1 0-1,0 0 1,0 0-1,0 1 1,0-1-1,0 0 1,1 0-1,-1 0 1,0 0-1,0 1 1,0-1-1,0 0 1,0 0-1,0 0 1,0 0-1,0 1 1,0-1-1,0 0 1,0 0-1,0 0 1,0 1-1,0-1 1,0 0-1,0 0 1,0 0-1,0 1 1,0-1-1,0 0 1,0 0-1,0 0 1,0 0-1,0 1 1,-1-1-1,1 0 0,0 0 1,0 0-1,0 1 1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23.7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475 60 24575,'-1'-3'0,"0"1"0,0-1 0,0 1 0,0 0 0,-1-1 0,1 1 0,-1 0 0,0 0 0,0 0 0,0 0 0,0 0 0,0 1 0,0-1 0,0 1 0,0-1 0,-1 1 0,1 0 0,-1-1 0,1 1 0,-5-1 0,-4 0 0,0-1 0,-1 2 0,-18-2 0,2 1 0,-22-3 0,0 2 0,-75 4 0,102 2-455,0 1 0,-32 9 0,41-9-6371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24.8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56 24575,'21'23'0,"-12"-12"0,18 15 0,-17-18 0,20 12 0,-28-18 0,0-1 0,1 1 0,-1-1 0,1 0 0,0 0 0,-1 0 0,1 0 0,0-1 0,0 1 0,0-1 0,-1 0 0,1 1 0,0-1 0,4-1 0,-6 1 0,1-1 0,-1 1 0,0-1 0,0 1 0,0-1 0,0 0 0,0 1 0,0-1 0,0 0 0,0 0 0,-1 0 0,1 0 0,0 0 0,0 0 0,-1 0 0,1 0 0,0 0 0,-1 0 0,1 0 0,-1 0 0,0 0 0,1 0 0,-1-1 0,0 1 0,0 0 0,1-2 0,-1-5 0,1 0 0,-2-16 0,1 7 0,0 13 0,0 0 0,1-1 0,-1 1 0,1 0 0,0 0 0,0 0 0,1 0 0,-1 0 0,1 0 0,0 0 0,4-6 0,-5 9 0,0-1 0,0 1 0,1 0 0,-1 0 0,1-1 0,-1 1 0,0 0 0,1 0 0,0 0 0,-1 1 0,1-1 0,-1 0 0,1 1 0,0-1 0,0 1 0,-1-1 0,1 1 0,0 0 0,0-1 0,0 1 0,-1 0 0,1 0 0,0 1 0,0-1 0,0 0 0,-1 1 0,1-1 0,0 1 0,2 0 0,14 7 0,-1 1 0,0 0 0,-1 2 0,22 15 0,4 4 0,-37-26-170,0 0-1,0 0 0,0 0 1,0 1-1,-1-1 0,0 1 1,7 11-1,-4-5-6655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36.2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317 0 24575,'14'2'0,"-11"1"0,-9 1 0,-7-1 0,1-1 0,-1 0 0,1-1 0,-1 0 0,0-1 0,-17-2 0,-4 1 0,-17 2 0,-45-3 0,68-3-1365,16 2-5461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36.6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332 26 24575,'-1'-1'0,"-1"-1"0,1 0 0,0 0 0,0 1 0,-1-1 0,1 1 0,-1-1 0,1 1 0,-1 0 0,0-1 0,1 1 0,-1 0 0,0 0 0,0 0 0,0 0 0,0 1 0,0-1 0,0 0 0,0 1 0,0-1 0,0 1 0,0 0 0,-3 0 0,-5 0 0,-1 0 0,1 1 0,-17 3 0,-5 1 0,-103-3-52,87-3-1261,34 1-5513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1.5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65 121 24575,'-5'-16'0,"0"0"0,0 1 0,-2 0 0,0 0 0,-11-18 0,17 33 0,1-1 0,0 0 0,-1 1 0,1-1 0,0 0 0,-1 1 0,1-1 0,-1 1 0,1-1 0,-1 1 0,1-1 0,-1 1 0,0-1 0,1 1 0,-1 0 0,0-1 0,1 1 0,-1 0 0,0 0 0,1-1 0,-1 1 0,-1 0 0,1 0 0,1 1 0,0-1 0,0 1 0,-1-1 0,1 1 0,0-1 0,0 1 0,0-1 0,-1 1 0,1-1 0,0 1 0,0-1 0,0 1 0,0-1 0,0 1 0,0-1 0,0 1 0,0-1 0,0 1 0,0 0 0,0-1 0,1 1 0,-1-1 0,0 1 0,0-1 0,0 1 0,1-1 0,-1 0 0,0 1 0,1-1 0,0 1 0,5 14 0,2-1 0,0-1 0,19 24 0,35 33 0,-9-11 0,46 63 0,87 100 0,-127-148 0,-15-18 0,-32-38 0,-11-15 0,1 0 0,-1 0 0,1 0 0,0-1 0,0 1 0,0-1 0,0 1 0,5 3 0,-7-6 0,0 0 0,1 0 0,-1 0 0,0 0 0,0 0 0,0 0 0,0 0 0,0 0 0,0 1 0,0-1 0,0 0 0,0 0 0,0 0 0,0 0 0,1 0 0,-1 0 0,0 0 0,0 0 0,0 0 0,0 0 0,0 0 0,0 0 0,0 0 0,0 0 0,0 0 0,1 0 0,-1 0 0,0 0 0,0 0 0,0 0 0,0 0 0,0 0 0,0 0 0,0 0 0,0-1 0,0 1 0,0 0 0,1 0 0,-1 0 0,0 0 0,0 0 0,0 0 0,0 0 0,0 0 0,0 0 0,0 0 0,0 0 0,0 0 0,0-1 0,0 1 0,0 0 0,0 0 0,0 0 0,0 0 0,0 0 0,0 0 0,0 0 0,-1-9 0,-7-9 0,-7-6-1365,9 14-5461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2.1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266 64 24575,'-5'-11'0,"0"0"0,0 1 0,-11-17 0,15 27 0,1 0 0,0-1 0,0 1 0,0 0 0,0 0 0,-1-1 0,1 1 0,0 0 0,0 0 0,0 0 0,-1-1 0,1 1 0,0 0 0,-1 0 0,1 0 0,0 0 0,0-1 0,-1 1 0,1 0 0,0 0 0,-1 0 0,1 0 0,0 0 0,-1 0 0,1 0 0,0 0 0,-1 0 0,1 0 0,0 0 0,0 0 0,-1 0 0,1 0 0,0 0 0,-1 0 0,1 1 0,0-1 0,-1 0 0,1 0 0,0 0 0,0 0 0,-1 1 0,1-1 0,0 0 0,0 0 0,-1 0 0,1 1 0,0-1 0,0 0 0,0 0 0,0 1 0,-1-1 0,1 0 0,0 1 0,0-1 0,0 0 0,0 1 0,0-1 0,0 0 0,0 0 0,0 1 0,-9 27 0,7-19 0,-7 15 0,-22 44 0,24-54 0,0 1 0,2-1 0,-1 1 0,2 0 0,-5 27 0,-3 79 0,11-99 0,-1-1 0,-1 0 0,-1 0 0,-1 0 0,-1-1 0,0 1 0,-2-1 0,0-1 0,-21 36 0,27-52 16,-1 0 0,0 0-1,0 0 1,0 0 0,-6 3-1,6-4-161,1-1 0,0 1 1,-1 0-1,1 0 0,0 1 0,0-1 0,0 0 0,0 1 0,-3 4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2.7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173 26 24575,'-1'-2'0,"1"0"0,-1 0 0,0 0 0,0 0 0,0 0 0,0 0 0,0 0 0,0 0 0,-3-3 0,4 5 0,0-1 0,-1 1 0,1 0 0,0 0 0,-1 0 0,1-1 0,0 1 0,-1 0 0,1 0 0,0 0 0,-1 0 0,1 0 0,0-1 0,-1 1 0,1 0 0,0 0 0,-1 0 0,1 0 0,0 0 0,-1 0 0,1 0 0,-1 0 0,0 1 0,1-1 0,-1 0 0,0 1 0,0-1 0,1 1 0,-1 0 0,1-1 0,-1 1 0,0 0 0,1-1 0,-1 1 0,1 0 0,-1-1 0,1 1 0,-1 1 0,-11 25 0,-11 39 0,1-3 0,11-36 0,-8 20 0,-25 94 0,40-126 0,1 0 0,1 0 0,1 0 0,0 1 0,1-1 0,0 0 0,2 0 0,0 0 0,0 0 0,9 28 0,-3-22 24,1-1 0,0 0 0,2 0 0,23 33 0,-25-41-189,1-1 0,0 0 0,0 0 0,1-1 0,1 0 0,0-1 0,0 0 0,15 7 0,-15-10-6661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3.3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3 230 24575,'205'-83'0,"-200"81"0,-1 0 0,1 0 0,-1 0 0,0 0 0,0-1 0,0 1 0,0-1 0,4-5 0,-7 7 0,0 0 0,0 0 0,0 0 0,0 0 0,0 0 0,0 0 0,-1-1 0,1 1 0,0 0 0,-1 0 0,1-1 0,-1 1 0,1-1 0,-1 1 0,0 0 0,0-1 0,0 1 0,1-1 0,-2 1 0,1-1 0,0 1 0,0 0 0,0-1 0,0 1 0,-1-1 0,1 1 0,-1 0 0,1-1 0,-1 1 0,0 0 0,-1-2 0,-2-3 0,0 1 0,-1 0 0,0 0 0,0 0 0,0 0 0,-1 1 0,1 0 0,-1 0 0,0 1 0,0 0 0,-9-4 0,3 3 0,1 0 0,0 0 0,-1 1 0,0 1 0,-21-2 0,29 4 0,0 0 0,1 0 0,-1 0 0,1 0 0,-1 1 0,0-1 0,1 1 0,0 0 0,-1 0 0,1 0 0,-1 1 0,1-1 0,0 1 0,0 0 0,0 0 0,0 0 0,0 0 0,0 1 0,1-1 0,-1 1 0,1-1 0,-1 1 0,1 0 0,0 0 0,0 0 0,1 0 0,-1 0 0,1 1 0,-1-1 0,1 1 0,0-1 0,0 0 0,0 1 0,1 0 0,-1-1 0,1 1 0,0 5 0,0 0 0,0 1 0,1 0 0,0 0 0,1 0 0,0-1 0,1 1 0,0-1 0,0 0 0,1 0 0,0 0 0,0 0 0,1 0 0,9 10 0,-5-7 0,1-1 0,0 0 0,1 0 0,0-1 0,1 0 0,0-1 0,1-1 0,15 8 0,-7-7 0,0-1 0,0 0 0,1-2 0,0-1 0,41 4 0,-56-8 0,-1 1 0,0-1 0,0-1 0,0 1 0,0-1 0,0 0 0,-1-1 0,1 1 0,0-1 0,7-2 0,-7-2-1365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3.9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42 15 24575,'-3'-2'0,"0"0"0,0 0 0,0 0 0,-1 0 0,-5-2 0,8 4 0,1 0 0,0 0 0,-1 0 0,1-1 0,-1 1 0,1 0 0,-1 0 0,1 0 0,-1 0 0,1 0 0,-1 0 0,1 0 0,-1 0 0,1 0 0,-1 1 0,1-1 0,-1 0 0,1 0 0,-1 0 0,1 1 0,-1-1 0,1 0 0,0 0 0,-1 1 0,1-1 0,-1 0 0,1 1 0,0-1 0,-1 0 0,1 1 0,0-1 0,0 1 0,-1-1 0,1 0 0,0 1 0,0-1 0,-1 1 0,1-1 0,0 1 0,0-1 0,0 1 0,0-1 0,0 1 0,0-1 0,0 1 0,0-1 0,0 1 0,0-1 0,0 1 0,0-1 0,0 1 0,0-1 0,1 1 0,1 11 0,1 0 0,0 0 0,1-1 0,1 0 0,-1 0 0,12 19 0,-2-3 0,83 153 0,-8-17 0,-85-156 0,-3-4 0,1 0 0,0 0 0,-1 0 0,1 0 0,-1 1 0,0-1 0,0 0 0,-1 1 0,1-1 0,-1 1 0,1 3 0,-1-7 0,0 1 0,-1-1 0,1 1 0,0-1 0,0 1 0,0-1 0,-1 1 0,1-1 0,0 1 0,0-1 0,-1 0 0,1 1 0,0-1 0,-1 0 0,1 1 0,0-1 0,-1 0 0,1 1 0,-1-1 0,1 0 0,-1 0 0,1 0 0,0 1 0,-1-1 0,1 0 0,-1 0 0,1 0 0,-1 0 0,1 0 0,-1 0 0,1 0 0,-1 0 0,1 0 0,-1 0 0,1 0 0,-1 0 0,1 0 0,-1 0 0,1 0 0,-1-1 0,1 1 0,-1 0 0,-21-10 0,21 10 0,-21-14 0,0-1 0,1-2 0,0 0 0,2 0 0,-19-22 0,29 29 0,1 0 0,-1-1 0,-11-20 0,18 28 0,1 0 0,-1-1 0,0 1 0,1 0 0,0-1 0,0 1 0,0-1 0,0 1 0,0-1 0,1 0 0,0 1 0,0-1 0,0 0 0,0 1 0,0-1 0,1 1 0,-1-1 0,3-5 0,-2 6 0,1 1 0,-1 0 0,1 0 0,0 0 0,-1 0 0,1 0 0,0 0 0,1 0 0,-1 1 0,0-1 0,0 1 0,1-1 0,-1 1 0,0 0 0,1 0 0,0 0 0,-1 0 0,1 0 0,-1 1 0,4-1 0,8-1 0,0 1 0,22 0 0,-27 1 0,40 1-1365,-36 0-5461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4.1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 24575,'5'-5'0,"1"1"0,1 4 0,0 3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4.7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1 126 24575,'0'3'0,"0"-1"0,1 0 0,-1 1 0,1-1 0,0 0 0,0 0 0,0 0 0,0 1 0,0-1 0,0 0 0,0 0 0,4 3 0,21 22 0,-22-23 0,8 7 0,0-1 0,0 0 0,1-1 0,24 13 0,-30-19 0,1 1 0,-1-1 0,1 0 0,0-1 0,0 0 0,0 0 0,1-1 0,-1 0 0,0-1 0,14 0 0,-19 0 0,-1 0 0,1-1 0,-1 1 0,0-1 0,1 1 0,-1-1 0,0 0 0,0 0 0,1 0 0,-1-1 0,0 1 0,0 0 0,0-1 0,0 1 0,0-1 0,-1 0 0,1 1 0,0-1 0,-1 0 0,1 0 0,-1 0 0,0 0 0,2-4 0,-1 2 0,-1-1 0,0 1 0,0 0 0,0-1 0,0 1 0,-1-1 0,1 1 0,-1-1 0,0 1 0,-1-1 0,-1-8 0,2 13 0,0-1 0,0 1 0,0 0 0,-1-1 0,1 1 0,0-1 0,0 1 0,0 0 0,0-1 0,0 1 0,0-1 0,0 1 0,0 0 0,0-1 0,0 1 0,0-1 0,0 1 0,1 0 0,-1-1 0,0 1 0,0-1 0,0 1 0,0 0 0,1-1 0,-1 1 0,0 0 0,0-1 0,1 1 0,-1 0 0,0-1 0,1 1 0,-1 0 0,0 0 0,1-1 0,-1 1 0,0 0 0,1 0 0,-1 0 0,0-1 0,1 1 0,-1 0 0,1 0 0,-1 0 0,0 0 0,1 0 0,-1 0 0,1 0 0,-1 0 0,1 0 0,-1 0 0,0 0 0,1 0 0,-1 0 0,1 0 0,-1 1 0,0-1 0,1 0 0,-1 0 0,1 0 0,-1 1 0,30 13 0,-24-11 0,13 7 0,-9-4 0,1-1 0,-1 1 0,2-2 0,-1 0 0,18 5 0,-26-9 0,0 1 0,-1-1 0,1 0 0,0 0 0,0 0 0,0 0 0,-1-1 0,1 1 0,0-1 0,0 0 0,-1 0 0,1 1 0,-1-2 0,1 1 0,-1 0 0,1 0 0,-1-1 0,1 0 0,-1 1 0,0-1 0,0 0 0,0 0 0,0 0 0,0 0 0,-1 0 0,1-1 0,-1 1 0,1 0 0,1-4 0,-1 1 6,0 1 0,-1-1 0,1 0 0,-1 0 0,0 0 0,0 1 0,0-1 0,-1 0 0,0 0 0,0 0 0,0 0 0,0 0 0,-1 0 0,0 0 0,0 0 0,0 0 0,-1 0 0,1 1 0,-4-7 0,2 4-130,-1 0 0,0 0 1,-1 0-1,0 1 0,0 0 0,0 0 1,0 0-1,-1 0 0,0 1 0,0 0 1,-9-6-1,6 6-6702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5.2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24575,'25'8'0,"-1"2"0,0 0 0,0 2 0,38 25 0,-47-26 0,-2 0 0,1 0 0,-2 2 0,0-1 0,0 2 0,-1-1 0,-1 2 0,10 16 0,-7-6 0,-1 0 0,-1 1 0,-1 0 0,-1 1 0,7 40 0,-11-34 0,0-1 0,-3 1 0,0 0 0,-5 45 0,2-64 0,-2 1 0,1 0 0,-2-1 0,0 0 0,-1 0 0,0 0 0,-1-1 0,0 1 0,-1-2 0,-1 1 0,0-1 0,-1 0 0,0 0 0,-1-1 0,0 0 0,-23 18 0,21-19-1365,3-1-5461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6.8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49 24575,'0'-15'0,"1"10"0,-1 0 0,0 1 0,0-1 0,-2-7 0,-1 9 0,0 8 0,-2 8 0,2 13 0,1 0 0,3 49 0,0-27 0,3 22 0,20 114 0,-3-46 0,3 218 0,-25-106 0,2-238 0,0 1 0,3 14 0,-2-19 0,0 0 0,-1 0 0,0 1 0,-1-1 0,0 0 0,0 1 0,-2 9 0,-1-4-1365,0-1-5461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9.2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57 24575,'-1'1'0,"0"-1"0,1 0 0,-1 1 0,0-1 0,1 0 0,-1 1 0,1-1 0,-1 1 0,0-1 0,1 1 0,-1-1 0,1 1 0,-1 0 0,1-1 0,0 1 0,-1 0 0,1-1 0,0 1 0,-1 0 0,1 0 0,0-1 0,0 1 0,-1 0 0,1 0 0,0-1 0,0 1 0,0 1 0,-2 22 0,3-18 0,-1-1 0,1 1 0,1 0 0,-1-1 0,1 1 0,0-1 0,0 1 0,0-1 0,1 0 0,0 0 0,7 9 0,0-2 0,0 0 0,0-1 0,17 13 0,-20-19 0,0 0 0,0 0 0,1-1 0,-1 0 0,16 6 0,-19-9 0,0 1 0,1-1 0,-1 0 0,0 0 0,0 0 0,1-1 0,-1 1 0,0-1 0,1 0 0,-1 0 0,0-1 0,1 0 0,5-1 0,-9 2 0,1-1 0,-1 0 0,0 1 0,0-1 0,0 0 0,0 0 0,1 0 0,-1 0 0,0 0 0,-1 0 0,1 0 0,0 0 0,0 0 0,0-1 0,-1 1 0,2-2 0,-1-1 0,0 1 0,0-1 0,0 1 0,-1-1 0,1 1 0,-1-6 0,0 0 0,0 0 0,-1 1 0,-1-1 0,-3-13 0,5 22 0,0 0 0,0 0 0,0 0 0,1 0 0,-1 0 0,0 0 0,0 0 0,0 0 0,0 0 0,0 0 0,0 0 0,0 0 0,0 0 0,1 0 0,-1 0 0,0 0 0,0 0 0,0 0 0,0 0 0,0 0 0,0 0 0,0 0 0,1 0 0,-1 0 0,0 0 0,0 0 0,0 0 0,0 0 0,0-1 0,0 1 0,0 0 0,0 0 0,0 0 0,0 0 0,0 0 0,1 0 0,-1 0 0,0 0 0,0 0 0,0-1 0,0 1 0,0 0 0,0 0 0,0 0 0,0 0 0,0 0 0,0 0 0,12 12 0,-5-5 0,6 4 0,0-1 0,0 0 0,27 13 0,-32-19 0,0 0 0,0-1 0,0 0 0,1 0 0,0-1 0,-1 0 0,1 0 0,15 0 0,-22-2 0,0 0 0,0 0 0,0 0 0,-1-1 0,1 1 0,0 0 0,0-1 0,-1 1 0,1-1 0,0 0 0,-1 1 0,1-1 0,-1 0 0,1 0 0,-1 0 0,1 0 0,-1 0 0,1 0 0,-1-1 0,1-1 0,0 1 0,-1 0 0,0-1 0,0 1 0,0 0 0,0-1 0,0 0 0,0 1 0,-1-1 0,1 1 0,-1-1 0,0 0 0,0-3 0,-1-4 0,0-1 0,0 0 0,-2 1 0,1-1 0,-7-15 0,4 12-195,-2 0 0,0 0 0,-1 1 0,0-1 0,-1 2 0,-18-22 0,14 20-6631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9.8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302 1 24575,'-19'0'0,"-1"0"0,1 2 0,-30 5 0,30-4-170,-1-1-1,1 0 0,-1-2 1,0 0-1,1-1 0,-1-1 1,-23-5-1,29 4-6655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0.1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187 44 24575,'-12'-10'0,"-7"-3"0,0 3 0,1 4 0,1 2 0,1 4 0,0 3 0,2 0 0,-1 3 0,1-1 0,-1 0 0,4-1-8191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1.2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1 390 24575,'1'1'0,"67"11"0,81 5 0,-145-17 0,-1 0 0,1 0 0,-1-1 0,1 1 0,0-1 0,-1 0 0,1 0 0,-1 0 0,0 0 0,1-1 0,3-1 0,-6 2 0,-1 1 0,1-1 0,0 0 0,0 1 0,0-1 0,0 0 0,-1 0 0,1 0 0,0 1 0,-1-1 0,1 0 0,-1 0 0,1 0 0,-1 0 0,1 0 0,-1 0 0,0 0 0,0 0 0,1 0 0,-1 0 0,0 0 0,0 0 0,0 0 0,0 0 0,0-1 0,0 1 0,0 0 0,-1 0 0,1 0 0,0 0 0,0 0 0,-1 0 0,1 0 0,-1 0 0,1 0 0,-1 0 0,1 1 0,-1-1 0,0 0 0,1 0 0,-2-1 0,-5-6 0,-1 0 0,1 1 0,-13-10 0,-14-14 0,32 29 0,-12-13 0,0-1 0,1 0 0,-19-31 0,29 42 0,1-1 0,-1 1 0,1-1 0,0 1 0,0-1 0,1 0 0,0 0 0,0 0 0,0 0 0,1 0 0,-1 0 0,2 0 0,-1 0 0,0 0 0,1 0 0,0 0 0,4-10 0,-3 12 0,0-1 0,1 1 0,-1 0 0,1-1 0,0 1 0,1 1 0,-1-1 0,0 0 0,1 1 0,0 0 0,0 0 0,0 0 0,0 0 0,0 0 0,1 1 0,-1 0 0,1 0 0,8-2 0,5-2 0,0 2 0,0 0 0,32-2 0,-30 5 0,0 1 0,-1 0 0,28 5 0,-35-3 0,0 0 0,-1 1 0,1 1 0,-1 0 0,0 0 0,20 12 0,-29-15 0,0 0 0,0 0 0,0 1 0,0-1 0,0 1 0,-1-1 0,1 1 0,-1 0 0,1-1 0,-1 1 0,1 0 0,-1 0 0,0 0 0,0 0 0,0 0 0,0 1 0,0-1 0,-1 0 0,1 0 0,-1 1 0,1-1 0,-1 0 0,0 1 0,0-1 0,0 0 0,0 1 0,0-1 0,-1 0 0,1 0 0,-1 1 0,1-1 0,-1 0 0,-1 3 0,-4 7 0,0 0 0,0-1 0,-1 0 0,-16 19 0,6-8 0,12-15 0,1 0 0,0 0 0,0 1 0,1-1 0,0 0 0,0 1 0,1 0 0,0 0 0,0 0 0,0 9 0,2-14 0,0 0 0,0 0 0,0 1 0,0-1 0,0 0 0,1 0 0,-1 0 0,1 0 0,0 0 0,0 0 0,0 0 0,1 0 0,-1 0 0,1 0 0,-1 0 0,1-1 0,0 1 0,0-1 0,0 1 0,0-1 0,1 0 0,-1 0 0,1 0 0,-1 0 0,1 0 0,0-1 0,0 1 0,3 1 0,3 0 0,1 0 0,-1 0 0,1-1 0,0 0 0,17 0 0,54-3 0,-36 0 0,-37 0-341,1 1 0,-1-1-1,11-3 1,-6 1-6485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1.8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36 24575,'0'-35'0,"6"45"0,2 10 0,13 48 0,5 15 0,-14-57-18,-8-17-252,0-1 1,-1 0 0,0 1-1,3 14 1,-6-14-6557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2.2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560 11 24575,'0'-1'0,"0"1"0,0-1 0,0 1 0,0-1 0,0 1 0,-1-1 0,1 1 0,0-1 0,0 1 0,-1 0 0,1-1 0,0 1 0,-1-1 0,1 1 0,0 0 0,-1-1 0,1 1 0,-1 0 0,1-1 0,0 1 0,-1 0 0,1 0 0,-1-1 0,1 1 0,-1 0 0,1 0 0,-1 0 0,1 0 0,-1-1 0,1 1 0,-1 0 0,1 0 0,-1 0 0,1 0 0,-1 0 0,1 1 0,-1-1 0,0 0 0,-29 4 0,13 0 0,-222-1 0,134-4 0,83 1-273,-1 0 0,1 2 0,-1 1 0,-24 6 0,30-4-6553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6.0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225 45 24575,'-12'-5'0,"-7"-4"0,-2 0 0,-1 1 0,2 2 0,1 2 0,2 1 0,1 2 0,1 1 0,1 0 0,2 3 0,1 1 0,2 2 0,1 0 0,-1-1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6.3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171 0 24575,'-27'0'0,"-12"3"0,-1 0 0,4 2 0,7 1-8191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7.2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24 24575,'0'-1'0,"-1"1"0,1-1 0,0 0 0,-1 0 0,1 0 0,0 0 0,0 0 0,0 1 0,0-1 0,0 0 0,0 0 0,0 0 0,0 0 0,0 0 0,0 1 0,0-1 0,0 0 0,1 0 0,-1 0 0,0 0 0,1 1 0,-1-1 0,0 0 0,1 0 0,-1 1 0,2-2 0,-2 2 0,0 0 0,1 0 0,-1 0 0,0-1 0,1 1 0,-1 0 0,0 0 0,1 0 0,-1 0 0,0 0 0,1 0 0,-1 0 0,0 0 0,1 0 0,-1 0 0,0 0 0,1 0 0,-1 0 0,0 1 0,1-1 0,-1 0 0,0 0 0,1 0 0,10 12 0,26 54 0,26 38 0,8-12 0,83 85 0,-102-126 0,1-2 0,3-3 0,70 45 0,-119-87 0,14 10 0,-20-13 0,0-1 0,0 1 0,-1 0 0,1 0 0,0 0 0,0-1 0,0 1 0,-1 0 0,1 0 0,0 0 0,-1 0 0,1 0 0,-1 0 0,1 2 0,-1-3 2,0 1-1,0-1 1,0 0 0,-1 0-1,1 1 1,0-1-1,0 0 1,0 0-1,0 0 1,-1 0-1,1 1 1,0-1 0,0 0-1,-1 0 1,1 0-1,0 0 1,0 0-1,-1 0 1,1 0 0,0 0-1,0 0 1,-1 0-1,1 0 1,0 0-1,0 0 1,-1 0 0,1 0-1,0 0 1,0 0-1,-1 0 1,1 0-1,0 0 1,-12-1-842,11 0 263,-10 0-6249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7.8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260 13 24575,'-1'0'0,"1"-1"0,0 1 0,0-1 0,0 1 0,0-1 0,0 1 0,0 0 0,0-1 0,0 1 0,0-1 0,0 1 0,0-1 0,1 1 0,-1-1 0,0 1 0,0 0 0,0-1 0,0 1 0,1-1 0,-1 1 0,0 0 0,0-1 0,1 1 0,-1 0 0,0-1 0,1 1 0,-1 0 0,0 0 0,1-1 0,-1 1 0,1 0 0,0-1 0,-1 2 0,1-1 0,-1 0 0,0 0 0,1 1 0,-1-1 0,1 0 0,-1 0 0,0 1 0,1-1 0,-1 1 0,0-1 0,0 0 0,1 1 0,-1-1 0,0 1 0,0-1 0,1 1 0,-1-1 0,0 0 0,0 1 0,0-1 0,0 1 0,0-1 0,0 1 0,0-1 0,0 1 0,0-1 0,0 1 0,0 0 0,0 2 0,0 0 0,-1 0 0,1 0 0,-1 0 0,0 0 0,0 0 0,0 0 0,0 0 0,0 0 0,-1 0 0,0-1 0,-2 4 0,-27 31 0,10-14 0,5-1 0,1 1 0,1 1 0,2 0 0,0 1 0,1 0 0,1 1 0,2 0 0,-7 37 0,-1 13 0,-17 66 0,-1-10 0,27-104-1365,5-16-5461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8.4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169 28 24575,'-2'-4'0,"0"1"0,-1 0 0,1 1 0,-1-1 0,0 0 0,-6-4 0,8 7 0,1 0 0,-1-1 0,0 1 0,0 0 0,1-1 0,-1 1 0,0 0 0,0 0 0,0 0 0,1 0 0,-1 0 0,0 0 0,0 0 0,0 0 0,0 0 0,1 0 0,-1 0 0,0 0 0,0 1 0,1-1 0,-1 0 0,0 1 0,0-1 0,1 0 0,-1 1 0,0-1 0,1 1 0,-1-1 0,0 1 0,1-1 0,-1 1 0,1 0 0,-1-1 0,1 1 0,-1 0 0,1-1 0,-1 1 0,1 1 0,-7 10 0,2 0 0,0 0 0,0 1 0,1-1 0,-4 23 0,-5 16 0,10-42 0,-40 129 0,35-107 0,2 1 0,-4 45 0,9-58 0,1-1 0,1 0 0,1 0 0,0 0 0,2-1 0,0 1 0,0-1 0,2 1 0,0-1 0,1-1 0,1 1 0,0-1 0,1-1 0,1 0 0,1 0 0,0-1 0,0 0 0,2-1 0,-1 0 0,2-1 0,16 12 0,-9-9-273,1-1 0,1-1 0,1 0 0,27 9 0,-37-17-6553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9.0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0 203 24575,'33'-3'0,"79"-9"0,-96 10 0,0-2 0,0 0 0,0-1 0,25-12 0,-38 16 0,0-1 0,0 1 0,0-1 0,-1 0 0,1 0 0,-1 0 0,0 0 0,1 0 0,-1 0 0,0-1 0,0 1 0,0-1 0,-1 0 0,2-2 0,-2 3 0,0-1 0,0 1 0,-1 0 0,1-1 0,-1 1 0,0 0 0,0-1 0,0 1 0,0 0 0,0-1 0,0 1 0,-1 0 0,1-1 0,-1 1 0,1 0 0,-1 0 0,0-1 0,0 1 0,-2-3 0,0 0 0,-1-1 0,0 1 0,0 0 0,0 0 0,-1 1 0,0-1 0,0 1 0,0 0 0,0 0 0,-1 1 0,1-1 0,-1 1 0,0 0 0,0 1 0,0 0 0,0 0 0,-12-3 0,15 5 0,-1-1 0,0 1 0,0-1 0,0 1 0,0 0 0,1 0 0,-1 1 0,0-1 0,0 1 0,1 0 0,-1 0 0,0 0 0,1 0 0,-1 1 0,1-1 0,-1 1 0,1 0 0,0 0 0,0 0 0,0 0 0,0 1 0,0-1 0,0 1 0,1 0 0,-1 0 0,1 0 0,0 0 0,0 0 0,0 1 0,0-1 0,-2 5 0,1 2 0,-1 0 0,1 0 0,1 1 0,0-1 0,0 0 0,1 1 0,0-1 0,1 1 0,0 0 0,1-1 0,2 11 0,-1-13 0,0 1 0,0-1 0,1 0 0,0 0 0,0-1 0,1 1 0,0-1 0,1 0 0,-1 0 0,2 0 0,-1 0 0,0-1 0,1 0 0,8 7 0,-3-5 0,0-1 0,0 0 0,1-1 0,-1 0 0,1 0 0,1-1 0,-1-1 0,1 0 0,0-1 0,16 2 0,14 0 0,77-3 0,-112-2 0,-3 0-227,0 0-1,1-1 1,-1 0-1,0 0 1,7-2-1,-3 0-6598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9.8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69 1 24575,'1'16'0,"0"0"0,1 0 0,1 0 0,1 0 0,0-1 0,1 1 0,8 18 0,59 101 0,-45-87 0,-10-18 0,0-2 0,-2 0 0,-1 1 0,17 52 0,-30-78 0,0 0 0,0 1 0,-1-1 0,1 1 0,-1-1 0,0 1 0,0-1 0,0 1 0,-1 3 0,1-6 0,-1 0 0,1 0 0,-1 0 0,1 0 0,0 0 0,-1 0 0,0-1 0,1 1 0,-1 0 0,1 0 0,-1 0 0,0-1 0,0 1 0,1 0 0,-1-1 0,0 1 0,0-1 0,0 1 0,0-1 0,0 1 0,0-1 0,0 0 0,0 1 0,0-1 0,0 0 0,0 0 0,0 0 0,0 0 0,0 0 0,0 0 0,0 0 0,0 0 0,0 0 0,0 0 0,-1-1 0,-7-1 0,1 0 0,0 0 0,-1-1 0,1-1 0,1 1 0,-14-9 0,-42-31 0,50 33 0,1 0 0,0-1 0,1 0 0,0-1 0,1 0 0,0-1 0,1 0 0,0 0 0,1-1 0,1 0 0,-11-27 0,17 39 0,1-1 0,-1 1 0,0 0 0,1 0 0,-1-1 0,1 1 0,0-1 0,0 1 0,0 0 0,0-1 0,0 1 0,0 0 0,1-1 0,-1 1 0,1 0 0,-1-1 0,1 1 0,0 0 0,0 0 0,3-4 0,-2 4 0,0 0 0,0 0 0,0 0 0,0 0 0,1 0 0,-1 1 0,0-1 0,1 1 0,0 0 0,-1 0 0,1 0 0,0 0 0,-1 0 0,1 0 0,0 1 0,6-1 0,16 0 35,44 3 0,-51-1-322,1 0 0,-1-1 0,1-1 0,34-5 0,-42 3-6539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00.0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12 24575,'5'-4'0,"1"-1"0,-2 2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00.9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9 293 24575,'-7'2'0,"6"1"0,1-2 0,1-1 0,-1 1 0,1-1 0,-1 1 0,1-1 0,-1 0 0,1 1 0,-1-1 0,1 1 0,0-1 0,-1 0 0,1 1 0,-1-1 0,1 0 0,0 0 0,0 0 0,11 3 0,1-2 0,-1 0 0,1 0 0,-1-1 0,0 0 0,17-4 0,-9 1 0,-1-1 0,-1-1 0,26-10 0,-39 13 0,0 0 0,0-1 0,0 0 0,7-5 0,-11 8 0,-1 0 0,1-1 0,-1 1 0,1-1 0,-1 1 0,1-1 0,-1 1 0,0-1 0,1 1 0,-1-1 0,0 1 0,1-1 0,-1 0 0,0 1 0,0-1 0,1 1 0,-1-1 0,0 0 0,0-1 0,0 2 0,-1-1 0,1 0 0,0 1 0,-1-1 0,1 0 0,0 1 0,-1-1 0,1 0 0,-1 1 0,1-1 0,-1 1 0,0-1 0,1 1 0,-1-1 0,0 1 0,1-1 0,-1 1 0,0 0 0,1-1 0,-1 1 0,-1 0 0,-23-11 0,10 5 0,0 0 0,0-1 0,1-1 0,1 0 0,-16-12 0,20 13 0,0 0 0,1 0 0,0 0 0,1-1 0,-1 0 0,-7-11 0,14 17 0,0 1 0,0-1 0,0 0 0,0 0 0,0 1 0,1-1 0,-1 0 0,1 0 0,-1 0 0,1 0 0,0 0 0,-1 0 0,1 0 0,0 0 0,0 0 0,1 0 0,-1 0 0,0 1 0,1-1 0,-1 0 0,1 0 0,-1 0 0,1 0 0,0 0 0,0 1 0,0-1 0,0 0 0,0 1 0,0-1 0,1 1 0,-1-1 0,0 1 0,1 0 0,-1-1 0,4-1 0,2-2 0,2-1 0,-1 2 0,1-1 0,-1 1 0,1 0 0,0 1 0,1 0 0,-1 0 0,0 1 0,1 0 0,-1 1 0,1 0 0,0 0 0,-1 1 0,16 2 0,-13-1 0,1 1 0,-1 1 0,0 0 0,0 0 0,0 1 0,0 1 0,-1 0 0,0 0 0,0 1 0,0 0 0,16 14 0,-25-19 0,-1 1 0,1-1 0,-1 0 0,1 1 0,-1 0 0,0-1 0,0 1 0,0 0 0,0 0 0,0 0 0,0 0 0,0 0 0,0 0 0,-1 0 0,1 0 0,-1 0 0,0 0 0,1 0 0,-1 0 0,0 0 0,0 0 0,-1 3 0,1-2 0,-1 0 0,0 1 0,0-1 0,0 0 0,-1 0 0,1 1 0,-1-1 0,0 0 0,0-1 0,0 1 0,0 0 0,-4 4 0,4-6 0,1 0 0,0 0 0,-1 1 0,1-1 0,0 1 0,0-1 0,0 1 0,0-1 0,0 1 0,1 0 0,-1-1 0,0 1 0,1 0 0,-1-1 0,1 1 0,0 0 0,-1 3 0,2-4 0,-1 0 0,0 1 0,1-1 0,-1 0 0,1 1 0,0-1 0,-1 0 0,1 0 0,0 0 0,0 0 0,-1 0 0,1 0 0,0 0 0,0 0 0,0 0 0,1 0 0,-1 0 0,0-1 0,0 1 0,0 0 0,0-1 0,1 1 0,1 0 0,8 2 0,-1 0 0,1 0 0,0-1 0,0 0 0,0-1 0,0-1 0,0 1 0,20-4 0,-30 3-105,1 0 0,-1 0 0,1-1 0,0 1 0,-1 0 0,1-1 0,-1 0 0,0 1 0,1-1 0,-1 0 0,1 0 0,0-1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01.4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24575,'0'5'0,"0"4"0,0 3 0,2 4 0,2 3 0,-1-1 0,2 0 0,0-1 0,1-1 0,1 2 0,0 0 0,0 0 0,1-1 0,-1-1 0,-2-1 0,-1-2-8191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01.7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411 60 24575,'-30'-12'0,"-11"-4"0,-2 0 0,1 6 0,6 5 0,4 5 0,3 2 0,0 5 0,2-1 0,-1 3 0,1-1 0,1-2 0,6-2-8191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02.2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24575,'46'27'0,"79"63"0,-103-72 0,-2 1 0,0 1 0,-2 1 0,0 1 0,21 33 0,-22-26 0,-1 1 0,-1 1 0,-1 1 0,-2 0 0,10 46 0,-17-56 0,0 1 0,-2 0 0,-1 0 0,-1 0 0,-1 0 0,-1 0 0,-1 0 0,-9 43 0,8-54-91,-1 1 0,-1-1 0,0 0 0,-1-1 0,0 0 0,0 1 0,-1-2 0,-1 1 0,0-1 0,0 0 0,-1-1 0,-1 0 0,1-1 0,-22 15 0,11-10-6735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32 24575,'-1'-2'0,"-8"-19"0,9 13 0,0 8 0,1 0 0,-1 0 0,0 0 0,1-1 0,-1 1 0,0 0 0,1 0 0,-1 0 0,0 0 0,1 0 0,-1 0 0,0 0 0,1 0 0,-1 0 0,0 0 0,1 0 0,-1 1 0,0-1 0,1 0 0,-1 0 0,0 0 0,1 0 0,-1 0 0,0 1 0,0-1 0,1 0 0,4 4 0,0-1 0,0 1 0,0-1 0,-1 1 0,0 1 0,6 5 0,22 33 0,-22-28 0,129 170 0,-92-120 0,36 53 0,-68-93 0,91 139 0,-105-163 0,0 0 0,0 1 0,0-1 0,0 0 0,0 0 0,0 0 0,0 0 0,1-1 0,-1 1 0,0 0 0,1 0 0,-1-1 0,1 1 0,-1-1 0,0 1 0,1-1 0,-1 0 0,1 1 0,-1-1 0,1 0 0,1 0 0,-2 0 0,0-1 0,0 1 0,0 0 0,0 0 0,-1-1 0,1 1 0,0 0 0,0-1 0,0 1 0,-1-1 0,1 1 0,0-1 0,-1 0 0,1 1 0,0-1 0,-1 0 0,1 1 0,-1-1 0,1 0 0,-1 0 0,1 1 0,-1-1 0,1 0 0,-1 0 0,0 0 0,0 0 0,1 0 0,-1 1 0,0-1 0,0 0 0,0 0 0,0 0 0,0 0 0,0 0 0,0-1 0,-1-5-104,-1 1-1,0 0 1,0-1 0,0 1-1,0 0 1,-1 0-1,0 0 1,0 1 0,-8-10-1,9 12-216,-7-10-6505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329 26 24575,'0'-1'0,"-1"-1"0,1 1 0,-1-1 0,0 1 0,1-1 0,-1 1 0,0-1 0,0 1 0,0 0 0,0 0 0,0-1 0,0 1 0,-1 0 0,1 0 0,0 0 0,-1 0 0,1 0 0,0 0 0,-3 0 0,3 0 0,-1 1 0,1 0 0,0 0 0,0 0 0,0 0 0,0 0 0,-1 0 0,1 1 0,0-1 0,0 0 0,0 0 0,0 1 0,0-1 0,0 1 0,0-1 0,0 1 0,0-1 0,0 1 0,0 0 0,0 0 0,0-1 0,0 1 0,0 0 0,0 0 0,1 0 0,-1 0 0,0 0 0,0 1 0,-9 14 0,-9 20 0,12-22 0,0 0 0,-15 20 0,7-13 0,1 0 0,1 1 0,1 1 0,1 0 0,-13 40 0,17-39 0,2 0 0,-5 43 0,7-43 0,-1 1 0,-12 42 0,14-62-68,1-1 0,-1 0-1,0 1 1,0-1 0,-1 0 0,1-1-1,-1 1 1,0 0 0,0-1 0,0 1-1,0-1 1,-1 0 0,1 0 0,-1 0-1,0-1 1,0 1 0,0-1-1,0 0 1,-5 2 0,-3-1-6758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260 34 24575,'-10'-4'0,"-55"-19"0,59 21 0,0 1 0,0 0 0,0 0 0,0 0 0,0 0 0,0 1 0,0 0 0,-10 2 0,15-2 0,-1 1 0,1-1 0,0 0 0,0 1 0,0-1 0,-1 1 0,1 0 0,0-1 0,0 1 0,0 0 0,0 0 0,0 0 0,0 0 0,0 0 0,0 0 0,0 0 0,1 0 0,-1 0 0,0 1 0,-1 1 0,1 0 0,0 0 0,0 0 0,1 0 0,-1 0 0,1 0 0,-1 0 0,1 3 0,0 6 0,1-1 0,1 1 0,3 14 0,-5-26 0,2 11 0,1-1 0,1 0 0,-1-1 0,2 1 0,-1-1 0,12 17 0,42 46 0,-58-72 0,15 14 0,5 6 0,-19-19 0,0 0 0,-1 1 0,1-1 0,0 0 0,0 1 0,0-1 0,-1 1 0,1-1 0,-1 0 0,1 1 0,-1-1 0,0 1 0,1 2 0,-1-3 0,0 0 0,-1 0 0,1-1 0,0 1 0,0 0 0,-1 0 0,1-1 0,-1 1 0,1 0 0,-1-1 0,1 1 0,-1 0 0,1-1 0,-1 1 0,1-1 0,-1 1 0,0-1 0,1 1 0,-1-1 0,0 1 0,1-1 0,-1 0 0,0 1 0,0-1 0,1 0 0,-1 0 0,0 1 0,0-1 0,0 0 0,-1 0 0,-29 1 0,27-1 0,-42-1 0,-67-11 0,99 10-1365,2 1-5461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117 51 24575,'-5'-8'0,"3"4"0,0 1 0,0-1 0,0 1 0,-1 0 0,0-1 0,1 1 0,-1 0 0,0 0 0,-1 1 0,1-1 0,0 1 0,-5-3 0,8 5 0,0 0 0,0 0 0,-1 0 0,1 0 0,0 0 0,-1 0 0,1 0 0,0 0 0,-1 0 0,1 0 0,0 0 0,-1 0 0,1 0 0,0 0 0,-1 0 0,1 0 0,0 0 0,-1 0 0,1 1 0,0-1 0,0 0 0,-1 0 0,1 0 0,0 0 0,-1 1 0,1-1 0,0 0 0,0 0 0,0 1 0,-1-1 0,-3 13 0,5 13 0,0-13 0,3 17 0,-1 0 0,-1 0 0,-2 1 0,-4 35 0,-26 63 0,20-96 0,2 1 0,1 0 0,-3 54 0,9-66 0,2 1 0,0 0 0,6 29 0,-5-42 0,1 0 0,0 0 0,0 0 0,1-1 0,1 1 0,0-1 0,0 0 0,0 0 0,13 13 0,-10-12-124,1 0 0,0 0 0,1-1 0,0-1 0,1 0 0,0 0-1,0-1 1,0 0 0,1-1 0,14 5 0,-14-7-6702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205 1 24575,'-7'9'0,"0"1"0,0-1 0,1 1 0,1 0 0,0 1 0,-7 20 0,10-23 0,0 0 0,0 0 0,1 1 0,0-1 0,1 1 0,0-1 0,0 0 0,1 1 0,0-1 0,2 10 0,5 13 0,2-1 0,1-1 0,15 31 0,53 78 0,-77-135 0,-1 0 0,1 1 0,0-1 0,-1 0 0,1 0 0,-1 1 0,0-1 0,1 6 0,-2-8 0,0 0 0,0-1 0,0 1 0,0 0 0,0 0 0,-1 0 0,1-1 0,0 1 0,0 0 0,0-1 0,-1 1 0,1 0 0,0 0 0,-1-1 0,1 1 0,-1 0 0,0 0 0,0 0 0,0 0 0,0-1 0,0 1 0,0 0 0,0-1 0,0 1 0,-1-1 0,1 1 0,0-1 0,0 0 0,0 0 0,-1 1 0,1-1 0,-2 0 0,-4 0 0,0-1 0,0 0 0,0 0 0,1 0 0,-1-1 0,0 0 0,-10-4 0,-44-25 0,39 19 0,0-2 0,1 0 0,0-1 0,-26-25 0,46 38 0,-1 0 0,0 1 0,1-1 0,-1 0 0,1 0 0,0 0 0,0 0 0,-1-1 0,1 1 0,1 0 0,-1 0 0,0-1 0,1 1 0,-1 0 0,1-1 0,-1 1 0,1 0 0,0-1 0,0 1 0,0-1 0,1 1 0,-1 0 0,0-1 0,2-3 0,0 2 0,0 0 0,0 0 0,0 0 0,1 0 0,-1 1 0,1-1 0,0 1 0,0-1 0,0 1 0,1 0 0,-1 0 0,6-3 0,20-13-1365,-16 10-5461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 24575,'3'-2'0,"0"1"0,0 3 0,0 5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1 622 24575,'93'8'0,"-11"-1"0,-77-7 0,-1 0 0,1-1 0,-1 1 0,1-1 0,-1 0 0,1 0 0,-1 0 0,0-1 0,0 0 0,1 1 0,-1-2 0,0 1 0,5-4 0,-8 5 0,0 0 0,0 0 0,1 0 0,-1 0 0,0-1 0,0 1 0,0 0 0,-1-1 0,1 1 0,0-1 0,0 1 0,-1-1 0,1 1 0,-1-1 0,1 0 0,-1-1 0,0 1 0,0 0 0,0 0 0,0-1 0,-1 1 0,1 0 0,-1 0 0,1 0 0,-1 0 0,0 0 0,0 1 0,1-1 0,-2 0 0,1 0 0,0 0 0,-3-2 0,-12-14 0,-1 1 0,-1 1 0,0 1 0,-28-18 0,5 3 0,35 26 0,0-1 0,0 0 0,1 0 0,0-1 0,0 1 0,1-1 0,-1 0 0,1 0 0,0-1 0,1 1 0,0-1 0,0 0 0,0 0 0,1 0 0,0 0 0,0 0 0,1-1 0,0 1 0,0-1 0,1 1 0,0 0 0,0-1 0,0 1 0,1-1 0,1 1 0,-1 0 0,5-12 0,0 5 0,1 1 0,0 0 0,1 0 0,0 1 0,1 0 0,1 1 0,0 0 0,0 0 0,1 1 0,1 1 0,-1-1 0,2 2 0,20-12 0,-12 9 0,0 1 0,0 2 0,1 0 0,0 1 0,0 1 0,0 1 0,1 1 0,26-1 0,-46 5 0,1 0 0,-1 0 0,1 0 0,-1 0 0,0 1 0,1-1 0,-1 1 0,0 0 0,0 0 0,6 2 0,-8-2 0,0 0 0,0-1 0,0 1 0,0 0 0,0 0 0,0 0 0,-1 0 0,1 0 0,0 0 0,0 0 0,-1 0 0,1 0 0,0 0 0,-1 1 0,1-1 0,-1 0 0,0 0 0,1 1 0,-1-1 0,0 0 0,0 1 0,0-1 0,0 0 0,0 0 0,0 1 0,0-1 0,0 0 0,-1 1 0,1-1 0,-1 2 0,-1 6 0,-1 0 0,-1-1 0,1 1 0,-2 0 0,1-1 0,-7 10 0,-39 45 0,15-19 0,33-41 0,-7 8 0,1 1 0,0 0 0,1 1 0,-8 17 0,14-27 0,-1 0 0,1 0 0,0 0 0,1 1 0,-1-1 0,1 0 0,-1 0 0,1 1 0,0-1 0,0 0 0,0 0 0,1 1 0,-1-1 0,1 0 0,0 0 0,-1 1 0,2-1 0,-1 0 0,0 0 0,0 0 0,1-1 0,0 1 0,0 0 0,0 0 0,3 2 0,1 2 0,1-1 0,1-1 0,-1 0 0,1 0 0,0 0 0,0-1 0,0 0 0,1-1 0,0 0 0,10 3 0,14 1 0,45 6 0,-74-13 0,9 2 0,1 0 0,0-1 0,0-1 0,0 0 0,0-1 0,0 0 0,23-6 0,-36 6 12,1 1 0,0-1 0,0 0 0,-1 0 0,1 0 0,-1 0 0,1 0 0,0 0 0,1-2 0,-3 3-63,1 0 0,-1-1-1,1 0 1,-1 1 0,0-1 0,1 1 0,-1-1-1,0 1 1,0-1 0,1 0 0,-1 1 0,0-1-1,0 1 1,0-1 0,0 0 0,0 1-1,0-1 1,0 0 0,0 1 0,0-1 0,0 0-1,0 1 1,0-1 0,0 0 0,0 1 0,-1-1-1,1 1 1,-1-2 0,-3-6-6775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24575,'17'3'0,"0"1"0,0 1 0,-1 0 0,1 1 0,-2 1 0,1 1 0,22 14 0,-20-9 0,1 1 0,-2 0 0,0 2 0,-1 0 0,17 21 0,-11-7 0,-2 0 0,0 1 0,-2 1 0,-2 1 0,-1 1 0,-1 0 0,8 37 0,-13-42 0,-3 0 0,0 1 0,-2 0 0,-1 0 0,-1 0 0,-3 42 0,-1-56 0,0-1 0,-1 0 0,0 0 0,-1 0 0,-1 0 0,0-1 0,-1 1 0,0-1 0,-2-1 0,1 0 0,-2 0 0,1 0 0,-2-1 0,-14 15 0,7-10-341,-1-1 0,-1-1-1,-30 20 1,29-24-6485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247 0 24575,'-3'5'0,"-2"2"0,-4-1 0,-3-1 0,-1 1 0,-1-1 0,-11 0 0,-3 0 0,1 0 0,2-1 0,3-1 0,3-1 0,2-1 0,1-1 0,4 0-8191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220 7 24575,'-27'-2'0,"-11"-2"0,0 4 0,5 0 0,5 2 0,5 2 0,4 0 0,6 0-8191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233 13 24575,'11'-12'0,"-11"12"0,1 0 0,-1 0 0,0 0 0,1 0 0,-1-1 0,0 1 0,1 0 0,-1 0 0,0 0 0,1 0 0,-1 0 0,1 0 0,-1 0 0,0 0 0,1 0 0,-1 0 0,0 1 0,1-1 0,-1 0 0,0 0 0,1 0 0,-1 0 0,1 1 0,1 1 0,-1-1 0,1 1 0,-1 0 0,0 0 0,1 0 0,-1 0 0,0 0 0,0 0 0,0 0 0,0 3 0,65 188 0,-38-124 0,30 82 0,-45-112 0,15 78 0,-27-113 0,-1 0 0,1 0 0,-1 0 0,0-1 0,0 1 0,0 0 0,-1 0 0,1 0 0,-1 0 0,0-1 0,-2 7 0,1-8 0,1 1 0,-1-1 0,1 0 0,-1 0 0,0 0 0,0 1 0,0-2 0,0 1 0,0 0 0,0 0 0,-1-1 0,1 1 0,0-1 0,-1 0 0,1 1 0,-5 0 0,-3 1 0,0-1 0,0 0 0,0 0 0,0-1 0,0-1 0,0 1 0,0-2 0,-1 1 0,1-1 0,0-1 0,-14-4 0,-13-4 0,-59-27 0,81 30 0,3 2 20,0 0 0,0-2 0,0 1 0,1-1 0,-17-14 0,24 17-113,0 0 0,0 0 1,0 0-1,0-1 0,1 0 0,0 0 0,0 0 0,0 0 1,0 0-1,1 0 0,0-1 0,0 1 0,1-1 1,-1 0-1,0-6 0,1-1-6733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302 436 24575,'0'-3'0,"-1"-1"0,0 0 0,0 0 0,0 1 0,0-1 0,0 0 0,-1 1 0,0-1 0,1 1 0,-1 0 0,-1 0 0,1-1 0,0 1 0,-1 1 0,-4-6 0,-5-2 0,1 0 0,-21-12 0,-13-7 0,6 5 0,-53-44 0,89 65 0,-1 0 0,1-1 0,-1 0 0,1 1 0,0-1 0,1 0 0,-1 0 0,1-1 0,-1 1 0,1 0 0,0-1 0,1 0 0,-1 1 0,1-1 0,0 0 0,0 0 0,1 1 0,-1-1 0,1 0 0,0 0 0,0 0 0,1 0 0,0 0 0,-1 0 0,2 1 0,-1-1 0,0 0 0,1 1 0,0-1 0,0 1 0,0 0 0,1-1 0,-1 1 0,5-5 0,-2 4 0,-1 1 0,1 0 0,0-1 0,0 2 0,0-1 0,0 0 0,1 1 0,-1 0 0,1 1 0,6-3 0,-2 2 0,0 0 0,0 1 0,0 0 0,0 1 0,16 0 0,5 2 0,-1 2 0,0 1 0,34 10 0,-37-8 0,15 4 0,1-1 0,0-3 0,60 2 0,-86-7-116,-7-1 198,-1 0 0,14-2 0,-21 2-175,0 0-1,0-1 1,1 1-1,-1-1 1,0 0-1,0 0 1,0 1 0,0-2-1,0 1 1,0 0-1,0 0 1,0-1-1,0 1 1,-1-1-1,3-1 1,2-6-6733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47 24575,'41'14'0,"0"-2"0,1-1 0,68 8 0,-102-19 0,0-1 0,1 1 0,-1-1 0,0-1 0,0 0 0,1 0 0,-1 0 0,-1-1 0,1-1 0,0 1 0,-1-1 0,0 0 0,0-1 0,0 0 0,0 0 0,-1 0 0,0-1 0,0 0 0,0 0 0,-1 0 0,8-13 0,-12 19-4,-1-1-1,0 0 1,1 0-1,-1 1 0,1-1 1,-1 0-1,1 1 1,-1-1-1,1 1 1,-1-1-1,1 1 0,0-1 1,-1 1-1,1-1 1,0 1-1,-1-1 1,1 1-1,0 0 0,0-1 1,-1 1-1,2 0 1,-1 0 13,0 0 1,0 0-1,-1 0 0,1 1 1,0-1-1,-1 0 1,1 1-1,0-1 0,-1 0 1,1 1-1,-1-1 1,1 1-1,0-1 0,-1 1 1,1-1-1,-1 1 1,0-1-1,2 2 0,1 5-156,1-1-1,-1 1 0,4 13 0,-3-11-704,1 4-5974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250 37 24575,'-29'-7'0,"-5"-2"0,0 1 0,-51-4 0,82 12 0,0-1 0,0 1 0,0 0 0,0 1 0,0-1 0,0 0 0,0 1 0,0 0 0,0 0 0,0-1 0,1 2 0,-1-1 0,0 0 0,1 0 0,-1 1 0,-2 2 0,3-2 0,0 0 0,1 0 0,-1 0 0,1 0 0,0 0 0,0 0 0,0 0 0,0 1 0,0-1 0,0 0 0,0 1 0,1-1 0,-1 1 0,1-1 0,0 1 0,0-1 0,0 1 0,0-1 0,0 4 0,1-1 0,0 1 0,0-1 0,1 0 0,-1 0 0,1 0 0,0 0 0,1 0 0,-1 0 0,1-1 0,0 1 0,6 7 0,4 3 0,28 23 0,-27-25 0,-11-10 0,16 14 0,-1 0 0,-1 2 0,16 21 0,-29-35 0,0 1 0,-1 0 0,1 1 0,-1-1 0,0 1 0,-1-1 0,0 1 0,0 0 0,0 0 0,-1 0 0,0 0 0,0 0 0,0 0 0,-1 0 0,-2 13 0,-2-1 0,-1 0 0,0 1 0,-2-2 0,-10 22 0,10-24 0,3-8 0,0 1 0,1-1 0,1 0 0,-1 1 0,1 0 0,0 0 0,1-1 0,0 1 0,1 0 0,0 0 0,0 0 0,1 0 0,0 0 0,0 0 0,1 0 0,5 15 0,7 9 0,16 53 0,-26-72 0,-1-1 0,0 1 0,-2 0 0,1 23 0,-2-36 0,0 21 0,4 39 0,-3-53 0,0 0 0,1-1 0,1 1 0,-1-1 0,1 1 0,0-1 0,1 0 0,6 10 0,-2-5-1365,-1-1-5461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744 1 24575,'-45'5'0,"-58"5"0,-186-10 0,133-1 0,144 2 0,-1 0 0,-17 5 0,-16 0 0,41-5 0,-1-1 0,1 1 0,0 0 0,0 1 0,-7 2 0,12-4 0,-1 0 0,0 0 0,0 1 0,1-1 0,-1 1 0,0-1 0,1 1 0,-1-1 0,0 1 0,1-1 0,-1 1 0,1 0 0,-1-1 0,1 1 0,-1 0 0,1-1 0,-1 2 0,1-1 0,0 0 0,0-1 0,0 1 0,0 0 0,0 0 0,0-1 0,0 1 0,1 0 0,-1 0 0,0-1 0,0 1 0,1 0 0,-1-1 0,0 1 0,1 0 0,-1-1 0,1 1 0,-1-1 0,1 1 0,-1-1 0,1 1 0,-1-1 0,2 1 0,7 6 0,1-1 0,-1 0 0,1 0 0,1-1 0,-1-1 0,1 0 0,15 4 0,7 3 0,24 10 0,103 43 0,-155-61 0,0-1 0,-1 1 0,1 0 0,-1 0 0,0 0 0,0 0 0,0 1 0,0 0 0,5 6 0,-8-8 0,0-1 0,0 1 0,-1-1 0,1 1 0,0-1 0,-1 1 0,1 0 0,-1-1 0,1 1 0,-1 0 0,0 0 0,0-1 0,0 1 0,0 0 0,0 0 0,0-1 0,0 1 0,0 0 0,-1-1 0,1 1 0,-1 0 0,1-1 0,-1 1 0,0 0 0,0-1 0,0 1 0,0-1 0,0 1 0,0-1 0,0 0 0,0 1 0,-2 0 0,-9 9 0,-1-1 0,0 0 0,-1-1 0,-1 0 0,1-1 0,-17 6 0,-12 8 0,15-7 0,-31 18 0,52-28 0,1-1 0,0 1 0,1 0 0,-1 0 0,1 1 0,-9 11 0,14-16 0,-1-1 0,0 1 0,1 0 0,-1 0 0,1 0 0,-1 0 0,1 0 0,0 0 0,-1 0 0,1 0 0,0 0 0,0 0 0,-1 0 0,1 0 0,0 0 0,0 0 0,0 0 0,0 0 0,1 2 0,-1-2 0,0-1 0,1 1 0,-1 0 0,1 0 0,-1-1 0,1 1 0,0 0 0,-1-1 0,1 1 0,0-1 0,-1 1 0,1-1 0,0 1 0,0-1 0,-1 1 0,1-1 0,0 0 0,1 1 0,5 0 0,-1 1 0,1-1 0,-1-1 0,13 1 0,-17-1 0,329-13 0,-308 12 0,97-3-1365,-100 4-5461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13 24575,'0'0'0,"-1"0"0,0 0 0,0 0 0,0 0 0,1 0 0,-1 0 0,0 0 0,0 0 0,1 1 0,-1-1 0,0 0 0,0 0 0,1 1 0,-1-1 0,0 1 0,1-1 0,-1 0 0,0 1 0,1-1 0,-1 1 0,1 0 0,-1-1 0,1 1 0,-1-1 0,1 1 0,-1 1 0,0 0 0,1-1 0,-1 1 0,1 0 0,0 0 0,0-1 0,0 1 0,0 0 0,0-1 0,0 1 0,0 0 0,1 3 0,2 2 0,-1 0 0,1 0 0,0 0 0,7 11 0,-3-7 0,-5-6 0,0-1 0,0 0 0,1 0 0,-1-1 0,1 1 0,0 0 0,0-1 0,6 5 0,-8-8 0,-1 0 0,1 0 0,-1 1 0,0-1 0,1 0 0,-1 0 0,1 0 0,-1 0 0,1 0 0,-1 0 0,1-1 0,-1 1 0,1 0 0,-1 0 0,1 0 0,-1 0 0,1-1 0,-1 1 0,0 0 0,1 0 0,-1-1 0,1 1 0,-1 0 0,0 0 0,1-1 0,-1 1 0,0-1 0,1 1 0,-1 0 0,0-1 0,0 1 0,1-1 0,-1 1 0,0 0 0,0-1 0,0 1 0,0-1 0,0 1 0,1-1 0,-1 1 0,0-2 0,5-23 0,-4 21 0,-1 1 0,2-11 0,7-23 0,-7 34 0,-1 0 0,0-1 0,1 1 0,-1 0 0,1-1 0,0 1 0,0 0 0,0 0 0,1 1 0,-1-1 0,6-4 0,-6 6 0,0 0 0,0 0 0,-1 0 0,1 0 0,0 1 0,0-1 0,1 1 0,-1-1 0,0 1 0,0 0 0,0 0 0,0 0 0,0 0 0,0 0 0,0 0 0,0 0 0,0 1 0,0-1 0,1 1 0,-2 0 0,1-1 0,0 1 0,0 0 0,0 0 0,0 0 0,2 3 0,5 2 0,-2 0 0,1 0 0,-1 1 0,8 9 0,49 57-1365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24575,'12'8'0,"7"4"0,4 3 0,2 1 0,1 1 0,-2 2 0,1 0 0,0 0 0,1-2 0,-1 0 0,0-1 0,-2-4 0,-2-1 0,-3 1 0,-2-3 0,0-2 0,-4-3-8191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161 1 24575,'-20'19'0,"-6"10"0,-1 1 0,3-1 0,5-3 0,4-4 0,3-3 0,3-3 0,4 0 0,2-5-8191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247 55 24575,'-35'-12'0,"11"3"0,-1 1 0,0 0 0,0 2 0,-50-5 0,73 11 0,0 0 0,1 0 0,-1 0 0,0 0 0,0 0 0,0 1 0,0-1 0,0 1 0,0-1 0,0 1 0,0 0 0,0 0 0,1 0 0,-4 1 0,5-1 0,-1 0 0,0 0 0,1 0 0,-1 0 0,0 0 0,1 0 0,-1 0 0,1 0 0,0 0 0,-1 0 0,1 0 0,0 0 0,-1 0 0,1 0 0,0 0 0,0 1 0,0-1 0,0 0 0,0 0 0,0 0 0,1 0 0,-1 0 0,0 0 0,0 1 0,1-1 0,0 1 0,4 12 0,1-1 0,1 1 0,0-1 0,14 19 0,-10-16 0,-1 0 0,9 19 0,-14-22 0,0 1 0,0 0 0,-2 0 0,0 0 0,2 18 0,-2 72 0,-2-83 0,7 41 0,-2-24 0,-6-34 0,1 1 0,0-1 0,0 0 0,0 0 0,0 0 0,1 1 0,0-1 0,0 0 0,0-1 0,0 1 0,1 0 0,-1-1 0,1 1 0,5 4 0,-5-5 0,0-1 0,0 0 0,0-1 0,0 1 0,0-1 0,0 1 0,0-1 0,0 0 0,0 0 0,1 0 0,-1 0 0,0-1 0,1 1 0,-1-1 0,1 0 0,-1 0 0,0 0 0,1-1 0,4 0 0,39-6 9,-31 5-352,0 0-1,0-1 1,19-7-1,-22 5-6482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 7 24575,'0'0'0,"-1"-1"0,1 1 0,-1 0 0,0-1 0,1 1 0,-1 0 0,1 0 0,-1-1 0,1 1 0,-1 0 0,0 0 0,1 0 0,-1 0 0,1 0 0,-1 0 0,0 0 0,1 0 0,-1 0 0,0 0 0,1 0 0,-1 0 0,1 0 0,-1 0 0,1 1 0,-1-1 0,0 0 0,1 0 0,-1 1 0,1-1 0,-1 1 0,1-1 0,-1 0 0,1 1 0,-1-1 0,1 1 0,0-1 0,-1 1 0,1-1 0,0 1 0,-1-1 0,1 1 0,0-1 0,0 1 0,-1-1 0,1 1 0,0 0 0,0 0 0,-1 2 0,1 0 0,0-1 0,0 1 0,0 0 0,0-1 0,0 1 0,0-1 0,1 1 0,-1 0 0,2 2 0,0 1 0,1 1 0,0-1 0,1 0 0,-1 0 0,1 0 0,0-1 0,1 1 0,-1-1 0,1 0 0,0-1 0,1 1 0,-1-1 0,1 0 0,0 0 0,0 0 0,0-1 0,10 4 0,-15-6 0,0-1 0,0 0 0,1 1 0,-1-1 0,0 1 0,1-1 0,-1 0 0,0 0 0,0 0 0,1 0 0,-1 0 0,0 0 0,1 0 0,-1-1 0,0 1 0,1 0 0,-1-1 0,0 1 0,0-1 0,1 1 0,-1-1 0,0 1 0,0-1 0,0 0 0,0 0 0,0 1 0,0-1 0,0 0 0,0 0 0,0 0 0,0 0 0,-1 0 0,1-1 0,0 1 0,-1 0 0,1 0 0,-1 0 0,1-1 0,-1 1 0,1 0 0,-1 0 0,0-1 0,0 0 0,2-9 0,-1 1 0,0-1 0,-1 1 0,-2-16 0,2 14 0,0 9 0,-1 1 0,2-1 0,-1 1 0,0-1 0,0 0 0,1 1 0,-1-1 0,2-3 0,-1 5 0,-1 1 0,0-1 0,1 1 0,-1-1 0,1 0 0,-1 1 0,1-1 0,-1 1 0,1 0 0,-1-1 0,1 1 0,0-1 0,-1 1 0,1 0 0,0-1 0,-1 1 0,1 0 0,0 0 0,-1 0 0,1-1 0,0 1 0,-1 0 0,1 0 0,0 0 0,0 0 0,-1 0 0,1 0 0,0 0 0,-1 1 0,1-1 0,0 0 0,-1 0 0,1 0 0,0 1 0,-1-1 0,2 1 0,13 6 33,0 1 0,0 0-1,17 14 1,22 12-1529,-42-28-5330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24575,'33'3'0,"51"5"0,-70-5 0,0 0 0,0 0 0,25 11 0,-35-12 0,0 0 0,0 0 0,0 1 0,0-1 0,0 1 0,0 0 0,-1 0 0,1 1 0,-1-1 0,0 1 0,0-1 0,0 1 0,-1 0 0,1 0 0,-1 0 0,0 0 0,0 1 0,-1-1 0,1 1 0,-1-1 0,0 1 0,0-1 0,0 1 0,0 5 0,4 24 0,1-1 0,19 55 0,32 62 0,-12-35 0,-36-91 0,-2-8 0,8 33 0,-14-45 0,0 0 0,-1 0 0,1 1 0,-1-1 0,0 0 0,0 1 0,0-1 0,-1 0 0,1 0 0,-1 1 0,0-1 0,-1 0 0,-1 4 0,2-6 0,-1 1 0,1-1 0,-1 0 0,0 0 0,0 0 0,0 0 0,0-1 0,0 1 0,0 0 0,-1-1 0,1 0 0,0 1 0,-1-1 0,1 0 0,-1 0 0,0 0 0,1-1 0,-5 2 0,-5 0 0,0-1 0,-20 1 0,15-2-1365,1 0-5461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347 103 24575,'-17'-14'0,"-1"2"0,0-1 0,-39-18 0,44 25 0,-1 1 0,0 0 0,-1 0 0,1 2 0,-1 0 0,-25-2 0,37 5 0,-1 0 0,1 0 0,-1 0 0,1 1 0,-1 0 0,1 0 0,0 0 0,-1 0 0,1 0 0,0 0 0,-1 1 0,1 0 0,0 0 0,0 0 0,1 0 0,-1 0 0,0 0 0,1 1 0,-1-1 0,1 1 0,0 0 0,-4 5 0,0 2 0,0 1 0,1 0 0,0 0 0,1 1 0,-4 15 0,7-21 0,-1 1 0,1-1 0,1 1 0,-1-1 0,1 1 0,1-1 0,-1 1 0,1-1 0,0 1 0,0-1 0,1 1 0,0-1 0,0 0 0,0 0 0,1 0 0,0 0 0,0 0 0,1-1 0,-1 1 0,6 4 0,8 10 0,1-2 0,0 0 0,37 27 0,-38-32 0,34 24 0,-36-28 0,0 1 0,-1 1 0,-1 0 0,0 1 0,18 20 0,-29-30 0,0 1 0,0 0 0,-1 0 0,1 0 0,-1 0 0,1 0 0,-1 0 0,0 0 0,0 1 0,0-1 0,-1 0 0,1 5 0,-1-6 0,0 0 0,0-1 0,0 1 0,-1 0 0,1 0 0,-1-1 0,1 1 0,-1 0 0,0-1 0,0 1 0,1-1 0,-1 1 0,0-1 0,0 0 0,-1 1 0,1-1 0,0 0 0,0 1 0,-1-1 0,1 0 0,0 0 0,-1 0 0,1 0 0,-1-1 0,-2 2 0,-5 2 0,-1-1 0,1 1 0,-1-2 0,0 1 0,0-2 0,-1 1 0,1-1 0,0-1 0,0 0 0,-16-1 0,9-2 0,0 1 0,0-2 0,1 0 0,-1-2 0,-23-9 0,37 13 0,0 1 0,0-1 0,0 1 0,0-1 0,1 0 0,-1 0 0,0-1 0,1 1 0,-3-3 0,5 4 0,0 1 0,-1-1 0,1 1 0,0-1 0,-1 1 0,1-1 0,0 1 0,0-1 0,0 1 0,0-1 0,-1 1 0,1-1 0,0 1 0,0-1 0,0 1 0,0-1 0,0 0 0,0 1 0,0-1 0,1 1 0,-1-1 0,0 0 0,1 0 0,0 0 0,0 0 0,-1 0 0,1 0 0,0 0 0,0 0 0,0 1 0,0-1 0,0 0 0,0 1 0,0-1 0,0 0 0,0 1 0,1 0 0,0-1 0,14-4 0,0 1 0,0 1 0,23-3 0,4 0 0,-38 5-273,0 0 0,-1 0 0,1 0 0,5-3 0,0-2-6553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39 24575,'1'-6'0,"3"-14"0,-3 19 0,-1 1 0,0-1 0,0 0 0,0 1 0,0-1 0,1 0 0,-1 1 0,0-1 0,1 1 0,-1-1 0,0 0 0,1 1 0,-1-1 0,1 1 0,-1-1 0,1 1 0,-1-1 0,1 1 0,-1 0 0,1-1 0,0 0 0,0 2 0,-1-1 0,1 0 0,-1 0 0,0 0 0,1 0 0,-1 1 0,1-1 0,-1 0 0,0 0 0,1 1 0,-1-1 0,1 0 0,-1 1 0,0-1 0,1 0 0,-1 1 0,0-1 0,0 0 0,1 1 0,-1-1 0,0 1 0,0-1 0,0 1 0,1-1 0,-1 1 0,0-1 0,0 0 0,0 2 0,3 15 0,-3-15 0,4 48 0,-3 73 0,-3-61 0,0-13 0,-18 92 0,11-93 0,-4 91 0,13-131 0,0 1 0,1 0 0,0-1 0,1 1 0,0-1 0,0 1 0,1-1 0,0 0 0,0 0 0,1 0 0,0 0 0,8 12 0,-8-15 0,0-1 0,0 1 0,1-1 0,-1 1 0,1-1 0,0-1 0,0 1 0,0-1 0,0 0 0,1 0 0,-1 0 0,1-1 0,0 0 0,0 0 0,0 0 0,0-1 0,0 0 0,9 1 0,0-2-1365,-3 0-5461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 0 24575,'-3'11'0,"0"0"0,1 0 0,1-1 0,0 1 0,0 0 0,2 20 0,13 69 0,-6-57 0,1 15 0,0-5 0,5 104 0,-14-150 0,0 0 0,1-1 0,-1 1 0,2-1 0,-1 1 0,3 5 0,-4-10 0,1 0 0,0 0 0,-1 0 0,1 0 0,0 0 0,0-1 0,1 1 0,-1 0 0,0-1 0,0 1 0,1-1 0,-1 1 0,1-1 0,-1 0 0,1 0 0,0 1 0,-1-1 0,1 0 0,0-1 0,0 1 0,0 0 0,0 0 0,2 0 0,7 0-202,-1-1 0,19 0 0,-23 0-557,7-1-6067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231 7 24575,'-29'-3'0,"-13"0"0,-1 2 0,4 5 0,7 3 0,5 0 0,8 0-8191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144 1 24575,'-22'0'0,"-9"2"0,-3 2 0,2-1 0,7-1-8191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0 24575,'-3'26'0,"2"-1"0,0 1 0,2 0 0,0-1 0,7 30 0,-6-48 0,0 0 0,1 0 0,-1 0 0,2-1 0,-1 1 0,1-1 0,0 0 0,6 7 0,-8-10 0,0 0 0,0-1 0,1 1 0,-1-1 0,1 0 0,-1 1 0,1-1 0,0 0 0,0-1 0,0 1 0,0 0 0,0-1 0,1 0 0,-1 0 0,0 0 0,1 0 0,-1 0 0,0-1 0,5 1 0,-5-2 0,-1 1 0,0 0 0,1-1 0,-1 0 0,0 1 0,1-1 0,-1 0 0,0 0 0,0 0 0,0-1 0,0 1 0,0-1 0,0 1 0,0-1 0,0 1 0,-1-1 0,1 0 0,-1 0 0,1 0 0,-1 0 0,0 0 0,1 0 0,0-2 0,2-7 0,1 0 0,-2 0 0,5-20 0,-2 4 0,-4 21 0,0-1 0,1 1 0,-1 0 0,1 0 0,1 0 0,-1 0 0,6-7 0,-8 11 0,1 1 0,-1-1 0,1 1 0,0-1 0,-1 1 0,1 0 0,0 0 0,0 0 0,0 0 0,0 0 0,0 0 0,0 0 0,0 0 0,0 1 0,0-1 0,0 1 0,0 0 0,1 0 0,-1 0 0,0 0 0,0 0 0,0 0 0,0 0 0,0 1 0,1-1 0,2 2 0,-1-1 0,-1 1 0,1-1 0,-1 1 0,0 0 0,0 0 0,0 0 0,0 1 0,0-1 0,-1 1 0,1-1 0,-1 1 0,3 3 0,3 7 0,12 22 0,-8-14 0,-9-14-195,1-1 0,-1 0 0,0 1 0,-1-1 0,0 1 0,3 13 0,-4-8-6631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24575,'12'27'0,"7"14"0,0 4 0,-1 1 0,-1-4 0,-1-6 0,-3-4 0,-1-6 0,-1-4 0,-1-3 0,-1-4 0,1 0 0,-1-1 0,0-3 0,-2-6 0,-3-6 0,-4-5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457 52 24575,'-27'-13'0,"-11"-3"0,-2 3 0,3 6 0,6 5 0,6 4 0,4 5 0,2 1 0,-2 2 0,0-1 0,0 0 0,0-1 0,-1 1 0,-2-2 0,-1 1 0,1-1 0,1-2 0,6-2-8191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 24575,'5'-1'0,"0"0"0,0 0 0,0 1 0,0-1 0,0 1 0,0 1 0,0-1 0,0 1 0,0-1 0,0 1 0,0 1 0,0-1 0,0 1 0,0 0 0,-1 0 0,1 0 0,-1 1 0,1-1 0,-1 1 0,0 0 0,0 1 0,0-1 0,-1 1 0,1-1 0,-1 1 0,0 0 0,0 0 0,4 7 0,-3-4 0,19 29 0,26 54 0,13 40 0,11 25 0,-61-126 0,-1 0 0,-1 1 0,-2 0 0,8 47 0,-16-71 0,1-1 0,-1 1 0,0-1 0,-1 1 0,1-1 0,-1 1 0,0-1 0,0 1 0,-1-1 0,0 0 0,1 0 0,-2 0 0,1 0 0,-1 0 0,-3 5 0,2-5 0,0 0 0,-1 0 0,1-1 0,-1 0 0,0 0 0,0 0 0,-1 0 0,1-1 0,-1 0 0,0 0 0,0 0 0,-10 3 0,6-4-341,0 1 0,0-1-1,-13 0 1,9-1-6485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24575,'125'42'0,"-101"-32"0,0 1 0,45 27 0,-67-37 0,1 1 0,-1 0 0,0-1 0,0 1 0,0 0 0,0 0 0,0 0 0,0 1 0,0-1 0,2 4 0,-4-5 0,0-1 0,0 1 0,0 0 0,1-1 0,-1 1 0,0-1 0,0 1 0,0 0 0,0-1 0,0 1 0,0-1 0,0 1 0,0 0 0,-1-1 0,1 1 0,0-1 0,0 1 0,0-1 0,-1 1 0,1 0 0,-1 0 0,0 1 0,0-1 0,0 0 0,0-1 0,-1 1 0,1 0 0,0 0 0,0 0 0,0-1 0,-1 1 0,1 0 0,-2 0 0,-4 2 0,-3 0 0,1 1 0,0 0 0,1 0 0,-10 7 0,15-9 0,1 0 0,-1 0 0,1 0 0,0 0 0,0 1 0,0 0 0,0-1 0,0 1 0,0 0 0,1 0 0,-1-1 0,1 1 0,0 1 0,0-1 0,0 0 0,-1 5 0,2 0 0,-1 0 0,1 0 0,0 1 0,1-1 0,0 0 0,0 0 0,1 0 0,0 0 0,1 0 0,-1 0 0,1-1 0,1 1 0,-1-1 0,1 0 0,6 8 0,9 11 0,1-1 0,36 35 0,-41-45 0,-10-9 0,7 5 0,-1 2 0,14 19 0,-22-27 0,0 0 0,0 0 0,-1 0 0,0 0 0,0 1 0,0-1 0,0 1 0,-1-1 0,0 1 0,0-1 0,-1 7 0,0 8 0,-2-1 0,-5 26 0,4-32 0,1 1 0,0-1 0,1 0 0,1 1 0,0 0 0,3 23 0,0-22-113,0-3 175,-1-1-1,0 1 1,0 16 0,-2-25-145,0 0-1,0 0 1,-1 0 0,1 1 0,-1-1-1,0 0 1,1 0 0,-2 0-1,1 0 1,0 0 0,-1 0 0,1 0-1,-1-1 1,0 1 0,0 0 0,0-1-1,-2 3 1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187 1 24575,'3'0'0,"0"2"0,-2 1 0,-5 0 0,-3 0 0,-3-1 0,-2-1 0,-3-1 0,1 1 0,-1-1 0,-1 0 0,1-1 0,0 1 0,1 0 0,-1 0 0,0 0 0,1 0 0,2 0-8191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206 21 24575,'-27'-5'0,"-12"-1"0,-1 0 0,6 3 0,7 3 0,4 1 0,8 0-8191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550 46 24575,'57'1'0,"-19"0"0,63-6 0,-99 5 0,0 0 0,-1-1 0,1 1 0,0 0 0,-1-1 0,1 0 0,-1 1 0,1-1 0,-1 0 0,3-1 0,-4 2 0,0 0 0,0-1 0,0 1 0,0 0 0,1 0 0,-1 0 0,0 0 0,0-1 0,0 1 0,0 0 0,0 0 0,0 0 0,0 0 0,0-1 0,0 1 0,0 0 0,1 0 0,-1 0 0,0-1 0,0 1 0,0 0 0,0 0 0,0 0 0,-1-1 0,1 1 0,0 0 0,0 0 0,0 0 0,0 0 0,0-1 0,-9-5 0,-8 1 0,0 0 0,0 1 0,0 1 0,-22-1 0,-5 1 0,-71 6 0,93 0 0,-32 9 0,3-1 0,-123 20 0,70-15 0,95-15 0,-1 0 0,1 2 0,-16 4 0,25-7 0,0 0 0,-1 0 0,1 0 0,0 0 0,0 0 0,0 0 0,0 0 0,-1 0 0,1 0 0,0 1 0,0-1 0,0 0 0,0 0 0,0 0 0,-1 0 0,1 0 0,0 0 0,0 0 0,0 0 0,0 1 0,0-1 0,0 0 0,0 0 0,0 0 0,-1 0 0,1 0 0,0 0 0,0 1 0,0-1 0,0 0 0,0 0 0,0 0 0,0 0 0,0 1 0,0-1 0,0 0 0,0 0 0,0 0 0,0 0 0,0 1 0,0-1 0,0 0 0,0 0 0,8 5 0,15 2 0,-21-7 0,92 22 0,179 51 0,-262-70 0,-1 1 0,0 0 0,0 1 0,-1 0 0,14 10 0,-21-14 0,-1 1 0,1-1 0,0 0 0,-1 1 0,1-1 0,-1 1 0,0 0 0,1-1 0,-1 1 0,0 0 0,0 0 0,0 0 0,0 0 0,-1 0 0,1 0 0,0 0 0,-1 0 0,0 0 0,1 0 0,-1 0 0,0 0 0,0 0 0,0 0 0,0 0 0,0 1 0,-1-1 0,1 0 0,-1 0 0,1 0 0,-1 0 0,0 0 0,0 0 0,0 0 0,-2 3 0,-3 3 0,-1 0 0,0-1 0,0 1 0,-1-2 0,0 1 0,0-1 0,-16 9 0,-8 8 0,-4 4 0,1 2 0,-57 60 0,76-73 0,0 0 0,-1-1 0,0-1 0,-2 0 0,1-1 0,-24 11 0,30-18 0,-1 0 0,0-1 0,0 0 0,-23 4 0,23-4 0,13-5 0,0 0 0,0 0 0,0 0 0,0 1 0,0-1 0,0 0 0,0 0 0,0 0 0,0 0 0,0 0 0,0 1 0,0-1 0,0 0 0,0 0 0,0 0 0,0 0 0,0 0 0,0 0 0,0 1 0,0-1 0,0 0 0,0 0 0,0 0 0,0 0 0,1 0 0,-1 0 0,0 0 0,0 1 0,0-1 0,0 0 0,0 0 0,0 0 0,0 0 0,0 0 0,1 0 0,-1 0 0,0 0 0,0 0 0,0 0 0,0 0 0,0 0 0,1 0 0,-1 0 0,0 0 0,3 1 0,1 0 0,-1 0 0,1 0 0,-1 0 0,5-1 0,381-15 0,-312 10 0,-54 3-112,162-17-1141,-174 17-5573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38 24575,'0'0'0,"0"0"0,-1 1 0,1-1 0,0 0 0,0 0 0,0 0 0,-1 1 0,1-1 0,0 0 0,0 1 0,0-1 0,0 0 0,-1 0 0,1 1 0,0-1 0,0 0 0,0 1 0,0-1 0,0 0 0,0 1 0,0-1 0,0 0 0,0 1 0,0-1 0,0 0 0,0 1 0,1 14 0,0-9 0,-1-6 0,0 9 0,0 1 0,1-1 0,0 0 0,1 0 0,0 0 0,1 0 0,3 10 0,-6-18 0,0-1 0,1 1 0,-1-1 0,0 1 0,0-1 0,1 1 0,-1-1 0,0 1 0,1-1 0,-1 0 0,1 1 0,-1-1 0,0 1 0,1-1 0,-1 0 0,1 0 0,-1 1 0,1-1 0,-1 0 0,1 0 0,-1 1 0,1-1 0,-1 0 0,1 0 0,0 0 0,-1 0 0,2 0 0,-1 0 0,0 0 0,-1-1 0,1 1 0,0-1 0,0 1 0,0-1 0,0 1 0,0-1 0,0 1 0,-1-1 0,1 0 0,0 1 0,0-1 0,0-1 0,3-4 0,0 0 0,0-1 0,4-8 0,-7 12 0,31-54 0,-28 51 0,1-1 0,0 0 0,0 1 0,1 0 0,12-10 0,-17 15 0,0 0 0,0 0 0,0 1 0,0-1 0,0 1 0,0-1 0,0 1 0,1-1 0,-1 1 0,0-1 0,0 1 0,1 0 0,-1 0 0,0 0 0,0 0 0,1 0 0,-1 0 0,0 0 0,0 0 0,1 0 0,-1 0 0,0 1 0,0-1 0,1 0 0,-1 1 0,0-1 0,0 1 0,0 0 0,0-1 0,2 3 0,2 1 0,0 1 0,-1 0 0,1 0 0,-1 0 0,3 6 0,9 10 0,-6-10-195,2 0 0,-1 0 0,1-1 0,1-1 0,0 0 0,22 11 0,-25-15-6631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24575,'1'3'0,"-1"-1"0,0 1 0,1-1 0,0 0 0,-1 1 0,1-1 0,0 0 0,0 0 0,1 1 0,-1-1 0,0 0 0,3 2 0,21 24 0,-19-23 0,36 33 0,89 61 0,-69-55 0,-25-18-1365,-28-19-5461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139 1 24575,'-15'9'0,"1"2"0,0 0 0,1 0 0,-23 25 0,32-30 0,-1 0 0,1 0 0,0 0 0,1 1 0,-1-1 0,1 1 0,1 0 0,-1 0 0,1 0 0,0 1 0,1-1 0,0 0 0,0 1 0,0 8 0,1 3-97,1-7-220,-1-1 0,-1 1 0,-3 19 0,1-18-6509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204 16 24575,'-13'-4'0,"-1"1"0,0 0 0,0 0 0,-15 1 0,25 1 0,-1 2 0,0-1 0,1 0 0,-1 1 0,1 0 0,-1 0 0,1 0 0,-1 1 0,1-1 0,0 1 0,-1 0 0,1 1 0,0-1 0,1 1 0,-1-1 0,-4 5 0,4-3 0,-1 0 0,1 0 0,1 1 0,-1 0 0,1 0 0,-1 0 0,1 0 0,1 0 0,-3 7 0,3-9 0,1 1 0,1 0 0,-1-1 0,0 1 0,1 0 0,0 0 0,0 0 0,0-1 0,0 1 0,1 0 0,0 0 0,-1 0 0,1-1 0,0 1 0,3 4 0,7 19 0,0 1 0,-1 1 0,8 42 0,4 94 0,-5-28 0,-14-115 0,-2-12 0,0-1 0,0 1 0,1-1 0,6 16 0,-7-23 0,0 1 0,0-1 0,0 0 0,0 0 0,1 0 0,-1 0 0,1-1 0,-1 1 0,1 0 0,0-1 0,-1 1 0,1-1 0,0 1 0,0-1 0,0 0 0,0 0 0,1 0 0,-1 0 0,0 0 0,0 0 0,0 0 0,1-1 0,-1 0 0,3 1 0,3-1 0,-1 0 0,1-1 0,0 0 0,0 0 0,-1-1 0,1 0 0,-1-1 0,1 1 0,-1-1 0,0-1 0,8-4 0,-6 0-1365,-3-1-5461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0 24575,'-1'1'0,"0"-1"0,0 1 0,0 0 0,0 0 0,0-1 0,0 1 0,0 0 0,0 0 0,0 0 0,0 0 0,1 0 0,-1 0 0,0 0 0,1 0 0,-1 0 0,1 0 0,-1 0 0,1 1 0,-1 1 0,0-1 0,1 1 0,0-1 0,0 1 0,0 0 0,0-1 0,1 1 0,-1-1 0,1 1 0,0 2 0,3 4 0,-1-1 0,1 0 0,0 1 0,7 9 0,-3-8 0,-1 0 0,14 15 0,-19-23 0,0 0 0,0 0 0,0 0 0,0 0 0,0 0 0,1-1 0,-1 1 0,0-1 0,1 0 0,-1 0 0,1 0 0,0 0 0,-1 0 0,1 0 0,0-1 0,-1 1 0,1-1 0,4 0 0,-6 0 0,0 0 0,0-1 0,0 1 0,0-1 0,0 1 0,0-1 0,0 0 0,0 1 0,0-1 0,0 0 0,0 0 0,-1 1 0,1-1 0,0 0 0,0 0 0,-1 0 0,1 0 0,-1 0 0,1 0 0,-1 0 0,1 0 0,-1 0 0,1-1 0,-1 1 0,0 0 0,0 0 0,0 0 0,0 0 0,0-2 0,1-3 0,-1 1 0,0-1 0,-1 0 0,-1-9 0,-3-5 0,3 15 0,1 0 0,-1-1 0,1 1 0,0 0 0,0-1 0,1 1 0,0-1 0,0 1 0,0-1 0,2-7 0,-2 12 0,1 0 0,-1 0 0,1 0 0,-1 0 0,1 0 0,-1 0 0,1 0 0,0 1 0,0-1 0,-1 0 0,1 0 0,0 1 0,0-1 0,0 1 0,0-1 0,0 1 0,0-1 0,0 1 0,0-1 0,0 1 0,0 0 0,0-1 0,0 1 0,0 0 0,0 0 0,0 0 0,0 0 0,0 0 0,1 0 0,-1 0 0,0 0 0,0 1 0,0-1 0,2 1 0,4 1 0,0 1 0,1-1 0,10 7 0,-14-7 0,72 41 0,12 6 0,-65-37 0,12 6 0,-57-38 0,12 13-1365,0 0-5461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47 24575,'29'-12'0,"52"-14"0,-72 23 0,1 1 0,0 1 0,0-1 0,0 2 0,0-1 0,0 1 0,0 1 0,0 0 0,15 3 0,-21-3 0,-1 1 0,1-1 0,-1 0 0,1 1 0,-1 0 0,0 0 0,1 0 0,-1 0 0,0 0 0,-1 1 0,1-1 0,0 1 0,-1 0 0,1 0 0,2 4 0,-2-2 0,-1-1 0,0 1 0,0 0 0,0 0 0,-1 0 0,0 0 0,0 0 0,0 0 0,-1 0 0,1 6 0,-2 4 0,0 0 0,-1 0 0,-1 0 0,0 0 0,-1 0 0,-10 23 0,3-11 0,0-3 0,-10 39 0,19-55 0,0 1 0,1 0 0,0 0 0,0 0 0,1-1 0,0 1 0,1 0 0,2 13 0,1-8 0,1 1 0,0-1 0,1 0 0,1 0 0,0 0 0,1-1 0,11 15 0,-17-24 0,4 3 0,-2 1 0,1 0 0,-1 0 0,0 1 0,-1-1 0,0 1 0,4 17 0,-7-24 0,1 1 0,-1 0 0,0-1 0,0 1 0,0 0 0,0-1 0,-1 1 0,1 0 0,-1-1 0,0 1 0,1-1 0,-1 1 0,0-1 0,0 1 0,-1-1 0,1 0 0,-1 1 0,1-1 0,-1 0 0,1 0 0,-1 0 0,0 0 0,0 0 0,0-1 0,0 1 0,-1 0 0,1-1 0,0 0 0,0 1 0,-1-1 0,-2 1 0,-7 2-273,1 0 0,0-1 0,-1-1 0,-12 2 0,9-2-6553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1 24575,'0'2'0,"1"17"0,4 24 0,10 9 0,25 57 0,-24-72 0,-2 0 0,-2 1 0,13 68 0,-23-93 0,-1-1 0,0 0 0,-1 1 0,0-1 0,-4 25 0,3-34 0,1 0 0,-1-1 0,0 1 0,0-1 0,0 1 0,0-1 0,0 0 0,0 1 0,-1-1 0,1 0 0,-1 0 0,1 0 0,-1 0 0,0 0 0,0 0 0,0 0 0,0-1 0,0 1 0,0-1 0,-1 0 0,1 1 0,0-1 0,-1 0 0,1 0 0,-1 0 0,1-1 0,-1 1 0,0-1 0,1 1 0,-1-1 0,0 0 0,1 0 0,-1 0 0,-3-1 0,3 1 8,0 0-1,0-1 1,1 1-1,-1-1 1,0 0-1,1 0 1,-1 0-1,0 0 1,1-1-1,-1 1 1,1-1-1,0 1 1,-1-1-1,1 0 1,-3-3-1,1 0-255,-1 0 1,1-1-1,1 0 1,-1 0-1,-3-7 1,0-3-6579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292 393 24575,'-15'4'0,"0"-2"0,0 0 0,-30-1 0,38-1 0,-1-1 0,1 0 0,-1-1 0,1 0 0,0 0 0,-1 0 0,1-1 0,1 0 0,-14-8 0,13 6 0,0-1 0,0 0 0,1 0 0,-1 0 0,1-1 0,1 0 0,-1 0 0,-7-13 0,4 2 0,0 0 0,-11-34 0,15 36 0,2-1 0,0 1 0,1-1 0,1 0 0,0 0 0,2 0 0,2-22 0,-3 36 0,1 0 0,-1 1 0,1-1 0,-1 0 0,1 1 0,0-1 0,0 1 0,1-1 0,-1 1 0,0-1 0,1 1 0,-1 0 0,1 0 0,0 0 0,0 0 0,0 0 0,0 0 0,0 0 0,0 0 0,0 1 0,1-1 0,-1 1 0,0 0 0,1 0 0,0 0 0,-1 0 0,1 0 0,-1 0 0,1 1 0,4-1 0,7-1 0,0 2 0,0 0 0,0 0 0,23 5 0,-36-5 0,287 47 0,-100-15 0,-182-31 0,15 2 0,27 8 0,-41-8-1365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56 24575,'7'6'0,"0"-1"0,0 0 0,0 0 0,1-1 0,0 0 0,0 0 0,0-1 0,0 0 0,0 0 0,0-1 0,1 0 0,0-1 0,-1 0 0,1 0 0,-1-1 0,1 0 0,0 0 0,-1-1 0,1 0 0,0-1 0,-1 1 0,17-7 0,64-33 0,-64 29 0,0 0 0,37-11 0,-59 22 10,-1 0 0,1 1 0,-1-1 0,1 1 0,-1 0 0,1 0 0,-1 0 0,1 0 0,-1 0 0,1 1 0,3 0 0,-5-1-84,0 1-1,1-1 1,-1 1 0,0 0 0,1 0-1,-1 0 1,0-1 0,0 1 0,0 0-1,0 0 1,0 1 0,0-1 0,0 0-1,0 0 1,0 0 0,0 1 0,0-1-1,-1 0 1,2 3 0,1 7-6752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259 28 24575,'-15'-6'0,"0"1"0,0 1 0,0 0 0,-1 1 0,1 1 0,-21-1 0,30 3 0,1 0 0,0 0 0,-1 1 0,1 0 0,0 0 0,-1 0 0,1 1 0,0-1 0,0 1 0,0 1 0,0-1 0,0 1 0,1-1 0,-1 2 0,1-1 0,0 0 0,0 1 0,0-1 0,0 1 0,1 0 0,-7 9 0,7-9 0,1 0 0,-1 0 0,1 0 0,0 1 0,0-1 0,1 1 0,-1-1 0,1 1 0,0-1 0,0 1 0,0 0 0,1-1 0,0 1 0,0 0 0,0 0 0,0-1 0,1 1 0,-1 0 0,1-1 0,1 1 0,-1-1 0,0 1 0,1-1 0,0 1 0,0-1 0,1 0 0,-1 0 0,1 0 0,0 0 0,0-1 0,4 5 0,10 8 0,26 19 0,-24-20 0,24 23 0,-40-35 0,0 0 0,0 0 0,-1 1 0,0-1 0,1 1 0,-1-1 0,-1 1 0,1 0 0,0 0 0,1 7 0,-2-9 0,-1 1 0,0-1 0,0 1 0,0-1 0,0 1 0,0-1 0,0 1 0,-1-1 0,1 0 0,-1 1 0,0-1 0,0 1 0,1-1 0,-2 0 0,1 0 0,0 1 0,0-1 0,-1 0 0,-1 2 0,-23 25 0,17-20 0,0 1 0,1 0 0,-12 20 0,18-26 0,0 0 0,0 0 0,0 0 0,1 1 0,0-1 0,0 1 0,0-1 0,0 1 0,1-1 0,-1 1 0,1 0 0,1-1 0,-1 1 0,2 7 0,0-4 0,0 0 0,1 0 0,0-1 0,0 1 0,1-1 0,4 8 0,31 38 0,-30-42 0,-1 0 0,0 0 0,0 0 0,-1 1 0,-1 1 0,9 21 0,-14-32 0,-1 1 0,1-1 0,-1 1 0,0-1 0,1 1 0,-1-1 0,0 1 0,-1-1 0,1 1 0,0-1 0,-1 0 0,-1 5 0,-1 0 0,1-1 0,-2 0 0,-4 7 0,6-11 0,0 1 0,0 0 0,0 0 0,0 0 0,1 1 0,-1-1 0,1 0 0,0 1 0,0-1 0,0 1 0,0-1 0,0 1 0,1-1 0,0 1 0,0 6 0,0-9-72,0 1 1,1-1-1,-1 1 0,1-1 0,-1 0 0,1 1 0,-1-1 0,1 0 1,0 1-1,0-1 0,0 0 0,0 0 0,0 1 0,0-1 0,0 0 1,0 0-1,0 0 0,2 1 0,6 2-6754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252 64 24575,'-23'-10'0,"3"-1"0,-2 2 0,1 0 0,-1 2 0,-39-9 0,59 16 0,0-1 0,0 1 0,0 0 0,0 0 0,0 0 0,0 0 0,0 0 0,0 0 0,0 1 0,0-1 0,1 1 0,-1-1 0,0 1 0,0 0 0,0 0 0,0 0 0,1 0 0,-1 0 0,0 0 0,1 0 0,-1 0 0,1 1 0,-1-1 0,1 1 0,0-1 0,-3 4 0,2 0 0,0-1 0,0 1 0,1 0 0,-1 0 0,1 0 0,0 0 0,0 1 0,1-1 0,-1 6 0,2-6 0,-1 0 0,0 0 0,1-1 0,0 1 0,0 0 0,1 0 0,-1-1 0,1 1 0,0-1 0,0 1 0,0-1 0,1 0 0,0 0 0,3 5 0,7 5 0,0 0 0,21 17 0,-5-5 0,-10-9 0,29 19 0,-26-20 0,24 21 0,-41-31 0,1 0 0,-1 0 0,1 0 0,-2 0 0,1 1 0,-1 0 0,0 0 0,4 10 0,-7-15 0,0 0 0,-1-1 0,1 1 0,-1 0 0,1 0 0,-1 0 0,0 0 0,0 0 0,0 0 0,0 0 0,0 1 0,0-1 0,0 0 0,-1 0 0,1-1 0,-1 1 0,1 0 0,-1 0 0,-1 3 0,0-2 0,0-1 0,0 0 0,0 1 0,0-1 0,-1 0 0,1 0 0,0 0 0,-1-1 0,1 1 0,-1-1 0,-5 3 0,-3 0 0,-1 0 0,0-1 0,1-1 0,-1 0 0,-19 1 0,-57-2 0,76-2 0,-1 0 0,0-1 0,1-1 0,-23-7 0,34 10 0,0 0 0,-1 0 0,1-1 0,0 1 0,0-1 0,0 1 0,0-1 0,0 1 0,0-1 0,0 0 0,0 0 0,1 1 0,-1-1 0,0 0 0,0 0 0,0 0 0,1 0 0,-1 0 0,1 0 0,-1 0 0,0 0 0,1 0 0,0 0 0,-1 0 0,1 0 0,-1-2 0,2 1 0,-1 1 0,0-1 0,1 1 0,-1-1 0,1 1 0,0 0 0,-1-1 0,1 1 0,0 0 0,0 0 0,0-1 0,0 1 0,0 0 0,0 0 0,0 0 0,0 0 0,0 0 0,1 0 0,-1 1 0,3-2 0,11-6 22,1 1 0,0 0-1,0 1 1,26-5 0,22-8-1496,-55 16-5352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76 23 24575,'0'-1'0,"0"0"0,0 0 0,0 0 0,0 1 0,-1-1 0,1 0 0,0 0 0,0 0 0,-1 0 0,1 0 0,-1 0 0,1 0 0,0 1 0,-1-1 0,0 0 0,1 0 0,-1 1 0,1-1 0,-1 0 0,0 1 0,1-1 0,-1 1 0,0-1 0,0 0 0,0 1 0,0 0 0,1-1 0,-1 1 0,0 0 0,0-1 0,0 1 0,0 0 0,-2 0 0,2-1 0,0 1 0,-1 0 0,1 0 0,-1 0 0,1 1 0,-1-1 0,1 0 0,-1 1 0,1-1 0,-1 0 0,1 1 0,0 0 0,-1-1 0,1 1 0,0 0 0,0 0 0,-1 0 0,1-1 0,0 1 0,0 0 0,-1 2 0,-1 2 0,-1 1 0,2-1 0,-1 1 0,1-1 0,0 1 0,0 0 0,0 0 0,1 0 0,0 0 0,-1 8 0,1 11 0,3 32 0,0-17 0,-1-14 0,2-1 0,1 1 0,11 35 0,0 7 0,-12-53 0,9 26 0,-10-36 0,0 0 0,0 0 0,0 0 0,1-1 0,0 1 0,-1-1 0,2 0 0,6 8 0,-7-10-72,0 0 1,1-1-1,-1 1 0,0-1 0,1 1 0,-1-1 0,1 0 0,0 0 1,-1-1-1,1 1 0,0-1 0,-1 0 0,1 0 0,0 0 0,-1 0 1,1-1-1,0 1 0,4-3 0,1 0-6754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7 24575,'0'0'0,"0"0"0,0-1 0,0 1 0,0 0 0,0-1 0,0 1 0,0 0 0,-1 0 0,1-1 0,0 1 0,0 0 0,0-1 0,0 1 0,0 0 0,-1 0 0,1-1 0,0 1 0,0 0 0,0 0 0,-1 0 0,1-1 0,0 1 0,0 0 0,-1 0 0,1 0 0,0 0 0,-1 0 0,1-1 0,0 1 0,0 0 0,-1 0 0,1 0 0,0 0 0,-1 0 0,1 0 0,0 0 0,-1 0 0,1 0 0,-1 0 0,-3 13 0,2 22 0,2-35 0,0 269 0,1-257 0,0 1 0,0-1 0,2 0 0,-1 0 0,1 0 0,7 16 0,-7-20 0,0-1 0,1 1 0,0-1 0,0 0 0,1 0 0,0-1 0,0 1 0,0-1 0,1 0 0,10 8 0,-13-12-62,1 0 0,-1 0 0,1-1 0,0 1 0,-1-1 0,1 0 0,0 0 0,0 0 0,0 0 0,0-1 0,0 0 0,0 0-1,0 0 1,0 0 0,0 0 0,0-1 0,-1 0 0,1 0 0,0 0 0,0 0 0,6-3 0,-1-3-6764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263 1 24575,'-27'2'0,"-11"1"0,-2 3 0,3 0 0,6 1 0,6 0 0,4-2 0,4-1 0,2 1 0,3 0-8191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247 9 24575,'-25'-2'0,"-10"-1"0,-2-1 0,6 4 0,5 2 0,5 2 0,3 1 0,3 3 0,1-2 0,1 0 0,2-2-8191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24575,'68'136'0,"-67"-135"0,12 24 0,-13-24 0,1 0 0,0 0 0,0 0 0,0 1 0,0-1 0,0 0 0,0 0 0,0 0 0,0 0 0,0-1 0,1 1 0,-1 0 0,0 0 0,0-1 0,3 2 0,-3-2 0,-1-1 0,1 1 0,-1 0 0,1 0 0,0 0 0,-1 0 0,1 0 0,-1-1 0,1 1 0,-1 0 0,1-1 0,0 1 0,-1 0 0,1-1 0,-1 1 0,0 0 0,1-1 0,-1 1 0,1-1 0,-1 1 0,0-1 0,1 1 0,-1-1 0,0 1 0,1-1 0,-1 0 0,0 1 0,0-1 0,0 1 0,1-1 0,-1 0 0,0 1 0,0-1 0,0 1 0,0-2 0,2-24 0,-2 23 0,-2-30 0,1 26 0,1-1 0,-1 1 0,1-1 0,1 0 0,-1 1 0,1-1 0,3-8 0,-4 15 0,0 0 0,0 0 0,1 0 0,-1 0 0,1 0 0,-1 1 0,1-1 0,-1 0 0,1 0 0,-1 1 0,1-1 0,0 0 0,-1 1 0,1-1 0,0 0 0,0 1 0,-1-1 0,1 1 0,0-1 0,0 1 0,0 0 0,1-1 0,0 1 0,0 0 0,-1 0 0,1 0 0,-1 0 0,1 0 0,-1 1 0,1-1 0,-1 0 0,1 1 0,-1-1 0,0 1 0,3 1 0,3 2 0,0 1 0,-1 0 0,0 0 0,7 6 0,-13-10 0,26 26 0,39 53 0,-64-79-170,1 1-1,-1 0 0,0 0 1,0-1-1,0 1 0,0 0 1,1 4-1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24575,'12'27'0,"5"11"0,-2 2 0,0-3 0,-2-4 0,-2-4 0,-3-6 0,1-3 0,-2-3 0,0-2 0,0-1 0,0-3 0,-1 0 0,-1-1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689 11 24575,'-4'-2'0,"1"1"0,0-1 0,-1 1 0,1 0 0,-1 0 0,0 0 0,1 1 0,-1-1 0,0 1 0,1 0 0,-1 0 0,-6 1 0,3 0 0,0 1 0,-1 1 0,1-1 0,0 1 0,-8 4 0,1-1 0,-1 0 0,1-1 0,-1-1 0,-1 0 0,1-1 0,-19 1 0,-96 0 0,96-4 0,-233-2-1365,236 2-5461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24575,'24'13'0,"0"2"0,-1 0 0,0 2 0,-1 0 0,-2 1 0,36 40 0,-27-23 0,-3 0 0,-1 2 0,33 62 0,-47-75 0,0 1 0,-1 0 0,11 48 0,-18-58 0,0 0 0,-1 0 0,-1 0 0,0 0 0,-1 1 0,-1-1 0,0 0 0,-5 20 0,5-30 11,-1 0 0,0 1 0,0-1 0,0 0 0,-1 0 0,1 0-1,-1 0 1,0 0 0,-1-1 0,-5 6 0,2-3-259,0-1 1,0 0-1,-1-1 1,1 0-1,-14 6 1,6-3-6579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88 24575,'0'-13'0,"0"5"0,-1 1 0,2-1 0,-1 1 0,1-1 0,1 1 0,1-9 0,-3 15 0,1 1 0,-1-1 0,0 0 0,1 0 0,-1 1 0,1-1 0,-1 0 0,1 1 0,-1-1 0,1 0 0,-1 1 0,1-1 0,-1 1 0,1-1 0,0 1 0,0-1 0,-1 1 0,1 0 0,0-1 0,-1 1 0,1 0 0,0-1 0,0 1 0,0 0 0,-1 0 0,1 0 0,0 0 0,0 0 0,0 0 0,0 0 0,-1 0 0,1 0 0,0 0 0,0 0 0,0 0 0,-1 1 0,1-1 0,0 0 0,0 1 0,-1-1 0,2 1 0,4 2 0,0 1 0,0-1 0,10 9 0,-14-10 0,40 31 0,-4-5 0,59 59 0,-95-84 0,1 0 0,-1 0 0,1 0 0,-1 0 0,0 0 0,0 1 0,-1-1 0,3 6 0,-4-8 0,1 0 0,-1 0 0,0 1 0,0-1 0,0 0 0,0 1 0,0-1 0,0 1 0,0-1 0,0 0 0,0 1 0,-1-1 0,1 0 0,0 0 0,-1 1 0,1-1 0,-1 0 0,0 0 0,1 0 0,-1 1 0,0-1 0,0 0 0,0 0 0,1 0 0,-1 0 0,0 0 0,-2 0 0,-6 6 0,0-1 0,-18 9 0,18-11 0,0 1 0,1 0 0,0 0 0,-11 9 0,15-10 0,0 0 0,0 1 0,0 0 0,0-1 0,1 1 0,0 0 0,0 1 0,0-1 0,1 0 0,0 1 0,0 0 0,0-1 0,1 1 0,0 0 0,0 0 0,0 0 0,0 10 0,2-8 0,0 0 0,0 1 0,1-1 0,-1 0 0,2 0 0,-1 0 0,1 0 0,1 0 0,-1-1 0,1 1 0,1-1 0,5 7 0,52 58 0,-47-56 0,1 0 0,-2 2 0,0 0 0,18 32 0,-31-47 0,0-1 0,1 1 0,-1 0 0,-1-1 0,1 1 0,0 0 0,-1 0 0,1 0 0,-1-1 0,0 1 0,0 0 0,0 0 0,0 0 0,-1 0 0,1-1 0,-1 1 0,1 0 0,-1 0 0,0-1 0,0 1 0,-2 3 0,-3 2 0,1 0 0,-1 0 0,-1-1 0,-13 14 0,17-19-34,-8 8-133,0 0 1,0 1 0,1 1-1,0 0 1,1 0 0,1 1-1,-11 20 1,14-21-6660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303 1 24575,'1'1'0,"0"-1"0,0 1 0,0 0 0,0 0 0,-1 0 0,1 0 0,0 0 0,0 0 0,-1 1 0,1-1 0,0 0 0,-1 0 0,1 1 0,-1-1 0,0 0 0,1 0 0,-1 1 0,0-1 0,0 0 0,0 1 0,0-1 0,0 0 0,0 1 0,0-1 0,0 0 0,0 1 0,-1-1 0,1 0 0,-1 2 0,0-1 0,-1 0 0,1-1 0,-1 1 0,1-1 0,-1 0 0,1 1 0,-1-1 0,0 0 0,1 0 0,-1 0 0,0 0 0,0 0 0,0 0 0,0-1 0,0 1 0,0-1 0,0 1 0,-3 0 0,-23 1 0,1-1 0,-37-3 0,5 0 0,-27 2-1365,74 0-5461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204 16 24575,'-22'-3'0,"-10"0"0,-1 0 0,1 0 0,5 2 0,4-1 0,3 2 0,6 0-8191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605 15 24575,'20'-3'0,"16"-5"0,-45 5 0,-9 2 0,-4 2 0,-31 5 0,-2 1 0,-79 7 0,-31 2 0,145-15 0,1 0 0,0 2 0,0 0 0,0 1 0,0 1 0,-29 12 0,46-16 0,0-1 0,1 1 0,-1 0 0,1 0 0,-1 0 0,1 0 0,-1 0 0,1 0 0,0 0 0,-1 1 0,1-1 0,0 0 0,0 1 0,0-1 0,0 1 0,0-1 0,0 1 0,1-1 0,-1 1 0,0 0 0,1-1 0,-1 1 0,1 0 0,0 0 0,0-1 0,-1 4 0,2-2 0,-1-1 0,0 0 0,1 1 0,0-1 0,0 0 0,-1 1 0,1-1 0,1 0 0,-1 0 0,0 0 0,0 0 0,1 0 0,-1 0 0,1 0 0,0 0 0,-1-1 0,1 1 0,0-1 0,2 2 0,7 4 0,0-2 0,0 1 0,0-1 0,1-1 0,15 4 0,62 10 0,-52-13 0,-20-3 0,0 0 0,0 1 0,29 10 0,-45-13 0,0 0 0,0 1 0,1-1 0,-1 1 0,0-1 0,0 1 0,0-1 0,0 1 0,0 0 0,0-1 0,0 1 0,0 0 0,0 0 0,0 0 0,0 0 0,-1 0 0,1 0 0,0 0 0,-1 0 0,1 0 0,0 0 0,-1 0 0,0 0 0,1 0 0,-1 1 0,0-1 0,1 0 0,-1 0 0,0 2 0,0-1 0,-1 0 0,0 0 0,1-1 0,-1 1 0,0 0 0,0-1 0,0 1 0,0-1 0,0 0 0,0 1 0,0-1 0,-1 0 0,1 1 0,0-1 0,-1 0 0,1 0 0,-1 0 0,1 0 0,-4 1 0,-89 38 0,62-27 0,-60 32 0,81-38 0,-51 34 0,56-37 0,1 0 0,0 1 0,0 0 0,1 0 0,-1 0 0,1 0 0,0 1 0,-5 9 0,8-14 0,1 1 0,-1-1 0,0 1 0,0-1 0,1 1 0,-1 0 0,1-1 0,0 1 0,-1-1 0,1 1 0,0 0 0,0-1 0,0 1 0,0 0 0,0-1 0,1 1 0,-1 0 0,0-1 0,1 1 0,-1-1 0,1 1 0,0-1 0,-1 1 0,1-1 0,0 1 0,0-1 0,0 1 0,0-1 0,0 0 0,0 0 0,0 1 0,1-1 0,-1 0 0,0 0 0,1 0 0,-1-1 0,0 1 0,1 0 0,2 1 0,6 1 0,0 1 0,0-1 0,1-1 0,-1 0 0,11 0 0,-12 0 0,46 3 0,0-2 0,81-5 0,109-23 0,-206 20 0,-1 0-95,-3 2-540,62-15 0,-84 14-6191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1 24575,'-1'2'0,"-1"0"0,1 0 0,-1 0 0,1 1 0,0-1 0,0 1 0,0-1 0,0 1 0,0-1 0,1 1 0,-1-1 0,1 1 0,0 0 0,0-1 0,0 1 0,0 0 0,0 2 0,1 7 0,1 0 0,4 15 0,-5-25 0,9 31 0,-9-31 0,-1 0 0,1 0 0,0 0 0,0 0 0,0-1 0,0 1 0,0 0 0,0-1 0,1 1 0,-1 0 0,1-1 0,-1 0 0,1 1 0,1 0 0,-2-2 0,0 1 0,-1-1 0,1 0 0,0 0 0,0 0 0,-1 0 0,1-1 0,0 1 0,-1 0 0,1 0 0,0 0 0,-1-1 0,1 1 0,0 0 0,-1-1 0,1 1 0,0 0 0,-1-1 0,1 1 0,-1-1 0,1 1 0,-1-1 0,1 1 0,-1-1 0,1 1 0,-1-1 0,1 0 0,-1 1 0,0-1 0,1-1 0,11-23 0,-11 21 0,9-34 0,-9 32 0,0 0 0,0 1 0,1-1 0,-1 1 0,1-1 0,1 1 0,-1 0 0,1 0 0,-1 0 0,2 0 0,4-7 0,-7 11 0,0 1 0,1-1 0,-1 0 0,0 1 0,1-1 0,-1 0 0,1 1 0,-1 0 0,0-1 0,1 1 0,-1 0 0,1 0 0,-1-1 0,1 1 0,-1 0 0,1 1 0,-1-1 0,1 0 0,-1 0 0,1 1 0,-1-1 0,1 1 0,-1-1 0,0 1 0,1-1 0,-1 1 0,2 1 0,6 4 0,-1-1 0,16 14 0,-16-13 0,26 23 0,63 46 0,-90-70-105,-4-3-35,-1-1 0,1 1 0,0 0 0,-1 0 0,0 0 0,1 0 0,-1 0 0,3 4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16 24575,'0'-2'0,"1"1"0,-1 1 0,1-1 0,0 0 0,-1 0 0,1 0 0,0 0 0,0 0 0,-1 1 0,1-1 0,0 0 0,0 0 0,0 1 0,0-1 0,0 1 0,0-1 0,0 1 0,0-1 0,0 1 0,0 0 0,0 0 0,0-1 0,1 1 0,1 0 0,0 0 0,-1 0 0,1 1 0,-1-1 0,1 1 0,-1-1 0,1 1 0,-1 0 0,4 2 0,3 2 0,0 1 0,0-1 0,-1 2 0,8 6 0,36 37 0,-21-20 0,44 34 0,-58-51-115,6 3-510,34 21 0,-48-33-6201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207 0 24575,'-22'22'0,"-9"10"0,-1 2 0,7-3 0,4-3 0,6-5 0,3-4 0,1-2 0,2-2 0,1-3 0,1-1 0,0-3 0,0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160 1 24575,'-13'6'0,"0"1"0,1 1 0,0 0 0,0 1 0,1 0 0,0 1 0,0 0 0,1 1 0,-9 12 0,15-16 0,-1-1 0,1 1 0,1-1 0,-1 1 0,1 1 0,1-1 0,-1 0 0,1 1 0,0-1 0,1 1 0,0-1 0,0 1 0,1 0 0,0 0 0,0-1 0,0 1 0,1 0 0,4 14 0,1-4 0,1 0 0,18 33 0,-18-38 0,-1-1 0,0 1 0,0 0 0,-2 1 0,1-1 0,-2 1 0,3 17 0,-3 25 0,-3-32 0,6 38 0,-3-40 0,-2-13 0,0-1 0,1 0 0,0 0 0,0 0 0,4 8 0,-5-13 0,0-1 0,1 0 0,-1 0 0,1 0 0,-1 1 0,1-1 0,0-1 0,0 1 0,0 0 0,0 0 0,0-1 0,0 1 0,0-1 0,1 0 0,-1 0 0,0 1 0,1-2 0,-1 1 0,1 0 0,3 0 0,15 2 0,-1-2 0,1 0 0,-1-1 0,30-4 0,-47 4 9,0-1-1,-1 1 1,1-1-1,0 0 1,0 0 0,0 0-1,-1 0 1,1 0-1,-1 0 1,1-1-1,-1 1 1,1-1-1,2-3 1,-3 4-80,-1 0 1,0-1-1,0 1 0,0-1 0,0 0 1,0 1-1,0-1 0,0 0 1,-1 0-1,1 1 0,0-1 0,-1 0 1,0 0-1,1 0 0,-1 0 1,0 0-1,0 0 0,0 1 0,0-1 1,-1-3-1,-1-7-6755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 24575,'0'8'0,"1"0"0,1 0 0,0 0 0,0 0 0,0 0 0,1 0 0,1-1 0,-1 1 0,1-1 0,0 0 0,7 9 0,-7-10 0,0-1 0,1 1 0,-1-1 0,1 0 0,0 0 0,1 0 0,-1-1 0,1 0 0,0 0 0,0 0 0,1-1 0,-1 0 0,1 0 0,8 3 0,-14-6 0,0 0 0,0 0 0,0 0 0,0 1 0,0-1 0,0 0 0,0 0 0,0-1 0,0 1 0,0 0 0,0 0 0,0 0 0,0-1 0,0 1 0,0 0 0,0-1 0,0 1 0,0-1 0,0 1 0,0-1 0,0 0 0,-1 1 0,1-1 0,0 0 0,0 0 0,-1 1 0,1-1 0,0 0 0,-1 0 0,1 0 0,-1 0 0,1 0 0,-1 0 0,0 0 0,1 0 0,-1 0 0,0 0 0,0 0 0,1-1 0,0-6 0,-1 0 0,1 0 0,-1 0 0,-1-9 0,0 7 0,0-2 0,1 4 0,-1 1 0,1-1 0,0 1 0,1-1 0,1-9 0,-2 16 0,1 0 0,-1 0 0,1-1 0,-1 1 0,0 0 0,1 0 0,0 0 0,-1 0 0,1 0 0,0 0 0,-1 0 0,1 0 0,0 0 0,0 0 0,0 1 0,0-1 0,0 0 0,0 0 0,0 1 0,0-1 0,0 1 0,0-1 0,0 1 0,0-1 0,1 1 0,-1 0 0,0 0 0,0-1 0,0 1 0,1 0 0,-1 0 0,0 0 0,0 0 0,0 0 0,1 1 0,-1-1 0,0 0 0,0 0 0,2 1 0,6 3 0,1 0 0,-1 0 0,0 1 0,-1 0 0,15 10 0,6 4 0,-11-8 0,0-1 0,-2 2 0,28 24 0,-43-35-114,0-1 62,-1 1 0,0-1 0,0 0 0,1 1 0,-1-1 0,0 0-1,1 0 1,-1 1 0,0-1 0,1 0 0,-1 0 0,0 1 0,1-1-1,-1 0 1,0 0 0,1 0 0,-1 0 0,1 0 0,-1 1 0,0-1-1,1 0 1,-1 0 0,1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59 24575,'2'-5'0,"1"0"0,1 1 0,-1-1 0,1 1 0,-1-1 0,1 1 0,1 1 0,-1-1 0,0 0 0,1 1 0,5-3 0,-7 5 0,-1 0 0,1 0 0,0 0 0,0 0 0,0 1 0,0-1 0,-1 1 0,1 0 0,0 0 0,0 0 0,0 0 0,0 0 0,0 1 0,0-1 0,0 1 0,0 0 0,-1 0 0,1 0 0,0 0 0,-1 0 0,1 0 0,-1 1 0,3 1 0,36 27 0,41 39 0,-50-42 0,-29-23 0,1-1 0,0 1 0,-1 0 0,0 0 0,1 0 0,-2 0 0,1 0 0,0 1 0,-1-1 0,0 1 0,2 6 0,-1-2 0,-2 0 0,1 1 0,-1-1 0,-1 0 0,0 13 0,-2 6 0,-12 54 0,8-53 0,-3 46 0,9-67 0,0-1 0,1 1 0,0 0 0,0 0 0,1 0 0,0-1 0,0 1 0,6 11 0,3 3 0,19 29 0,-18-32 0,-11-16 0,1-1 0,0 1 0,-1 0 0,0 0 0,0 0 0,1 0 0,-2 0 0,1 0 0,1 6 0,-2-8 0,-1 0 0,1 0 0,0 0 0,0 0 0,-1 0 0,1 0 0,0 0 0,-1 0 0,1 0 0,-1 0 0,1 0 0,-1 0 0,1 0 0,-1 0 0,0 0 0,0-1 0,1 1 0,-1 0 0,0 0 0,0-1 0,0 1 0,0 0 0,0-1 0,0 1 0,0-1 0,0 0 0,0 1 0,0-1 0,0 0 0,-2 1 0,-13 3-455,0-1 0,-19 2 0,19-4-6371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105 188 24575,'51'1'0,"58"-2"0,-100 0 0,0-1 0,0 1 0,0-2 0,-1 1 0,1-1 0,-1 0 0,15-8 0,-20 9 0,-1 1 0,1-1 0,-1 0 0,0 0 0,0 0 0,0 0 0,0 0 0,0 0 0,0-1 0,0 1 0,-1 0 0,2-4 0,-2 4 0,-1 0 0,1 0 0,-1 0 0,1 0 0,-1 0 0,0 0 0,0 0 0,0 0 0,0 0 0,0-1 0,0 1 0,-1 0 0,1 0 0,-1 0 0,0 0 0,1 0 0,-1 0 0,-2-3 0,1 2 0,0 0 0,0 0 0,-1 0 0,1 0 0,-1 0 0,1 0 0,-1 1 0,0-1 0,0 1 0,-1 0 0,1 0 0,-4-2 0,-7-2 0,-25-9 0,13 6 0,13 4 0,0 1 0,0 0 0,0 1 0,0 0 0,0 1 0,-1 1 0,-18 0 0,26 1 0,1 0 0,-1 1 0,1 0 0,0 0 0,-1 0 0,1 1 0,0-1 0,-1 1 0,1 1 0,0-1 0,1 1 0,-1-1 0,0 2 0,1-1 0,0 0 0,-1 1 0,1 0 0,1 0 0,-1 0 0,-5 8 0,5-6 0,1 0 0,0 1 0,0 0 0,1 0 0,-1-1 0,2 1 0,-1 1 0,1-1 0,0 0 0,0 0 0,1 0 0,0 1 0,0-1 0,1 0 0,-1 0 0,2 0 0,-1 1 0,1-1 0,0 0 0,1-1 0,0 1 0,0 0 0,0-1 0,0 0 0,1 1 0,1-2 0,-1 1 0,1 0 0,-1-1 0,11 9 0,-1-4 0,-1-1 0,1-1 0,0 0 0,1-1 0,0 0 0,0-2 0,0 1 0,27 4 0,-2-3 0,0-1 0,53-1 0,-84-4-109,3-1 190,0 0 0,12-1 0,-21 0-181,-1 1 0,1-1 0,0 1 0,-1-1 0,1 0 0,0 0 0,-1 0 0,1 0 0,-1 0 1,0-1-1,1 1 0,-1-1 0,0 0 0,3-2 0,1-4-6726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338 1 24575,'-22'0'0,"-10"0"0,-2 0 0,3 2 0,4 1 0,3 3 0,5 0 0,2-1 0,2-2 0,1 0 0,0-2 0,0 2 0,-2 0 0,-1 0 0,0 0 0,3-4 0,3-2-8191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138 16 24575,'-2'-2'0,"-1"0"0,0-1 0,1 2 0,-1-1 0,-5-3 0,8 5 0,0 0 0,-1 0 0,1 0 0,0 0 0,0 0 0,0 0 0,0-1 0,0 1 0,-1 0 0,1 0 0,0 0 0,0 0 0,0 0 0,0 0 0,-1 0 0,1 0 0,0 0 0,0 0 0,0 0 0,-1 0 0,1 0 0,0 0 0,0 0 0,0 0 0,0 1 0,-1-1 0,1 0 0,0 0 0,0 0 0,0 0 0,0 0 0,0 0 0,-1 0 0,1 0 0,0 1 0,0-1 0,0 0 0,0 0 0,4 14 0,22 34 0,20 35 0,76 129 0,-118-206 0,0 1 0,-1-1 0,1 1 0,-2 0 0,5 15 0,-6-21 0,-1 1 0,0-1 0,0 0 0,0 0 0,0 0 0,1 0 0,-2 0 0,1 1 0,0-1 0,0 0 0,0 0 0,0 0 0,-1 0 0,1 0 0,-1 1 0,1-1 0,-1 0 0,1 0 0,-1 0 0,1 0 0,-1 0 0,0-1 0,0 1 0,0 0 0,1 0 0,-1 0 0,0-1 0,0 1 0,0 0 0,0-1 0,0 1 0,0-1 0,0 1 0,0-1 0,0 1 0,-1-1 0,1 0 0,0 0 0,0 1 0,-1-1 0,-10 1 0,1 0 0,0-1 0,-1 0 0,1-1 0,0 0 0,0 0 0,-17-6 0,-75-28 0,90 30 0,0-1 0,-13-8 0,21 11 0,1 0 0,-1 0 0,1 0 0,0-1 0,0 1 0,1-1 0,-1 0 0,-5-8 0,9 11 0,-1 0 0,1 0 0,-1 0 0,0 0 0,1 0 0,0 0 0,-1-1 0,1 1 0,0 0 0,0 0 0,-1 0 0,1-1 0,0 1 0,0 0 0,0 0 0,1-1 0,-1 1 0,0 0 0,0 0 0,1 0 0,-1-1 0,1-1 0,1 1 0,-1 0 0,1 0 0,-1 0 0,1 0 0,0 1 0,0-1 0,-1 0 0,1 1 0,0-1 0,4-1 0,3-2 0,1 1 0,0 0 0,-1 0 0,14-2 0,-9 3-151,-1 0-1,1-1 0,-1 0 0,0-1 1,-1-1-1,1 0 0,-1-1 1,21-15-1,-24 14-6674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23 24575,'5'-7'0,"1"0"0,-2 0 0,-2 5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0 319 24575,'21'7'0,"-2"0"0,-1-1 0,1-1 0,0 0 0,0-1 0,33 1 0,-49-5 0,0 0 0,1-1 0,-1 0 0,0 0 0,0 0 0,1 0 0,-1 0 0,0 0 0,4-3 0,-6 3 0,-1 1 0,1-1 0,-1 1 0,1-1 0,0 1 0,-1-1 0,1 1 0,-1-1 0,1 1 0,-1-1 0,1 0 0,-1 1 0,0-1 0,1 0 0,-1 0 0,0 1 0,0-1 0,1-1 0,-1 1 0,0 1 0,-1-1 0,1 0 0,0 0 0,0 1 0,0-1 0,-1 0 0,1 0 0,-1 1 0,1-1 0,0 0 0,-1 1 0,1-1 0,-1 1 0,1-1 0,-1 0 0,0 1 0,1-1 0,-1 1 0,1 0 0,-1-1 0,-1 0 0,-38-23 0,26 16 0,1 1 0,0-2 0,1 0 0,-22-20 0,29 23 0,0 0 0,0 1 0,1-2 0,0 1 0,1 0 0,-1-1 0,1 0 0,1 0 0,-1 1 0,1-2 0,-1-7 0,2 11 0,0 0 0,1 0 0,0 0 0,0 0 0,0 0 0,0 0 0,1 1 0,-1-1 0,1 0 0,0 0 0,0 1 0,1-1 0,-1 0 0,1 1 0,-1-1 0,1 1 0,0 0 0,1-1 0,-1 1 0,0 0 0,1 0 0,4-4 0,3 1 0,0-1 0,0 1 0,0 0 0,0 1 0,1 1 0,0-1 0,0 2 0,0-1 0,0 2 0,14-3 0,10 1 0,1 2 0,35 1 0,-64 1 0,1 1 0,-1-1 0,0 1 0,0 1 0,0-1 0,0 1 0,0 1 0,6 2 0,-11-4 0,0 0 0,0 0 0,0 0 0,0 0 0,0 1 0,-1-1 0,1 1 0,0-1 0,-1 1 0,1-1 0,-1 1 0,0 0 0,0 0 0,0 0 0,0 0 0,0 0 0,0 0 0,0 0 0,0 0 0,-1 0 0,1 0 0,-1 0 0,1 0 0,-1 0 0,0 1 0,0-1 0,0 0 0,0 0 0,-1 4 0,-2 6 0,-1 0 0,0-1 0,0 0 0,-10 16 0,-8 22 0,20-43 0,1-1 0,-1 0 0,1 1 0,0-1 0,1 1 0,-1-1 0,1 10 0,1-13 0,-1 0 0,0-1 0,0 1 0,1 0 0,-1 0 0,1 0 0,0 0 0,-1 0 0,1 0 0,0-1 0,0 1 0,0 0 0,1-1 0,-1 1 0,0 0 0,0-1 0,1 0 0,-1 1 0,1-1 0,-1 0 0,1 0 0,0 0 0,-1 0 0,1 0 0,0 0 0,0 0 0,0 0 0,0-1 0,3 1 0,5 1 0,0-1 0,0-1 0,0 1 0,19-3 0,-5 0 0,-11 2-341,1-1 0,0 0-1,23-6 1,-28 4-6485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 24575,'0'0'0,"1"-1"0,-1 1 0,0 0 0,0 0 0,0 0 0,0 0 0,0-1 0,1 1 0,-1 0 0,0 0 0,0 0 0,0 0 0,1 0 0,-1 0 0,0 0 0,0 0 0,0-1 0,1 1 0,-1 0 0,0 0 0,0 0 0,0 0 0,1 0 0,-1 0 0,0 0 0,0 0 0,1 0 0,-1 0 0,0 0 0,0 1 0,0-1 0,1 0 0,-1 0 0,0 0 0,0 0 0,5 8 0,-3 13 0,-2-21 0,1 12 0,0-1 0,1 1 0,0-1 0,1 0 0,0 0 0,0 0 0,7 13 0,41 85 0,-51-108-32,0-1-1,0 0 1,0 0-1,1 0 1,-1 0-1,0 0 1,0 0-1,0 1 1,0-1-1,0 0 1,1 0-1,-1 0 1,0 0-1,0 1 1,0-1-1,0 0 1,0 0-1,0 0 1,0 0-1,0 1 1,0-1-1,0 0 1,0 0-1,0 0 1,0 1-1,0-1 1,0 0-1,0 0 1,0 0-1,0 1 1,0-1-1,0 0 1,0 0-1,0 0 1,0 0-1,0 1 1,-1-1-1,1 0 0,0 0 1,0 0-1,0 1 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475 60 24575,'-1'-3'0,"0"1"0,0-1 0,0 1 0,0 0 0,-1-1 0,1 1 0,-1 0 0,0 0 0,0 0 0,0 0 0,0 0 0,0 1 0,0-1 0,0 1 0,0-1 0,-1 1 0,1 0 0,-1-1 0,1 1 0,-5-1 0,-4 0 0,0-1 0,-1 2 0,-18-2 0,2 1 0,-22-3 0,0 2 0,-75 4 0,102 2-455,0 1 0,-32 9 0,41-9-6371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56 24575,'21'23'0,"-12"-12"0,18 15 0,-17-18 0,20 12 0,-28-18 0,0-1 0,1 1 0,-1-1 0,1 0 0,0 0 0,-1 0 0,1 0 0,0-1 0,0 1 0,0-1 0,-1 0 0,1 1 0,0-1 0,4-1 0,-6 1 0,1-1 0,-1 1 0,0-1 0,0 1 0,0-1 0,0 0 0,0 1 0,0-1 0,0 0 0,0 0 0,-1 0 0,1 0 0,0 0 0,0 0 0,-1 0 0,1 0 0,0 0 0,-1 0 0,1 0 0,-1 0 0,0 0 0,1 0 0,-1-1 0,0 1 0,0 0 0,1-2 0,-1-5 0,1 0 0,-2-16 0,1 7 0,0 13 0,0 0 0,1-1 0,-1 1 0,1 0 0,0 0 0,0 0 0,1 0 0,-1 0 0,1 0 0,0 0 0,4-6 0,-5 9 0,0-1 0,0 1 0,1 0 0,-1 0 0,1-1 0,-1 1 0,0 0 0,1 0 0,0 0 0,-1 1 0,1-1 0,-1 0 0,1 1 0,0-1 0,0 1 0,-1-1 0,1 1 0,0 0 0,0-1 0,0 1 0,-1 0 0,1 0 0,0 1 0,0-1 0,0 0 0,-1 1 0,1-1 0,0 1 0,2 0 0,14 7 0,-1 1 0,0 0 0,-1 2 0,22 15 0,4 4 0,-37-26-170,0 0-1,0 0 0,0 0 1,0 1-1,-1-1 0,0 1 1,7 11-1,-4-5-6655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317 0 24575,'14'2'0,"-11"1"0,-9 1 0,-7-1 0,1-1 0,-1 0 0,1-1 0,-1 0 0,0-1 0,-17-2 0,-4 1 0,-17 2 0,-45-3 0,68-3-1365,16 2-5461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332 26 24575,'-1'-1'0,"-1"-1"0,1 0 0,0 0 0,0 1 0,-1-1 0,1 1 0,-1-1 0,1 1 0,-1 0 0,0-1 0,1 1 0,-1 0 0,0 0 0,0 0 0,0 0 0,0 1 0,0-1 0,0 0 0,0 1 0,0-1 0,0 1 0,0 0 0,-3 0 0,-5 0 0,-1 0 0,1 1 0,-17 3 0,-5 1 0,-103-3-52,87-3-1261,34 1-5513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65 121 24575,'-5'-16'0,"0"0"0,0 1 0,-2 0 0,0 0 0,-11-18 0,17 33 0,1-1 0,0 0 0,-1 1 0,1-1 0,0 0 0,-1 1 0,1-1 0,-1 1 0,1-1 0,-1 1 0,1-1 0,-1 1 0,0-1 0,1 1 0,-1 0 0,0-1 0,1 1 0,-1 0 0,0 0 0,1-1 0,-1 1 0,-1 0 0,1 0 0,1 1 0,0-1 0,0 1 0,-1-1 0,1 1 0,0-1 0,0 1 0,0-1 0,-1 1 0,1-1 0,0 1 0,0-1 0,0 1 0,0-1 0,0 1 0,0-1 0,0 1 0,0-1 0,0 1 0,0 0 0,0-1 0,1 1 0,-1-1 0,0 1 0,0-1 0,0 1 0,1-1 0,-1 0 0,0 1 0,1-1 0,0 1 0,5 14 0,2-1 0,0-1 0,19 24 0,35 33 0,-9-11 0,46 63 0,87 100 0,-127-148 0,-15-18 0,-32-38 0,-11-15 0,1 0 0,-1 0 0,1 0 0,0-1 0,0 1 0,0-1 0,0 1 0,5 3 0,-7-6 0,0 0 0,1 0 0,-1 0 0,0 0 0,0 0 0,0 0 0,0 0 0,0 0 0,0 1 0,0-1 0,0 0 0,0 0 0,0 0 0,0 0 0,1 0 0,-1 0 0,0 0 0,0 0 0,0 0 0,0 0 0,0 0 0,0 0 0,0 0 0,0 0 0,0 0 0,1 0 0,-1 0 0,0 0 0,0 0 0,0 0 0,0 0 0,0 0 0,0 0 0,0 0 0,0-1 0,0 1 0,0 0 0,1 0 0,-1 0 0,0 0 0,0 0 0,0 0 0,0 0 0,0 0 0,0 0 0,0 0 0,0 0 0,0 0 0,0-1 0,0 1 0,0 0 0,0 0 0,0 0 0,0 0 0,0 0 0,0 0 0,0 0 0,-1-9 0,-7-9 0,-7-6-1365,9 14-5461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266 64 24575,'-5'-11'0,"0"0"0,0 1 0,-11-17 0,15 27 0,1 0 0,0-1 0,0 1 0,0 0 0,0 0 0,-1-1 0,1 1 0,0 0 0,0 0 0,0 0 0,-1-1 0,1 1 0,0 0 0,-1 0 0,1 0 0,0 0 0,0-1 0,-1 1 0,1 0 0,0 0 0,-1 0 0,1 0 0,0 0 0,-1 0 0,1 0 0,0 0 0,-1 0 0,1 0 0,0 0 0,0 0 0,-1 0 0,1 0 0,0 0 0,-1 0 0,1 1 0,0-1 0,-1 0 0,1 0 0,0 0 0,0 0 0,-1 1 0,1-1 0,0 0 0,0 0 0,-1 0 0,1 1 0,0-1 0,0 0 0,0 0 0,0 1 0,-1-1 0,1 0 0,0 1 0,0-1 0,0 0 0,0 1 0,0-1 0,0 0 0,0 0 0,0 1 0,-9 27 0,7-19 0,-7 15 0,-22 44 0,24-54 0,0 1 0,2-1 0,-1 1 0,2 0 0,-5 27 0,-3 79 0,11-99 0,-1-1 0,-1 0 0,-1 0 0,-1 0 0,-1-1 0,0 1 0,-2-1 0,0-1 0,-21 36 0,27-52 16,-1 0 0,0 0-1,0 0 1,0 0 0,-6 3-1,6-4-161,1-1 0,0 1 1,-1 0-1,1 0 0,0 1 0,0-1 0,0 0 0,0 1 0,-3 4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173 26 24575,'-1'-2'0,"1"0"0,-1 0 0,0 0 0,0 0 0,0 0 0,0 0 0,0 0 0,0 0 0,-3-3 0,4 5 0,0-1 0,-1 1 0,1 0 0,0 0 0,-1 0 0,1-1 0,0 1 0,-1 0 0,1 0 0,0 0 0,-1 0 0,1 0 0,0-1 0,-1 1 0,1 0 0,0 0 0,-1 0 0,1 0 0,0 0 0,-1 0 0,1 0 0,-1 0 0,0 1 0,1-1 0,-1 0 0,0 1 0,0-1 0,1 1 0,-1 0 0,1-1 0,-1 1 0,0 0 0,1-1 0,-1 1 0,1 0 0,-1-1 0,1 1 0,-1 1 0,-11 25 0,-11 39 0,1-3 0,11-36 0,-8 20 0,-25 94 0,40-126 0,1 0 0,1 0 0,1 0 0,0 1 0,1-1 0,0 0 0,2 0 0,0 0 0,0 0 0,9 28 0,-3-22 24,1-1 0,0 0 0,2 0 0,23 33 0,-25-41-189,1-1 0,0 0 0,0 0 0,1-1 0,1 0 0,0-1 0,0 0 0,15 7 0,-15-10-6661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3 230 24575,'205'-83'0,"-200"81"0,-1 0 0,1 0 0,-1 0 0,0 0 0,0-1 0,0 1 0,0-1 0,4-5 0,-7 7 0,0 0 0,0 0 0,0 0 0,0 0 0,0 0 0,0 0 0,-1-1 0,1 1 0,0 0 0,-1 0 0,1-1 0,-1 1 0,1-1 0,-1 1 0,0 0 0,0-1 0,0 1 0,1-1 0,-2 1 0,1-1 0,0 1 0,0 0 0,0-1 0,0 1 0,-1-1 0,1 1 0,-1 0 0,1-1 0,-1 1 0,0 0 0,-1-2 0,-2-3 0,0 1 0,-1 0 0,0 0 0,0 0 0,0 0 0,-1 1 0,1 0 0,-1 0 0,0 1 0,0 0 0,-9-4 0,3 3 0,1 0 0,0 0 0,-1 1 0,0 1 0,-21-2 0,29 4 0,0 0 0,1 0 0,-1 0 0,1 0 0,-1 1 0,0-1 0,1 1 0,0 0 0,-1 0 0,1 0 0,-1 1 0,1-1 0,0 1 0,0 0 0,0 0 0,0 0 0,0 0 0,0 1 0,1-1 0,-1 1 0,1-1 0,-1 1 0,1 0 0,0 0 0,0 0 0,1 0 0,-1 0 0,1 1 0,-1-1 0,1 1 0,0-1 0,0 0 0,0 1 0,1 0 0,-1-1 0,1 1 0,0 5 0,0 0 0,0 1 0,1 0 0,0 0 0,1 0 0,0-1 0,1 1 0,0-1 0,0 0 0,1 0 0,0 0 0,0 0 0,1 0 0,9 10 0,-5-7 0,1-1 0,0 0 0,1 0 0,0-1 0,1 0 0,0-1 0,1-1 0,15 8 0,-7-7 0,0-1 0,0 0 0,1-2 0,0-1 0,41 4 0,-56-8 0,-1 1 0,0-1 0,0-1 0,0 1 0,0-1 0,0 0 0,-1-1 0,1 1 0,0-1 0,7-2 0,-7-2-1365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42 15 24575,'-3'-2'0,"0"0"0,0 0 0,0 0 0,-1 0 0,-5-2 0,8 4 0,1 0 0,0 0 0,-1 0 0,1-1 0,-1 1 0,1 0 0,-1 0 0,1 0 0,-1 0 0,1 0 0,-1 0 0,1 0 0,-1 0 0,1 0 0,-1 1 0,1-1 0,-1 0 0,1 0 0,-1 0 0,1 1 0,-1-1 0,1 0 0,0 0 0,-1 1 0,1-1 0,-1 0 0,1 1 0,0-1 0,-1 0 0,1 1 0,0-1 0,0 1 0,-1-1 0,1 0 0,0 1 0,0-1 0,-1 1 0,1-1 0,0 1 0,0-1 0,0 1 0,0-1 0,0 1 0,0-1 0,0 1 0,0-1 0,0 1 0,0-1 0,0 1 0,0-1 0,0 1 0,0-1 0,1 1 0,1 11 0,1 0 0,0 0 0,1-1 0,1 0 0,-1 0 0,12 19 0,-2-3 0,83 153 0,-8-17 0,-85-156 0,-3-4 0,1 0 0,0 0 0,-1 0 0,1 0 0,-1 1 0,0-1 0,0 0 0,-1 1 0,1-1 0,-1 1 0,1 3 0,-1-7 0,0 1 0,-1-1 0,1 1 0,0-1 0,0 1 0,0-1 0,-1 1 0,1-1 0,0 1 0,0-1 0,-1 0 0,1 1 0,0-1 0,-1 0 0,1 1 0,0-1 0,-1 0 0,1 1 0,-1-1 0,1 0 0,-1 0 0,1 0 0,0 1 0,-1-1 0,1 0 0,-1 0 0,1 0 0,-1 0 0,1 0 0,-1 0 0,1 0 0,-1 0 0,1 0 0,-1 0 0,1 0 0,-1 0 0,1 0 0,-1 0 0,1 0 0,-1-1 0,1 1 0,-1 0 0,-21-10 0,21 10 0,-21-14 0,0-1 0,1-2 0,0 0 0,2 0 0,-19-22 0,29 29 0,1 0 0,-1-1 0,-11-20 0,18 28 0,1 0 0,-1-1 0,0 1 0,1 0 0,0-1 0,0 1 0,0-1 0,0 1 0,0-1 0,1 0 0,0 1 0,0-1 0,0 0 0,0 1 0,0-1 0,1 1 0,-1-1 0,3-5 0,-2 6 0,1 1 0,-1 0 0,1 0 0,0 0 0,-1 0 0,1 0 0,0 0 0,1 0 0,-1 1 0,0-1 0,0 1 0,1-1 0,-1 1 0,0 0 0,1 0 0,0 0 0,-1 0 0,1 0 0,-1 1 0,4-1 0,8-1 0,0 1 0,22 0 0,-27 1 0,40 1-1365,-36 0-5461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 24575,'5'-5'0,"1"1"0,1 4 0,0 3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1 126 24575,'0'3'0,"0"-1"0,1 0 0,-1 1 0,1-1 0,0 0 0,0 0 0,0 0 0,0 1 0,0-1 0,0 0 0,0 0 0,4 3 0,21 22 0,-22-23 0,8 7 0,0-1 0,0 0 0,1-1 0,24 13 0,-30-19 0,1 1 0,-1-1 0,1 0 0,0-1 0,0 0 0,0 0 0,1-1 0,-1 0 0,0-1 0,14 0 0,-19 0 0,-1 0 0,1-1 0,-1 1 0,0-1 0,1 1 0,-1-1 0,0 0 0,0 0 0,1 0 0,-1-1 0,0 1 0,0 0 0,0-1 0,0 1 0,0-1 0,-1 0 0,1 1 0,0-1 0,-1 0 0,1 0 0,-1 0 0,0 0 0,2-4 0,-1 2 0,-1-1 0,0 1 0,0 0 0,0-1 0,0 1 0,-1-1 0,1 1 0,-1-1 0,0 1 0,-1-1 0,-1-8 0,2 13 0,0-1 0,0 1 0,0 0 0,-1-1 0,1 1 0,0-1 0,0 1 0,0 0 0,0-1 0,0 1 0,0-1 0,0 1 0,0 0 0,0-1 0,0 1 0,0-1 0,0 1 0,1 0 0,-1-1 0,0 1 0,0-1 0,0 1 0,0 0 0,1-1 0,-1 1 0,0 0 0,0-1 0,1 1 0,-1 0 0,0-1 0,1 1 0,-1 0 0,0 0 0,1-1 0,-1 1 0,0 0 0,1 0 0,-1 0 0,0-1 0,1 1 0,-1 0 0,1 0 0,-1 0 0,0 0 0,1 0 0,-1 0 0,1 0 0,-1 0 0,1 0 0,-1 0 0,0 0 0,1 0 0,-1 0 0,1 0 0,-1 1 0,0-1 0,1 0 0,-1 0 0,1 0 0,-1 1 0,30 13 0,-24-11 0,13 7 0,-9-4 0,1-1 0,-1 1 0,2-2 0,-1 0 0,18 5 0,-26-9 0,0 1 0,-1-1 0,1 0 0,0 0 0,0 0 0,0 0 0,-1-1 0,1 1 0,0-1 0,0 0 0,-1 0 0,1 1 0,-1-2 0,1 1 0,-1 0 0,1 0 0,-1-1 0,1 0 0,-1 1 0,0-1 0,0 0 0,0 0 0,0 0 0,0 0 0,-1 0 0,1-1 0,-1 1 0,1 0 0,1-4 0,-1 1 6,0 1 0,-1-1 0,1 0 0,-1 0 0,0 0 0,0 1 0,0-1 0,-1 0 0,0 0 0,0 0 0,0 0 0,0 0 0,-1 0 0,0 0 0,0 0 0,0 0 0,-1 0 0,1 1 0,-4-7 0,2 4-130,-1 0 0,0 0 1,-1 0-1,0 1 0,0 0 0,0 0 1,0 0-1,-1 0 0,0 1 0,0 0 1,-9-6-1,6 6-6702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24575,'25'8'0,"-1"2"0,0 0 0,0 2 0,38 25 0,-47-26 0,-2 0 0,1 0 0,-2 2 0,0-1 0,0 2 0,-1-1 0,-1 2 0,10 16 0,-7-6 0,-1 0 0,-1 1 0,-1 0 0,-1 1 0,7 40 0,-11-34 0,0-1 0,-3 1 0,0 0 0,-5 45 0,2-64 0,-2 1 0,1 0 0,-2-1 0,0 0 0,-1 0 0,0 0 0,-1-1 0,0 1 0,-1-2 0,-1 1 0,0-1 0,-1 0 0,0 0 0,-1-1 0,0 0 0,-23 18 0,21-19-1365,3-1-5461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49 24575,'0'-15'0,"1"10"0,-1 0 0,0 1 0,0-1 0,-2-7 0,-1 9 0,0 8 0,-2 8 0,2 13 0,1 0 0,3 49 0,0-27 0,3 22 0,20 114 0,-3-46 0,3 218 0,-25-106 0,2-238 0,0 1 0,3 14 0,-2-19 0,0 0 0,-1 0 0,0 1 0,-1-1 0,0 0 0,0 1 0,-2 9 0,-1-4-1365,0-1-5461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57 24575,'-1'1'0,"0"-1"0,1 0 0,-1 1 0,0-1 0,1 0 0,-1 1 0,1-1 0,-1 1 0,0-1 0,1 1 0,-1-1 0,1 1 0,-1 0 0,1-1 0,0 1 0,-1 0 0,1-1 0,0 1 0,-1 0 0,1 0 0,0-1 0,0 1 0,-1 0 0,1 0 0,0-1 0,0 1 0,0 1 0,-2 22 0,3-18 0,-1-1 0,1 1 0,1 0 0,-1-1 0,1 1 0,0-1 0,0 1 0,0-1 0,1 0 0,0 0 0,7 9 0,0-2 0,0 0 0,0-1 0,17 13 0,-20-19 0,0 0 0,0 0 0,1-1 0,-1 0 0,16 6 0,-19-9 0,0 1 0,1-1 0,-1 0 0,0 0 0,0 0 0,1-1 0,-1 1 0,0-1 0,1 0 0,-1 0 0,0-1 0,1 0 0,5-1 0,-9 2 0,1-1 0,-1 0 0,0 1 0,0-1 0,0 0 0,0 0 0,1 0 0,-1 0 0,0 0 0,-1 0 0,1 0 0,0 0 0,0 0 0,0-1 0,-1 1 0,2-2 0,-1-1 0,0 1 0,0-1 0,0 1 0,-1-1 0,1 1 0,-1-6 0,0 0 0,0 0 0,-1 1 0,-1-1 0,-3-13 0,5 22 0,0 0 0,0 0 0,0 0 0,1 0 0,-1 0 0,0 0 0,0 0 0,0 0 0,0 0 0,0 0 0,0 0 0,0 0 0,0 0 0,1 0 0,-1 0 0,0 0 0,0 0 0,0 0 0,0 0 0,0 0 0,0 0 0,0 0 0,1 0 0,-1 0 0,0 0 0,0 0 0,0 0 0,0 0 0,0-1 0,0 1 0,0 0 0,0 0 0,0 0 0,0 0 0,0 0 0,1 0 0,-1 0 0,0 0 0,0 0 0,0-1 0,0 1 0,0 0 0,0 0 0,0 0 0,0 0 0,0 0 0,0 0 0,12 12 0,-5-5 0,6 4 0,0-1 0,0 0 0,27 13 0,-32-19 0,0 0 0,0-1 0,0 0 0,1 0 0,0-1 0,-1 0 0,1 0 0,15 0 0,-22-2 0,0 0 0,0 0 0,0 0 0,-1-1 0,1 1 0,0 0 0,0-1 0,-1 1 0,1-1 0,0 0 0,-1 1 0,1-1 0,-1 0 0,1 0 0,-1 0 0,1 0 0,-1 0 0,1 0 0,-1-1 0,1-1 0,0 1 0,-1 0 0,0-1 0,0 1 0,0 0 0,0-1 0,0 0 0,0 1 0,-1-1 0,1 1 0,-1-1 0,0 0 0,0-3 0,-1-4 0,0-1 0,0 0 0,-2 1 0,1-1 0,-7-15 0,4 12-195,-2 0 0,0 0 0,-1 1 0,0-1 0,-1 2 0,-18-22 0,14 20-6631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302 1 24575,'-19'0'0,"-1"0"0,1 2 0,-30 5 0,30-4-170,-1-1-1,1 0 0,-1-2 1,0 0-1,1-1 0,-1-1 1,-23-5-1,29 4-6655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187 44 24575,'-12'-10'0,"-7"-3"0,0 3 0,1 4 0,1 2 0,1 4 0,0 3 0,2 0 0,-1 3 0,1-1 0,-1 0 0,4-1-8191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1 390 24575,'1'1'0,"67"11"0,81 5 0,-145-17 0,-1 0 0,1 0 0,-1-1 0,1 1 0,0-1 0,-1 0 0,1 0 0,-1 0 0,0 0 0,1-1 0,3-1 0,-6 2 0,-1 1 0,1-1 0,0 0 0,0 1 0,0-1 0,0 0 0,-1 0 0,1 0 0,0 1 0,-1-1 0,1 0 0,-1 0 0,1 0 0,-1 0 0,1 0 0,-1 0 0,0 0 0,0 0 0,1 0 0,-1 0 0,0 0 0,0 0 0,0 0 0,0 0 0,0-1 0,0 1 0,0 0 0,-1 0 0,1 0 0,0 0 0,0 0 0,-1 0 0,1 0 0,-1 0 0,1 0 0,-1 0 0,1 1 0,-1-1 0,0 0 0,1 0 0,-2-1 0,-5-6 0,-1 0 0,1 1 0,-13-10 0,-14-14 0,32 29 0,-12-13 0,0-1 0,1 0 0,-19-31 0,29 42 0,1-1 0,-1 1 0,1-1 0,0 1 0,0-1 0,1 0 0,0 0 0,0 0 0,0 0 0,1 0 0,-1 0 0,2 0 0,-1 0 0,0 0 0,1 0 0,0 0 0,4-10 0,-3 12 0,0-1 0,1 1 0,-1 0 0,1-1 0,0 1 0,1 1 0,-1-1 0,0 0 0,1 1 0,0 0 0,0 0 0,0 0 0,0 0 0,0 0 0,1 1 0,-1 0 0,1 0 0,8-2 0,5-2 0,0 2 0,0 0 0,32-2 0,-30 5 0,0 1 0,-1 0 0,28 5 0,-35-3 0,0 0 0,-1 1 0,1 1 0,-1 0 0,0 0 0,20 12 0,-29-15 0,0 0 0,0 0 0,0 1 0,0-1 0,0 1 0,-1-1 0,1 1 0,-1 0 0,1-1 0,-1 1 0,1 0 0,-1 0 0,0 0 0,0 0 0,0 0 0,0 1 0,0-1 0,-1 0 0,1 0 0,-1 1 0,1-1 0,-1 0 0,0 1 0,0-1 0,0 0 0,0 1 0,0-1 0,-1 0 0,1 0 0,-1 1 0,1-1 0,-1 0 0,-1 3 0,-4 7 0,0 0 0,0-1 0,-1 0 0,-16 19 0,6-8 0,12-15 0,1 0 0,0 0 0,0 1 0,1-1 0,0 0 0,0 1 0,1 0 0,0 0 0,0 0 0,0 9 0,2-14 0,0 0 0,0 0 0,0 1 0,0-1 0,0 0 0,1 0 0,-1 0 0,1 0 0,0 0 0,0 0 0,0 0 0,1 0 0,-1 0 0,1 0 0,-1 0 0,1-1 0,0 1 0,0-1 0,0 1 0,0-1 0,1 0 0,-1 0 0,1 0 0,-1 0 0,1 0 0,0-1 0,0 1 0,3 1 0,3 0 0,1 0 0,-1 0 0,1-1 0,0 0 0,17 0 0,54-3 0,-36 0 0,-37 0-341,1 1 0,-1-1-1,11-3 1,-6 1-6485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36 24575,'0'-35'0,"6"45"0,2 10 0,13 48 0,5 15 0,-14-57-18,-8-17-252,0-1 1,-1 0 0,0 1-1,3 14 1,-6-14-6557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560 11 24575,'0'-1'0,"0"1"0,0-1 0,0 1 0,0-1 0,0 1 0,-1-1 0,1 1 0,0-1 0,0 1 0,-1 0 0,1-1 0,0 1 0,-1-1 0,1 1 0,0 0 0,-1-1 0,1 1 0,-1 0 0,1-1 0,0 1 0,-1 0 0,1 0 0,-1-1 0,1 1 0,-1 0 0,1 0 0,-1 0 0,1 0 0,-1-1 0,1 1 0,-1 0 0,1 0 0,-1 0 0,1 0 0,-1 0 0,1 1 0,-1-1 0,0 0 0,-29 4 0,13 0 0,-222-1 0,134-4 0,83 1-273,-1 0 0,1 2 0,-1 1 0,-24 6 0,30-4-6553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225 45 24575,'-12'-5'0,"-7"-4"0,-2 0 0,-1 1 0,2 2 0,1 2 0,2 1 0,1 2 0,1 1 0,1 0 0,2 3 0,1 1 0,2 2 0,1 0 0,-1-1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171 0 24575,'-27'0'0,"-12"3"0,-1 0 0,4 2 0,7 1-8191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24 24575,'0'-1'0,"-1"1"0,1-1 0,0 0 0,-1 0 0,1 0 0,0 0 0,0 0 0,0 1 0,0-1 0,0 0 0,0 0 0,0 0 0,0 0 0,0 0 0,0 1 0,0-1 0,0 0 0,1 0 0,-1 0 0,0 0 0,1 1 0,-1-1 0,0 0 0,1 0 0,-1 1 0,2-2 0,-2 2 0,0 0 0,1 0 0,-1 0 0,0-1 0,1 1 0,-1 0 0,0 0 0,1 0 0,-1 0 0,0 0 0,1 0 0,-1 0 0,0 0 0,1 0 0,-1 0 0,0 0 0,1 0 0,-1 0 0,0 1 0,1-1 0,-1 0 0,0 0 0,1 0 0,10 12 0,26 54 0,26 38 0,8-12 0,83 85 0,-102-126 0,1-2 0,3-3 0,70 45 0,-119-87 0,14 10 0,-20-13 0,0-1 0,0 1 0,-1 0 0,1 0 0,0 0 0,0-1 0,0 1 0,-1 0 0,1 0 0,0 0 0,-1 0 0,1 0 0,-1 0 0,1 2 0,-1-3 2,0 1-1,0-1 1,0 0 0,-1 0-1,1 1 1,0-1-1,0 0 1,0 0-1,0 0 1,-1 0-1,1 1 1,0-1 0,0 0-1,-1 0 1,1 0-1,0 0 1,0 0-1,-1 0 1,1 0 0,0 0-1,0 0 1,-1 0-1,1 0 1,0 0-1,0 0 1,-1 0 0,1 0-1,0 0 1,0 0-1,-1 0 1,1 0-1,0 0 1,-12-1-842,11 0 263,-10 0-6249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260 13 24575,'-1'0'0,"1"-1"0,0 1 0,0-1 0,0 1 0,0-1 0,0 1 0,0 0 0,0-1 0,0 1 0,0-1 0,0 1 0,0-1 0,1 1 0,-1-1 0,0 1 0,0 0 0,0-1 0,0 1 0,1-1 0,-1 1 0,0 0 0,0-1 0,1 1 0,-1 0 0,0-1 0,1 1 0,-1 0 0,0 0 0,1-1 0,-1 1 0,1 0 0,0-1 0,-1 2 0,1-1 0,-1 0 0,0 0 0,1 1 0,-1-1 0,1 0 0,-1 0 0,0 1 0,1-1 0,-1 1 0,0-1 0,0 0 0,1 1 0,-1-1 0,0 1 0,0-1 0,1 1 0,-1-1 0,0 0 0,0 1 0,0-1 0,0 1 0,0-1 0,0 1 0,0-1 0,0 1 0,0-1 0,0 1 0,0 0 0,0 2 0,0 0 0,-1 0 0,1 0 0,-1 0 0,0 0 0,0 0 0,0 0 0,0 0 0,0 0 0,-1 0 0,0-1 0,-2 4 0,-27 31 0,10-14 0,5-1 0,1 1 0,1 1 0,2 0 0,0 1 0,1 0 0,1 1 0,2 0 0,-7 37 0,-1 13 0,-17 66 0,-1-10 0,27-104-1365,5-16-5461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169 28 24575,'-2'-4'0,"0"1"0,-1 0 0,1 1 0,-1-1 0,0 0 0,-6-4 0,8 7 0,1 0 0,-1-1 0,0 1 0,0 0 0,1-1 0,-1 1 0,0 0 0,0 0 0,0 0 0,1 0 0,-1 0 0,0 0 0,0 0 0,0 0 0,0 0 0,1 0 0,-1 0 0,0 0 0,0 1 0,1-1 0,-1 0 0,0 1 0,0-1 0,1 0 0,-1 1 0,0-1 0,1 1 0,-1-1 0,0 1 0,1-1 0,-1 1 0,1 0 0,-1-1 0,1 1 0,-1 0 0,1-1 0,-1 1 0,1 1 0,-7 10 0,2 0 0,0 0 0,0 1 0,1-1 0,-4 23 0,-5 16 0,10-42 0,-40 129 0,35-107 0,2 1 0,-4 45 0,9-58 0,1-1 0,1 0 0,1 0 0,0 0 0,2-1 0,0 1 0,0-1 0,2 1 0,0-1 0,1-1 0,1 1 0,0-1 0,1-1 0,1 0 0,1 0 0,0-1 0,0 0 0,2-1 0,-1 0 0,2-1 0,16 12 0,-9-9-273,1-1 0,1-1 0,1 0 0,27 9 0,-37-17-6553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0 203 24575,'33'-3'0,"79"-9"0,-96 10 0,0-2 0,0 0 0,0-1 0,25-12 0,-38 16 0,0-1 0,0 1 0,0-1 0,-1 0 0,1 0 0,-1 0 0,0 0 0,1 0 0,-1 0 0,0-1 0,0 1 0,0-1 0,-1 0 0,2-2 0,-2 3 0,0-1 0,0 1 0,-1 0 0,1-1 0,-1 1 0,0 0 0,0-1 0,0 1 0,0 0 0,0-1 0,0 1 0,-1 0 0,1-1 0,-1 1 0,1 0 0,-1 0 0,0-1 0,0 1 0,-2-3 0,0 0 0,-1-1 0,0 1 0,0 0 0,0 0 0,-1 1 0,0-1 0,0 1 0,0 0 0,0 0 0,-1 1 0,1-1 0,-1 1 0,0 0 0,0 1 0,0 0 0,0 0 0,-12-3 0,15 5 0,-1-1 0,0 1 0,0-1 0,0 1 0,0 0 0,1 0 0,-1 1 0,0-1 0,0 1 0,1 0 0,-1 0 0,0 0 0,1 0 0,-1 1 0,1-1 0,-1 1 0,1 0 0,0 0 0,0 0 0,0 0 0,0 1 0,0-1 0,0 1 0,1 0 0,-1 0 0,1 0 0,0 0 0,0 0 0,0 1 0,0-1 0,-2 5 0,1 2 0,-1 0 0,1 0 0,1 1 0,0-1 0,0 0 0,1 1 0,0-1 0,1 1 0,0 0 0,1-1 0,2 11 0,-1-13 0,0 1 0,0-1 0,1 0 0,0 0 0,0-1 0,1 1 0,0-1 0,1 0 0,-1 0 0,2 0 0,-1 0 0,0-1 0,1 0 0,8 7 0,-3-5 0,0-1 0,0 0 0,1-1 0,-1 0 0,1 0 0,1-1 0,-1-1 0,1 0 0,0-1 0,16 2 0,14 0 0,77-3 0,-112-2 0,-3 0-227,0 0-1,1-1 1,-1 0-1,0 0 1,7-2-1,-3 0-6598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69 1 24575,'1'16'0,"0"0"0,1 0 0,1 0 0,1 0 0,0-1 0,1 1 0,8 18 0,59 101 0,-45-87 0,-10-18 0,0-2 0,-2 0 0,-1 1 0,17 52 0,-30-78 0,0 0 0,0 1 0,-1-1 0,1 1 0,-1-1 0,0 1 0,0-1 0,0 1 0,-1 3 0,1-6 0,-1 0 0,1 0 0,-1 0 0,1 0 0,0 0 0,-1 0 0,0-1 0,1 1 0,-1 0 0,1 0 0,-1 0 0,0-1 0,0 1 0,1 0 0,-1-1 0,0 1 0,0-1 0,0 1 0,0-1 0,0 1 0,0-1 0,0 0 0,0 1 0,0-1 0,0 0 0,0 0 0,0 0 0,0 0 0,0 0 0,0 0 0,0 0 0,0 0 0,0 0 0,0 0 0,-1-1 0,-7-1 0,1 0 0,0 0 0,-1-1 0,1-1 0,1 1 0,-14-9 0,-42-31 0,50 33 0,1 0 0,0-1 0,1 0 0,0-1 0,1 0 0,0-1 0,1 0 0,0 0 0,1-1 0,1 0 0,-11-27 0,17 39 0,1-1 0,-1 1 0,0 0 0,1 0 0,-1-1 0,1 1 0,0-1 0,0 1 0,0 0 0,0-1 0,0 1 0,0 0 0,1-1 0,-1 1 0,1 0 0,-1-1 0,1 1 0,0 0 0,0 0 0,3-4 0,-2 4 0,0 0 0,0 0 0,0 0 0,0 0 0,1 0 0,-1 1 0,0-1 0,1 1 0,0 0 0,-1 0 0,1 0 0,0 0 0,-1 0 0,1 0 0,0 1 0,6-1 0,16 0 35,44 3 0,-51-1-322,1 0 0,-1-1 0,1-1 0,34-5 0,-42 3-6539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12 24575,'5'-4'0,"1"-1"0,-2 2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9 293 24575,'-7'2'0,"6"1"0,1-2 0,1-1 0,-1 1 0,1-1 0,-1 1 0,1-1 0,-1 0 0,1 1 0,-1-1 0,1 1 0,0-1 0,-1 0 0,1 1 0,-1-1 0,1 0 0,0 0 0,0 0 0,11 3 0,1-2 0,-1 0 0,1 0 0,-1-1 0,0 0 0,17-4 0,-9 1 0,-1-1 0,-1-1 0,26-10 0,-39 13 0,0 0 0,0-1 0,0 0 0,7-5 0,-11 8 0,-1 0 0,1-1 0,-1 1 0,1-1 0,-1 1 0,1-1 0,-1 1 0,0-1 0,1 1 0,-1-1 0,0 1 0,1-1 0,-1 0 0,0 1 0,0-1 0,1 1 0,-1-1 0,0 0 0,0-1 0,0 2 0,-1-1 0,1 0 0,0 1 0,-1-1 0,1 0 0,0 1 0,-1-1 0,1 0 0,-1 1 0,1-1 0,-1 1 0,0-1 0,1 1 0,-1-1 0,0 1 0,1-1 0,-1 1 0,0 0 0,1-1 0,-1 1 0,-1 0 0,-23-11 0,10 5 0,0 0 0,0-1 0,1-1 0,1 0 0,-16-12 0,20 13 0,0 0 0,1 0 0,0 0 0,1-1 0,-1 0 0,-7-11 0,14 17 0,0 1 0,0-1 0,0 0 0,0 0 0,0 1 0,1-1 0,-1 0 0,1 0 0,-1 0 0,1 0 0,0 0 0,-1 0 0,1 0 0,0 0 0,0 0 0,1 0 0,-1 0 0,0 1 0,1-1 0,-1 0 0,1 0 0,-1 0 0,1 0 0,0 0 0,0 1 0,0-1 0,0 0 0,0 1 0,0-1 0,1 1 0,-1-1 0,0 1 0,1 0 0,-1-1 0,4-1 0,2-2 0,2-1 0,-1 2 0,1-1 0,-1 1 0,1 0 0,0 1 0,1 0 0,-1 0 0,0 1 0,1 0 0,-1 1 0,1 0 0,0 0 0,-1 1 0,16 2 0,-13-1 0,1 1 0,-1 1 0,0 0 0,0 0 0,0 1 0,0 1 0,-1 0 0,0 0 0,0 1 0,0 0 0,16 14 0,-25-19 0,-1 1 0,1-1 0,-1 0 0,1 1 0,-1 0 0,0-1 0,0 1 0,0 0 0,0 0 0,0 0 0,0 0 0,0 0 0,0 0 0,-1 0 0,1 0 0,-1 0 0,0 0 0,1 0 0,-1 0 0,0 0 0,0 0 0,-1 3 0,1-2 0,-1 0 0,0 1 0,0-1 0,0 0 0,-1 0 0,1 1 0,-1-1 0,0 0 0,0-1 0,0 1 0,0 0 0,-4 4 0,4-6 0,1 0 0,0 0 0,-1 1 0,1-1 0,0 1 0,0-1 0,0 1 0,0-1 0,0 1 0,1 0 0,-1-1 0,0 1 0,1 0 0,-1-1 0,1 1 0,0 0 0,-1 3 0,2-4 0,-1 0 0,0 1 0,1-1 0,-1 0 0,1 1 0,0-1 0,-1 0 0,1 0 0,0 0 0,0 0 0,-1 0 0,1 0 0,0 0 0,0 0 0,0 0 0,1 0 0,-1 0 0,0-1 0,0 1 0,0 0 0,0-1 0,1 1 0,1 0 0,8 2 0,-1 0 0,1 0 0,0-1 0,0 0 0,0-1 0,0-1 0,0 1 0,20-4 0,-30 3-105,1 0 0,-1 0 0,1-1 0,0 1 0,-1 0 0,1-1 0,-1 0 0,0 1 0,1-1 0,-1 0 0,1 0 0,0-1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24575,'0'5'0,"0"4"0,0 3 0,2 4 0,2 3 0,-1-1 0,2 0 0,0-1 0,1-1 0,1 2 0,0 0 0,0 0 0,1-1 0,-1-1 0,-2-1 0,-1-2-8191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411 60 24575,'-30'-12'0,"-11"-4"0,-2 0 0,1 6 0,6 5 0,4 5 0,3 2 0,0 5 0,2-1 0,-1 3 0,1-1 0,1-2 0,6-2-8191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24575,'46'27'0,"79"63"0,-103-72 0,-2 1 0,0 1 0,-2 1 0,0 1 0,21 33 0,-22-26 0,-1 1 0,-1 1 0,-1 1 0,-2 0 0,10 46 0,-17-56 0,0 1 0,-2 0 0,-1 0 0,-1 0 0,-1 0 0,-1 0 0,-1 0 0,-9 43 0,8-54-91,-1 1 0,-1-1 0,0 0 0,-1-1 0,0 0 0,0 1 0,-1-2 0,-1 1 0,0-1 0,0 0 0,-1-1 0,-1 0 0,1-1 0,-22 15 0,11-10-6735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89 104 24575,'-47'-55'0,"11"12"0,30 38 0,15 16 0,18 20 0,45 41 0,108 101 0,-75-84 0,130 119 0,-220-194 0,-2 0 0,0 0 0,20 31 0,-29-38 0,-6-10 0,-8-8 0,-15-11-1365,13 13-5461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52 24575,'-1'-6'0,"-1"1"0,1-1 0,1 1 0,-1-1 0,1 1 0,-1-1 0,2-6 0,-1 12 0,-1 5 0,-4 10 0,-25 27 0,22-33 0,1 1 0,0 0 0,1 0 0,-6 12 0,-47 140 0,3-5 0,26-79 0,22-52 0,-1-1 0,-2 0 0,0 0 0,-27 41 0,20-49-1365,9-11-5461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520 62 24575,'-199'-48'0,"167"42"0,0 2 0,-1 1 0,1 2 0,-44 4 0,74-3 0,-1 0 0,0 0 0,1 1 0,-1 0 0,1-1 0,-1 1 0,1 0 0,-1 0 0,1 0 0,-1 1 0,-3 2 0,6-4 0,-1 1 0,0 0 0,0 0 0,1 0 0,-1 0 0,1 0 0,-1 0 0,1 0 0,-1 0 0,1 0 0,-1 0 0,1 0 0,0 0 0,0 0 0,0 0 0,0 0 0,0 1 0,0-1 0,0 0 0,0 0 0,0 0 0,0 0 0,0 0 0,1 0 0,-1 0 0,0 0 0,1 0 0,-1 0 0,2 2 0,2 4 0,0 1 0,1-1 0,0-1 0,0 1 0,1-1 0,-1 0 0,1 0 0,1 0 0,10 7 0,10 4 0,33 17 0,-44-26 0,80 44 0,-94-50 0,0-1 0,0 0 0,0 1 0,0 0 0,0-1 0,0 1 0,0 0 0,-1 0 0,1 0 0,-1 0 0,2 3 0,-3-5 0,1 1 0,-1-1 0,0 1 0,0 0 0,0-1 0,0 1 0,0-1 0,0 1 0,0-1 0,0 1 0,0 0 0,0-1 0,0 1 0,0-1 0,0 1 0,0-1 0,0 1 0,0-1 0,-1 1 0,1 0 0,-1 0 0,0 0 0,1 0 0,-1 0 0,0-1 0,0 1 0,0 0 0,0-1 0,0 1 0,0-1 0,0 1 0,0-1 0,0 1 0,0-1 0,-2 1 0,-7 1 0,-1 0 0,0-1 0,1 0 0,-1-1 0,0 0 0,-14-2 0,-66-15 0,58 10 0,7 2-100,-68-11-1165,79 15-5561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24575,'1'0'0,"0"0"0,0 1 0,0-1 0,0 1 0,0-1 0,0 1 0,0-1 0,0 1 0,-1 0 0,1-1 0,0 1 0,0 0 0,-1 0 0,1-1 0,0 1 0,-1 0 0,1 0 0,-1 0 0,1 0 0,-1 0 0,1 0 0,-1 0 0,1 1 0,6 24 0,-7-17 0,1 1 0,-2-1 0,1 1 0,-2-1 0,1 0 0,-6 17 0,-23 55 0,12-36 0,12-27 0,1 0 0,0 0 0,1 1 0,-2 22 0,5-31 0,1 0 0,0 0 0,0 0 0,1 0 0,1 0 0,-1 0 0,2 0 0,-1-1 0,8 17 0,-1-8 0,1 0 0,1-1 0,1 0 0,0-1 0,1 0 0,1-1 0,0 0 0,1-1 0,1-1 0,18 12 0,20 16-1365,-40-32-5461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 24575,'-2'0'0,"0"0"0,1 0 0,-1 0 0,0 0 0,0 0 0,1 1 0,-1-1 0,0 1 0,0-1 0,1 1 0,-1-1 0,1 1 0,-1 0 0,1 0 0,-1 0 0,1 0 0,-1 0 0,1 0 0,0 0 0,-2 2 0,2-1 0,0 0 0,0 0 0,0 0 0,0 0 0,1 0 0,-1 0 0,0 0 0,1 0 0,0 0 0,0 0 0,-1 0 0,1 0 0,1 0 0,-1 3 0,2 7 0,1-1 0,0 0 0,0 0 0,9 19 0,17 27 0,51 77 0,-8-15 0,-64-103 0,0 0 0,-1 1 0,6 18 0,-11-27 0,0 0 0,-1 0 0,1 0 0,-1 0 0,-1-1 0,0 1 0,0 0 0,0 0 0,-3 11 0,3-16 0,-1 0 0,0 0 0,0 0 0,0 0 0,-1 0 0,1 0 0,-1 0 0,1-1 0,-1 1 0,0-1 0,0 1 0,0-1 0,0 0 0,0 1 0,-1-1 0,1 0 0,-1-1 0,1 1 0,-1 0 0,0-1 0,0 1 0,0-1 0,0 0 0,0 0 0,0 0 0,0-1 0,0 1 0,0-1 0,0 1 0,-5-1 0,1 0 0,-1-1 0,0 1 0,0-2 0,0 1 0,1-1 0,-1 0 0,1 0 0,-1-1 0,1 0 0,0-1 0,-8-4 0,2-1 12,0 0 0,1-1 0,0 0 0,1-1 0,0-1 0,1 0 0,0 0 0,0 0 0,-14-29 0,20 35-77,1-1 1,0 0-1,0-1 1,1 1-1,0 0 1,0-1-1,0 1 0,1-1 1,0 0-1,1 1 1,0-1-1,0 0 1,1 0-1,0 1 0,0-1 1,0 1-1,1-1 1,1 1-1,-1-1 1,1 1-1,0 0 1,5-7-1,-1 3-6761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24575,'-5'3'0,"-1"2"0,-3 2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231 479 24575,'7'0'0,"0"0"0,0-1 0,0 0 0,0 0 0,0-1 0,0 0 0,11-5 0,-18 7 0,1 0 0,-1 0 0,0 0 0,1 0 0,-1 0 0,1-1 0,-1 1 0,0 0 0,1 0 0,-1-1 0,0 1 0,1 0 0,-1 0 0,0-1 0,1 1 0,-1 0 0,0-1 0,0 1 0,1-1 0,-1 1 0,0 0 0,0-1 0,0 1 0,0-1 0,0 1 0,1 0 0,-1-1 0,0 1 0,0-1 0,0 1 0,0-1 0,0 1 0,0 0 0,0-1 0,0 1 0,-1-1 0,1 1 0,0-1 0,0 1 0,0 0 0,0-1 0,-1 1 0,1 0 0,0-1 0,0 1 0,0-1 0,-1 1 0,1 0 0,0 0 0,-1-1 0,1 1 0,0 0 0,-1-1 0,1 1 0,-1 0 0,-24-15 0,23 14 0,-25-13 0,-65-34 0,75 38 0,1-1 0,0-1 0,-19-18 0,27 22 0,0 0 0,0-1 0,1 0 0,0 0 0,0 0 0,-9-19 0,15 25 0,-1-1 0,1 0 0,0 0 0,0 0 0,0 0 0,0 0 0,1 0 0,0 0 0,0 0 0,0 0 0,0 0 0,0 0 0,1 0 0,0 0 0,0 1 0,0-1 0,0 0 0,1 0 0,-1 0 0,1 1 0,0-1 0,4-5 0,1-1 0,1 0 0,1 1 0,-1 0 0,2 0 0,-1 1 0,1 0 0,0 1 0,1 0 0,-1 0 0,1 1 0,1 1 0,-1 0 0,1 0 0,0 1 0,0 1 0,13-2 0,18-2 0,0 3 0,1 1 0,54 4 0,-65 0 0,-32-1 0,5 0 0,1 0 0,-1 0 0,0 1 0,11 3 0,-16-4 0,0 0 0,0 0 0,0 0 0,-1 1 0,1-1 0,0 0 0,0 1 0,-1-1 0,1 1 0,0-1 0,0 1 0,-1-1 0,1 1 0,-1-1 0,1 1 0,0 0 0,-1-1 0,1 1 0,-1 0 0,0 0 0,1-1 0,-1 1 0,0 0 0,1 0 0,-1-1 0,0 1 0,0 0 0,1 0 0,-1 0 0,0 0 0,0-1 0,0 1 0,0 0 0,0 0 0,0 0 0,-1 0 0,1 0 0,0-1 0,0 1 0,-1 0 0,1 0 0,0-1 0,-1 1 0,1 0 0,-1 0 0,0 0 0,-5 9 0,-1 0 0,0-1 0,0 0 0,-1-1 0,-1 1 0,-12 9 0,12-11 0,1 0 0,0 0 0,1 1 0,-1 0 0,2 0 0,-1 1 0,1 0 0,-6 10 0,9-10 0,-1-1 0,1 1 0,0 0 0,1 0 0,0 1 0,0-1 0,1 0 0,0 10 0,1-15 0,0 0 0,1 0 0,-1 0 0,1 0 0,0 0 0,0 0 0,1 0 0,-1 0 0,1 0 0,0-1 0,0 1 0,0-1 0,0 1 0,1-1 0,-1 0 0,1 0 0,0 0 0,0 0 0,0 0 0,7 4 0,3 1 0,1-1 0,0 0 0,0-1 0,1 0 0,0-2 0,0 1 0,0-2 0,23 3 0,13-1 0,63-3 0,-106-2-170,1 0-1,-1-1 0,1 0 1,-1 0-1,0-1 0,1 0 1,14-6-1,-14 3-6655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24575,'16'1'0,"0"0"0,1 0 0,-1 2 0,0 0 0,0 1 0,-1 1 0,1 0 0,18 10 0,-13-5 0,-1 2 0,0 0 0,-1 2 0,-1 0 0,20 19 0,-1 7 0,-1 0 0,-2 3 0,-3 0 0,34 61 0,-36-54 0,31 74 0,-50-99 0,-2 0 0,0 0 0,-2 1 0,0-1 0,2 38 0,-7-53 9,-1 0-1,-1 0 1,0 0-1,0 0 1,-1 0 0,0 0-1,-1-1 1,0 1-1,0-1 1,-1 1-1,0-1 1,-1-1-1,-6 11 1,3-8-158,0-1 1,-1 0-1,-1 0 1,1 0-1,-1-2 1,-1 1-1,0-1 1,0 0-1,-14 6 1,1-2-6678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503 82 24575,'-12'-5'0,"1"0"0,-1 1 0,0 0 0,0 1 0,0 0 0,-15-1 0,-76 1 0,76 4 0,0-1 0,1-2 0,-38-6 0,43 3-120,-99-26-1125,104 26-5581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44 24575,'-25'-10'0,"-10"-3"0,0 3 0,5 4 0,4 2 0,4 4 0,4 3 0,2 0 0,1 0 0,1 0 0,1-2 0,2 0-8191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23 24575,'-8'-14'0,"3"5"0,8 19 0,14 29 0,30 66 0,-41-93-170,-1 0-1,0 0 0,-1 1 1,0 0-1,-1-1 0,-1 1 1,2 15-1,-4-16-6655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28 24575,'-17'-5'0,"-14"-3"0,-40-5 0,61 12 0,0 1 0,0-1 0,0 2 0,0-1 0,-1 1 0,1 1 0,0 0 0,-11 3 0,0 1-109,-1-2 1,1 0-1,-1-2 0,0 0 0,-39-2 0,42-1-603,-6 1-6114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24575,'16'-4'0,"-1"0"0,1 1 0,0 1 0,0 0 0,0 1 0,0 1 0,18 2 0,-31-2 0,0 1 0,0 0 0,0 0 0,0 0 0,0 0 0,0 0 0,-1 0 0,1 1 0,0-1 0,-1 1 0,1 0 0,-1 0 0,1 0 0,-1 0 0,0 0 0,0 0 0,0 1 0,0-1 0,-1 1 0,1 0 0,-1-1 0,1 1 0,-1 0 0,0 0 0,0 0 0,1 4 0,1 7 0,0 1 0,0 0 0,-2-1 0,1 17 0,-2-27 0,0 0 0,0 0 0,-1 0 0,1 0 0,-1-1 0,0 1 0,0 0 0,0 0 0,-1 0 0,1-1 0,-1 1 0,0-1 0,0 1 0,0-1 0,-4 4 0,-2 2 0,0-1 0,-1 0 0,-16 11 0,0 1 0,24-20 0,1 0 0,-1 1 0,1-1 0,-1 0 0,1 1 0,-1-1 0,1 0 0,0 1 0,-1-1 0,1 0 0,0 1 0,0-1 0,-1 1 0,1-1 0,0 1 0,0-1 0,-1 1 0,1-1 0,0 1 0,0-1 0,0 1 0,0-1 0,0 2 0,0-2 0,0 0 0,1 1 0,-1-1 0,0 0 0,1 1 0,-1-1 0,0 1 0,1-1 0,-1 0 0,0 0 0,1 1 0,-1-1 0,1 0 0,-1 0 0,1 0 0,-1 1 0,0-1 0,1 0 0,-1 0 0,1 0 0,32 3 0,-26-3 0,130 12 0,-101-6 0,6 2 0,-38-8 0,0 0 0,-1 0 0,1 0 0,0 0 0,-1-1 0,1 1 0,-1-1 0,7-2 0,-9 3-52,0-1-1,0 1 1,0-1-1,0 1 1,-1-1-1,1 1 1,0-1-1,0 0 1,0 1-1,-1-1 1,1 0-1,0 0 1,-1 1-1,1-1 1,-1 0-1,1 0 1,-1 0-1,1 0 1,-1 0-1,0 0 1,1 1-1,-1-1 0,0 0 1,0 0-1,0-2 1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10 24575,'-2'-5'0,"-2"1"0,1 4 0,3 1 0,2 3 0,2 4 0,4 3 0,0 1 0,1 2 0,2 1 0,-2 0 0,1 0 0,1 0 0,1-3 0,1 0 0,0-1 0,2-1 0,-3-3-8191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24575,'7'12'0,"5"4"0,1 2 0,-2 0 0,-1-2 0,-2-3 0,-2-2-8191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54 24575,'-27'-9'0,"-14"-4"0,-2 0 0,3 3 0,5 3 0,2 5 0,2 3 0,4 4 0,2 0 0,2 1 0,6-2-8191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24575,'0'0'0,"-1"0"0,1 0 0,0 0 0,0 1 0,0-1 0,0 0 0,0 0 0,-1 1 0,1-1 0,0 0 0,0 0 0,0 1 0,0-1 0,0 0 0,0 0 0,0 1 0,0-1 0,0 0 0,0 1 0,0-1 0,0 0 0,0 0 0,0 1 0,0-1 0,0 0 0,0 0 0,0 1 0,0-1 0,1 0 0,-1 0 0,0 1 0,0-1 0,0 0 0,0 0 0,0 1 0,1-1 0,6 16 0,-5-12 0,29 55 0,2-1 0,2-1 0,77 93 0,-69-96 0,41 45 0,-68-81 0,1-1 0,1-1 0,27 18 0,-30-24 0,0 1 0,-1 1 0,21 22 0,-65-48 0,-13-11-1365,30 18-5461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63 24575,'3'-14'0,"-1"8"0,-1-1 0,0 0 0,0 1 0,0-13 0,-1 19 0,0 0 0,0 0 0,0 0 0,0-1 0,0 1 0,0 0 0,0 0 0,0 0 0,0 0 0,0 0 0,0 0 0,0 0 0,0-1 0,0 1 0,0 0 0,0 0 0,-1 0 0,1 0 0,0 0 0,0 0 0,0 0 0,0-1 0,0 1 0,0 0 0,0 0 0,0 0 0,0 0 0,0 0 0,0 0 0,-1 0 0,1 0 0,0 0 0,0 0 0,0 0 0,0 0 0,0 0 0,0-1 0,0 1 0,-1 0 0,1 0 0,0 0 0,0 0 0,0 0 0,0 0 0,0 0 0,0 0 0,0 0 0,-1 0 0,-5 6 0,-9 13 0,14-17 0,-8 11 0,2 1 0,0 0 0,-7 18 0,-1 3 0,9-20 0,0 0 0,1 0 0,-4 25 0,-4 49 0,10-69 0,-6 47 0,-25 92 0,28-139 0,3-8 0,0 1 0,-11 22 0,13-34-124,1 1 0,-1-1 0,0 0 0,0 1 0,0-1 0,0 0-1,-1 0 1,1 0 0,0 0 0,-3 2 0,-4 1-6702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9 24575,'-5'-2'0,"-1"0"0,1 1 0,-1 0 0,0 0 0,1 0 0,-1 1 0,-8 0 0,11 0 0,1 0 0,-1 1 0,1-1 0,0 1 0,-1 0 0,1 0 0,0 0 0,-1 0 0,1 0 0,0 0 0,0 1 0,0-1 0,0 0 0,0 1 0,0 0 0,1 0 0,-1-1 0,0 1 0,-1 3 0,-5 9 0,1 0 0,1 1 0,0-1 0,1 1 0,-6 30 0,11-42 0,-1-1 0,1 1 0,-1 0 0,1 0 0,0-1 0,0 1 0,0 0 0,0-1 0,0 1 0,1 0 0,-1-1 0,1 1 0,0 0 0,0-1 0,0 1 0,0-1 0,3 5 0,-2-4 0,1 0 0,-1 0 0,1-1 0,0 1 0,0-1 0,0 0 0,0 0 0,0 0 0,1 0 0,-1 0 0,6 1 0,5 1 0,-1 0 0,1-1 0,0-1 0,0 0 0,25-1 0,-19-1-106,-14 1-20,1-1 0,0 0 1,-1 0-1,1 0 0,0-1 0,-1 0 0,1 0 0,-1-1 0,12-4 0,-9 0-6700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54 24575,'-3'-9'0,"-7"-17"0,10 24 0,-1 1 0,0 0 0,1-1 0,-1 1 0,0 0 0,0 0 0,0-1 0,0 1 0,0 0 0,0 0 0,0 0 0,0 0 0,-1 0 0,-1 0 0,3 1 0,-1-1 0,1 1 0,-1 0 0,0 0 0,1 0 0,-1 0 0,1 1 0,-1-1 0,0 0 0,1 0 0,-1 0 0,1 0 0,-1 1 0,0-1 0,1 0 0,-1 0 0,1 1 0,-1-1 0,1 0 0,-1 1 0,1-1 0,-1 1 0,1-1 0,0 1 0,-1-1 0,1 1 0,0-1 0,-1 1 0,1-1 0,0 1 0,0-1 0,-1 1 0,1 0 0,0-1 0,0 1 0,-8 25 0,7-23 0,-6 30 0,2 0 0,-3 52 0,8 68 0,1-74 0,0-65 0,-1-1 0,2 0 0,0 0 0,0 0 0,1 0 0,1 0 0,6 14 0,-8-21 0,1 0 0,0 0 0,0-1 0,1 0 0,-1 1 0,1-1 0,0 0 0,0-1 0,1 1 0,-1-1 0,1 0 0,0 0 0,0 0 0,1-1 0,-1 0 0,1 0 0,6 3 0,-6-5-227,1 1-1,0-1 1,0 0-1,0-1 1,11 1-1,-6-2-6598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24575,'-5'13'0,"0"0"0,1 0 0,1 0 0,0 0 0,0 1 0,2 0 0,0-1 0,0 1 0,1 0 0,1-1 0,0 1 0,4 16 0,4 5 0,24 62 0,24 29 0,-36-81 0,-20-43 0,-1-1 0,1 1 0,0 0 0,-1-1 0,1 1 0,-1 0 0,1 0 0,-1-1 0,0 1 0,0 0 0,0 0 0,0-1 0,0 1 0,0 0 0,0 0 0,-1 2 0,0-3 0,0 0 0,1-1 0,-1 1 0,1 0 0,-1 0 0,0-1 0,0 1 0,1-1 0,-1 1 0,0-1 0,0 1 0,0-1 0,0 1 0,0-1 0,1 0 0,-1 1 0,0-1 0,0 0 0,0 0 0,0 0 0,0 0 0,0 0 0,0 0 0,0 0 0,0 0 0,0 0 0,0 0 0,0 0 0,0-1 0,0 1 0,0 0 0,-1-1 0,-10-3 0,1-1 0,0 0 0,0-1 0,0 0 0,0-1 0,1 0 0,0 0 0,0-1 0,1-1 0,0 1 0,-15-21 0,22 27 0,0-1 0,0 0 0,0 0 0,1 0 0,-1 0 0,1 0 0,-1 0 0,1-1 0,0 1 0,1 0 0,-2-6 0,2 8 0,0-1 0,0 1 0,1-1 0,-1 0 0,0 1 0,1-1 0,-1 1 0,1-1 0,-1 1 0,1-1 0,0 1 0,-1-1 0,1 1 0,0 0 0,0-1 0,0 1 0,0 0 0,0 0 0,0 0 0,1 0 0,-1 0 0,0 0 0,1 0 0,-1 0 0,0 0 0,3 0 0,6-4 10,0 2-1,1-1 0,-1 1 1,16-2-1,-12 2-19,23-7-1,-32 9-143,-1-1-1,1 0 1,-1-1-1,0 1 0,1-1 1,-1 0-1,-1 0 1,8-6-1,-4 0-6671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29 24575,'0'-10'0,"0"-1"0,-2 5 0,-1 4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63 456 24575,'20'3'0,"-8"-1"0,1 0 0,23 0 0,-35-2 0,-1 0 0,1 0 0,-1 0 0,1 0 0,0 0 0,-1 0 0,1 0 0,-1 0 0,1 0 0,-1 0 0,1 0 0,-1-1 0,1 1 0,-1 0 0,1 0 0,-1 0 0,0-1 0,1 1 0,-1 0 0,1-1 0,-1 1 0,1 0 0,-1-1 0,0 1 0,1-1 0,-1 1 0,0 0 0,1-1 0,-1 0 0,0 0 0,0 1 0,-1-1 0,1 0 0,0 0 0,0 1 0,-1-1 0,1 0 0,0 1 0,-1-1 0,1 0 0,0 1 0,-1-1 0,1 1 0,-1-1 0,0 0 0,-26-20 0,5 7 0,0 0 0,-37-33 0,56 44 0,1 0 0,0 0 0,0-1 0,0 1 0,0 0 0,1-1 0,-1 1 0,1-1 0,0 0 0,0 1 0,0-1 0,1 0 0,-1 0 0,1 1 0,0-1 0,0 0 0,1-6 0,-1 3 0,1 0 0,0 0 0,1 0 0,-1 0 0,1 0 0,1 1 0,0-1 0,4-9 0,8-5 0,0 0 0,2 1 0,0 0 0,1 2 0,1 0 0,1 1 0,0 1 0,25-15 0,-38 27 0,1-1 0,-1 2 0,1-1 0,-1 1 0,11-3 0,-17 5 0,0 1 0,1-1 0,-1 1 0,1 0 0,-1 0 0,1-1 0,-1 1 0,1 0 0,-1 0 0,1 0 0,-1 0 0,1 1 0,-1-1 0,1 0 0,-1 1 0,0-1 0,1 1 0,-1-1 0,1 1 0,-1 0 0,0 0 0,0-1 0,1 1 0,-1 0 0,0 0 0,0 0 0,0 0 0,0 0 0,0 1 0,0-1 0,0 0 0,-1 0 0,1 1 0,0-1 0,0 3 0,8 26 0,-1 1 0,4 39 0,-2-13 0,-8-45 0,0 0 0,0 0 0,-2 0 0,1-1 0,-1 1 0,-1 0 0,0 0 0,-5 17 0,6-28 0,-1 1 0,1-1 0,0 0 0,-1 1 0,1-1 0,0 1 0,0-1 0,0 1 0,0-1 0,0 1 0,0-1 0,0 1 0,0-1 0,1 0 0,-1 1 0,0-1 0,1 1 0,-1-1 0,1 0 0,0 1 0,-1-1 0,1 0 0,0 0 0,0 0 0,2 2 0,-1-1 0,0-1 0,1 1 0,-1-1 0,1 0 0,-1 0 0,1 0 0,0 0 0,-1 0 0,1 0 0,0-1 0,0 0 0,5 1 0,129-1 115,-54-2-1595,-71 2-5346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24575,'31'17'0,"0"0"0,0 2 0,-2 2 0,0 0 0,32 33 0,-44-37 0,0 2 0,-2 0 0,0 0 0,-1 2 0,-1 0 0,-1 0 0,-1 1 0,13 35 0,-11-17 0,-1 0 0,-3 1 0,-1 0 0,-2 0 0,-1 1 0,-3 63 0,-2-92-97,-2-1-1,1 1 1,-2-1-1,0 0 1,0 0-1,-1 0 1,0 0-1,-1-1 1,-1 1-1,1-1 1,-2-1-1,0 1 0,-15 17 1,9-14-6729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24575,'85'67'0,"-7"-4"0,97 40 0,-93-59 0,-81-43-90,12 8 312,-13-9-276,0 0 1,1 0-1,-1 1 1,0-1-1,1 0 1,-1 0-1,0 1 1,1-1 0,-1 0-1,0 1 1,0-1-1,1 1 1,-1-1-1,0 0 1,0 1-1,0-1 1,1 1-1,-1-1 1,0 1 0,0-1-1,0 0 1,0 1-1,0-1 1,0 1-1,0-1 1,0 1-1,0 0 1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24575,'-5'1'0,"-1"1"0,1 0 0,0 0 0,0 1 0,1-1 0,-1 1 0,0 0 0,1 1 0,-5 4 0,7-6 0,-1 1 0,1 0 0,0 0 0,0 0 0,1 0 0,-1 0 0,1 1 0,0-1 0,-1 0 0,1 1 0,1-1 0,-1 1 0,0-1 0,1 1 0,0 4 0,2 108-1365,-2-103-5461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30 24575,'-2'-5'0,"1"-1"0,3 0 0,5 1 0,-3 1 0,-3 2 0,-5 1 0,-7 0 0,-3 4 0,-5 0 0,-4 0 0,-2 0 0,-3-1 0,-1 0 0,-1-2 0,0 3 0,1 0 0,4 0-8191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533 163 24575,'-93'-84'0,"78"73"0,-1 0 0,-1 0 0,0 2 0,-25-11 0,33 16 0,-1 1 0,0 0 0,0 1 0,0 0 0,0 1 0,0 0 0,-1 0 0,1 1 0,0 0 0,0 1 0,-1 1 0,1-1 0,-10 4 0,7-1 0,1 1 0,0 0 0,0 0 0,1 1 0,-1 1 0,1 0 0,1 0 0,-1 1 0,-16 17 0,21-19 0,1 0 0,0 0 0,0 1 0,0-1 0,1 1 0,0 1 0,0-1 0,-3 9 0,6-12 0,0-1 0,0 1 0,0-1 0,1 1 0,-1-1 0,1 1 0,0 0 0,0-1 0,0 1 0,0 0 0,1-1 0,-1 1 0,1-1 0,0 1 0,0-1 0,0 1 0,1-1 0,-1 1 0,1-1 0,2 4 0,5 5 0,1-1 0,0 0 0,0-1 0,1 0 0,18 12 0,66 38 0,-44-30 0,24 16 0,-12-9 0,70 56 0,-122-85 0,-1 1 0,13 14 0,-21-21 0,0 1 0,0-1 0,-1 0 0,1 1 0,0-1 0,-1 1 0,0 0 0,1-1 0,-1 1 0,0 0 0,-1 0 0,1 0 0,0 0 0,-1 0 0,1 0 0,-1 0 0,0 3 0,-1-4 0,1 0 0,-1 0 0,0-1 0,1 1 0,-1 0 0,0-1 0,0 1 0,0-1 0,0 1 0,0-1 0,0 0 0,-1 1 0,1-1 0,0 0 0,-1 0 0,1 0 0,-1 0 0,1 0 0,-1 0 0,-3 1 0,-3 1 0,0 0 0,-1 0 0,-8 1 0,9-3 0,-21 5 10,0-2 0,-39 1 0,-61-6-136,48 0-1143,65 1-5557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24575,'0'10'0,"0"5"0,0 3 0,2 1 0,1 0 0,3-4 0,0-2 0,1-3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24575,'2'18'0,"2"9"0,-1 7 0,2-2 0,0 0 0,-1-3 0,-1-5 0,-1-6-8191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20 24575,'12'-9'0,"-11"9"0,-1 0 0,1-1 0,-1 1 0,0 0 0,1-1 0,-1 1 0,1 0 0,-1-1 0,0 1 0,1-1 0,-1 1 0,0-1 0,1 1 0,-1-1 0,0 1 0,0-1 0,0 1 0,1-1 0,-1 1 0,0-1 0,0 1 0,0-2 0,-2 3 0,0 0 0,0 0 0,0 0 0,0 0 0,1 1 0,-1-1 0,0 0 0,1 1 0,-3 2 0,-1 2 0,0 0 0,1 0 0,0 1 0,0 0 0,1 0 0,-4 10 0,-13 47 0,15-47 0,-3 10 0,2 0 0,1 0 0,1 1 0,1 0 0,2 0 0,0 0 0,2 0 0,1 0 0,1-1 0,2 1 0,1-1 0,1 0 0,1 0 0,1 0 0,1-2 0,2 1 0,0-1 0,2-1 0,32 43 0,-17-31-682,50 48-1,-64-71-6143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47 24575,'-5'-10'0,"-1"-5"0,-1 1 0,2 7 0,2 6 0,1 6 0,0 5 0,2 3 0,0 1 0,0 2 0,1-1 0,-1 4 0,0-1 0,0 0 0,0 0 0,0-2 0,0-3-8191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0 24575,'4'149'0,"-1"-119"0,1-1 0,1-1 0,9 31 0,50 123 0,-59-168 0,-2-8 0,10 35 0,-12-38 0,0 0 0,-1 0 0,0 0 0,1 0 0,-1 0 0,0 1 0,0-1 0,0 0 0,-1 0 0,1 0 0,-2 4 0,1-6 0,0 0 0,1 0 0,-1 1 0,0-1 0,0 0 0,0 0 0,0 0 0,0 0 0,0 0 0,0 0 0,-1-1 0,1 1 0,0 0 0,0 0 0,-1-1 0,1 1 0,0-1 0,-1 1 0,1-1 0,-1 0 0,1 0 0,0 1 0,-1-1 0,1 0 0,-1 0 0,1 0 0,-1 0 0,1-1 0,-1 1 0,1 0 0,-2-1 0,-6-1 0,1-1 0,-1 1 0,-11-7 0,19 9 0,-10-5 0,0-1 0,0 0 0,0-1 0,0-1 0,1 1 0,1-1 0,-18-19 0,22 22 0,1-1 0,-1 1 0,1-1 0,1 0 0,-1 0 0,1-1 0,0 1 0,1 0 0,-1-1 0,1 0 0,1 0 0,-1 1 0,1-1 0,0 0 0,1-14 0,0 18 8,1 1-1,-1-1 1,1 1-1,-1 0 1,1-1-1,0 1 1,0 0-1,0 0 1,1-1-1,-1 1 1,0 0-1,1 0 1,-1 0-1,1 1 0,3-4 1,0 1-305,1-1 0,-1 2 0,1-1 0,9-4 0,-2 2-6529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24575,'0'5'0,"-2"4"0,-2 0-8191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70 534 24575,'-7'-3'0,"0"0"0,1 0 0,-10-8 0,14 10 0,1 1 0,0-1 0,0 0 0,0-1 0,0 1 0,0 0 0,0 0 0,0 0 0,0-1 0,1 1 0,-2-2 0,2 3 0,0-1 0,0 1 0,0-1 0,0 0 0,0 1 0,0-1 0,0 1 0,0-1 0,0 1 0,0-1 0,0 0 0,0 1 0,0-1 0,1 1 0,-1-1 0,0 1 0,0-1 0,1 1 0,-1-1 0,0 1 0,1-1 0,-1 1 0,0-1 0,1 1 0,-1 0 0,1-1 0,-1 1 0,2-1 0,0-1 0,1 1 0,0 0 0,-1-1 0,1 1 0,0 0 0,0 1 0,0-1 0,0 0 0,0 1 0,5-1 0,34 2 0,-25 0 0,23 0 0,-4 1 0,38-4 0,-73 2 0,0 0 0,0 0 0,0 0 0,0 0 0,0 0 0,-1 0 0,1-1 0,0 1 0,0 0 0,0-1 0,0 1 0,0 0 0,-1-1 0,1 1 0,0-1 0,0 1 0,0-2 0,-1 2 0,0-1 0,1 1 0,-1 0 0,0-1 0,0 1 0,0 0 0,0-1 0,-1 1 0,1-1 0,0 1 0,0 0 0,0-1 0,0 1 0,0 0 0,0-1 0,-1 1 0,1-1 0,0 1 0,0 0 0,0 0 0,-1-1 0,1 1 0,0 0 0,-1-1 0,1 1 0,0 0 0,-1-1 0,-5-3 0,0 0 0,0 0 0,-8-4 0,8 5 0,-27-17 0,1-1 0,1-2 0,1 0 0,-52-54 0,78 73 0,1 0 0,-1 0 0,1-1 0,-1 0 0,2 0 0,-1 0 0,0 0 0,1 0 0,0 0 0,0-1 0,0 1 0,1-1 0,0 1 0,0-1 0,0 1 0,1-1 0,0 0 0,0 0 0,0 1 0,1-1 0,0 0 0,0 1 0,0-1 0,1 1 0,-1-1 0,2 1 0,-1 0 0,0 0 0,1 0 0,0 0 0,0 0 0,0 1 0,1-1 0,5-5 0,-1 2 0,1 0 0,0 0 0,0 1 0,0 0 0,1 0 0,0 1 0,1 0 0,-1 1 0,1 1 0,0-1 0,0 2 0,0-1 0,1 2 0,-1-1 0,23 0 0,-20 2 0,1 2 0,-1-1 0,0 2 0,0 0 0,0 1 0,0 0 0,0 1 0,0 1 0,-1 0 0,0 0 0,0 2 0,20 12 0,-22-12 0,0 1 0,0 0 0,-1 1 0,13 14 0,-20-19 0,0 0 0,0 0 0,0 0 0,0 1 0,-1-1 0,0 1 0,0 0 0,0-1 0,0 1 0,-1 0 0,0 0 0,0 0 0,0 0 0,-1 9 0,-1 2 0,0 0 0,-2 0 0,0 0 0,-1 0 0,0 0 0,-1-1 0,-9 18 0,13-31 0,1 0 0,-1-1 0,0 1 0,1 0 0,-1 0 0,1 0 0,0 0 0,0 0 0,-1 0 0,1 0 0,0 0 0,1 0 0,-1 0 0,0 0 0,1 0 0,-1 0 0,1 0 0,-1 0 0,3 3 0,-1-2 0,0-1 0,0 1 0,0-1 0,0 0 0,1 0 0,-1 0 0,1 0 0,-1 0 0,1 0 0,0-1 0,5 3 0,5 1 0,1 0 0,-1-1 0,1 0 0,26 3 0,58-1 0,-20-6-1365,-63 0-5461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24575,'21'0'0,"1"1"0,-1 0 0,0 2 0,1 1 0,-1 0 0,0 2 0,-1 0 0,1 1 0,-2 1 0,1 1 0,-1 1 0,0 1 0,-1 0 0,28 23 0,-19-10 0,-1 2 0,0 1 0,-2 1 0,-2 1 0,0 1 0,-2 1 0,-1 0 0,-2 2 0,-1 0 0,-1 1 0,-2 0 0,-2 1 0,-1 1 0,7 47 0,-15-66 0,0 1 0,-1 0 0,-1-1 0,-1 1 0,-1 0 0,0 0 0,-1-1 0,-8 27 0,6-30 0,0-1 0,-1 0 0,-1 0 0,0-1 0,0 0 0,-1 0 0,-1-1 0,0 0 0,0 0 0,-1-1 0,-14 11 0,7-9-273,0 0 0,0-1 0,-1 0 0,-29 11 0,13-9-6553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15 129 24575,'-2'-9'0,"-2"-9"0,1 0 0,0 0 0,2 0 0,0-25 0,3 39 0,1 10 0,3 9 0,4 20 0,1-2 0,2 1 0,2-2 0,1 0 0,27 43 0,-42-74 0,0 0 0,-1 0 0,1 0 0,0 0 0,0-1 0,-1 1 0,1 0 0,0 0 0,0 0 0,0-1 0,0 1 0,0 0 0,2 0 0,-2-1 0,-1 0 0,0 0 0,0 0 0,0 0 0,0 0 0,1 0 0,-1 0 0,0 0 0,0 0 0,0 0 0,0 0 0,1 0 0,-1 0 0,0 0 0,0 0 0,0 0 0,0 0 0,1 0 0,-1 0 0,0-1 0,0 1 0,0 0 0,0 0 0,0 0 0,0 0 0,0 0 0,1-1 0,-1 1 0,0 0 0,0 0 0,0 0 0,0-1 0,0-10 0,-7-18 120,6 27-226,0 1 0,0-1 0,1 0 0,-1 1 0,0-1 0,0 1-1,-1-1 1,1 1 0,0-1 0,0 1 0,-1 0 0,1 0 0,-3-2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0 24575,'26'4'0,"15"4"0,-38-8 0,0 1 0,0 0 0,0 0 0,0 0 0,0 1 0,0-1 0,-1 1 0,1 0 0,-1-1 0,4 4 0,-6-5 0,0 0 0,1 1 0,-1-1 0,0 0 0,0 0 0,1 1 0,-1-1 0,0 0 0,0 1 0,0-1 0,0 0 0,0 0 0,1 1 0,-1-1 0,0 0 0,0 1 0,0-1 0,0 0 0,0 1 0,0-1 0,0 1 0,0-1 0,0 0 0,0 1 0,0-1 0,0 0 0,0 1 0,-1-1 0,1 0 0,0 0 0,0 1 0,0-1 0,0 1 0,-12 7 0,-16 0 0,14-6 20,0-1 0,0-1 0,0 0 0,0 0 0,-21-5 0,4-1-763,-41-15 1,60 17-6084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42 24575,'-1'-2'0,"-1"0"0,0 0 0,1 0 0,-1 0 0,0 0 0,0 1 0,0-1 0,0 0 0,0 1 0,0 0 0,0-1 0,-1 1 0,1 0 0,0 0 0,-1 0 0,1 0 0,-1 1 0,1-1 0,-5 0 0,-6 0 0,-1 0 0,-21 1 0,21 0 0,-32 0 0,-58-7 0,83 4-1365,3 1-5461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777 43 24575,'7'-2'0,"-7"-1"0,-12-4 0,-27-1 0,-75-7 0,79 11 0,-22 1 0,0 3 0,-74 8 0,106-6 0,-200 2-107,155-5-1151,51 1-5568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24575,'0'2'0,"1"19"0,4 30 0,15 23-18,-11-45-319,-2 0 0,0 1 1,2 38-1,-9-56-6489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591 47 24575,'-3'-5'0,"-1"1"0,0-1 0,-1 1 0,1 0 0,-1 0 0,1 0 0,-9-5 0,11 8 0,0 0 0,-1 0 0,1 0 0,0 0 0,0 0 0,-1 1 0,1-1 0,-1 1 0,1 0 0,-1-1 0,1 1 0,0 0 0,-1 0 0,1 1 0,-1-1 0,1 0 0,-1 1 0,1-1 0,0 1 0,-1 0 0,-2 1 0,-2 3 0,-1-1 0,0-1 0,0 0 0,0 0 0,0 0 0,-1-1 0,1 0 0,-1-1 0,-12 1 0,-224-14 0,233 10-136,0 1-1,0 0 1,0 1-1,0 0 1,0 1-1,0 1 1,0 0-1,0 0 0,-22 8 1,22-5-6690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568 31 24575,'13'-4'0,"76"-16"0,-73 18 0,0 0 0,0 0 0,24 2 0,1 8 0,-32-6 0,-1 0 0,19 1 0,-12-3 0,-7 0 0,-17 1 0,-82 14 0,25-2 0,10-6 0,-93 1 0,-199-9 0,341 2 0,1-1 0,0 1 0,0 0 0,0 1 0,0 0 0,0-1 0,-8 5 0,-38 22 0,40-21 0,12-7 0,0 0 0,-1 0 0,1 0 0,0 0 0,0 0 0,-1 1 0,1-1 0,0 0 0,0 0 0,-1 0 0,1 0 0,0 0 0,0 1 0,0-1 0,0 0 0,-1 0 0,1 0 0,0 1 0,0-1 0,0 0 0,0 0 0,0 1 0,0-1 0,0 0 0,-1 0 0,1 1 0,0-1 0,0 0 0,0 0 0,0 1 0,0-1 0,0 1 0,8 4 0,19 1 0,-22-5 0,112 27 0,151 58 0,-252-80 0,26 15 0,-37-19 0,-1 1 0,0-1 0,0 1 0,0 0 0,0 1 0,-1-1 0,1 1 0,-1-1 0,0 1 0,5 8 0,-7-11 0,0 1 0,-1 0 0,1-1 0,-1 1 0,0 0 0,1-1 0,-1 1 0,0 0 0,0 0 0,0-1 0,0 1 0,0 0 0,0 0 0,-1-1 0,1 1 0,-1 0 0,1-1 0,-1 1 0,1 0 0,-1-1 0,0 1 0,0-1 0,0 1 0,0-1 0,0 0 0,0 1 0,0-1 0,0 0 0,-1 0 0,1 0 0,-3 2 0,-4 3 0,0 0 0,-1-1 0,0 0 0,-11 4 0,17-8 0,-111 47 0,-45 21 0,147-63 0,1 1 0,0 0 0,0 1 0,1 0 0,0 1 0,0 0 0,1 0 0,0 1 0,-7 11 0,-67 93 0,81-112 0,1 0 0,0 0 0,0-1 0,-1 1 0,1 0 0,0 0 0,1 0 0,-1 0 0,-1 3 0,2-4 0,0-1 0,0 0 0,0 1 0,0-1 0,0 0 0,0 1 0,0-1 0,0 0 0,0 1 0,1-1 0,-1 0 0,0 1 0,0-1 0,0 0 0,0 0 0,1 1 0,-1-1 0,0 0 0,0 1 0,1-1 0,-1 0 0,1 0 0,12 5 0,58-2 0,-9-1 0,355 7 0,-202-24-1365,-199 15-5461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39 24575,'-2'-6'0,"-7"-14"0,9 19 0,0 0 0,-1 0 0,1 0 0,-1 1 0,1-1 0,-1 0 0,1 0 0,-1 1 0,0-1 0,1 0 0,-1 1 0,0-1 0,1 1 0,-1-1 0,0 0 0,0 1 0,-1-1 0,2 1 0,0 0 0,0 0 0,0 0 0,-1 0 0,1 1 0,0-1 0,0 0 0,0 0 0,-1 0 0,1 0 0,0 0 0,0 0 0,0 1 0,0-1 0,-1 0 0,1 0 0,0 0 0,0 0 0,0 1 0,0-1 0,0 0 0,0 0 0,0 0 0,0 1 0,-1-1 0,1 0 0,0 0 0,0 1 0,0-1 0,0 0 0,0 0 0,0 0 0,0 1 0,0-1 0,0 0 0,0 0 0,1 1 0,-1-1 0,0 0 0,2 12 0,-2-10 0,15 60 0,32 84 0,-24-79 0,-13-38-112,-3-12-97,-1 0 0,-1-1 0,-1 2 1,0-1-1,1 26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0 24575,'-14'0'0,"1"1"0,-1 0 0,-17 5 0,28-6 0,0 1 0,-1 0 0,1 0 0,-1 0 0,1 0 0,0 1 0,0-1 0,0 1 0,0 0 0,0 0 0,0 0 0,0 0 0,1 1 0,-1-1 0,1 1 0,-1-1 0,-3 7 0,5-6 0,0 0 0,1 0 0,-1 0 0,1 1 0,-1-1 0,1 0 0,0 0 0,0 1 0,0-1 0,1 0 0,-1 0 0,1 0 0,0 0 0,0 1 0,0-1 0,2 4 0,-2-4 0,0-1 0,0 1 0,1 0 0,-1-1 0,1 1 0,0-1 0,0 0 0,0 1 0,0-1 0,0 0 0,0 0 0,0 0 0,1 0 0,-1-1 0,1 1 0,-1-1 0,6 3 0,2-2 0,-1-1 0,1 0 0,16-1 0,9 1 0,193 38-667,-203-34-31,-3 0-6128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18 24575,'-1'0'0,"1"-1"0,-1 1 0,1 0 0,-1-1 0,1 1 0,-1-1 0,1 1 0,0-1 0,-1 1 0,1-1 0,0 0 0,-1 1 0,1-1 0,0 1 0,-1-1 0,1 0 0,0 1 0,0-1 0,0 0 0,0 1 0,0-1 0,0 0 0,0 1 0,0-1 0,0 0 0,0 1 0,0-2 0,6 1 0,4 10 0,10 16 0,-2-3 0,28 28 0,267 241 0,-270-255 0,-29-26 0,0 1 0,-1 1 0,0 0 0,-1 1 0,13 18 0,-24-30-99,-1 0 24,1 0 1,0-1-1,-1 1 1,1 0 0,-1 0-1,1 0 1,-1 0-1,0 0 1,1-1-1,-1 1 1,0 0-1,0 0 1,1 0-1,-1 0 1,0 0-1,0 2 1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16 24575,'0'-1'0,"0"1"0,0-1 0,0 0 0,0 0 0,0 0 0,0 1 0,0-1 0,0 0 0,0 0 0,0 1 0,-1-1 0,1 0 0,0 0 0,-1 1 0,1-1 0,0 0 0,-1 1 0,1-1 0,-1 0 0,0 0 0,1 1 0,-1 0 0,1 0 0,0 0 0,-1 0 0,1 0 0,-1 0 0,1 0 0,-1 0 0,1 0 0,0 0 0,-1 0 0,1 1 0,-1-1 0,1 0 0,-1 0 0,1 0 0,0 1 0,-1-1 0,1 0 0,0 0 0,-1 1 0,1-1 0,-1 1 0,-3 3 0,-1 1 0,1 0 0,-6 7 0,8-9 0,-57 72 0,34-42 0,1 0 0,-33 66 0,26-43 0,2-10 0,-56 68 0,79-106-273,-1 0 0,2 0 0,-1 1 0,-4 10 0,6-9-6553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0 24575,'-7'4'0,"-1"0"0,1 0 0,-1-1 0,0-1 0,0 1 0,0-1 0,-10 1 0,8-1 0,1 0 0,-1 0 0,1 1 0,-11 5 0,16-6 0,1 0 0,0 0 0,0 0 0,1 0 0,-1 1 0,0-1 0,1 1 0,-1 0 0,1 0 0,0-1 0,0 1 0,0 1 0,0-1 0,1 0 0,-1 0 0,1 1 0,0-1 0,0 1 0,0-1 0,0 1 0,1-1 0,-1 1 0,1 0 0,0-1 0,0 1 0,1-1 0,0 5 0,-1-4 0,1 0 0,0 1 0,0-1 0,0 0 0,0 1 0,1-1 0,0 0 0,0 0 0,0 0 0,0-1 0,1 1 0,0 0 0,-1-1 0,1 0 0,0 1 0,1-1 0,-1-1 0,1 1 0,-1 0 0,1-1 0,7 4 0,2-1 0,0-1 0,1-1 0,0 0 0,0-1 0,18 1 0,-31-3 0,57 10-1365,-46-8-5461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74 24575,'2'-27'0,"-1"21"0,0 0 0,-1 0 0,0 0 0,-1-8 0,1 14 0,0-1 0,0 1 0,0 0 0,0-1 0,0 1 0,0 0 0,0-1 0,0 1 0,0 0 0,0-1 0,0 1 0,-1 0 0,1-1 0,0 1 0,0 0 0,0 0 0,-1-1 0,1 1 0,0 0 0,0 0 0,0-1 0,-1 1 0,1 0 0,0 0 0,-1 0 0,1-1 0,0 1 0,0 0 0,-1 0 0,1 0 0,0 0 0,-1 0 0,1-1 0,0 1 0,-1 0 0,1 0 0,0 0 0,-1 0 0,1 0 0,0 0 0,-1 0 0,1 0 0,0 1 0,-1-1 0,1 0 0,0 0 0,-1 0 0,1 0 0,0 0 0,-1 0 0,1 1 0,0-1 0,0 0 0,-1 0 0,1 0 0,0 1 0,0-1 0,-1 0 0,1 0 0,0 1 0,0-1 0,-19 21 0,15-17 0,-13 15 0,1 1 0,0 0 0,-20 36 0,29-43 0,1-1 0,1 2 0,0-1 0,1 0 0,0 1 0,1 0 0,0 0 0,0 17 0,1 4 0,2 0 0,1 1 0,6 39 0,-4-60 0,0-1 0,0 0 0,1 0 0,1 0 0,1 0 0,0-1 0,0 0 0,1 0 0,1-1 0,13 16 0,-6-10-170,1-2-1,0 0 0,1-1 1,1 0-1,0-2 0,1 0 1,24 12-1,-32-20-6655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24575,'-3'7'0,"1"-1"0,0 1 0,0-1 0,0 1 0,1 0 0,0 0 0,1 0 0,0-1 0,0 1 0,0 0 0,1 0 0,-1 0 0,2-1 0,-1 1 0,4 8 0,3 10 0,2 0 0,20 35 0,103 160 0,-103-173 0,-20-33 0,-2 1 0,0 0 0,11 28 0,-18-42 0,-1 0 0,0 0 0,0-1 0,1 1 0,-1 0 0,0 0 0,0 0 0,0 0 0,0 0 0,0 0 0,0 0 0,0 0 0,0 0 0,0-1 0,0 1 0,-1 0 0,1 0 0,0 0 0,0 0 0,-1 0 0,1-1 0,-1 1 0,1 0 0,-1 0 0,1 0 0,-2 0 0,1 0 0,0 0 0,-1-1 0,1 1 0,-1 0 0,1-1 0,-1 1 0,1-1 0,-1 1 0,1-1 0,-1 0 0,0 0 0,1 1 0,-3-1 0,-5-1 0,1 0 0,-1 0 0,1-1 0,-13-3 0,2-2 0,0-1 0,0 0 0,1-2 0,1 0 0,-1-1 0,-17-15 0,23 17 0,0-1 0,2-1 0,-1 0 0,1 0 0,1-1 0,0 0 0,1-1 0,0 0 0,-6-14 0,12 24 6,1-1 0,0 0 0,0 1 0,0-1 0,0 0 0,1 1 0,-1-1 0,1 0 0,0 0 0,0 1 0,1-1 0,-1 0 0,1 0 0,-1 1 0,1-1 0,0 0 0,1 1 0,-1-1 0,3-3 0,-1 1-171,2-1 0,-1 1 0,1 0 0,0 0 0,0 1 0,0 0 0,1 0 0,9-7 0,-6 6-6661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24575,'0'2'0,"-3"4"0,0 2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21 24575,'3'-18'0,"-4"15"0,-4 12 0,-3 8 0,1 0 0,1 1 0,1 0 0,-4 26 0,-6 74 0,15-115 0,-4 39 0,3-1 0,2 1 0,1-1 0,2 0 0,2 1 0,13 45 0,-15-73 0,1 0 0,0 0 0,0-1 0,10 16 0,-11-23 0,0 0 0,1 0 0,-1 0 0,1 0 0,0-1 0,1 0 0,-1 0 0,1-1 0,0 1 0,8 3 0,8 3-682,43 15-1,-53-22-6143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1 477 24575,'2'-2'0,"0"1"0,0-1 0,0 1 0,0 0 0,1 0 0,-1 0 0,0 0 0,1 0 0,-1 0 0,1 1 0,-1-1 0,5 0 0,33 0 0,-28 1 0,22 1 0,-23 0 0,0 0 0,0-1 0,0 0 0,0-1 0,14-3 0,-25 4 0,0 0 0,0 0 0,1 0 0,-1 0 0,0 0 0,0 0 0,1 0 0,-1 0 0,0 0 0,0-1 0,1 1 0,-1 0 0,0 0 0,0 0 0,1 0 0,-1 0 0,0-1 0,0 1 0,0 0 0,0 0 0,1 0 0,-1-1 0,0 1 0,0 0 0,0 0 0,0 0 0,0-1 0,1 1 0,-1 0 0,0 0 0,0-1 0,0 1 0,-6-6 0,-16-3 0,22 8 0,-16-4 0,1-1 0,1 0 0,-1-1 0,-22-15 0,33 19 0,-1 0 0,1-1 0,0 1 0,1-1 0,-1 0 0,1 0 0,0 0 0,0-1 0,0 1 0,0-1 0,1 0 0,0 1 0,0-1 0,0 0 0,0 0 0,1-1 0,0 1 0,-1-6 0,2 3 0,0 0 0,1 0 0,-1 0 0,2 0 0,-1 0 0,1 0 0,0 0 0,1 0 0,0 1 0,0-1 0,1 1 0,0 0 0,0 0 0,0 0 0,10-10 0,2-2 0,1 2 0,1 0 0,38-28 0,-39 33 0,0 0 0,33-15 0,-41 23 0,0 0 0,1 1 0,-1 0 0,1 1 0,-1 0 0,1 0 0,18 0 0,-27 2 0,1 0 0,-1 0 0,0 0 0,0 0 0,1 0 0,-1 1 0,0-1 0,0 0 0,0 1 0,0-1 0,1 1 0,-1 0 0,0-1 0,0 1 0,0 0 0,0 0 0,0-1 0,0 1 0,-1 0 0,1 0 0,1 1 0,-1 0 0,0 1 0,0-1 0,0 1 0,0-1 0,0 1 0,0-1 0,-1 1 0,1-1 0,0 5 0,-1 5 0,0-1 0,-1 0 0,-3 18 0,-4 8 0,-2-2 0,-1 1 0,-21 43 0,29-72 0,-9 24 0,11-29 0,1 0 0,-1 1 0,1-1 0,-1 0 0,1 1 0,0-1 0,0 0 0,0 1 0,0-1 0,1 5 0,-1-6 0,1 1 0,0-1 0,0 1 0,0-1 0,0 0 0,0 1 0,0-1 0,0 0 0,0 0 0,1 0 0,-1 0 0,0 0 0,1 0 0,-1 0 0,1 0 0,-1 0 0,1-1 0,1 2 0,34 7 0,-28-7 0,232 36 0,-226-36-1365,-3-1-5461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0 24575,'-27'0'0,"-11"0"0,-2 0 0,3 0 0,6 3 0,6 0 0,4 0 0,4 0 0,2 1 0,3 0-8191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24575,'1'47'0,"2"0"0,16 76 0,38 86 0,-20-117 119,0-1-1603,-34-79-5342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 24575,'-24'6'0,"-48"13"0,64-16 0,1 0 0,-1 1 0,1-1 0,0 2 0,0-1 0,-12 10 0,18-13 0,0 0 0,0 0 0,0 0 0,0 0 0,0 0 0,0 0 0,1 0 0,-1 0 0,0 0 0,0 0 0,1 0 0,-1 0 0,1 1 0,-1-1 0,1 0 0,0 0 0,-1 1 0,1-1 0,0 0 0,0 2 0,0-2 0,1 1 0,-1-1 0,0 0 0,1 0 0,0 1 0,-1-1 0,1 0 0,0 0 0,-1 0 0,1 0 0,0 0 0,0 0 0,0 0 0,0 0 0,0 0 0,1 1 0,6 2 0,-1 0 0,1 0 0,-1 0 0,16 3 0,-19-5 0,9 1 27,0 0 0,0 0-1,1-2 1,16 1 0,-13-1-777,30 5 1,-35-3-6077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62 540 24575,'3'-3'0,"1"0"0,0 0 0,0 0 0,0 1 0,0 0 0,1 0 0,-1 0 0,1 1 0,-1-1 0,1 1 0,-1 0 0,1 0 0,0 1 0,8-1 0,26-5 0,-39 6 0,1 0 0,-1 0 0,0 0 0,1 0 0,-1-1 0,0 1 0,1 0 0,-1 0 0,0 0 0,1 0 0,-1-1 0,0 1 0,0 0 0,1 0 0,-1 0 0,0-1 0,0 1 0,1 0 0,-1 0 0,0-1 0,0 1 0,0 0 0,0-1 0,1 1 0,-1 0 0,0-1 0,0 1 0,0 0 0,0-1 0,0 1 0,0 0 0,0-1 0,0 1 0,0 0 0,0-1 0,0 1 0,0 0 0,0-1 0,0 1 0,0 0 0,0-1 0,0 1 0,-1 0 0,1-1 0,0 1 0,0 0 0,0-1 0,-1 1 0,1 0 0,0 0 0,0-1 0,0 1 0,-1 0 0,1 0 0,0-1 0,-1 1 0,1 0 0,-1 0 0,-19-17 0,17 16 0,-8-7 0,1-1 0,-1 1 0,2-2 0,-1 1 0,2-1 0,-1-1 0,1 1 0,1-1 0,0-1 0,0 0 0,1 1 0,-6-19 0,3 6 0,1 0 0,2-1 0,-5-33 0,10 50 0,0-1 0,0 0 0,1 0 0,0 1 0,1-1 0,0 0 0,0 0 0,1 1 0,0-1 0,1 1 0,0-1 0,0 1 0,6-10 0,-7 14 0,1-1 0,1 1 0,-1 0 0,1 0 0,-1 0 0,1 1 0,0-1 0,1 1 0,-1 0 0,0 0 0,1 0 0,0 1 0,8-4 0,-6 4 0,1 0 0,0 0 0,0 1 0,0 0 0,0 0 0,0 1 0,0 0 0,11 1 0,-3 2 0,-1 0 0,0 0 0,0 2 0,0-1 0,0 2 0,-1 0 0,0 1 0,25 16 0,-32-17 0,0-1 0,0 1 0,0 1 0,0-1 0,-1 1 0,0 1 0,-1-1 0,0 1 0,0 0 0,7 16 0,-10-20 0,0 1 0,-1 0 0,1-1 0,-1 1 0,0 0 0,-1 0 0,1 0 0,-1 0 0,0 0 0,0-1 0,0 1 0,-1 0 0,0 0 0,0 0 0,0 0 0,-1-1 0,1 1 0,-1-1 0,0 1 0,0-1 0,-1 1 0,-3 4 0,-1 0 0,-1-1 0,-1 0 0,-13 12 0,14-15 0,1 1 0,0 0 0,1 0 0,0 1 0,0 0 0,-10 14 0,16-21 0,0 1 0,-1 0 0,1-1 0,0 1 0,-1 0 0,1-1 0,0 1 0,0 0 0,0-1 0,0 1 0,0 0 0,0-1 0,0 1 0,0 0 0,0 0 0,0-1 0,0 1 0,0 0 0,0-1 0,1 1 0,-1 0 0,0-1 0,0 1 0,1 1 0,0-1 0,0 0 0,1 0 0,-1 0 0,0 0 0,0 0 0,1 0 0,-1 0 0,0 0 0,1 0 0,2 0 0,3 2 0,0-1 0,1-1 0,12 3 0,24 2 27,-23-2-723,32 2 0,-40-6-6130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16 24575,'-3'-2'0,"0"0"0,-1 0 0,1 1 0,0-1 0,-1 1 0,1 0 0,0 0 0,-1 0 0,0 0 0,-6 0 0,9 1 0,0 0 0,0 0 0,-1 0 0,1 0 0,0 1 0,0-1 0,-1 0 0,1 1 0,0-1 0,0 1 0,0-1 0,0 1 0,0 0 0,0-1 0,0 1 0,0 0 0,0 0 0,0 0 0,0 0 0,0 0 0,0 0 0,1 0 0,-1 0 0,0 0 0,1 0 0,-1 0 0,1 0 0,-1 1 0,1-1 0,0 0 0,-1 0 0,1 0 0,0 3 0,-1 1 0,1 1 0,0-1 0,0 0 0,0 1 0,1-1 0,-1 0 0,1 0 0,1 1 0,-1-1 0,1 0 0,3 6 0,4 7 0,19 30 0,-3-7 0,-24-40 0,0 1 0,0 0 0,0 0 0,-1-1 0,1 1 0,0 0 0,-1 0 0,1 0 0,-1 0 0,0 0 0,0-1 0,0 1 0,0 0 0,0 0 0,0 0 0,0 0 0,0 0 0,-1 0 0,1 0 0,-1 0 0,0 0 0,1-1 0,-1 1 0,0 0 0,-1 1 0,0-1 0,0 0 0,0 0 0,0 0 0,0 0 0,-1 0 0,1-1 0,-1 1 0,1-1 0,-1 0 0,1 0 0,-1 0 0,0 0 0,1 0 0,-1 0 0,0-1 0,-4 1 0,-82 9-1365,71-8-5461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24575,'52'43'0,"78"84"0,-110-104 0,-1 1 0,-1 1 0,-1 1 0,-1 0 0,-1 1 0,12 32 0,-17-35 24,-2 0 0,0 0 0,-2 1 0,7 45 0,-13-62-102,1 1 0,-1-1 0,-1 0-1,1 1 1,-1-1 0,-1 0 0,1 0 0,-1 1 0,-1-1-1,0-1 1,0 1 0,0 0 0,-1-1 0,0 1 0,-1-1-1,1-1 1,-2 1 0,-7 9 0,0-5-6748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47 24575,'-1'-2'0,"1"0"0,-1 0 0,1 1 0,0-1 0,-1 0 0,1 0 0,0 0 0,0 0 0,0 1 0,0-1 0,1 0 0,-1 0 0,0 0 0,1 1 0,0-1 0,-1 0 0,1 1 0,0-1 0,1-2 0,-1 3 0,0 0 0,0 0 0,1 1 0,-1-1 0,0 0 0,0 1 0,1-1 0,-1 1 0,0-1 0,1 1 0,-1-1 0,0 1 0,1 0 0,-1 0 0,1 0 0,-1 0 0,1 0 0,-1 0 0,0 0 0,1 1 0,-1-1 0,0 0 0,1 1 0,-1-1 0,3 2 0,4 1 0,0 1 0,0 0 0,0 1 0,-1-1 0,14 12 0,31 33 0,-46-44 0,21 23 0,-2 0 0,-1 2 0,-1 1 0,-1 1 0,-2 0 0,-1 2 0,-2 0 0,-1 1 0,-2 1 0,-1 0 0,-2 1 0,8 48 0,-16-63 0,0 0 0,-2 1 0,0-1 0,-2 1 0,0-1 0,-1 1 0,-2-1 0,0 0 0,-1 0 0,-2 0 0,0-1 0,-1 0 0,-1 0 0,-1-1 0,-1 0 0,0-1 0,-23 29 0,16-28-273,-1-1 0,-1-1 0,0-1 0,-37 24 0,37-28-6553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0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25 24575,'-17'-21'0,"15"17"0,11 15 0,58 83 0,32 40 0,151 203 0,-219-289 0,27 41 0,-57-89 0,-1 0 0,0 1 0,0-1 0,0 0 0,1 1 0,-1-1 0,0 1 0,1-1 0,-1 0 0,0 0 0,1 1 0,-1-1 0,0 0 0,1 1 0,-1-1 0,1 0 0,-1 0 0,0 0 0,1 0 0,0 1 0,2-7 0,-5-14 0,-1 10-195,-1 0 0,-1 1 0,0 0 0,0 0 0,0 0 0,-10-11 0,4 7-6631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0.7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302 16 24575,'0'-1'0,"0"0"0,0 0 0,0 0 0,0 0 0,0 0 0,0 0 0,0 0 0,0 0 0,0 0 0,-1 0 0,1 0 0,0 1 0,-1-1 0,0-1 0,1 2 0,0-1 0,-1 1 0,1 0 0,0 0 0,0 0 0,-1 0 0,1 0 0,0 0 0,0 0 0,-1 0 0,1 0 0,0 1 0,0-1 0,-1 0 0,1 0 0,0 0 0,0 0 0,-1 0 0,1 0 0,0 0 0,0 1 0,-1-1 0,1 0 0,0 0 0,0 0 0,0 1 0,0-1 0,-1 0 0,1 0 0,0 0 0,0 1 0,-18 29 0,15-23 0,-20 28 0,15-24 0,1 1 0,-7 13 0,-109 258 0,117-270 40,-1-1 0,-15 22 0,18-28-226,-1-1 1,0 0-1,0 1 0,0-1 1,-1-1-1,1 1 1,-10 5-1,4-5-6640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1.2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274 37 24575,'-23'-8'0,"-52"-15"0,67 21 0,0 1 0,0 0 0,0 0 0,0 0 0,0 1 0,-1 1 0,-9 1 0,16-2 0,0 0 0,0 1 0,0 0 0,0-1 0,0 1 0,0 0 0,0 0 0,0 0 0,0 1 0,1-1 0,-1 0 0,0 1 0,1-1 0,-1 1 0,1-1 0,-1 1 0,-1 2 0,1-1 0,1 1 0,-1-1 0,1 1 0,-1 0 0,1-1 0,0 1 0,1 0 0,-1 0 0,0 4 0,1 2 0,0 0 0,1 0 0,0-1 0,0 1 0,1 0 0,6 17 0,-4-17 0,0-1 0,1 0 0,0 0 0,1 0 0,0 0 0,0-1 0,1 0 0,0 0 0,0-1 0,12 9 0,7 4 0,56 31 0,-73-46 0,-8-4 0,1 0 0,0 0 0,-1 0 0,1 0 0,-1 1 0,1-1 0,-1 0 0,1 1 0,-1-1 0,0 1 0,0-1 0,0 1 0,2 3 0,-3-5 0,0 1 0,0-1 0,0 1 0,0-1 0,0 1 0,0-1 0,0 0 0,0 1 0,0-1 0,0 1 0,0-1 0,0 1 0,0-1 0,0 0 0,0 1 0,-1-1 0,1 1 0,0-1 0,0 0 0,0 1 0,-1-1 0,1 1 0,-1-1 0,0 1 0,0 0 0,0 0 0,0-1 0,0 1 0,0-1 0,0 1 0,0-1 0,-1 1 0,1-1 0,0 0 0,0 1 0,-2-1 0,-18 2 0,1-2 0,-1 0 0,1-1 0,-40-7 0,7 0 0,-1-1-1365,41 7-5461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1.9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 28 24575,'-14'-23'0,"14"23"0,-1-1 0,1 1 0,0 0 0,0-1 0,-1 1 0,1 0 0,0 0 0,-1-1 0,1 1 0,0 0 0,-1 0 0,1 0 0,0 0 0,-1-1 0,1 1 0,0 0 0,-1 0 0,1 0 0,-1 0 0,1 0 0,0 0 0,-1 0 0,0 0 0,1 1 0,-1-1 0,1 1 0,-1-1 0,1 0 0,0 1 0,-1-1 0,1 1 0,0-1 0,-1 1 0,1-1 0,0 1 0,0 0 0,-1-1 0,1 1 0,0-1 0,0 1 0,0-1 0,0 1 0,0 1 0,-5 31 0,1-7 0,-1 0 0,-11 35 0,2-21 0,-15 43 0,25-70 0,1 0 0,0 1 0,1-1 0,0 17 0,3-18 0,0 0 0,0-1 0,1 1 0,1-1 0,0 1 0,0-1 0,1 0 0,1 0 0,9 18 0,-4-13 0,0-1 0,1 0 0,0-1 0,1 0 0,21 19 0,-26-28-136,0 0-1,0 0 1,0 0-1,1-1 1,-1 0-1,1-1 1,0 0-1,0 0 0,17 3 1,-12-4-6690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2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1 24575,'-1'0'0,"0"0"0,-1 0 0,1 1 0,0-1 0,0 0 0,-1 1 0,1 0 0,0-1 0,0 1 0,0 0 0,0-1 0,0 1 0,0 0 0,0 0 0,0 0 0,0 0 0,0 0 0,0 0 0,1 0 0,-1 0 0,0 0 0,1 0 0,-1 1 0,1-1 0,-1 0 0,1 0 0,-1 1 0,1-1 0,0 0 0,0 2 0,-2 4 0,1 1 0,1-1 0,-1 0 0,2 9 0,0-3 0,1 1 0,1 0 0,0-1 0,1 0 0,0 0 0,9 16 0,41 72 0,-52-96 0,101 155 0,-98-150 0,8 12 0,14 35 0,-24-50 0,0 1 0,-1-1 0,0 1 0,0 0 0,-1 0 0,0 0 0,-1 0 0,0 15 0,0-21 0,0-1 0,0 0 0,-1 1 0,1-1 0,0 0 0,-1 0 0,1 1 0,-1-1 0,1 0 0,-1 0 0,0 0 0,1 0 0,-1 0 0,0 0 0,0 0 0,0 0 0,0 0 0,0 0 0,0 0 0,0 0 0,-1 0 0,-1 0 0,1 0 0,-1 0 0,0 0 0,1 0 0,-1-1 0,0 1 0,1-1 0,-1 0 0,-5 0 0,-1-1 0,-1 0 0,1-1 0,0 0 0,0 0 0,-10-5 0,8 3 0,0-2 0,1 0 0,-1 0 0,1 0 0,1-2 0,-1 1 0,1-1 0,1 0 0,-1-1 0,2 0 0,-10-13 0,11 14 0,1-1 0,0 0 0,0 0 0,1 0 0,0-1 0,0 1 0,1-1 0,1 0 0,0 0 0,0 0 0,1 0 0,0 0 0,1-17 0,0 24 2,1-1 0,0 1-1,-1 0 1,1 0 0,0 0-1,1 1 1,-1-1 0,1 0-1,-1 0 1,1 0 0,0 1-1,0-1 1,0 1 0,0 0-1,0 0 1,3-3 0,6-3-41,0 0 0,19-9 1,2-3-1240,-22 14-5548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2.6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9 24575,'-7'-5'0,"-3"1"0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3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15 551 24575,'23'-5'0,"34"-4"0,-47 8 0,0 0 0,0 1 0,0 1 0,0-1 0,0 2 0,10 2 0,-11-1 0,-11-3 0,-16-5 0,5 0 0,1-1 0,0 0 0,0-1 0,0 0 0,1-1 0,0 0 0,0-1 0,-11-12 0,16 15 0,2 0 0,-1 0 0,1 0 0,0 0 0,0-1 0,0 0 0,1 0 0,0 0 0,1 0 0,0 0 0,0-1 0,0 1 0,1-1 0,0 1 0,0-1 0,1-11 0,1 12 0,0 0 0,0 1 0,0-1 0,1 0 0,0 1 0,1 0 0,-1-1 0,1 1 0,0 0 0,4-5 0,5-6 0,27-29 0,-5 6 0,-29 33 0,-1 0 0,0 0 0,0 0 0,0-1 0,-1 0 0,0 1 0,-1-1 0,0 0 0,0 0 0,0-12 0,-1 17 0,-1 0 0,0 1 0,1-1 0,0 1 0,-1-1 0,1 0 0,0 1 0,0-1 0,0 1 0,1 0 0,-1-1 0,1 1 0,-1 0 0,1 0 0,0 0 0,0 0 0,0 0 0,0 0 0,0 0 0,0 1 0,0-1 0,1 1 0,-1-1 0,0 1 0,1 0 0,-1 0 0,1 0 0,0 1 0,-1-1 0,1 0 0,0 1 0,-1 0 0,1 0 0,0 0 0,4 0 0,6 1 0,0 1 0,0 0 0,0 1 0,-1 1 0,1 0 0,13 6 0,-2 0 0,-1 2 0,0 0 0,0 1 0,-1 2 0,-1 0 0,31 28 0,-48-39 0,0 1 0,0 0 0,0-1 0,0 1 0,-1 1 0,0-1 0,0 0 0,0 1 0,-1-1 0,0 1 0,2 7 0,-3-9 0,-1 0 0,1 0 0,-1 0 0,0 0 0,0 1 0,0-1 0,-1 0 0,0 0 0,1 0 0,-1 0 0,-1 0 0,1 0 0,-1 0 0,1 0 0,-1-1 0,0 1 0,-3 4 0,-6 6 0,-1-1 0,0 0 0,-1 0 0,-17 12 0,-16 16 0,45-40 0,0 0 0,0 0 0,0 0 0,0 0 0,0 0 0,0 0 0,0 1 0,0-1 0,0 0 0,1 0 0,-1 1 0,1-1 0,-1 1 0,1-1 0,-1 0 0,1 1 0,0-1 0,0 1 0,0 2 0,0-3 0,0 1 0,1-1 0,-1 0 0,1 1 0,0-1 0,-1 0 0,1 0 0,0 0 0,0 1 0,0-1 0,0 0 0,0 0 0,0 0 0,0 0 0,0-1 0,2 3 0,4 1 0,1-1 0,-1 1 0,1-1 0,-1-1 0,14 4 0,2-2 0,0 0 0,0-1 0,1-1 0,0-2 0,28-2 0,-22-3-1365,-17 1-5461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4.5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24575,'24'12'0,"-1"0"0,0 1 0,-1 2 0,0 0 0,-1 1 0,-1 1 0,-1 1 0,0 1 0,-1 0 0,-1 2 0,-1 0 0,-1 0 0,-1 2 0,-1 0 0,-1 0 0,10 28 0,-6-11 0,-2 1 0,-2 0 0,13 79 0,-23-103 0,0 0 0,-1 1 0,-1-1 0,-1 0 0,-1 1 0,0-1 0,-1 0 0,-1 0 0,-1 0 0,0 0 0,-1-1 0,-11 22 0,13-31-111,-1 3-98,0-1 0,-1 0 0,0 0 0,0-1 0,-9 10 0,5-9-6617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4.9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26 24575,'-5'0'0,"-4"-3"0,-3 0 0,-1 0 0,-2 1 0,-1 0 0,1 1 0,0 0 0,0 1 0,0 0 0,0 0 0,0 0 0,1 0 0,0-2 0,-1-1 0,1 0 0,2 0-8191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5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1 24575,'-23'2'0,"-6"1"-8191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9.1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199 1 24575,'-15'0'0,"-7"0"0,-2 0 0,0 0 0,2 0 0,2 0 0,2 0 0,2 0 0,1 0 0,3 2 0,1 2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0.0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24575,'5'5'0,"0"-1"0,0 1 0,6 9 0,28 32 0,9 15 0,-43-55 0,-1 1 0,0 0 0,-1 0 0,0 0 0,0 0 0,0 1 0,2 11 0,-5-16-47,1 0 0,-1 1 0,0-1 0,0 0 0,-1 0 0,1 0 0,-1 0 0,0 0 0,1 0-1,-1 0 1,0 0 0,-1 0 0,1 0 0,-1-1 0,1 1 0,-1 0 0,0-1 0,0 1 0,0-1 0,0 0 0,0 0 0,0 0-1,-1 0 1,1 0 0,-1 0 0,1 0 0,-1-1 0,-3 2 0,-5 2-6779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0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592 0 24575,'-209'11'0,"22"2"0,18-7-1365,143-6-5461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1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5 24575,'-2'-4'0,"1"4"0,4 13 0,8 19 0,16 26 0,-2 0 0,24 89 0,-48-143-106,7 31 345,-8-34-255,1-1 0,-1 1-1,0 0 1,0 0 0,0-1-1,0 1 1,-1 0-1,1-1 1,0 1 0,0 0-1,0 0 1,0-1-1,-1 1 1,1 0 0,0-1-1,-1 2 1,0-2-28,1 0 1,-1 0-1,1 1 1,0-1-1,-1 0 0,1 0 1,-1 0-1,1 0 1,-1 0-1,1 0 1,-1 0-1,1 0 0,-1 0 1,1 0-1,-1 0 1,1 0-1,-1 0 1,1 0-1,-1 0 1,1 0-1,-1 0 0,1-1 1,0 1-1,-1 0 1,1 0-1,-1-1 1,0 0-1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1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457 11 24575,'-7'-2'0,"0"-1"0,0 2 0,0-1 0,0 1 0,-1 0 0,1 0 0,0 1 0,-10 1 0,-5 1 0,-30 8 0,30-6 0,-31 4 0,-1-7-455,1-3 0,-57-8 0,93 8-6371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3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774 0 24575,'3'2'0,"-8"1"0,-9 3 0,-62 3 0,39-5 0,-193 1 0,53-5 0,106 7 0,-30 1 0,95-8 0,1 1 0,0-1 0,-1 1 0,-8 3 0,13-4 0,0 1 0,0-1 0,0 0 0,0 1 0,0-1 0,0 1 0,0 0 0,0-1 0,0 1 0,0 0 0,1 0 0,-1-1 0,-1 2 0,2-1 0,0-1 0,0 1 0,-1-1 0,1 1 0,0-1 0,0 1 0,0-1 0,0 1 0,0 0 0,0-1 0,0 1 0,0-1 0,0 1 0,0-1 0,1 1 0,-1-1 0,0 1 0,0-1 0,0 1 0,1-1 0,-1 1 0,0-1 0,0 1 0,1-1 0,-1 1 0,0-1 0,1 0 0,0 1 0,5 4 0,0-1 0,0 0 0,0-1 0,0 1 0,1-1 0,-1 0 0,1-1 0,0 0 0,8 2 0,-1 0 0,54 17 0,130 48 0,-184-63 0,0 0 0,0 2 0,-1-1 0,0 2 0,18 14 0,-29-21 0,0 0 0,1 0 0,-1 0 0,0 1 0,0-1 0,0 1 0,-1-1 0,1 1 0,-1 0 0,1-1 0,-1 1 0,0 0 0,0 0 0,0 0 0,0 0 0,-1 0 0,1 0 0,-1 0 0,0 0 0,0 1 0,0-1 0,0 0 0,0 0 0,-1 0 0,0 0 0,1 0 0,-1 0 0,0 0 0,0 0 0,-1 0 0,1-1 0,-1 1 0,1 0 0,-3 2 0,-3 4 0,1-1 0,-1-1 0,0 1 0,-1-1 0,1-1 0,-2 1 0,-9 5 0,-68 35 0,45-26 0,12-7 0,-57 35 0,72-40 0,1 1 0,0 0 0,1 1 0,-13 13 0,-60 78 0,84-101 0,0-1 0,0 1 0,1 0 0,-1 0 0,0 0 0,1 0 0,-1 0 0,0 0 0,1 0 0,-1 0 0,1 0 0,0 0 0,-1 1 0,1-1 0,0 0 0,0 0 0,0 0 0,-1 2 0,2-2 0,-1-1 0,1 1 0,-1 0 0,1-1 0,-1 1 0,1 0 0,0-1 0,-1 1 0,1-1 0,0 1 0,-1-1 0,1 1 0,0-1 0,0 0 0,-1 1 0,1-1 0,0 0 0,0 0 0,0 1 0,-1-1 0,1 0 0,0 0 0,0 0 0,0 0 0,0 0 0,0 0 0,94-1 0,-38-1 0,278-21 0,-277 18 0,44-8 51,52-4-1467,-139 16-5410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4.3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21 24575,'-1'-2'0,"0"1"0,-1-1 0,1 1 0,0-1 0,-1 1 0,1-1 0,-1 1 0,1 0 0,-1-1 0,0 1 0,0 0 0,1 0 0,-4-1 0,5 2 0,-1 0 0,1 0 0,-1 0 0,0 0 0,1 0 0,-1 0 0,1 0 0,-1 0 0,1 0 0,-1 0 0,1 0 0,-1 0 0,1 0 0,-1 0 0,1 1 0,-1-1 0,1 0 0,-1 0 0,1 1 0,0-1 0,-1 1 0,0 0 0,0-1 0,0 1 0,1 0 0,-1 0 0,0 0 0,1 1 0,-1-1 0,1 0 0,0 0 0,-1 0 0,1 0 0,-1 3 0,1 1 0,-1 0 0,1 0 0,0 0 0,0 0 0,1 0 0,0 0 0,0-1 0,0 1 0,0 0 0,3 7 0,5 7 0,13 23 0,-1-2 0,-14-23 0,0 0 0,-1 0 0,0 0 0,-2 1 0,0 0 0,-1 0 0,0 0 0,-1 26 0,-2-31 0,0 16 0,0-28 0,0 1 0,0-1 0,0 1 0,0-1 0,-1 0 0,1 1 0,0-1 0,-1 1 0,0-1 0,1 0 0,-1 1 0,0-1 0,-1 3 0,2-4 2,0 0-1,0 0 0,-1 0 1,1 0-1,0 0 0,0 0 1,0 0-1,0 0 1,0 0-1,0 0 0,-1 0 1,1 0-1,0 0 0,0 0 1,0 0-1,0 0 0,0 0 1,-1 0-1,1 0 1,0 0-1,0 0 0,0 0 1,0 0-1,0 0 0,0 0 1,-1 0-1,1 0 0,0-1 1,0 1-1,0 0 1,0 0-1,0 0 0,0 0 1,0 0-1,0 0 0,0 0 1,-1 0-1,1-1 0,0 1 1,0 0-1,0 0 1,0 0-1,0 0 0,0 0 1,0 0-1,0-1 0,0 1 1,0 0-1,0 0 0,0 0 1,0 0-1,0 0 1,0-1-1,0 1 0,0 0 1,0 0-1,0 0 0,0-9-1445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4.8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0 24575,'-3'1'0,"0"0"0,0 0 0,0 0 0,0 0 0,0 0 0,1 1 0,-1-1 0,1 1 0,-1 0 0,1 0 0,-1-1 0,1 2 0,0-1 0,0 0 0,0 0 0,0 1 0,0-1 0,1 1 0,-1-1 0,1 1 0,-2 4 0,1 1 0,0-1 0,0 1 0,1 0 0,0 0 0,1 0 0,0 16 0,0-19 0,0-1 0,-1 1 0,1 0 0,-1-1 0,0 1 0,0-1 0,-1 1 0,1-1 0,-4 7 0,4-10 0,1-1 0,0 1 0,0-1 0,-1 1 0,1 0 0,0-1 0,0 1 0,0-1 0,0 1 0,0-1 0,0 1 0,0-1 0,0 1 0,0 0 0,0-1 0,0 1 0,0-1 0,0 1 0,0-1 0,0 1 0,1-1 0,-1 1 0,0 0 0,0-1 0,1 1 0,0 0 0,0 0 0,0-1 0,0 1 0,0 0 0,0-1 0,0 1 0,0-1 0,0 1 0,0-1 0,0 0 0,0 1 0,2-1 0,5 1 0,0-1 0,0 0 0,10-1 0,-9 1 0,249 12 0,-220-5-1365,-23-4-5461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6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36 24575,'-26'-35'0,"85"114"0,-18-17 0,92 131 0,-37-81 0,-57-69 0,65 67 0,-86-92 0,-8-10 0,-1 1 0,13 16 0,-22-24-5,1 0-1,-1-1 0,1 1 0,-1 0 1,1 0-1,-1-1 0,0 1 0,1 0 1,-1 0-1,0 0 0,0 0 0,0-1 1,0 2-1,0-1 14,0-1 0,0 0 0,0 0 0,0 1 0,0-1 0,0 0 0,0 1 0,0-1 0,0 0 0,-1 0 0,1 1 0,0-1 0,0 0 0,0 0 0,0 1 0,-1-1 0,1 0 0,0 0 0,0 0 0,-1 0 0,1 1 0,0-1 0,0 0 0,-1 0 0,0 1-101,-1-1 0,1 0 1,0 0-1,0 0 0,-1 0 0,1 0 0,0 0 0,0 0 1,-1 0-1,1 0 0,0-1 0,0 1 0,0 0 1,-1-1-1,-1 0 0,-6-5-6733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6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218 41 24575,'-1'-1'0,"0"-3"0,-1-1 0,0 1 0,0 0 0,-1-1 0,1 1 0,-4-4 0,6 8 0,-1-1 0,1 1 0,-1-1 0,0 1 0,1-1 0,-1 1 0,1 0 0,-1-1 0,0 1 0,1 0 0,-1-1 0,0 1 0,1 0 0,-1 0 0,0 0 0,1 0 0,-1-1 0,0 1 0,0 0 0,-1 1 0,1-1 0,0 0 0,0 1 0,0-1 0,0 1 0,0-1 0,0 1 0,0 0 0,0 0 0,0-1 0,0 1 0,0 0 0,0 0 0,-1 2 0,-18 22 0,2 0 0,-15 30 0,22-35 0,1 1 0,0 1 0,2-1 0,-7 31 0,4-8 0,-4 57 0,14-65 0,1-28 0,0 1 0,0-1 0,-1 1 0,-3 12 0,4-19-105,-1-1 0,1 0 0,-1 1 0,1-1 0,-1 0 0,0 1 0,0-1 0,1 0 0,-1 0 0,0 0 0,0 0 0,-2 2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7.4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14 24575,'-4'-2'0,"0"0"0,0 0 0,0 1 0,0-1 0,-1 1 0,1 0 0,-1 0 0,-8 0 0,11 1 0,0 0 0,0 0 0,0 1 0,0-1 0,0 1 0,0-1 0,0 1 0,0 0 0,1 0 0,-1 0 0,0 0 0,0 0 0,1 0 0,-1 0 0,1 1 0,-1-1 0,1 0 0,0 1 0,-1-1 0,1 1 0,0 0 0,-2 3 0,-3 7 0,1 1 0,0 1 0,0-1 0,-3 19 0,-6 17 0,12-45 0,1 0 0,0 1 0,0-1 0,0 1 0,0-1 0,0 1 0,1 6 0,0-9 0,1 0 0,-1 0 0,0-1 0,1 1 0,0 0 0,-1 0 0,1-1 0,0 1 0,0 0 0,0-1 0,0 1 0,0-1 0,0 1 0,0-1 0,0 0 0,1 1 0,-1-1 0,1 0 0,-1 0 0,1 0 0,2 1 0,8 4 0,0 0 0,0-1 0,0-1 0,1 0 0,15 2 0,69 8 0,-67-11 0,-19-2-116,0 1-92,1 0 0,-1-2 0,1 1-1,-1-1 1,20-3 0,-21 0-6618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9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40 24575,'-1'-7'0,"1"4"0,0 1 0,0 0 0,-1-1 0,1 1 0,-1 0 0,1-1 0,-1 1 0,0 0 0,0 0 0,0 0 0,0 0 0,-2-3 0,2 5 0,1 0 0,0 0 0,-1 0 0,1 0 0,0 0 0,-1 0 0,1 0 0,0 0 0,-1 0 0,1 0 0,0 0 0,0 0 0,-1 0 0,1 0 0,0 0 0,-1 1 0,1-1 0,0 0 0,0 0 0,-1 0 0,1 0 0,0 1 0,0-1 0,-1 0 0,1 0 0,0 1 0,0-1 0,0 0 0,0 0 0,-1 1 0,1-1 0,0 1 0,-7 13 0,5-10 0,-16 31 0,-14 38 0,27-58 0,0 0 0,2 0 0,-1 1 0,2-1 0,-2 26 0,4-16 0,1 1 0,1 0 0,1-1 0,1 1 0,1-1 0,2 0 0,12 34 0,-7-31-105,0 0 0,1-1 0,2-1 0,1 0 0,1 0 0,1-2 0,1 0 0,1-2 0,1 0 0,1-1 0,1-1 0,45 30 0,-53-41-6721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9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7 24575,'-1'-1'0,"0"0"0,0 1 0,0-1 0,0 1 0,0-1 0,0 1 0,0-1 0,-1 1 0,1-1 0,0 1 0,0 0 0,-1 0 0,1 0 0,0-1 0,0 1 0,0 1 0,-3-1 0,4 0 0,-1 1 0,0-1 0,0 0 0,1 1 0,-1-1 0,1 1 0,-1 0 0,1-1 0,-1 1 0,1-1 0,-1 1 0,1 0 0,-1-1 0,1 1 0,-1 0 0,1-1 0,0 1 0,0 0 0,-1 0 0,1 0 0,0-1 0,0 1 0,0 0 0,0 0 0,0-1 0,0 1 0,0 0 0,0 1 0,1 5 0,-1-1 0,1 1 0,1 0 0,-1-1 0,1 1 0,3 7 0,19 38 0,-15-34 0,91 161 0,-30-56 0,-65-114 0,10 17 0,-1 2 0,-1 0 0,14 48 0,-26-74 0,0 0 0,-1 0 0,0 1 0,1-1 0,-1 0 0,0 1 0,0-1 0,0 0 0,-1 1 0,1-1 0,-1 4 0,0-5 0,1 0 0,-1-1 0,1 1 0,-1 0 0,1 0 0,-1-1 0,1 1 0,-1 0 0,0-1 0,1 1 0,-1 0 0,0-1 0,0 1 0,1-1 0,-1 0 0,0 1 0,0-1 0,0 0 0,0 1 0,1-1 0,-1 0 0,0 0 0,0 0 0,0 1 0,0-1 0,0 0 0,0 0 0,0-1 0,0 1 0,0 0 0,1 0 0,-3-1 0,-7-2 0,-1-1 0,0 0 0,1 0 0,0-1 0,0-1 0,0 0 0,-16-13 0,-1 0 0,-1 1 0,-38-32 0,59 44 0,0 0 0,0-1 0,1 0 0,0 0 0,1-1 0,-1 0 0,1 0 0,1 0 0,-1 0 0,-3-12 0,8 18 3,-1 0-1,0-1 1,1 1-1,0 0 1,0-1 0,0 1-1,0 0 1,0-1-1,0 1 1,0-1-1,1 1 1,-1 0-1,1 0 1,0-1 0,0 1-1,-1 0 1,2 0-1,-1 0 1,0 0-1,0 0 1,1 0-1,-1 0 1,1 0 0,-1 0-1,1 1 1,0-1-1,0 1 1,-1-1-1,1 1 1,3-2-1,7-4-123,0 1 0,0 1 1,0-1-1,17-3 0,-9 2-719,-5 2-5986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9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24575,'0'-3'0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00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11 24575,'-2'-2'0,"1"1"0,-1 0 0,1 0 0,-1 0 0,1 1 0,-1-1 0,0 0 0,1 1 0,-1-1 0,0 1 0,0-1 0,0 1 0,1 0 0,-1-1 0,0 1 0,0 0 0,0 1 0,0-1 0,1 0 0,-1 0 0,0 1 0,-2 0 0,1 1 0,1-1 0,0 1 0,0 0 0,-1 0 0,1-1 0,0 2 0,1-1 0,-1 0 0,0 0 0,1 1 0,-1-1 0,1 1 0,-3 4 0,-8 24 0,1 0 0,2 1 0,0 0 0,-3 35 0,7-26 0,2 0 0,5 72 0,-1-100 0,1 1 0,1-1 0,1 0 0,0 0 0,0 0 0,1-1 0,1 1 0,0-1 0,0-1 0,2 1 0,-1-1 0,1 0 0,12 12 0,-3-5 0,1-1 0,0 0 0,2-1 0,0-2 0,0 0 0,30 15 0,-35-22-1365,-3-3-5461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04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1 436 24575,'82'4'0,"-71"-3"0,0 1 0,0 0 0,0 1 0,0 0 0,13 7 0,-4-1 0,37 11 0,-56-20 0,1 0 0,0 1 0,-1-1 0,1 0 0,0 0 0,-1 0 0,1 0 0,0 0 0,-1-1 0,1 1 0,3-1 0,-5 1 0,0 0 0,0 0 0,1-1 0,-1 1 0,0 0 0,0 0 0,0 0 0,1 0 0,-1 0 0,0-1 0,0 1 0,0 0 0,1 0 0,-1 0 0,0-1 0,0 1 0,0 0 0,0 0 0,0 0 0,0-1 0,0 1 0,1 0 0,-1 0 0,0-1 0,0 1 0,0 0 0,0 0 0,0-1 0,0 1 0,-1-1 0,1 0 0,0 1 0,-1-1 0,1 0 0,0 0 0,-1 1 0,1-1 0,-1 0 0,0 1 0,1-1 0,-1 1 0,1-1 0,-1 1 0,-1-1 0,-8-6 0,0 1 0,0 1 0,-1-1 0,0 2 0,-17-5 0,16 5 0,0 0 0,0-1 0,1 0 0,-15-10 0,22 13 0,1-1 0,-1 0 0,1 0 0,0 0 0,0 0 0,0-1 0,0 1 0,1-1 0,0 0 0,-1 0 0,1 0 0,0 0 0,1 0 0,-1 0 0,1 0 0,-2-7 0,-1-11 0,0 0 0,0-42 0,4 54 0,0 1 0,2 0 0,-1 0 0,1-1 0,0 1 0,1 0 0,0 1 0,0-1 0,8-14 0,-6 14 0,0 1 0,1 0 0,-1 0 0,2 0 0,-1 1 0,1 0 0,0 0 0,0 1 0,1-1 0,0 2 0,0-1 0,0 1 0,1 0 0,-1 1 0,1 0 0,0 0 0,1 1 0,-1 1 0,1-1 0,-1 1 0,17-1 0,-9 2 0,0 1 0,0 0 0,-1 1 0,1 1 0,0 0 0,-1 1 0,27 9 0,-37-9 0,-1-1 0,1 1 0,0 0 0,-1 0 0,0 1 0,0-1 0,0 1 0,0 1 0,0-1 0,4 6 0,-6-6 0,0 0 0,-1 1 0,1-1 0,-1 1 0,0 0 0,0 0 0,0 0 0,-1 0 0,1 0 0,-1 0 0,-1 0 0,1 0 0,-1 10 0,0-10 0,0 1 0,-1-1 0,0 0 0,0 0 0,0 0 0,-1 0 0,1 0 0,-1 0 0,0 0 0,-1-1 0,1 1 0,-1-1 0,0 1 0,-6 5 0,-2 2 0,-1 0 0,-1-1 0,-17 11 0,13-10 0,15-10 0,0-1 0,0 1 0,0 0 0,0-1 0,0 1 0,1 0 0,-1 0 0,1 0 0,-1 1 0,1-1 0,0 0 0,0 0 0,0 1 0,0-1 0,0 0 0,0 1 0,0 3 0,1-4 0,0 0 0,0 0 0,0 0 0,1 0 0,-1 0 0,1 0 0,0 0 0,-1 0 0,1 0 0,0 0 0,0 0 0,0-1 0,0 1 0,0 0 0,1-1 0,-1 1 0,0-1 0,1 1 0,-1-1 0,1 1 0,0-1 0,2 2 0,7 3 0,1 1 0,0-1 0,0-1 0,0 0 0,1-1 0,19 4 0,81 10 0,-112-18 0,11 1-109,2 2-100,0-2-1,1 0 1,-1 0 0,1-1-1,28-5 1,-33 2-6617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05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320 60 24575,'-30'-7'0,"-11"-3"0,-2 1 0,4-1 0,6 1 0,4 3 0,5 1 0,3 3 0,3 1 0,3 3 0,0 1 0,4 1-8191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07.1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35 24575,'-1'-2'0,"-1"-3"0,-1-1 0,1 1 0,-1-1 0,-4-4 0,5 9 0,2 7 0,0 6 0,8 23 0,0 0 0,16 38 0,-7-20 0,74 299 0,-90-350 0,0 6 0,1 0 0,-1-1 0,5 12 0,-6-19 1,0-1 0,0 1 0,1 0 0,-1 0 0,0 0 0,0 0 0,0 0-1,0 0 1,0 0 0,0 0 0,0 0 0,0 0 0,0 0 0,0 0 0,0 0 0,0 0-1,0 0 1,1-1 0,-1 1 0,0 0 0,0 0 0,0 0 0,0 0 0,0 0 0,0 0-1,0 0 1,0 0 0,0 0 0,0 0 0,1 0 0,-1 0 0,0 0 0,0 0 0,0 0-1,0 0 1,0 1 0,0-1 0,0 0 0,0 0 0,0 0 0,0 0 0,0 0 0,1 0 0,-1 0-1,0 0 1,0 0 0,0 0 0,0 0 0,0 0 0,0 0 0,0 0 0,0 0 0,0 1-1,1-10-1326,-1 9 1239,1-10-6739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07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0 24575,'-17'4'0,"1"1"0,-30 13 0,42-17 0,1 1 0,-1 0 0,1 0 0,0 0 0,0 0 0,-1 0 0,2 1 0,-1-1 0,0 1 0,0 0 0,1 0 0,0 0 0,-1 0 0,1 0 0,0 1 0,1-1 0,-1 1 0,0-1 0,0 6 0,2-7 0,-1 1 0,1 0 0,1 0 0,-1 0 0,0-1 0,1 1 0,-1 0 0,1 0 0,0-1 0,0 1 0,0 0 0,0-1 0,1 1 0,-1-1 0,1 1 0,-1-1 0,1 0 0,0 0 0,0 0 0,0 0 0,0 0 0,0 0 0,0 0 0,4 1 0,6 5 0,0 0 0,0-1 0,19 7 0,17 4 0,0-2 0,98 20 0,-138-35 0,-4 1 0,1-1 0,-1 0 0,1-1 0,-1 1 0,1-1 0,0 0 0,-1 0 0,1 0 0,-1-1 0,6 0 0,-7-2-1365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08.3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112 520 24575,'0'-2'0,"1"-1"0,0 1 0,0 0 0,0 0 0,0 0 0,0 0 0,0 0 0,1 0 0,-1 0 0,1 0 0,-1 0 0,1 0 0,0 1 0,0-1 0,0 1 0,0-1 0,0 1 0,0 0 0,0 0 0,0 0 0,0 0 0,1 0 0,-1 0 0,0 1 0,4-1 0,3 0 0,1 1 0,-1 0 0,0 1 0,0 0 0,13 4 0,-13-3 0,0-1 0,1 1 0,16-1 0,-26-1 0,0 0 0,1 0 0,-1 0 0,0 0 0,0 0 0,0 0 0,0 0 0,1 0 0,-1 0 0,0 0 0,0 0 0,0 0 0,0 0 0,1 0 0,-1 0 0,0 0 0,0 0 0,0 0 0,0 0 0,0-1 0,1 1 0,-1 0 0,0 0 0,0 0 0,0 0 0,0 0 0,0 0 0,0-1 0,0 1 0,1 0 0,-1 0 0,0 0 0,0 0 0,0 0 0,0-1 0,0 1 0,0 0 0,0 0 0,-5-7 0,-11-6 0,14 12 0,-90-56 0,35 22 0,45 28 0,0-1 0,1-1 0,-16-15 0,22 19 0,0 0 0,1 0 0,0-1 0,0 0 0,1 0 0,-1 0 0,1 0 0,1 0 0,-4-9 0,4 5 0,-1 0 0,1 1 0,1-1 0,-1 0 0,1-17 0,2 22 0,-1 0 0,1-1 0,0 1 0,1 0 0,-1 0 0,1 0 0,0 0 0,0 0 0,1 0 0,-1 0 0,1 1 0,4-6 0,2 0 0,1-1 0,-1 2 0,2-1 0,-1 2 0,1-1 0,1 1 0,-1 1 0,1 0 0,1 1 0,-1 0 0,1 1 0,20-6 0,-23 8 0,-1 2 0,0-1 0,1 1 0,-1 0 0,1 1 0,-1 0 0,1 1 0,13 2 0,-16-1 0,0 0 0,-1 0 0,1 0 0,0 1 0,-1 0 0,0 1 0,0-1 0,0 1 0,0 0 0,0 0 0,-1 1 0,6 6 0,-5-4 0,-1 0 0,0 0 0,0 1 0,0 0 0,-1-1 0,-1 2 0,1-1 0,-1 0 0,-1 1 0,1-1 0,1 14 0,-2 0 0,0-1 0,-1 1 0,-4 34 0,2-46 0,-1 1 0,0-1 0,-7 17 0,-3 14 0,12-40 0,-1 1 0,1 0 0,-1-1 0,1 1 0,0 0 0,0-1 0,0 1 0,0 0 0,0-1 0,0 1 0,1 0 0,-1-1 0,0 1 0,1 0 0,-1-1 0,1 1 0,0-1 0,0 1 0,-1-1 0,1 1 0,0-1 0,0 1 0,0-1 0,0 0 0,1 0 0,-1 1 0,0-1 0,1 0 0,-1 0 0,0 0 0,1 0 0,-1-1 0,1 1 0,-1 0 0,1-1 0,0 1 0,-1-1 0,3 1 0,6 1 0,1-1 0,0 0 0,0 0 0,21-2 0,-16 0 0,23-2 0,0-1 0,62-14 0,-97 17-73,5-2-1219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08.7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202 0 24575,'-10'2'0,"1"1"0,-1 0 0,1 1 0,0 0 0,0 0 0,-10 7 0,17-10 0,0 1 0,0-1 0,0 1 0,0 0 0,0-1 0,0 1 0,0 0 0,1 0 0,-1 0 0,1 1 0,0-1 0,-1 0 0,1 0 0,0 1 0,0-1 0,1 1 0,-1-1 0,0 1 0,1-1 0,0 1 0,-1-1 0,1 1 0,0 0 0,0-1 0,1 1 0,-1-1 0,0 1 0,2 3 0,2 5 0,1 0 0,0-1 0,0 0 0,1 0 0,0-1 0,1 1 0,0-1 0,17 15 0,9 14 0,-33-37 0,1 0 0,0 0 0,-1-1 0,1 1 0,0 0 0,-1 0 0,1 0 0,-1 0 0,0 0 0,1 0 0,-1 0 0,0 0 0,1 0 0,-1 0 0,0 0 0,0 0 0,0 0 0,0 0 0,0 0 0,0 0 0,0 1 0,-1-2 0,1 1 0,-1 0 0,1 0 0,-1-1 0,1 1 0,-1 0 0,1-1 0,-1 1 0,0-1 0,0 1 0,1-1 0,-1 1 0,0-1 0,0 1 0,1-1 0,-1 0 0,0 1 0,0-1 0,-1 0 0,-4 2 0,-1-1 0,1-1 0,-1 1 0,0-1 0,-6-1 0,-7-1 40,1-1-1,-25-8 1,-8-1-1524,39 10-5342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09.1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24575,'32'12'0,"-1"1"0,-1 1 0,31 21 0,-43-23 0,-1 0 0,0 2 0,-1 0 0,-1 0 0,27 34 0,-25-25 0,-2 0 0,-1 1 0,-1 1 0,-1 1 0,-1 0 0,-1 0 0,-1 1 0,-2 0 0,-1 0 0,-1 1 0,-1 0 0,-1 0 0,-2 39 0,-1-59 14,-1 0-1,0 1 0,-1-1 0,0 0 1,0 0-1,-1 0 0,0 0 1,-6 11-1,7-14-106,-1-1 0,0 0 1,0 0-1,0 0 0,-1 0 0,1 0 0,-1-1 0,0 1 1,0-1-1,0 0 0,0 0 0,-1-1 0,1 1 1,-1-1-1,-4 2 0,-4-1-6733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09.6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24575,'25'12'0,"-1"1"0,0 1 0,-1 2 0,-1 0 0,-1 1 0,0 1 0,-1 1 0,-1 1 0,-1 1 0,0 0 0,21 36 0,-17-21 0,-1 1 0,-2 1 0,-1 0 0,-2 2 0,-2 0 0,-2 1 0,-1 0 0,-2 0 0,6 86 0,-15-112 17,0 1 0,-1 0 1,0 0-1,-1 0 0,-1 0 0,-5 16 0,4-21-182,-1 0 0,1 0 0,-2 0 0,1-1 0,-2 1 0,1-1 0,-1-1 0,-13 15 0,1-6-6661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15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244 1 24575,'-55'13'0,"15"-10"0,0-2 0,-42-4 0,68 1-1365,1-2-5461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15.5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43 24575,'-15'-7'0,"-7"-3"0,-3 0 0,2 3 0,1 2 0,2 1 0,2 5 0,2 1 0,1 2 0,0 1 0,1 0 0,0 0 0,3-2-8191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3.6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24575,'29'30'0,"9"16"0,52 48 0,52 36 0,-42-40 0,106 79 0,-204-167 0,5 2 0,-1 1 0,1-1 0,-1 2 0,0-1 0,-1 1 0,6 7 0,-11-13 2,0 0-1,1 0 1,-1 0-1,0 0 1,0 0-1,0 0 1,0 1-1,1-1 1,-1 0-1,0 0 1,0 0 0,0 0-1,0 1 1,0-1-1,0 0 1,0 0-1,0 0 1,1 1-1,-1-1 1,0 0-1,0 0 1,0 0-1,0 1 1,0-1-1,0 0 1,0 0-1,0 0 1,0 1-1,0-1 1,0 0-1,-1 0 1,1 0-1,0 1 1,0-1 0,0 0-1,0 0 1,0 0-1,0 1 1,0-1-1,0 0 1,-1 0-1,1 0 1,0 0-1,0 0 1,0 1-1,0-1 1,0 0-1,-1 0 1,1 0-1,0 0 1,0 0-1,0 0 1,-1 0-1,1 0 1,0 0-1,0 0 1,0 1 0,-1-1-1,1 0 1,0 0-1,0 0 1,0 0-1,-1 0 1,1-1-1,-15-2-1465,5-2-5362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4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 34 24575,'1'-4'0,"0"0"0,0 1 0,0-1 0,0 0 0,3-4 0,-3 2 0,-14 17 0,11-9 0,-1 0 0,1 0 0,-1 1 0,1-1 0,0 0 0,0 1 0,-3 5 0,-2 8 0,0 1 0,2 0 0,0 0 0,1 0 0,-4 36 0,-5 25 0,-7 7 0,-22 76 0,34-128-101,5-21 157,0 0 0,-1 0-1,-5 12 1,7-20-162,0-1 0,0 1 0,0-1-1,-1 0 1,1 0 0,-1 0 0,0 0-1,0 0 1,0 0 0,0-1 0,0 1-1,0-1 1,-7 3 0,0-1-6720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4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2 24575,'0'-1'0,"0"1"0,0 0 0,0 0 0,-1 0 0,1 0 0,0 0 0,0 0 0,0 0 0,0 0 0,-1-1 0,1 1 0,0 0 0,0 0 0,0 0 0,0 0 0,-1 0 0,1 0 0,0 0 0,0 0 0,0 0 0,-1 0 0,1 0 0,0 0 0,0 0 0,0 0 0,0 0 0,-1 0 0,1 0 0,0 0 0,0 1 0,0-1 0,0 0 0,-1 0 0,1 0 0,0 0 0,0 0 0,0 0 0,0 0 0,0 1 0,-1-1 0,1 0 0,0 0 0,0 0 0,0 0 0,0 1 0,0-1 0,0 0 0,0 0 0,0 0 0,0 0 0,0 1 0,0-1 0,0 0 0,0 0 0,0 0 0,0 1 0,0-1 0,0 0 0,0 0 0,0 1 0,-2 12 0,7 46 0,0 47 0,-5-88 0,-1 0 0,-1 0 0,-7 32 0,-7 8 0,-24 107 0,39-158 0,0 0 0,0 0 0,1 1 0,0-1 0,1 0 0,-1 0 0,1 0 0,1 0 0,-1 0 0,1 0 0,0-1 0,6 13 0,-2-10 0,-1 0 0,1 0 0,0-1 0,1 0 0,0 0 0,0 0 0,16 12 0,4-2 0,0-1 0,1-1 0,1-1 0,48 18 0,-37-18-1365,-25-7-5461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5.5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41 259 24575,'23'-10'0,"1"1"0,47-11 0,-32 9 0,-28 8 0,-1-1 0,0 1 0,0-2 0,13-6 0,-20 9 0,-1 0 0,1 0 0,0 0 0,-1 0 0,1 0 0,-1 0 0,0 0 0,1-1 0,-1 0 0,0 1 0,-1-1 0,1 0 0,0 0 0,-1 0 0,0 0 0,0 0 0,1 0 0,0-5 0,-3 5 0,1 1 0,0-1 0,0 1 0,-1-1 0,1 1 0,-1-1 0,0 1 0,0-1 0,0 1 0,0-1 0,0 1 0,-1 0 0,1 0 0,-1 0 0,1 0 0,-1 0 0,0 0 0,0 0 0,0 0 0,-3-1 0,-5-5 0,0 0 0,-19-9 0,15 9 0,0 1 0,0 1 0,-1 0 0,1 1 0,-1 1 0,0 0 0,-25-3 0,37 7 0,1 0 0,-1 0 0,0 0 0,1 1 0,-1-1 0,1 1 0,-1-1 0,1 1 0,-1 0 0,1 0 0,0 0 0,-1 0 0,1 1 0,0-1 0,-2 3 0,0-1 0,1 0 0,0 0 0,0 0 0,0 1 0,0 0 0,1-1 0,0 1 0,-3 6 0,2-4 0,1 0 0,-1 0 0,2 1 0,-1-1 0,1 0 0,0 1 0,0-1 0,0 1 0,1 0 0,0-1 0,1 1 0,1 8 0,2 0 0,0 0 0,1-1 0,1 1 0,1-1 0,0-1 0,15 24 0,-15-28 0,-1-1 0,1 0 0,0-1 0,1 0 0,0 0 0,0 0 0,1-1 0,-1 0 0,1-1 0,19 9 0,-2-5-170,1-1-1,0-1 0,1-2 1,0-1-1,-1 0 0,1-2 1,35-3-1,-50 1-6655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6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0 24575,'5'4'0,"1"-1"0,-1 1 0,0 0 0,0 0 0,0 0 0,-1 1 0,1-1 0,3 7 0,30 46 0,-17-23 0,6 7 0,-1 1 0,-2 2 0,-2 0 0,22 66 0,-42-106 0,-1 1 0,0 0 0,0 0 0,0 0 0,0 0 0,-1 5 0,0-8 0,0-1 0,0 0 0,0 0 0,0 0 0,-1 0 0,1 0 0,0 0 0,-1 0 0,1 0 0,-1 0 0,1 0 0,-1 0 0,0 0 0,1 0 0,-1 0 0,0-1 0,0 1 0,1 0 0,-1 0 0,0-1 0,0 1 0,0-1 0,0 1 0,0-1 0,0 1 0,0-1 0,0 1 0,0-1 0,0 0 0,0 0 0,0 1 0,-1-1 0,0 0 0,-7 0 0,0 1 0,0-2 0,0 1 0,0-1 0,0-1 0,0 1 0,0-2 0,1 1 0,-14-6 0,11 3 0,1 0 0,0 0 0,0-1 0,0 0 0,1-1 0,0 0 0,-9-9 0,12 9 0,0-1 0,1 1 0,0-1 0,0 0 0,1 0 0,0 0 0,0-1 0,1 0 0,0 1 0,-3-14 0,6 20 0,0 0 0,-1 1 0,1-1 0,0 0 0,0 0 0,0 1 0,1-1 0,-1 0 0,0 0 0,0 1 0,1-1 0,-1 0 0,1 0 0,0 1 0,0-1 0,-1 1 0,1-1 0,0 1 0,2-3 0,-1 2 0,0 0 0,1-1 0,0 1 0,-1 0 0,1 0 0,0 1 0,0-1 0,0 1 0,5-3 0,3 1 0,0 0 0,1 0 0,-1 1 0,0 1 0,13 0 0,3 1 67,37 6-1,5 1-1564,-55-7-5328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6.5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 24575,'0'-2'0,"0"1"0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7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0 348 24575,'219'0'0,"-226"-1"0,0-1 0,1 0 0,-1 0 0,1 0 0,-1-1 0,-11-7 0,3 2 0,0-2 0,1 0 0,0 0 0,-17-19 0,26 25 0,1-1 0,0 0 0,0 0 0,0-1 0,1 1 0,0-1 0,0 0 0,0 1 0,1-1 0,0-1 0,0 1 0,0 0 0,1 0 0,0-1 0,0-7 0,1 8 0,0 0 0,0 0 0,1 0 0,0 0 0,0 0 0,0 0 0,1 0 0,0 0 0,0 1 0,1-1 0,-1 1 0,1-1 0,0 1 0,1 0 0,-1 0 0,1 0 0,0 1 0,0-1 0,1 1 0,-1 0 0,1 0 0,0 1 0,0-1 0,7-2 0,-2 1 0,0 0 0,1 1 0,-1 0 0,1 1 0,0 0 0,0 1 0,0 0 0,1 1 0,-1 0 0,0 1 0,0 0 0,16 3 0,-12-1 0,1 1 0,-1 1 0,0 0 0,0 2 0,0-1 0,-1 2 0,26 15 0,-38-21 0,0 0 0,0 0 0,0 1 0,0-1 0,-1 1 0,1 0 0,0-1 0,-1 1 0,0 0 0,1 0 0,-1 0 0,0 0 0,0 0 0,0 0 0,0 0 0,0 0 0,0 1 0,-1-1 0,1 0 0,-1 0 0,0 5 0,0-4 0,0-1 0,-1 1 0,1-1 0,-1 1 0,0 0 0,0-1 0,0 0 0,0 1 0,0-1 0,-1 0 0,1 1 0,-1-1 0,1 0 0,-1 0 0,0 0 0,0 0 0,0-1 0,-3 4 0,-8 3 0,0 0 0,-20 9 0,19-11 0,2 0 0,-21 14 0,32-19 0,0-1 0,0 1 0,1-1 0,-1 1 0,0 0 0,1-1 0,-1 1 0,0 0 0,1 0 0,-1-1 0,1 1 0,-1 0 0,1 0 0,-1 0 0,1 0 0,-1 0 0,1 0 0,0-1 0,0 1 0,-1 0 0,1 0 0,0 0 0,0 0 0,0 0 0,0 2 0,1-2 0,0 1 0,-1-1 0,1 1 0,0-1 0,0 0 0,0 1 0,0-1 0,0 0 0,0 0 0,0 1 0,0-1 0,0 0 0,3 1 0,4 3 0,0 0 0,0-1 0,0-1 0,13 5 0,7-1-227,0 0-1,1-2 1,0-1-1,1-1 1,45-3-1,-63 0-6598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8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28 24575,'-2'-3'0,"-12"-14"0,13 16 0,1 1 0,-1-1 0,0 1 0,1-1 0,-1 1 0,0-1 0,1 1 0,-1-1 0,0 1 0,1-1 0,-1 1 0,0 0 0,0-1 0,0 1 0,1 0 0,-1 0 0,0 0 0,0 0 0,0 0 0,-1 0 0,1 0 0,1 0 0,0 0 0,0 0 0,-1 0 0,1 1 0,0-1 0,0 0 0,-1 0 0,1 1 0,0-1 0,0 0 0,0 1 0,-1-1 0,1 0 0,0 0 0,0 1 0,0-1 0,0 0 0,0 1 0,0-1 0,0 0 0,0 1 0,0-1 0,0 0 0,0 1 0,0-1 0,0 0 0,0 1 0,0-1 0,0 0 0,0 1 0,3 12 0,-2-11 0,7 19 0,1-1 0,1-1 0,1 1 0,1-2 0,25 32 0,14 23 0,-43-62-1365,-1-2-5461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8.3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414 83 24575,'-27'-14'0,"-11"-6"0,-2 1 0,3 4 0,4 5 0,4 5 0,5 5 0,5 4 0,-1 4 0,-1 1 0,1 1 0,-2 2 0,-1 0 0,0 2 0,2-3 0,4-2-8191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9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7 24575,'-1'0'0,"1"-1"0,0 1 0,0 0 0,0 0 0,0 0 0,-1 0 0,1 0 0,0 0 0,0 0 0,0 0 0,0 0 0,0-1 0,-1 1 0,1 0 0,0 0 0,0 0 0,0 0 0,0 0 0,0 0 0,0-1 0,0 1 0,0 0 0,0 0 0,0 0 0,0 0 0,0-1 0,0 1 0,-1 0 0,1 0 0,0 0 0,0 0 0,1-1 0,-1 1 0,0 0 0,0 0 0,0 0 0,0 0 0,0-1 0,0 1 0,0 0 0,0 0 0,0 0 0,0 0 0,0-1 0,0 1 0,10 0 0,12 6 0,-2 4 0,-2 1 0,1 1 0,-2 0 0,1 1 0,-2 1 0,0 1 0,0 0 0,-2 2 0,22 29 0,87 139 0,-98-142 0,-2 0 0,26 72 0,-39-88 0,-2 1 0,9 57 0,-16-71 0,0 0 0,0 0 0,-1 0 0,-1 0 0,0 0 0,-1 0 0,0 0 0,-7 17 0,5-21-91,0 0 0,-1-1 0,0 1 0,-1-1 0,0 0 0,0-1 0,-1 1 0,0-1 0,-1-1 0,1 1 0,-2-1 0,1-1 0,-1 0 0,-16 10 0,13-9-6735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3.4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289 16 24575,'-25'0'0,"-10"-3"0,-2 0 0,3 0 0,5 0 0,5 2 0,4-1 0,3 2 0,1 0 0,2 0 0,1 0 0,-1 0 0,3 0-8191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3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284 0 24575,'-7'0'0,"-6"0"0,-2 0 0,-1 0 0,-1 0 0,1 0 0,0 0 0,-2 0 0,0 0 0,-3 0 0,1 0 0,-2 0 0,-2 0 0,1 0 0,2 0 0,4 0-8191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4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16 24575,'-1'-1'0,"1"1"0,0 0 0,0-1 0,-1 1 0,1-1 0,0 1 0,0-1 0,-1 1 0,1 0 0,0-1 0,0 1 0,0-1 0,0 1 0,0-1 0,0 1 0,0-1 0,0 1 0,0-1 0,0 1 0,0-1 0,0 1 0,0-1 0,0 1 0,0-1 0,0 1 0,0 0 0,1-1 0,-1 1 0,0-1 0,1 0 0,-1 1 0,1 0 0,0 0 0,0 0 0,0-1 0,-1 1 0,1 0 0,0 0 0,0 0 0,0 0 0,-1 1 0,1-1 0,0 0 0,0 0 0,-1 0 0,2 1 0,30 14 0,-25-10 0,0 0 0,0 0 0,0 0 0,-1 1 0,11 12 0,25 38 0,-29-37 0,71 103 0,34 47 0,-84-126 0,67 68 0,-61-76 0,82 56 0,-120-90-109,-1 0 30,0 0 1,0-1-1,0 1 1,0 0-1,0-1 1,0 1-1,0 0 1,0-1-1,1 0 1,-1 1-1,0-1 1,0 0-1,0 1 1,1-1-1,1 0 1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5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51 24575,'-1'-12'0,"0"8"0,1 0 0,0 0 0,-1 1 0,0-1 0,0 0 0,0 1 0,0-1 0,-3-4 0,0 25 0,-1 9 0,-2 0 0,-1-1 0,-1 0 0,-20 40 0,-10 29 0,15-19 0,-22 56 0,39-113 0,-21 51 0,25-60 0,0 1 0,1-1 0,0 1 0,1 0 0,-1 13 0,6 0-1365,-1-14-5461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5.8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34 24575,'0'-14'0,"0"-6"0,0 36 0,-1 39 0,-2-1 0,-22 107 0,15-115 0,1 1 0,-2 57 0,10-89 0,1 0 0,1 0 0,0-1 0,1 1 0,1-1 0,0 1 0,1-1 0,0 0 0,1 0 0,1 0 0,10 18 0,-5-15 0,1 0 0,1 0 0,0-1 0,1-1 0,0 0 0,1-1 0,24 16 0,-30-23-99,14 10-323,0-1 0,38 19 0,-48-29-6404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6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1 189 24575,'35'-1'0,"-1"-1"0,1-2 0,36-9 0,-66 11 0,0 1 0,-1 0 0,1-1 0,0 0 0,0 0 0,-1-1 0,0 1 0,1-1 0,-1 0 0,5-5 0,-7 7 0,-1-1 0,0 1 0,0 0 0,1-1 0,-1 0 0,0 1 0,-1-1 0,1 0 0,0 1 0,0-1 0,-1 0 0,1 0 0,-1 1 0,0-1 0,1 0 0,-1 0 0,0 0 0,0 0 0,0 0 0,0 0 0,0 1 0,-1-1 0,1 0 0,-1 0 0,1 0 0,-1 1 0,0-1 0,1 0 0,-1 0 0,0 1 0,-2-3 0,-2-3 0,-1 0 0,0 0 0,-1 1 0,1-1 0,-1 2 0,-1-1 0,1 1 0,-1 0 0,0 0 0,0 1 0,0 0 0,-1 1 0,1 0 0,-11-3 0,14 5 0,1 0 0,-1 1 0,1-1 0,-1 1 0,1 0 0,-1 0 0,1 1 0,-1-1 0,1 1 0,-1 0 0,1 0 0,-7 3 0,8-3 0,1 1 0,0-1 0,-1 1 0,1 0 0,0 0 0,0 0 0,0 0 0,0 0 0,0 0 0,0 0 0,1 1 0,-1-1 0,1 1 0,0-1 0,0 1 0,0-1 0,0 1 0,0 0 0,0 0 0,0 5 0,0 0 0,0 0 0,1 0 0,0 1 0,0-1 0,1 0 0,0 0 0,1 0 0,0 0 0,0 0 0,6 13 0,2 1 0,1 0 0,19 26 0,-25-40 0,1-1 0,1 0 0,-1 0 0,1 0 0,0-1 0,1 0 0,-1 0 0,12 5 0,0 0 0,1-1 0,31 10 0,-37-15 0,1-1 0,0 0 0,0-1 0,0-1 0,1-1 0,-1 0 0,1-1 0,-1 0 0,27-5 0,-38 4-227,0 0-1,-1 0 1,1 0-1,0-1 1,3-1-1,2-3-6598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7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24575,'5'17'0,"1"1"0,1-1 0,0 0 0,2 0 0,16 25 0,0 1 0,21 38 0,-21-41 0,-2 2 0,20 51 0,-41-88 0,-1 0 0,1 0 0,-1 0 0,0 0 0,0 0 0,0 6 0,-1-10 0,0 0 0,0 0 0,0 0 0,0 0 0,0 0 0,-1 0 0,1 0 0,0 0 0,-1 0 0,1 0 0,0 0 0,-1 0 0,1 0 0,-1 0 0,1-1 0,-1 1 0,0 0 0,1 0 0,-1-1 0,0 1 0,0 0 0,1-1 0,-1 1 0,0-1 0,0 1 0,0-1 0,0 1 0,0-1 0,0 1 0,0-1 0,0 0 0,0 0 0,0 0 0,0 1 0,0-1 0,0 0 0,0 0 0,-1 0 0,-3-1 0,0 1 0,0-1 0,0 0 0,0 0 0,0 0 0,0-1 0,0 0 0,1 0 0,-6-3 0,-1-1 0,0-1 0,-15-11 0,17 10 0,-1 0 0,1 0 0,-9-12 0,15 16 0,0 1 0,0-1 0,1-1 0,-1 1 0,1 0 0,0-1 0,0 1 0,0-1 0,1 0 0,-2-8 0,3 11 0,0 1 0,-1-1 0,2 0 0,-1 1 0,0-1 0,0 1 0,0-1 0,1 1 0,-1-1 0,1 1 0,-1-1 0,1 1 0,0-1 0,-1 1 0,1 0 0,0-1 0,0 1 0,0 0 0,0 0 0,0 0 0,0-1 0,1 1 0,-1 0 0,0 0 0,0 1 0,1-1 0,-1 0 0,1 0 0,-1 1 0,0-1 0,1 1 0,-1-1 0,1 1 0,1-1 0,7-1 0,-1 1 0,1 0 0,-1 0 0,13 1 0,-17 0 0,86 2-1365,-77-1-5461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7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0 24575,'-2'0'0,"-1"3"0,-1 3 0,2 2 0,0 4 0,1-2-8191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7.9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27 145 24575,'-19'-8'0,"12"9"0,7 0 0,-1-1 0,1 1 0,0-1 0,0 1 0,1-1 0,-1 1 0,0-1 0,0 1 0,0-1 0,0 0 0,0 1 0,0-1 0,1 1 0,-1-1 0,0 1 0,0-1 0,1 0 0,-1 1 0,0-1 0,1 1 0,8 10 0,1-1 0,0 0 0,1-1 0,0 0 0,0-1 0,16 9 0,-14-8 0,-1-1 0,0-1 0,0 0 0,1-1 0,0 0 0,0-1 0,1 0 0,0-1 0,20 3 0,-32-7 0,-1 0 0,1 1 0,0-1 0,-1 0 0,1 0 0,0 0 0,-1-1 0,1 1 0,0 0 0,-1-1 0,1 1 0,-1-1 0,1 1 0,0-1 0,-1 0 0,1 0 0,-1 0 0,0 0 0,1 0 0,-1 0 0,2-1 0,-2 0 0,1-1 0,-1 1 0,0 0 0,0 0 0,0-1 0,0 1 0,0-1 0,0 1 0,-1-1 0,1 1 0,-1-1 0,1-3 0,-1-4 0,0 0 0,-1 0 0,0 0 0,-1 0 0,0 1 0,-4-12 0,4 15 0,0 1 0,-1 0 0,0 0 0,1 0 0,-7-8 0,22 27 0,0-1 0,1 0 0,0-1 0,1-1 0,0-1 0,1 0 0,25 12 0,-29-17 0,0-1 0,0 0 0,25 4 0,-29-6 0,0-1 0,0-1 0,0 1 0,0-2 0,0 1 0,0-1 0,12-3 0,-17 4 0,-1-1 0,0 0 0,1 0 0,-1 0 0,0 0 0,0 0 0,0-1 0,0 1 0,0-1 0,0 1 0,0-1 0,-1 0 0,1 1 0,0-1 0,-1 0 0,1 0 0,0-2 0,0 0 0,-1 0 0,1 0 0,-1 1 0,0-1 0,0 0 0,-1 0 0,1 0 0,-1 0 0,0-7 0,0 1 0,-2 0 0,1-1 0,-2 1 0,1 0 0,-1 1 0,-1-1 0,-5-13 0,6 17-85,0 1 0,-1-1-1,1 1 1,-1 0 0,0 0-1,0 0 1,0 0 0,-1 1-1,0 0 1,0 0 0,0 0-1,0 0 1,-1 1 0,1 0-1,-9-3 1,1 2-6741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8.5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 24575,'1'-2'0,"0"1"0,0 0 0,-1-1 0,2 1 0,-1 0 0,0 0 0,0 0 0,0 0 0,0 0 0,1 0 0,-1 0 0,0 0 0,1 1 0,-1-1 0,1 0 0,-1 1 0,1 0 0,-1-1 0,1 1 0,-1 0 0,3-1 0,-1 1 0,-1 1 0,1-1 0,0 1 0,-1-1 0,1 1 0,0 0 0,-1 0 0,1 0 0,-1 0 0,1 1 0,2 1 0,5 5 0,-1 0 0,1 0 0,-1 1 0,8 11 0,17 22 0,35 58 0,21 52 0,-84-142 0,4 7 0,96 188 0,-97-183 0,-1 1 0,-1 0 0,-1 0 0,0 0 0,-2 1 0,-1-1 0,0 39 0,-3-53 0,-1-1 0,0 0 0,0 1 0,-1-1 0,0 0 0,0 1 0,-1-1 0,0 0 0,0-1 0,-1 1 0,0-1 0,-6 9 0,5-10 0,0 0 0,-1-1 0,1 1 0,-1-1 0,0 0 0,0-1 0,-1 1 0,1-1 0,-1 0 0,0-1 0,0 0 0,0 0 0,-12 3 0,-28 2-1365,29-6-5461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9.3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55 24575,'-1'-14'0,"0"10"0,1 1 0,0-1 0,0 0 0,0 1 0,0-1 0,1 1 0,0-1 0,1-6 0,-2 10 0,0 0 0,0 0 0,0 0 0,0 0 0,0 0 0,0 0 0,0 0 0,0-1 0,0 1 0,0 0 0,0 0 0,1 0 0,-1 0 0,0 0 0,0 0 0,0 0 0,0 0 0,0 0 0,0 0 0,0-1 0,0 1 0,0 0 0,0 0 0,0 0 0,1 0 0,-1 0 0,0 0 0,0 0 0,0 0 0,0 0 0,0 0 0,0 0 0,0 0 0,0 0 0,1 0 0,-1 0 0,0 0 0,0 0 0,0 0 0,0 0 0,0 0 0,0 0 0,0 0 0,1 0 0,2 6 0,1 9 0,-4-14 0,22 141 0,-11-57 0,113 652 0,-116-692 0,31 206 0,-30-214-1365,-7-28-5461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9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93 24575,'-1'6'0,"0"0"0,1 0 0,0 0 0,0 0 0,0 0 0,0 0 0,1-1 0,0 1 0,0 0 0,1 0 0,0-1 0,0 1 0,0-1 0,1 1 0,-1-1 0,1 0 0,7 10 0,-3-6 0,1 0 0,0 0 0,0-1 0,1 0 0,0-1 0,0 1 0,0-2 0,13 7 0,-19-11 0,1 0 0,-1 0 0,1-1 0,-1 0 0,1 0 0,0 0 0,-1 0 0,1 0 0,0-1 0,0 1 0,-1-1 0,1 0 0,0 0 0,0-1 0,0 1 0,-1-1 0,1 0 0,0 0 0,-1 0 0,1 0 0,5-4 0,-5 3 0,-1 0 0,0-1 0,0 1 0,0-1 0,0 0 0,0 0 0,0 0 0,-1 0 0,0-1 0,1 1 0,-1-1 0,0 1 0,-1-1 0,1 0 0,-1 1 0,0-1 0,0 0 0,0 0 0,0 0 0,0-5 0,-1 0 0,2-6 0,1 15 0,3 7 0,2 3 0,-1 1 0,2-2 0,-1 1 0,1-1 0,20 15 0,-21-18 0,0-1 0,0 0 0,1 0 0,0 0 0,0-1 0,0-1 0,0 0 0,14 3 0,-21-5 0,1 0 0,0-1 0,0 0 0,-1 0 0,1 0 0,0 0 0,0 0 0,-1 0 0,1-1 0,0 1 0,-1-1 0,1 0 0,0 0 0,-1 0 0,1 0 0,-1 0 0,1 0 0,-1-1 0,0 1 0,0-1 0,0 0 0,1 0 0,-1 0 0,-1 0 0,1 0 0,0 0 0,-1 0 0,1 0 0,1-4 0,0 0 0,-1 1 0,0-1 0,-1 0 0,1 1 0,-1-1 0,0 0 0,-1 0 0,1 0 0,-1 0 0,0 0 0,-1 0 0,-1-9 0,-1 3 17,0 0 0,-1 1 1,0-1-1,-1 1 0,0 0 0,-12-18 0,4 11-512,0 1 0,-29-29 0,32 36-6331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40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277 49 24575,'-27'-13'0,"-12"-1"0,-1 2 0,4 5 0,5 4 0,6 5 0,4 2 0,3 3 0,3 0 0,1-1 0,3-2-8191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40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186 1 24575,'-5'0'0,"-4"0"0,-1 2 0,2 4 0,0 0 0,-2 0 0,1 1 0,0-1 0,-1-1 0,-2-2 0,-3-1 0,-1-1 0,-2-3 0,1-1 0,1-1 0,3 1-8191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42.6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0 380 24575,'313'-15'0,"-317"15"0,-1-1 0,0 0 0,1-1 0,-1 1 0,1-1 0,-1 0 0,1 0 0,-5-3 0,-41-26 0,34 21 0,7 4 0,0 0 0,1-1 0,0 0 0,0 0 0,0-1 0,1 0 0,-8-10 0,11 12 0,0-1 0,1 1 0,0-1 0,0 1 0,0-1 0,1 0 0,0 0 0,0 0 0,1-1 0,-1 1 0,1-11 0,1 13 0,0 0 0,0-1 0,0 1 0,1 0 0,-1-1 0,2 1 0,-1 0 0,0 0 0,1 0 0,0 0 0,0 0 0,1 0 0,-1 0 0,1 1 0,0-1 0,0 1 0,0 0 0,1 0 0,0 0 0,0 0 0,0 0 0,0 1 0,0 0 0,9-5 0,-2 3 0,0 0 0,0 1 0,0 1 0,1-1 0,0 2 0,-1 0 0,1 0 0,0 1 0,0 0 0,0 1 0,23 3 0,-25-2 0,0 1 0,1 0 0,-1 1 0,0 0 0,0 1 0,-1 0 0,1 0 0,-1 1 0,0 0 0,0 1 0,-1 0 0,1 1 0,12 12 0,-18-16 0,-1-1 0,0 1 0,-1-1 0,1 1 0,0 0 0,-1-1 0,0 1 0,1 0 0,-1 0 0,0 0 0,-1 0 0,1 0 0,0 0 0,-1 0 0,0 1 0,0-1 0,0 0 0,0 0 0,0 0 0,0 0 0,-1 0 0,0 0 0,0 0 0,1 0 0,-2 0 0,-1 5 0,-4 5 0,-1 0 0,0-1 0,0 0 0,-16 16 0,9-10 0,13-16 0,0 0 0,0 1 0,0-1 0,1 1 0,0 0 0,-1-1 0,1 1 0,0 0 0,0 0 0,0 0 0,1 0 0,-1 0 0,1 0 0,-1 5 0,1-5 0,1-1 0,-1 0 0,1 1 0,-1-1 0,1 0 0,0 0 0,0 0 0,0 1 0,0-1 0,0 0 0,0 0 0,1 0 0,-1 0 0,1-1 0,-1 1 0,1 0 0,0-1 0,0 1 0,2 1 0,5 3 0,1-1 0,-1 0 0,1 0 0,0-1 0,0-1 0,1 1 0,10 1 0,10 1 0,35 1 0,-56-5-136,1-2-1,0 0 1,0 0-1,-1-1 1,1 0-1,0-1 1,-1 0-1,1-1 0,17-6 1,-18 4-6690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43.1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 24575,'0'-9'0,"-1"1"0,2 14 0,7 28 0,2-1 0,0 0 0,28 56 0,-35-81 0,7 11 0,6 9 0,-16-27 0,1 1 0,0 0 0,-1-1 0,1 1 0,-1-1 0,0 1 0,1 0 0,-1-1 0,0 1 0,0 0 0,0-1 0,0 1 0,0-1 0,-1 3 0,-3 1-1365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43.5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557 59 24575,'0'-2'0,"0"0"0,0-1 0,0 1 0,0-1 0,-1 1 0,1 0 0,0-1 0,-1 1 0,-1-4 0,1 5 0,0 1 0,1-1 0,-1 0 0,0 1 0,0-1 0,0 0 0,0 1 0,0-1 0,0 1 0,0-1 0,0 1 0,0 0 0,0-1 0,0 1 0,0 0 0,0 0 0,0 0 0,0 0 0,0 0 0,0 0 0,0 0 0,0 0 0,-2 0 0,-70 2 0,-141-16 0,-4 3-1365,195 11-5461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1.2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 24575,'1'-2'0,"0"0"0,1 0 0,-1 1 0,0-1 0,1 0 0,-1 1 0,1-1 0,0 1 0,-1 0 0,1-1 0,0 1 0,0 0 0,0 0 0,0 0 0,0 0 0,0 0 0,4 0 0,-3 1 0,0 0 0,0 0 0,-1 0 0,1 0 0,0 1 0,0 0 0,0-1 0,0 1 0,-1 0 0,1 0 0,0 1 0,-1-1 0,4 2 0,48 28 0,159 88 0,-141-82 0,78 26 0,-135-58-1365,-2-1-5461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1.6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24575,'39'15'0,"0"3"0,51 30 0,0 1 0,243 100 0,-301-135-1365,-19-9-5461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2.1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318 0 24575,'7'28'0,"28"84"0,-27-93 0,0 0 0,0-1 0,22 31 0,-30-48 0,5 5 0,0 1 0,-1 0 0,0 0 0,0 0 0,3 10 0,-7-16 0,1 1 0,-1-1 0,0 1 0,1-1 0,-1 0 0,0 1 0,0-1 0,0 1 0,0-1 0,0 0 0,0 1 0,-1-1 0,1 1 0,0-1 0,-1 0 0,1 1 0,-1-1 0,1 0 0,-1 1 0,0-1 0,1 0 0,-1 0 0,0 0 0,0 0 0,0 0 0,0 1 0,0-2 0,0 1 0,0 0 0,0 0 0,0 0 0,-1 0 0,1-1 0,0 1 0,-1-1 0,1 1 0,-2 0 0,-13 4 0,0 0 0,-1-2 0,1 0 0,-27 2 0,-69-4 0,74-3 0,-70 8 0,69-1-1365,24-3-5461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3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1 509 24575,'186'11'0,"-112"-4"0,-64-7 0,-1 0 0,1-1 0,-1 0 0,0 0 0,17-5 0,-22 4 0,1 0 0,0-1 0,0 1 0,-1-1 0,0 0 0,1 0 0,-1 0 0,0 0 0,-1-1 0,1 0 0,0 0 0,-1 0 0,3-5 0,-5 8 0,-1 0 0,1-1 0,-1 1 0,0 0 0,0-1 0,0 1 0,0 0 0,0-1 0,0 1 0,0 0 0,0 0 0,0-1 0,-1 1 0,1 0 0,0-1 0,-1 1 0,1 0 0,-1 0 0,0 0 0,1 0 0,-1-1 0,0 1 0,0 0 0,0 0 0,1 0 0,-1 1 0,-2-3 0,-3-2 0,-1-1 0,1 1 0,-9-4 0,13 7 0,-24-14 0,0-2 0,-28-26 0,46 36 0,0 0 0,0 0 0,1-1 0,1 0 0,-1 0 0,2 0 0,-1-1 0,1 0 0,-7-19 0,10 23 0,1 1 0,-1-1 0,1 1 0,0-1 0,0 0 0,0 0 0,1 1 0,0-1 0,0 0 0,1 0 0,0 0 0,0 1 0,0-1 0,0 0 0,1 1 0,0-1 0,0 1 0,1 0 0,-1-1 0,1 1 0,0 1 0,1-1 0,-1 0 0,9-8 0,-5 6 0,1 0 0,0 1 0,0 0 0,1 0 0,0 1 0,0 0 0,0 0 0,0 1 0,1 0 0,0 1 0,0 0 0,0 0 0,13-1 0,8 1 0,-1 1 0,1 1 0,36 3 0,-58-1 0,0 0 0,0 0 0,0 1 0,0 0 0,0 1 0,0-1 0,-1 2 0,0-1 0,13 8 0,-17-8 0,0 0 0,0 0 0,-1 0 0,1 0 0,-1 1 0,0-1 0,1 1 0,-2 0 0,1 0 0,0 0 0,-1 0 0,0 0 0,0 1 0,0-1 0,-1 1 0,1-1 0,-1 1 0,0-1 0,0 9 0,0-4 0,-1 0 0,-1 0 0,0 0 0,0 0 0,-4 16 0,-19 42 0,16-44 0,6-18 0,-2 4 0,1-1 0,0 1 0,1 0 0,0 0 0,-1 15 0,3-22 0,0 0 0,0-1 0,0 1 0,0 0 0,0 0 0,1-1 0,-1 1 0,1 0 0,-1-1 0,1 1 0,0 0 0,0-1 0,0 1 0,0-1 0,0 1 0,0-1 0,0 0 0,0 1 0,0-1 0,1 0 0,-1 0 0,0 0 0,1 0 0,-1 0 0,1 0 0,-1 0 0,1 0 0,-1-1 0,1 1 0,0-1 0,0 1 0,-1-1 0,1 0 0,0 1 0,-1-1 0,4 0 0,36 2 0,50-3 0,-22-1 0,-37 2-1365,-19 0-5461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4.9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201 0 24575,'-2'0'0,"-4"0"0,-3 0 0,-2 0 0,-2 0 0,-2 0 0,1 0 0,-1 0 0,-1 0 0,1 0 0,3 3 0,1 0 0,-1 0 0,0-1 0,0 0 0,-2-1 0,3 0-8191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5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273 21 24575,'-19'-5'0,"-10"-1"0,-1-1 0,1 5 0,3 1 0,2 2 0,1 1 0,1 1 0,1 2 0,2-1 0,2-1 0,3-1-8191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6.9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25 24575,'-2'1'0,"1"1"0,-1-1 0,1 0 0,-1 0 0,1 1 0,-1-1 0,1 1 0,0-1 0,0 1 0,-1 0 0,1 0 0,0-1 0,1 1 0,-1 0 0,0 0 0,1 0 0,-1 0 0,1 0 0,-1 0 0,1 0 0,0 0 0,0 0 0,0 0 0,0 0 0,0 0 0,0 0 0,0 0 0,1 2 0,0 1 0,1 1 0,-1-1 0,1 0 0,0 0 0,0 0 0,0 0 0,1 0 0,0-1 0,5 8 0,-1-2 0,1-1 0,0-1 0,0 1 0,1-1 0,0-1 0,1 1 0,0-2 0,0 1 0,22 9 0,-24-12 0,1-1 0,0-1 0,-1 1 0,1-2 0,0 1 0,13 0 0,-20-2 0,1 0 0,-1 0 0,0 0 0,1-1 0,-1 1 0,0-1 0,0 1 0,1-1 0,-1 0 0,0 0 0,0 0 0,0 0 0,0 0 0,0 0 0,0-1 0,0 1 0,-1-1 0,1 1 0,0-1 0,-1 0 0,1 1 0,-1-1 0,0 0 0,1 0 0,-1 0 0,0 0 0,0 0 0,0 0 0,-1-1 0,2-2 0,-2 5 0,0-1 0,0 0 0,1 1 0,-1-1 0,0 1 0,0-1 0,1 0 0,-1 1 0,1-1 0,-1 1 0,0-1 0,1 1 0,-1-1 0,1 1 0,0-1 0,-1 1 0,1 0 0,-1-1 0,1 1 0,-1 0 0,1-1 0,0 1 0,-1 0 0,1 0 0,0 0 0,-1-1 0,1 1 0,0 0 0,-1 0 0,1 0 0,0 0 0,-1 0 0,1 0 0,0 1 0,-1-1 0,1 0 0,0 0 0,-1 0 0,2 1 0,4 1 0,0 1 0,0 0 0,9 5 0,4 2 0,-6-6 0,1 0 0,0-1 0,0-1 0,0 0 0,0 0 0,1-2 0,-1 0 0,0 0 0,25-5 0,-36 4 0,-1 1 0,1-1 0,-1 0 0,1 0 0,-1 0 0,1 0 0,-1 0 0,0 0 0,1-1 0,-1 1 0,0-1 0,0 1 0,0-1 0,0 0 0,0 0 0,-1 0 0,1 0 0,-1 0 0,3-3 0,-3 1 0,0 1 0,1-1 0,-1 0 0,-1 0 0,1 1 0,0-1 0,-1 0 0,0 0 0,0 0 0,0 1 0,0-1 0,-2-7 0,0 3-65,0 1 0,0-1 0,-1 1 0,0-1 0,-1 1 0,1 0 0,-1 0 0,-1 0 0,1 1 0,-1-1 0,0 1 0,-1 0 0,1 1 0,-1-1 0,-1 1 0,1 1 0,0-1 0,-1 1 0,0 0 0,-10-4 0,2 1-6761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7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763 58 24575,'-47'-12'0,"0"1"0,-1 3 0,0 1 0,-85 1 0,-2-1 0,92 3 0,0 2 0,-48 3 0,-18 10-1365,91-9-5461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8.3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9 24575,'0'0'0,"0"-1"0,-1 1 0,1-1 0,0 1 0,0-1 0,-1 1 0,1-1 0,-1 1 0,1-1 0,0 1 0,-1-1 0,1 1 0,-1 0 0,1-1 0,-1 1 0,1 0 0,-1-1 0,1 1 0,-1 0 0,0-1 0,0 1 0,1 0 0,0 0 0,-1 0 0,1 1 0,0-1 0,-1 0 0,1 0 0,-1 0 0,1 0 0,0 1 0,-1-1 0,1 0 0,0 0 0,-1 0 0,1 1 0,0-1 0,0 0 0,-1 1 0,1-1 0,0 0 0,0 1 0,-1 0 0,0 0 0,0 1 0,1 0 0,-1 0 0,0-1 0,1 1 0,-1 0 0,1 0 0,0 0 0,0 0 0,0 0 0,0 3 0,3 9 0,1-1 0,1 0 0,0 0 0,10 19 0,0 0 0,28 84 0,-10-22 0,-31-91-108,-1 0 25,0-1-1,0 1 0,0-1 0,0 0 0,0 1 0,-1 0 1,1-1-1,-1 1 0,1-1 0,-1 1 0,0 0 0,0-1 1,0 1-1,-1 3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8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578 15 24575,'-1'-1'0,"0"1"0,-1-1 0,1 0 0,0 0 0,0 1 0,-1-1 0,1 1 0,-1-1 0,1 1 0,0 0 0,-1-1 0,1 1 0,-1 0 0,1 0 0,-3 0 0,-26 3 0,13 0 0,-65-2 0,-106-11 0,175 9 0,-41-3 0,-88 5 0,127 1-1365,3 2-5461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17.4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4 24575,'-8'-3'0,"6"5"0,12 10 0,-5-7 0,36 44 0,159 175 0,-143-165 0,166 156 0,-201-196 0,-1 0 0,19 25 0,-57-63-1365,7 11-5461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18.0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213 24 24575,'8'-22'0,"-6"20"0,-6 14 0,-40 95 0,10-28 0,21-39 0,2 0 0,-10 68 0,13-67 0,6-18 0,0-1 0,2 43 0,-1 15 0,1-76 0,-1 1 0,1-1 0,-1 0 0,0 0 0,-1 0 0,1 0 0,-1 0 0,1 0 0,-5 7 0,4-9 0,1 0 0,-1 0 0,0 0 0,1-1 0,-1 1 0,0 0 0,0-1 0,0 0 0,0 1 0,0-1 0,0 0 0,-1 0 0,1 0 0,0 0 0,0-1 0,-1 1 0,1 0 0,-4-1 0,-8 1-1365,2-1-5461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18.6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127 35 24575,'9'-35'0,"-21"73"0,-23 51 0,4-13 0,22-50 0,-5 10 0,-13 56 0,24-80 0,1 0 0,1 1 0,0 0 0,0-1 0,1 1 0,1 0 0,0-1 0,5 20 0,0-12 0,0 0 0,2 0 0,0-1 0,1-1 0,1 1 0,14 18 0,-8-14 0,1-2 0,1-1 0,1 0 0,26 21 0,-23-23 0,2-2 0,50 27 0,-65-40-1365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19.3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6 187 24575,'0'1'0,"0"-1"0,0 0 0,-1 0 0,1 0 0,0 0 0,0 0 0,0 0 0,0 0 0,0 0 0,-1 0 0,1 0 0,0 0 0,0 0 0,0 0 0,0 0 0,-1 0 0,1 0 0,0 0 0,0 0 0,0 0 0,0 0 0,0 0 0,-1 0 0,1 0 0,0 0 0,0 0 0,0 0 0,0-1 0,0 1 0,0 0 0,-1 0 0,1 0 0,0 0 0,0 0 0,0 0 0,0 0 0,0-1 0,0 1 0,0 0 0,0 0 0,0 0 0,0 0 0,0 0 0,0-1 0,-1 1 0,1 0 0,0 0 0,0 0 0,0 0 0,0 0 0,0-1 0,0 1 0,0 0 0,1 0 0,-1 0 0,0 0 0,0-1 0,0 1 0,0 0 0,0 0 0,0 0 0,0 0 0,0-1 0,9-5 0,35 0 0,-10 3 0,-2-2 0,-14 4 0,31-9 0,-45 9 0,1-1 0,-1 1 0,0-1 0,1 0 0,-1 0 0,0-1 0,0 1 0,0-1 0,0 0 0,-1 0 0,6-5 0,-8 7 0,0-1 0,0 1 0,0 0 0,0 0 0,0-1 0,0 1 0,-1-1 0,1 1 0,0-1 0,-1 1 0,1-1 0,-1 1 0,0-1 0,0 0 0,1 1 0,-1-1 0,0 1 0,0-1 0,0 0 0,-1-2 0,0 1 0,0 1 0,0-1 0,0 1 0,-1 0 0,1-1 0,0 1 0,-1 0 0,0 0 0,0 0 0,1 0 0,-4-2 0,-5-4 0,0 1 0,0 0 0,-1 1 0,-13-6 0,18 10 0,1-1 0,-1 1 0,0 0 0,0 0 0,1 1 0,-1 0 0,0 0 0,-1 0 0,1 1 0,0 0 0,0 0 0,-6 1 0,8 0 0,1 0 0,0 0 0,-1 0 0,1 0 0,0 0 0,0 1 0,0 0 0,0-1 0,0 1 0,1 0 0,-1 1 0,0-1 0,1 0 0,0 1 0,-1-1 0,1 1 0,0 0 0,0 0 0,1 0 0,-1 0 0,0 0 0,-1 5 0,0 0 0,0 0 0,1 1 0,0-1 0,1 0 0,0 1 0,0-1 0,0 1 0,1-1 0,0 1 0,1-1 0,0 1 0,3 9 0,0 3 0,-2-7 0,1 1 0,1-1 0,8 20 0,-11-30 0,1-1 0,0 1 0,0-1 0,0 1 0,0-1 0,1 0 0,0 0 0,-1 0 0,1 0 0,0 0 0,0-1 0,1 1 0,-1-1 0,0 0 0,1 0 0,-1 0 0,6 1 0,6 1 0,0-1 0,0-1 0,1 0 0,-1-1 0,0-1 0,24-3 0,6 2 0,55 1-1365,-88 0-5461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0.3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 24575,'0'0'0,"0"0"0,0 0 0,0 0 0,0 0 0,0 0 0,0 0 0,0 0 0,0 0 0,0 0 0,0 0 0,0 0 0,0 0 0,0-1 0,0 1 0,0 0 0,0 0 0,0 0 0,0 0 0,0 0 0,0 0 0,0 0 0,0 0 0,0 0 0,1 0 0,-1 0 0,0 0 0,0 0 0,0 0 0,0 0 0,0 0 0,0-1 0,0 1 0,0 0 0,0 0 0,0 0 0,0 0 0,0 0 0,0 0 0,0 0 0,0 0 0,0 0 0,0 0 0,1 0 0,-1 0 0,0 0 0,0 0 0,0 0 0,0 0 0,0 0 0,0 0 0,0 0 0,0 0 0,0 0 0,0 0 0,0 0 0,0 0 0,0 0 0,0 0 0,0 0 0,1 0 0,-1 0 0,0 0 0,0 1 0,0-1 0,0 0 0,0 0 0,5 5 0,5 10 0,42 121 0,-36-90 0,29 60 0,21 8 0,-47-81 0,-18-30 0,0 0 0,1 0 0,-1 1 0,0-1 0,0 0 0,-1 0 0,1 1 0,-1 5 0,0-8 0,0 0 0,0 0 0,0 0 0,-1 0 0,1 0 0,-1 0 0,1 0 0,-1 0 0,1-1 0,-1 1 0,1 0 0,-1 0 0,1-1 0,-1 1 0,0 0 0,0-1 0,1 1 0,-1-1 0,0 1 0,0-1 0,0 1 0,0-1 0,0 1 0,1-1 0,-1 0 0,0 1 0,0-1 0,0 0 0,0 0 0,0 0 0,0 0 0,0 0 0,0 0 0,0 0 0,0 0 0,-1-1 0,-4 1 0,0-1 0,0 0 0,1 0 0,-10-3 0,2-2 0,0 0 0,0 0 0,1-1 0,0-1 0,0 0 0,0-1 0,1 0 0,1-1 0,-10-11 0,18 20 0,1 0 0,0 0 0,0 0 0,0-1 0,0 1 0,0 0 0,0-1 0,1 1 0,-1-1 0,0 1 0,1-1 0,-1 0 0,1 1 0,-1-1 0,1 0 0,0 1 0,0-1 0,0 0 0,0 1 0,0-1 0,0 0 0,0 1 0,0-1 0,1 0 0,0-1 0,0 1 0,0 0 0,0 1 0,0-1 0,1 1 0,-1-1 0,0 1 0,1 0 0,-1-1 0,1 1 0,0 0 0,-1 0 0,1 0 0,0 0 0,0 1 0,0-1 0,-1 0 0,1 1 0,0-1 0,0 1 0,0-1 0,2 1 0,10-1 9,1 1 0,16 1 0,21 0 9,-47-1-194,0-1-1,0 1 1,0-1 0,0-1 0,0 1-1,0-1 1,7-3 0,-3 0-6650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0.5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 24575,'4'-5'0,"3"1"0,-1 4 0,-1 4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1.3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1 332 24575,'15'-3'0,"0"2"0,0 0 0,0 1 0,1 0 0,20 4 0,-34-4 0,44 8 0,-33-6 0,-1 1 0,0-2 0,1 0 0,22-1 0,-34 0 0,-1 0 0,0 1 0,1-1 0,-1 0 0,1 0 0,-1 0 0,1-1 0,-1 1 0,1 0 0,-1 0 0,1 0 0,-1 0 0,0 0 0,1 0 0,-1-1 0,1 1 0,-1 0 0,0 0 0,1 0 0,-1-1 0,0 1 0,1 0 0,-1-1 0,0 1 0,1 0 0,-1-1 0,1 0 0,-2 1 0,1-1 0,0 1 0,-1-1 0,1 1 0,0-1 0,-1 1 0,1-1 0,-1 1 0,1 0 0,-1-1 0,1 1 0,-1 0 0,1-1 0,-1 1 0,1 0 0,-2-1 0,-25-10 0,-15 3 0,29 6 0,0-1 0,0 0 0,0 0 0,-23-11 0,32 12 0,1 0 0,0 0 0,0 0 0,0-1 0,0 1 0,0-1 0,0 1 0,1-1 0,-1 0 0,1 0 0,0 0 0,0 0 0,0-1 0,0 1 0,0-1 0,1 1 0,0-1 0,-1 1 0,1-1 0,1 0 0,-2-7 0,2 6 0,0 0 0,1 0 0,-1 0 0,1 0 0,0 0 0,0 0 0,0 0 0,1 1 0,0-1 0,4-8 0,2-2 0,19-25 0,-21 33 0,0-1 0,1 1 0,-1 0 0,2 1 0,-1-1 0,1 2 0,0-1 0,0 1 0,15-8 0,-9 8 0,0-1 0,0 2 0,1 0 0,-1 1 0,24-3 0,-33 5 0,-1 1 0,0 0 0,1 0 0,-1 0 0,0 1 0,0 0 0,1-1 0,-1 1 0,0 1 0,0-1 0,7 4 0,-9-4 0,0 0 0,0 1 0,0-1 0,0 1 0,0-1 0,0 1 0,0 0 0,-1 0 0,1 0 0,-1 0 0,1 0 0,-1 0 0,0 0 0,0 1 0,0-1 0,0 0 0,0 1 0,0-1 0,-1 0 0,1 1 0,-1 2 0,1 1 0,-1 0 0,0 0 0,-1-1 0,1 1 0,-1 0 0,0 0 0,0-1 0,-4 9 0,-1 0 0,-14 25 0,4-11 0,16-26 0,-1-1 0,0 0 0,1 0 0,-1 0 0,1 1 0,-1-1 0,1 0 0,0 1 0,0-1 0,0 0 0,-1 1 0,1-1 0,0 0 0,0 1 0,1-1 0,-1 0 0,0 1 0,0-1 0,1 0 0,-1 0 0,1 1 0,0 1 0,0-2 0,1 1 0,-1 0 0,1-1 0,-1 1 0,1-1 0,0 1 0,-1-1 0,1 0 0,0 0 0,0 0 0,0 0 0,3 1 0,4 1 0,0 0 0,0-1 0,1 0 0,-1-1 0,13 0 0,-19 0-63,7-1-154,0 0 0,0 0 0,0 0 0,0-1 0,19-5 0,-20 3-6609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1.8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35 24575,'-17'-35'0,"29"83"0,-2-16 0,1 0 0,2-1 0,1 0 0,2-1 0,19 28 0,-33-55 25,-4-5-401,1 1-638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2.0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529 128 24575,'-27'-22'0,"-11"-7"0,-2 1 0,1 5 0,5 7 0,6 8 0,2 6 0,1 6 0,0 4 0,-1 1 0,-3 1 0,-2 2 0,-3 1 0,0 1 0,0-2 0,2-1 0,5-2-8191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3.1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25 24575,'1'-1'0,"0"-1"0,1 0 0,-1 1 0,0-1 0,0 0 0,1 1 0,-1 0 0,1-1 0,-1 1 0,1 0 0,0 0 0,-1 0 0,1 0 0,0 0 0,0 0 0,0 0 0,0 1 0,0-1 0,0 1 0,0-1 0,0 1 0,0 0 0,0 0 0,0 0 0,0 0 0,0 0 0,0 0 0,0 0 0,0 1 0,0-1 0,2 2 0,6 1 0,-1 0 0,0 1 0,0 0 0,0 0 0,9 7 0,2 3 0,0 0 0,-1 2 0,27 28 0,42 62 0,-68-77 0,0 0 0,-3 2 0,0 0 0,-2 1 0,-1 1 0,-2 0 0,10 42 0,-18-55 0,0 1 0,-2 0 0,-1-1 0,0 1 0,-1 0 0,-2 0 0,0 0 0,-1-1 0,-1 1 0,-1-1 0,0 0 0,-2 0 0,0-1 0,-14 26 0,6-17-1365,8-16-5461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5.1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332 10 24575,'7'0'0,"0"0"0,0 0 0,1 0 0,-1 1 0,0 0 0,12 3 0,-14 0 0,-12-2 0,-11 0 0,-143-1 0,88-1 0,52-1-273,0-1 0,0-1 0,0-1 0,-22-7 0,31 8-6553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5.3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311 60 24575,'-27'-10'0,"-13"-3"0,-4 1 0,5 1 0,3 4 0,6 3 0,5 2 0,4 3 0,4 5 0,4 3 0,3 0 0,2 2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6.1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10 24575,'-13'-9'0,"10"11"0,4 7 0,51 113 0,-13-35 0,-33-73 30,-1 1 0,0-1 0,4 28 0,-8-37-117,-1 0-1,1 0 1,-1-1 0,0 1-1,-1 0 1,1 0 0,-1-1-1,0 1 1,0 0-1,0-1 1,-1 1 0,0-1-1,1 0 1,-2 1 0,1-1-1,-4 6 1,-3 0-6739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6.4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643 12 24575,'-27'-3'0,"-14"0"0,-4 0 0,-1 0 0,4 4 0,4 1 0,3 1 0,2-1 0,3 2 0,1 1 0,-2-1 0,0-1 0,-3-2 0,-2 1 0,-3-2 0,0 0 0,2 0 0,8 0-8191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7.0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 9 24575,'0'0'0,"0"-1"0,-1 0 0,1 1 0,-1-1 0,0 1 0,1-1 0,-1 1 0,1-1 0,-1 1 0,0-1 0,1 1 0,-1-1 0,0 1 0,0 0 0,1-1 0,-1 1 0,0 0 0,0 0 0,0 0 0,1 0 0,-1-1 0,0 1 0,0 0 0,0 0 0,1 0 0,-1 1 0,0-1 0,0 0 0,0 0 0,1 0 0,-1 1 0,0-1 0,0 0 0,1 1 0,-1-1 0,0 0 0,1 1 0,-1-1 0,0 1 0,1-1 0,-1 1 0,1 0 0,-1-1 0,1 1 0,-1-1 0,0 2 0,0 1 0,-1-1 0,1 1 0,0-1 0,0 1 0,0 0 0,0 0 0,1-1 0,-1 1 0,1 0 0,0 0 0,0 0 0,0 4 0,2 7 0,1 1 0,1-1 0,9 23 0,21 38 0,-34-74 0,11 20 0,18 24 0,7 15 0,-35-59-57,0 1 0,0 0 1,0-1-1,0 1 0,-1 0 0,1-1 0,0 1 0,-1 0 0,1 0 0,-1 0 0,0-1 1,0 1-1,0 0 0,0 0 0,0 0 0,0 0 0,0 0 0,0-1 0,-1 1 1,1 0-1,-1 0 0,0 0 0,0 2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7.4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651 30 24575,'-2'-2'0,"0"1"0,0-1 0,0 1 0,-1-1 0,1 1 0,0-1 0,-1 1 0,1 0 0,-1 0 0,1 1 0,-1-1 0,0 0 0,1 1 0,-1-1 0,0 1 0,-3 0 0,-4 1 0,-1 0 0,1 0 0,-11 3 0,-9 2 0,-23-2 0,0-3 0,-90-10 0,83 4 0,-14-2 24,-51-2-1413,109 9-5437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8.9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771 2 24575,'10'0'0,"-8"-1"0,1 1 0,-1 0 0,0 0 0,1 0 0,-1 0 0,1 0 0,-1 0 0,0 1 0,1-1 0,-1 1 0,3 1 0,-4-2 0,-1 0 0,0 1 0,0-1 0,0 0 0,0 0 0,0 1 0,-1-1 0,1 0 0,0 0 0,0 1 0,0-1 0,0 0 0,0 0 0,0 1 0,0-1 0,0 0 0,0 0 0,-1 1 0,1-1 0,0 0 0,0 0 0,0 0 0,-1 0 0,1 1 0,0-1 0,0 0 0,0 0 0,-1 0 0,1 0 0,0 0 0,0 0 0,-1 1 0,1-1 0,0 0 0,0 0 0,-1 0 0,1 0 0,0 0 0,0 0 0,-1 0 0,-14 5 0,13-4 0,-24 6 0,-1 0 0,1-2 0,-54 4 0,-84-8 0,90-2 0,-146 9 0,217-7 0,-15 0 0,1 1 0,-1 1 0,1 1 0,-30 10 0,35-10 0,-13 5 0,24-8 0,0-1 0,0 0 0,0 1 0,0-1 0,0 1 0,1-1 0,-1 1 0,0-1 0,0 1 0,1 0 0,-1-1 0,0 1 0,1 0 0,-1 0 0,1 0 0,-1-1 0,1 1 0,-1 0 0,1 0 0,-1 1 0,1-1 0,0 0 0,1 0 0,-1 0 0,0-1 0,0 1 0,1 0 0,-1 0 0,0 0 0,1 0 0,-1-1 0,1 1 0,-1 0 0,1-1 0,-1 1 0,1 0 0,-1-1 0,1 1 0,0 0 0,-1-1 0,1 1 0,1 0 0,18 10 0,-19-10 0,31 12 0,1 0 0,39 8 0,7 3 0,-62-18 0,167 63 0,-176-65 0,1 0 0,-1 1 0,0 0 0,-1 0 0,1 0 0,7 9 0,-13-13 0,-1 0 0,0 0 0,0 0 0,0 1 0,0-1 0,0 0 0,0 1 0,0-1 0,0 1 0,0-1 0,0 1 0,-1 0 0,1-1 0,-1 1 0,1-1 0,-1 1 0,0 0 0,0 0 0,0-1 0,0 1 0,0 0 0,0-1 0,0 1 0,0 0 0,-1-1 0,1 1 0,0 0 0,-1-1 0,0 1 0,1 0 0,-1-1 0,0 1 0,0-1 0,0 0 0,0 1 0,0-1 0,0 0 0,0 1 0,0-1 0,-3 2 0,-1 1 0,0 0 0,-1 0 0,1-1 0,-1 0 0,0 0 0,-8 3 0,-41 11 0,18-6 0,9-2 0,-82 30 0,92-31 0,0 1 0,0 0 0,-28 21 0,37-23 0,1 1 0,0-1 0,1 1 0,0 1 0,0-1 0,1 1 0,0 1 0,1-1 0,-8 17 0,12-25 0,1 0 0,-1 0 0,1 0 0,0 0 0,-1 0 0,1 0 0,0 0 0,0 0 0,0 0 0,0 0 0,-1 0 0,1 0 0,1 0 0,-1 0 0,0 0 0,0 0 0,0 1 0,0-1 0,1 1 0,0-1 0,-1-1 0,1 1 0,0 0 0,-1-1 0,1 1 0,0-1 0,-1 1 0,1-1 0,0 1 0,0-1 0,-1 1 0,1-1 0,0 0 0,0 0 0,0 1 0,0-1 0,-1 0 0,2 0 0,5 1 0,0-1 0,0 0 0,-1-1 0,13-2 0,-14 2 0,99-15 0,109-3 0,177 18 0,-258 13-1365,-115-11-5461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9.6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24575,'1'6'0,"-1"-1"0,1 1 0,0 0 0,0 0 0,1-1 0,0 1 0,3 6 0,4 6 0,12 19 0,-1-1 0,26 63 0,7 43 0,-44-118 0,4 27 0,-5-17 0,-8-32-119,0-2 53,1 1 1,-1-1-1,0 1 0,0-1 1,0 1-1,0-1 1,0 1-1,1-1 1,-1 1-1,0-1 1,1 1-1,-1-1 0,0 1 1,1-1-1,-1 1 1,0-1-1,1 1 1,0 0-1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9.9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192 0 24575,'-24'0'0,"1"1"0,-1 1 0,1 0 0,-37 11 0,57-13 0,1 1 0,0 0 0,0-1 0,0 1 0,0 0 0,0 0 0,0 1 0,0-1 0,0 0 0,1 1 0,-1-1 0,0 1 0,1 0 0,-1-1 0,1 1 0,0 0 0,-1 0 0,1 0 0,-1 3 0,1-3 0,1-1 0,0 1 0,0-1 0,-1 1 0,1 0 0,0-1 0,1 1 0,-1-1 0,0 1 0,0 0 0,1-1 0,-1 1 0,1-1 0,-1 1 0,1-1 0,-1 1 0,1-1 0,0 1 0,0-1 0,0 0 0,0 1 0,0-1 0,0 0 0,0 0 0,0 0 0,1 0 0,1 1 0,2 2 0,0 0 0,1-1 0,-1 0 0,1 0 0,0-1 0,0 0 0,10 3 0,47 6 0,-18-5 0,66 9 127,-36-6-1619,-63-7-5334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3.8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 60 24575,'-1'-2'0,"-1"0"0,1 0 0,0 0 0,-1-1 0,1 1 0,0 0 0,1-1 0,-1 1 0,0 0 0,1-1 0,-1 1 0,1-4 0,-1 3 0,1 0 0,-1 0 0,1 0 0,-1 1 0,0-1 0,0 0 0,-2-3 0,10 19 0,-5-9 0,0 0 0,0 0 0,0 0 0,0-1 0,6 7 0,74 70 0,-5 4 0,130 145 0,-169-185 0,2-1 0,1-3 0,57 44 0,-84-72 0,-11-9 0,0 0 0,1 0 0,-1 0 0,0-1 0,1 1 0,0-1 0,0 0 0,-1 0 0,1 0 0,6 1 0,-10-3 2,1 1-1,-1-1 0,0 0 1,0 0-1,0 0 0,0 0 1,0 0-1,1-1 1,-1 1-1,0 0 0,0 0 1,0 0-1,0 0 0,0 0 1,1 0-1,-1 0 0,0 0 1,0 0-1,0 0 1,0 0-1,0 0 0,0 0 1,1-1-1,-1 1 0,0 0 1,0 0-1,0 0 1,0 0-1,0 0 0,0 0 1,0-1-1,0 1 0,0 0 1,0 0-1,0 0 0,0 0 1,0 0-1,0-1 1,0 1-1,0 0 0,0 0 1,0 0-1,0 0 0,0 0 1,0-1-1,0 1 1,0 0-1,-3-8-933,3 7 433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4.4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288 40 24575,'-2'-6'0,"-6"-14"0,7 19 0,1 0 0,0 0 0,-1 0 0,1 0 0,-1 1 0,1-1 0,-1 0 0,1 0 0,-1 1 0,0-1 0,1 0 0,-1 1 0,0-1 0,0 1 0,1-1 0,-1 1 0,-1-1 0,1 2 0,-1-1 0,1 1 0,0 0 0,0 0 0,0 0 0,0 0 0,0 0 0,0 0 0,0 0 0,0 0 0,0 1 0,0-1 0,0 0 0,1 0 0,-1 2 0,-2 2 0,2-4 0,-15 21 0,1 1 0,2 0 0,0 0 0,-18 47 0,-25 152 0,49-191 0,-7 20 0,-2-1 0,-34 72 0,39-93-1365,8-17-5461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5.4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147 67 24575,'7'-10'0,"-1"0"0,0-1 0,9-20 0,-15 26 0,-5 11 0,-7 10 0,-10 25 0,-36 50 0,48-76 0,0 0 0,1 1 0,0 0 0,1 1 0,1-1 0,1 2 0,0-1 0,1 1 0,1-1 0,1 1 0,-2 35 0,4-18 0,7 64 0,-3-84 0,0 0 0,0 0 0,2-1 0,0 1 0,0-1 0,15 25 0,-10-21 0,0 0 0,2-1 0,0 0 0,0-1 0,2-1 0,18 17 0,-27-28-154,1-1-1,0 1 0,11 4 1,-13-7-593,8 5-6079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6.0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17 207 24575,'4'-3'0,"-1"0"0,1 0 0,-1 1 0,1-1 0,0 1 0,0 0 0,0 0 0,7-2 0,38-7 0,-10 2 0,-33 7 0,1-1 0,0 0 0,-1 0 0,0 0 0,0-1 0,0 0 0,0 0 0,0 0 0,-1-1 0,8-8 0,-11 11 0,-1 0 0,1 0 0,-1 0 0,0 0 0,1 0 0,-1 0 0,0 0 0,0-1 0,0 1 0,-1 0 0,1-1 0,0 1 0,-1 0 0,0-1 0,1 1 0,-1-1 0,0 1 0,0-1 0,-1 1 0,1 0 0,0-1 0,-1 1 0,1-1 0,-1 1 0,0 0 0,0 0 0,0-1 0,0 1 0,0 0 0,-1 0 0,1 0 0,0 0 0,-1 0 0,-1-1 0,-1-1 0,1 1 0,-1 0 0,0 0 0,0 0 0,0 0 0,-1 1 0,1-1 0,-1 1 0,1 0 0,-1 1 0,0-1 0,1 1 0,-1 0 0,0 0 0,0 0 0,0 1 0,0-1 0,0 1 0,0 1 0,0-1 0,0 1 0,0 0 0,1 0 0,-1 0 0,-7 3 0,6-2 0,1 0 0,0 0 0,0 1 0,-1 0 0,2 0 0,-1 0 0,0 1 0,1-1 0,-1 1 0,1 0 0,0 0 0,0 1 0,1-1 0,-1 1 0,1 0 0,0 0 0,0 0 0,1 0 0,-1 0 0,1 1 0,-2 8 0,3-8 0,0 1 0,0-1 0,0 1 0,1-1 0,0 0 0,0 1 0,1-1 0,0 0 0,0 1 0,1-1 0,-1 0 0,1 0 0,1 0 0,-1 0 0,1 0 0,0-1 0,0 1 0,1-1 0,-1 1 0,1-1 0,0-1 0,1 1 0,-1 0 0,1-1 0,0 0 0,10 6 0,-2-2 0,1 0 0,0-1 0,1 0 0,-1-1 0,1-1 0,0-1 0,1 0 0,16 2 0,-4-3 0,0 0 0,0-3 0,47-3 0,-62 0-1365,-3 0-5461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6.8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30 24575,'-15'-29'0,"16"41"0,3 13 0,5-2 0,1 0 0,1 0 0,1-1 0,19 26 0,-22-34 0,46 64 0,1 0 0,-47-64 0,-1 1 0,0-1 0,9 28 0,-15-38 0,-1-1 0,0 1 0,0-1 0,-1 1 0,1-1 0,-1 1 0,0 0 0,0 6 0,0-9 0,-1 0 0,1 1 0,0-1 0,-1 0 0,1 0 0,-1 0 0,1 0 0,-1 0 0,0 0 0,0 0 0,1 0 0,-1 0 0,0 0 0,0 0 0,0-1 0,0 1 0,0 0 0,0-1 0,0 1 0,0 0 0,0-1 0,0 1 0,0-1 0,0 0 0,0 1 0,-1-1 0,1 0 0,0 0 0,-2 1 0,-4-1 0,1 0 0,-1 0 0,1-1 0,-1 0 0,1 0 0,0 0 0,-1-1 0,1 0 0,0 0 0,0 0 0,-9-6 0,4 2 0,1 0 0,0-1 0,0 0 0,0-1 0,-10-11 0,17 17 0,0-1 0,1 0 0,-1 0 0,1-1 0,0 1 0,0 0 0,0-1 0,0 0 0,1 1 0,0-1 0,-1 0 0,1 1 0,1-1 0,-1 0 0,0 0 0,1-7 0,0 8 0,1 0 0,-1-1 0,1 1 0,0-1 0,0 1 0,0 0 0,0 0 0,1 0 0,0 0 0,-1 0 0,1 0 0,0 0 0,0 0 0,1 0 0,-1 1 0,0 0 0,1-1 0,5-3 0,3-1 14,-1 1-1,1 1 1,1-1 0,22-6-1,5-2-1446,-25 8-5393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7.1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24575,'14'0'0,"6"2"0,1 6 0,-2 4 0,-6 3 0,-3-2-8191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7.6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77 24575,'0'1'0,"-1"0"0,1 0 0,-1 0 0,1 0 0,0 0 0,0 0 0,-1 0 0,1 0 0,0 0 0,0 0 0,0 0 0,0 0 0,0 0 0,0 0 0,0 0 0,1 0 0,-1 0 0,0 0 0,0 0 0,1 0 0,-1 0 0,1 0 0,-1-1 0,1 1 0,0 1 0,16 22 0,-8-15 0,-1-1 0,2 0 0,-1-1 0,1 0 0,0-1 0,1 0 0,0 0 0,0-1 0,0-1 0,0 0 0,19 4 0,-28-7 0,0-1 0,1 1 0,-1-1 0,0 0 0,1 0 0,-1 0 0,0 0 0,1 0 0,-1 0 0,0-1 0,0 1 0,1-1 0,-1 0 0,0 0 0,0 0 0,0 0 0,0 0 0,0 0 0,0 0 0,0-1 0,0 1 0,3-4 0,-2 2 0,-1-1 0,1 0 0,-1 0 0,0 0 0,0 0 0,-1 0 0,1 0 0,-1-1 0,0 1 0,1-8 0,-2 11 0,0 0 0,0 1 0,0-1 0,0 0 0,0 1 0,0-1 0,0 1 0,1-1 0,-1 0 0,0 1 0,0-1 0,0 0 0,1 1 0,-1-1 0,0 1 0,1-1 0,-1 1 0,1-1 0,-1 1 0,1-1 0,-1 1 0,1-1 0,-1 1 0,1 0 0,-1-1 0,1 1 0,-1 0 0,1-1 0,-1 1 0,1 0 0,0 0 0,-1 0 0,1-1 0,0 1 0,-1 0 0,1 0 0,0 0 0,-1 0 0,1 0 0,0 0 0,-1 0 0,1 0 0,0 1 0,-1-1 0,2 0 0,2 2 0,1 0 0,-1 1 0,0-1 0,1 1 0,3 3 0,0 0 0,11 6 0,1-1 0,25 10 0,-36-17 0,1-1 0,0 0 0,0 0 0,0-1 0,0-1 0,0 1 0,12-1 0,-20-1 0,1 0 0,-1 0 0,0-1 0,0 1 0,1-1 0,-1 1 0,0-1 0,0 0 0,0 1 0,0-1 0,0 0 0,0 0 0,0-1 0,0 1 0,0 0 0,-1-1 0,4-2 0,-3 1 0,0 1 0,-1-1 0,1 0 0,-1 1 0,0-1 0,1 0 0,-1 0 0,0 0 0,-1 0 0,1 0 0,0-6 0,-1 3 0,0-1 0,0 1 0,0-1 0,-1 1 0,0-1 0,0 1 0,-1-1 0,0 1 0,0 0 0,-1 0 0,-5-10 0,2 6-159,-1 1 1,-1 1-1,0-1 0,-9-7 0,12 12-412,-5-6-6255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8.3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24575,'29'13'0,"-1"1"0,-1 2 0,0 1 0,-1 1 0,-1 1 0,-1 1 0,-1 1 0,0 1 0,-2 1 0,-1 1 0,-1 1 0,29 47 0,-23-24 0,27 64 0,-45-91 0,0 0 0,-1 1 0,-1-1 0,-2 1 0,0 0 0,0 22 0,-2-23 0,-2-1 0,0 0 0,-2 0 0,-5 24 0,6-35 0,-1 0 0,0 0 0,-1 0 0,0 0 0,-1-1 0,0 0 0,0 0 0,0 0 0,-1 0 0,0-1 0,-9 8 0,-1-1-455,0-1 0,-21 13 0,22-17-6371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9.0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236 21 24575,'-29'-5'0,"-13"-1"0,-1-1 0,7 5 0,6 2 0,7 3 0,4 1 0,6 1-8191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9.4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282 21 24575,'-10'-5'0,"-6"-1"0,-2 0 0,-1 3 0,1 3 0,0 1 0,2 0 0,0 0 0,-2 0 0,0 0 0,1 0 0,-2-1 0,-1 0 0,-1 0 0,1 0 0,3 0-8191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50.3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45 24575,'-6'-31'0,"4"20"0,1 9 0,2 3 0,9 29 0,1 0 0,27 48 0,-22-48 0,-2-1 0,15 50 0,-26-67-241,-1 0 1,-1 0-1,0 1 0,-1 22 0,0-34 80,-1 12-6665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50.7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817 31 24575,'-2'-2'0,"1"-1"0,-1 1 0,0 0 0,1 1 0,-1-1 0,0 0 0,0 0 0,0 1 0,0-1 0,0 1 0,-1 0 0,1-1 0,0 1 0,-1 0 0,1 1 0,-1-1 0,1 0 0,-1 1 0,-4-1 0,-6-1 0,0 1 0,-22 1 0,21 1 0,-144 14 0,4 0 0,-11-8 95,-30 1-1555,173-8-5366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51.3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3 24575,'0'0'0,"0"0"0,0 0 0,0-1 0,0 1 0,0 0 0,-1 0 0,1 0 0,0 0 0,0 0 0,0-1 0,0 1 0,-1 0 0,1 0 0,0 0 0,0 0 0,0 0 0,-1 0 0,1 0 0,0 0 0,0 0 0,0 0 0,-1 0 0,1 0 0,0 0 0,0 0 0,-1 0 0,1 0 0,0 0 0,0 0 0,0 0 0,-1 0 0,1 0 0,0 0 0,0 0 0,-1 0 0,-3 9 0,1 11 0,3-19 0,0 7 0,1 1 0,-1 0 0,1-1 0,1 1 0,0-1 0,0 1 0,0-1 0,1 0 0,6 12 0,6 8 0,22 33 0,-11-19 0,-2 1-682,30 76-1,-49-104-6143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51.8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520 8 24575,'0'0'0,"0"0"0,0 0 0,0 0 0,1 0 0,-1 0 0,0-1 0,0 1 0,0 0 0,0 0 0,1 0 0,-1 0 0,0 0 0,0-1 0,0 1 0,0 0 0,0 0 0,0 0 0,0-1 0,0 1 0,0 0 0,0 0 0,0 0 0,1-1 0,-1 1 0,0 0 0,0 0 0,0 0 0,0-1 0,-1 1 0,1 0 0,0 0 0,0 0 0,0-1 0,-7-1 0,-14 5 0,19-3 0,-32 3 0,-37 0 0,-22 2 0,-71 8 125,57-6-1615,84-5-5336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55.5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822 46 24575,'3'-1'0,"66"-30"0,-61 28 0,1 0 0,1 1 0,-1 0 0,0 1 0,0 0 0,11 0 0,-12 1 0,-5 0 0,-1 0 0,1 0 0,0 0 0,-1 0 0,1 1 0,0-1 0,0 1 0,4 1 0,-7-2 0,0 0 0,0 0 0,0 0 0,1 0 0,-1 0 0,0 0 0,0 0 0,0 0 0,0 0 0,0 0 0,0 0 0,0 0 0,1 0 0,-1 1 0,0-1 0,0 0 0,0 0 0,0 0 0,0 0 0,0 0 0,0 0 0,0 0 0,0 0 0,0 0 0,0 1 0,0-1 0,1 0 0,-1 0 0,0 0 0,0 0 0,0 0 0,0 0 0,0 1 0,0-1 0,0 0 0,0 0 0,0 0 0,0 0 0,0 0 0,0 0 0,0 1 0,-1-1 0,1 0 0,0 0 0,-6 3 0,-10 1 0,-165-1 0,100-5 0,37 2 0,-274 9 0,31 23 0,273-30 0,7-2 0,0 1 0,0-1 0,0 2 0,0-1 0,0 1 0,-10 4 0,17-5 0,0-1 0,-1 0 0,1 0 0,0 0 0,0 1 0,0-1 0,0 0 0,0 0 0,0 0 0,0 1 0,0-1 0,0 0 0,0 0 0,0 0 0,0 1 0,0-1 0,0 0 0,0 0 0,0 0 0,0 1 0,0-1 0,1 0 0,-1 0 0,0 0 0,0 0 0,0 1 0,0-1 0,0 0 0,0 0 0,1 0 0,-1 0 0,0 1 0,0-1 0,0 0 0,0 0 0,0 0 0,1 0 0,-1 0 0,0 0 0,0 0 0,0 0 0,1 0 0,-1 0 0,0 0 0,0 1 0,0-1 0,1 0 0,-1 0 0,12 5 0,143 38 0,-104-32 0,93 36 0,-139-45 0,0 0 0,0 1 0,0 0 0,0 0 0,0 0 0,-1 1 0,0-1 0,0 1 0,0 0 0,0 0 0,6 9 0,-9-11 0,1 1 0,-1-1 0,0 1 0,0 0 0,0 0 0,0 0 0,0 0 0,-1-1 0,1 1 0,-1 0 0,0 0 0,0 0 0,0 0 0,0 0 0,0 0 0,-1 0 0,1 0 0,-1 0 0,0 0 0,0 0 0,0 0 0,0-1 0,-3 5 0,1-1 0,-1-1 0,0 0 0,0 0 0,0-1 0,0 1 0,-1-1 0,0 0 0,-8 5 0,-7 3 0,-21 10 0,-2 2 0,-43 25 0,-64 44 0,147-91 0,-1 0 0,2 1 0,-1-1 0,0 1 0,0 0 0,1 0 0,0 0 0,-1 0 0,1 0 0,-3 7 0,5-8 0,-1-1 0,1 0 0,0 0 0,-1 1 0,1-1 0,0 0 0,0 1 0,0-1 0,0 0 0,0 0 0,0 1 0,1-1 0,-1 0 0,0 1 0,1-1 0,-1 0 0,1 0 0,-1 0 0,1 1 0,-1-1 0,1 0 0,0 0 0,0 0 0,-1 0 0,1 0 0,0 0 0,0 0 0,0 0 0,0-1 0,0 1 0,0 0 0,1 0 0,-1-1 0,2 2 0,1 0 0,1-1 0,0 1 0,-1 0 0,1-1 0,0 0 0,0 0 0,8 0 0,37-1 0,-26-1 0,88-6 0,141-27 0,-68 7 0,-146 22-115,137-12-1135,-160 17-5576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56.0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3 24575,'-1'-1'0,"0"1"0,0 0 0,1-1 0,-1 1 0,0 0 0,0 0 0,0-1 0,0 1 0,0 0 0,1 0 0,-1 0 0,0 0 0,0 0 0,0 0 0,0 1 0,0-1 0,0 0 0,1 0 0,-1 1 0,0-1 0,0 0 0,0 1 0,0-1 0,1 1 0,-1-1 0,0 1 0,1-1 0,-1 1 0,0-1 0,1 1 0,-2 0 0,2 1 0,-1-1 0,1 1 0,0-1 0,-1 1 0,1-1 0,0 1 0,0-1 0,0 1 0,0-1 0,0 1 0,0-1 0,0 1 0,0-1 0,1 0 0,-1 1 0,1-1 0,-1 1 0,2 1 0,30 70 0,-10-27 0,25 81 0,-9 1 0,-38-127-124,0 0 0,1 1 0,-1-1 0,1 0 0,-1 0 0,1 1-1,0-1 1,0 0 0,-1 0 0,3 1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56.4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175 0 24575,'-3'1'0,"-24"2"0,-27 6 0,48-7 0,-1-1 0,1 1 0,0 1 0,0-1 0,0 1 0,0 0 0,1 0 0,-1 0 0,1 1 0,-7 6 0,10-8 0,0 0 0,0 0 0,1 1 0,-1-1 0,0 1 0,1 0 0,0-1 0,0 1 0,-1 0 0,2 0 0,-1 0 0,0 0 0,0-1 0,1 1 0,0 6 0,0-8 0,0 1 0,0-1 0,0 0 0,0 1 0,1-1 0,-1 1 0,1-1 0,-1 1 0,1-1 0,-1 0 0,1 1 0,0-1 0,0 0 0,0 0 0,0 0 0,0 1 0,0-1 0,0 0 0,0 0 0,0-1 0,0 1 0,0 0 0,1 0 0,-1 0 0,0-1 0,1 1 0,-1-1 0,1 1 0,-1-1 0,0 1 0,1-1 0,2 0 0,184 14 0,-132-13 0,72 12-1365,-112-12-5461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3.3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15 24575,'0'-1'0,"-1"1"0,1-1 0,0 1 0,0 0 0,-1-1 0,1 1 0,0-1 0,0 1 0,0-1 0,-1 1 0,1-1 0,0 1 0,0-1 0,0 1 0,0-1 0,0 1 0,0-1 0,0 1 0,0-1 0,0 1 0,0-1 0,0 1 0,0-1 0,1 1 0,-1-2 0,1 2 0,-1 0 0,1 0 0,-1 0 0,1 0 0,-1 0 0,1 0 0,-1 0 0,1 0 0,0 0 0,-1 0 0,1 0 0,-1 0 0,1 0 0,-1 0 0,1 0 0,-1 0 0,1 1 0,0-1 0,3 2 0,1 0 0,-1 1 0,0-1 0,5 5 0,135 129 0,-76-71 0,-19-17 0,62 45 0,206 149 0,-311-237 0,-3-3 0,0 0 0,0 0 0,0 1 0,-1-1 0,1 1 0,-1 0 0,0-1 0,1 1 0,1 4 0,-23-19 0,-6-7-1365,15 8-5461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3.9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300 8 24575,'-1'0'0,"-1"-1"0,1 0 0,0 0 0,0 0 0,0 1 0,-1-1 0,1 1 0,0-1 0,-1 1 0,1-1 0,0 1 0,-1 0 0,1 0 0,0-1 0,-1 1 0,1 0 0,-2 1 0,2-1 0,0 1 0,1-1 0,-1 1 0,0-1 0,1 1 0,-1 0 0,1-1 0,-1 1 0,1 0 0,-1-1 0,1 1 0,-1 0 0,1 0 0,0-1 0,-1 1 0,1 0 0,0 0 0,0 0 0,0 0 0,0-1 0,0 1 0,0 0 0,0 0 0,0 0 0,0 0 0,0-1 0,0 1 0,1 2 0,-1 3 0,0 0 0,-1 0 0,1 0 0,-1 0 0,0-1 0,0 1 0,-1 0 0,0 0 0,-4 9 0,-3 3 0,-18 26 0,16-28 0,-15 31 0,5 1 0,-30 75 0,24-39 0,15-44 0,-28 64 0,16-52-1365,20-43-5461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4.5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158 50 24575,'-1'-1'0,"-3"-4"0,1 0 0,0-1 0,1 1 0,-1-1 0,1 1 0,-3-12 0,13 79 0,-8-50 0,-1 0 0,0 0 0,-1 0 0,0 0 0,-1 0 0,-8 22 0,-37 66 0,34-73 0,1 0 0,-17 48 0,25-57 0,1-1 0,1 1 0,0-1 0,1 1 0,1 18 0,2-25 0,0 1 0,0-1 0,1 0 0,0 0 0,1 0 0,1 0 0,-1-1 0,2 1 0,5 10 0,-3-9 0,1-1 0,0 0 0,0-1 0,1 1 0,18 15 0,-4-8 0,40 26 0,-47-34-455,1-1 0,22 8 0,-25-12-6371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5.0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132 18 24575,'-6'-3'0,"0"0"0,0 0 0,0 1 0,-1 0 0,1 0 0,-10 0 0,15 1 0,-1 1 0,1 0 0,0 0 0,0 0 0,-1 0 0,1 0 0,0 0 0,-1 1 0,1-1 0,0 0 0,0 1 0,-1-1 0,1 1 0,0-1 0,0 1 0,0 0 0,0-1 0,0 1 0,0 0 0,0 0 0,0 0 0,0-1 0,0 1 0,0 0 0,0 0 0,1 1 0,-1-1 0,0 0 0,1 0 0,-1 0 0,1 0 0,-1 1 0,1-1 0,0 0 0,-1 0 0,1 1 0,0-1 0,0 0 0,0 3 0,0 4 0,0 0 0,1 0 0,0-1 0,0 1 0,1 0 0,0 0 0,0-1 0,1 1 0,6 12 0,5 7 0,22 30 0,-24-38 0,41 60 0,58 99 0,-103-163 0,8 24 0,-15-34 0,1-1 0,-1 0 0,0 0 0,0 1 0,-1-1 0,1 1 0,-1-1 0,0 1 0,0-1 0,-1 1 0,0 4 0,1-8 0,-1 0 0,1 0 0,-1 0 0,1 0 0,0 0 0,-1 0 0,0 0 0,1-1 0,-1 1 0,0 0 0,1 0 0,-1-1 0,0 1 0,0 0 0,0-1 0,1 1 0,-1-1 0,0 1 0,0-1 0,-1 1 0,-1 0 0,1 0 0,-1-1 0,1 1 0,-1-1 0,1 0 0,-1 0 0,1 0 0,-3 0 0,-5-2 0,0 0 0,1 0 0,-12-4 0,21 6 0,-18-7 0,0 0 0,1-1 0,0-1 0,1 0 0,-27-21 0,33 22 0,1 1 0,0-1 0,1-1 0,0 0 0,1 0 0,-1-1 0,2 1 0,-1-2 0,1 1 0,-5-15 0,8 19 14,1 0-1,1 0 0,-1 0 0,1-1 1,0 1-1,0 0 0,1-1 1,0-8-1,0 11-96,1 1 1,0 0-1,-1-1 1,1 1-1,0 0 1,1 0-1,-1-1 1,1 1-1,-1 0 1,1 0-1,0 1 1,0-1-1,0 0 1,0 1-1,1-1 1,-1 1-1,4-3 1,4-3-6744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5.2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24575,'3'0'0,"2"2"0,2 4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5.9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73 3 24575,'-2'0'0,"1"-1"0,-1 1 0,0 0 0,1-1 0,-1 1 0,0 0 0,1 0 0,-1 0 0,1 0 0,-1 0 0,0 0 0,1 0 0,-1 1 0,1-1 0,-1 1 0,0-1 0,1 1 0,-1-1 0,-1 2 0,0 0 0,1 0 0,0 0 0,0 0 0,1 0 0,-1 0 0,0 0 0,1 0 0,-1 0 0,1 1 0,-2 4 0,-1 3 0,1 0 0,0 1 0,1-1 0,-2 22 0,3-10 0,1 0 0,1 0 0,1 0 0,0 0 0,10 32 0,39 106 0,-45-142 0,14 33 0,3 0 0,1-1 0,33 47 0,-50-87-151,0 0-1,1 0 0,0-1 0,1-1 1,0 1-1,0-1 0,1-1 1,10 7-1,-10-7-6674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6.7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10 474 24575,'0'-2'0,"0"0"0,0 0 0,1 1 0,-1-1 0,1 0 0,-1 0 0,1 0 0,-1 1 0,1-1 0,0 0 0,0 1 0,0-1 0,0 1 0,0-1 0,0 1 0,0-1 0,0 1 0,1 0 0,-1 0 0,1-1 0,-1 1 0,1 0 0,-1 0 0,1 0 0,0 1 0,-1-1 0,1 0 0,0 1 0,-1-1 0,1 1 0,3-1 0,7-1 0,-1 1 0,0 0 0,0 1 0,13 1 0,-10 0 0,22-2 0,-22 1 0,1 0 0,-1 0 0,0 1 0,0 1 0,20 5 0,-74-20 0,0-2 0,-70-38 0,104 49 0,-1 0 0,1-1 0,0 0 0,0 0 0,1 0 0,0-1 0,0 0 0,0 0 0,0 0 0,1 0 0,0-1 0,-4-10 0,6 12 0,0 1 0,1-2 0,-1 1 0,1 0 0,1 0 0,-1 0 0,1 0 0,0-1 0,0 1 0,0 0 0,0 0 0,1-1 0,0 1 0,1 0 0,-1 0 0,1 0 0,0 0 0,0 0 0,3-4 0,1-1 0,0 0 0,1 1 0,1 0 0,0 0 0,0 1 0,0 0 0,1 1 0,0 0 0,1 0 0,0 1 0,0 0 0,0 0 0,1 1 0,19-6 0,12-2 0,0 3 0,70-9 0,-80 14 0,-22 3 0,-1 1 0,1 0 0,0 1 0,-1 0 0,19 2 0,-25-1 0,-1-1 0,0 1 0,0-1 0,1 1 0,-1 0 0,0 0 0,0 0 0,0 0 0,0 1 0,0-1 0,0 0 0,0 1 0,-1 0 0,1-1 0,0 1 0,-1 0 0,1 0 0,-1 0 0,0 0 0,1 0 0,-1 0 0,0 0 0,0 0 0,-1 0 0,1 1 0,0-1 0,-1 0 0,1 0 0,-1 4 0,1 1 0,-1 1 0,0-1 0,-1 1 0,1-1 0,-1 1 0,-1-1 0,0 1 0,-2 7 0,-28 58 0,11-26 0,11-23 0,4-12 0,1-1 0,1 1 0,0 0 0,0 0 0,1 0 0,-2 19 0,5-30 0,0 1 0,0-1 0,1 1 0,-1-1 0,0 1 0,0-1 0,1 1 0,-1-1 0,1 0 0,-1 1 0,1-1 0,0 0 0,0 1 0,-1-1 0,1 0 0,0 0 0,0 1 0,0-1 0,2 1 0,-1 0 0,0-1 0,1 1 0,-1-1 0,1 0 0,0 1 0,-1-1 0,1 0 0,0-1 0,4 2 0,4-1 0,1 0 0,-1 0 0,22-2 0,-3-3 43,0-1 0,34-10 0,22-4-1537,-74 17-5332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7.2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272 4 24575,'-27'-3'0,"-11"2"0,-2 1 0,3 1 0,6 2 0,6 1 0,4 2 0,2 0 0,0 2 0,5-1-8191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7.6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10 24575,'-4'-9'0,"3"13"0,5 19 0,1-2 0,25 90 0,47 111 0,-37-129 0,-39-91-136,0-1-1,-1 1 1,1 0-1,0-1 1,0 1-1,1-1 1,-1 1-1,0-1 0,2 2 1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8.0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190 3 24575,'-10'-1'0,"1"0"0,-1 0 0,1 1 0,-1 1 0,1-1 0,0 2 0,-1-1 0,1 1 0,0 1 0,0-1 0,-12 7 0,16-8 0,1 1 0,0 0 0,0 1 0,1-1 0,-1 1 0,0 0 0,1 0 0,0 0 0,-1 0 0,1 1 0,0-1 0,1 1 0,-1-1 0,1 1 0,0 0 0,0 0 0,0 1 0,0-1 0,1 0 0,-1 0 0,1 1 0,0-1 0,0 1 0,1-1 0,-1 8 0,2-8 0,-1-1 0,1 0 0,0 0 0,0 0 0,0 0 0,0-1 0,1 1 0,-1 0 0,1 0 0,-1-1 0,1 1 0,0-1 0,0 1 0,0-1 0,0 0 0,1 0 0,-1 0 0,6 4 0,2 0 0,0 0 0,0 0 0,19 7 0,-15-9 0,0 1 0,1-2 0,-1 0 0,1-1 0,22 1 0,75-6 0,-78-3-1365,-20 3-5461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9.0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18 453 24575,'45'-1'0,"-1"-3"0,1-1 0,51-13 0,-96 18 0,0 0 0,0 0 0,0 0 0,0 0 0,0 0 0,0 0 0,0 0 0,1 0 0,-1 0 0,0 0 0,0 0 0,0 0 0,0 0 0,0 0 0,0 0 0,0 0 0,0 0 0,0 0 0,1 0 0,-1 0 0,0 0 0,0 0 0,0 0 0,0 0 0,0-1 0,0 1 0,0 0 0,0 0 0,0 0 0,0 0 0,0 0 0,0 0 0,0 0 0,0 0 0,0 0 0,0 0 0,0-1 0,0 1 0,1 0 0,-1 0 0,0 0 0,0 0 0,0 0 0,-1 0 0,1 0 0,0-1 0,-5-3 0,-11-3 0,13 6 0,-18-11 0,0 0 0,1-1 0,1-1 0,0-1 0,1-1 0,-30-33 0,41 41 0,1 0 0,0 0 0,0 0 0,1-1 0,0 0 0,1 0 0,0 0 0,0-1 0,1 1 0,0-1 0,-2-13 0,4 18 0,1-1 0,-1 1 0,1 0 0,0 0 0,0 0 0,1-1 0,0 1 0,-1 0 0,2 0 0,-1 0 0,1 0 0,-1 0 0,1 0 0,1 0 0,-1 1 0,1-1 0,0 1 0,0-1 0,0 1 0,0 0 0,1 0 0,0 1 0,6-6 0,-3 4 0,0 1 0,0-1 0,1 2 0,-1-1 0,1 1 0,0 0 0,0 0 0,11-1 0,-5 2 0,0 0 0,1 1 0,-1 1 0,20 1 0,0 4 0,0 1 0,0 2 0,39 14 0,3 7 0,-65-24 0,-1 0 0,0 1 0,0 0 0,17 15 0,-25-19 0,-1-1 0,1 1 0,0-1 0,-1 1 0,1 0 0,-1-1 0,0 1 0,0 0 0,0 0 0,1 0 0,-2 0 0,1 0 0,0 0 0,0 0 0,-1 1 0,1-1 0,-1 0 0,0 0 0,1 0 0,-1 1 0,0-1 0,0 0 0,-1 0 0,1 1 0,0-1 0,-1 0 0,0 0 0,1 0 0,-1 0 0,0 1 0,0-1 0,0 0 0,0-1 0,0 1 0,-1 0 0,-1 3 0,-4 2 0,0 0 0,0 0 0,-1 0 0,0-1 0,0 0 0,-15 8 0,18-11 0,-7 4 0,0 0 0,0 1 0,0 0 0,-11 12 0,20-17 0,1-1 0,-1 1 0,1 0 0,0 0 0,0 0 0,0 0 0,0 1 0,1-1 0,-2 5 0,2-6 0,1 1 0,-1-1 0,1 0 0,0 1 0,0-1 0,0 0 0,0 1 0,0-1 0,1 0 0,-1 1 0,1-1 0,-1 0 0,1 1 0,0-1 0,0 0 0,1 2 0,0 0 0,0-1 0,1 0 0,0 0 0,-1 0 0,1 0 0,0 0 0,0-1 0,1 1 0,-1-1 0,0 0 0,8 3 0,5 3 0,23 6 0,-28-11 0,14 5 0,1-1 0,1-1 0,-1-1 0,1-1 0,0-2 0,0-1 0,38-2 0,-50-2-1365,-3 0-5461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9.4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245 30 24575,'-28'-9'0,"-32"-7"0,51 15 0,1-1 0,-1 1 0,1 1 0,-1 0 0,1 0 0,-1 0 0,1 1 0,-12 3 0,18-3 0,0-1 0,0 1 0,1-1 0,-1 1 0,0-1 0,1 1 0,-1 0 0,1 0 0,-1 0 0,1 0 0,-1 0 0,1 0 0,0 1 0,-1-1 0,1 0 0,0 1 0,0-1 0,0 1 0,0-1 0,-1 3 0,2-2 0,-1 0 0,1 0 0,0 0 0,-1 0 0,1 1 0,0-1 0,1 0 0,-1 0 0,0 0 0,0 0 0,1 0 0,0 1 0,-1-1 0,2 2 0,3 7 0,1-1 0,0 0 0,1 0 0,12 15 0,-18-24 0,20 22 0,-15-17 0,0 0 0,-1 0 0,0 0 0,0 1 0,0 0 0,-1 0 0,6 13 0,-9-19 0,-1 0 0,1 1 0,-1-1 0,0 0 0,1 0 0,-1 0 0,0 0 0,0 1 0,0-1 0,0 0 0,0 0 0,0 0 0,0 0 0,0 1 0,-1-1 0,1 0 0,0 0 0,-1 0 0,1 0 0,-1 0 0,1 0 0,-1 0 0,0 0 0,1 0 0,-1 0 0,0 0 0,0 0 0,0 0 0,1 0 0,-1 0 0,0-1 0,0 1 0,0 0 0,0-1 0,0 1 0,0-1 0,-1 1 0,1-1 0,-1 1 0,-6 0 0,0 1 0,1-1 0,-1 0 0,1-1 0,-10 0 0,2 0 0,-35 7-1365,37-5-5461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9.9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 24575,'7'-1'0,"1"0"0,-1 1 0,1 0 0,-1 1 0,1-1 0,-1 1 0,1 1 0,-1-1 0,0 2 0,0-1 0,0 0 0,0 1 0,0 1 0,-1-1 0,1 1 0,6 5 0,6 5 0,-2 0 0,1 1 0,-2 1 0,16 19 0,-7-4 0,0 1 0,38 65 0,-54-79 0,0 1 0,-1 0 0,0 0 0,-2 0 0,0 1 0,-2 0 0,4 32 0,-7-48 6,-1 1 0,0 0 0,-1-1 0,1 1 0,-1 0 0,0-1 0,0 1 0,0-1 0,-1 0 0,1 1 0,-1-1 0,0 0 0,0 0 0,-1 0 0,1 0 0,-1 0 0,0-1 0,0 1 0,-6 5 0,0-2-218,0-1 0,0 1 0,-1-1-1,0-1 1,0 0 0,-20 7 0,15-6-6614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0.4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24575,'27'5'0,"0"0"0,0 2 0,-1 1 0,0 1 0,40 19 0,-49-18 0,0 0 0,-1 1 0,0 0 0,-1 1 0,0 1 0,-1 1 0,-1 0 0,21 27 0,-13-10 0,-1 1 0,-2 0 0,20 48 0,-28-52 0,0 0 0,-2 0 0,0 1 0,5 50 0,-12-68 0,-1-1 0,0 1 0,-1-1 0,0 1 0,0-1 0,-1 1 0,0-1 0,-1 0 0,0 0 0,-1 0 0,0-1 0,0 1 0,-9 12 0,5-10 0,-1-1 0,0-1 0,0 1 0,-1-2 0,0 1 0,-1-1 0,0-1 0,-1 0 0,-19 11 0,-45 17-1365,57-28-5461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0.8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85 0 24575,'-7'3'0,"1"0"0,0 0 0,0 0 0,0 0 0,0 1 0,0 0 0,1 1 0,-8 7 0,10-8 0,0-1 0,1 1 0,0 0 0,0-1 0,0 1 0,0 0 0,0 1 0,1-1 0,0 0 0,-2 7 0,3-4 0,0 0 0,0 1 0,0-1 0,1 0 0,3 12 0,-2-10 0,0 3 0,0-1 0,1 1 0,8 17 0,-10-27 0,0 1 0,0 0 0,1-1 0,0 1 0,-1-1 0,1 1 0,0-1 0,0 0 0,0 0 0,1 0 0,-1 0 0,0 0 0,1 0 0,-1-1 0,1 1 0,0-1 0,0 1 0,-1-1 0,5 1 0,23 4-341,1-1 0,0-2-1,49-1 1,-67-2-6485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57.6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51 24575,'-4'-9'0,"-1"-1"0,0 1 0,-7-10 0,10 16 0,0 3 0,5 6 0,5 11 0,19 23 0,2-2 0,62 62 0,-83-91 0,336 327 0,-333-325 0,64 55 0,-73-65-1365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58.2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348 63 24575,'-1'-16'0,"1"12"0,-1-1 0,1 1 0,-1-1 0,0 0 0,0 1 0,0 0 0,-1-1 0,-1-4 0,3 9 0,0 0 0,0 0 0,-1 0 0,1 0 0,0 0 0,0 0 0,0-1 0,0 1 0,0 0 0,0 0 0,0 0 0,0 0 0,0 0 0,0 0 0,-1 0 0,1 0 0,0 0 0,0 0 0,0 0 0,0 0 0,0 0 0,0 0 0,0 0 0,-1 0 0,1 0 0,0 0 0,0 0 0,0 0 0,0 0 0,0 0 0,0 0 0,0 0 0,-1 0 0,1 0 0,0 0 0,0 0 0,0 0 0,0 0 0,0 0 0,0 0 0,0 0 0,0 1 0,0-1 0,-1 0 0,1 0 0,-5 7 0,-2 12 0,7-18 0,-9 24 0,3-8 0,0-1 0,-1 0 0,0 0 0,-11 16 0,-18 22 0,-4 4 0,-60 116 0,22-13 0,76-154-273,0-1 0,0 0 0,0 1 0,-1 9 0,2-3-6553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1.8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164 16 24575,'-11'-3'0,"0"0"0,0 0 0,0 1 0,0 0 0,0 1 0,-1 0 0,1 1 0,0 0 0,-18 3 0,28-3 0,-1 1 0,0-1 0,1 1 0,-1 0 0,1 0 0,-1-1 0,1 1 0,-1 0 0,1 0 0,0 1 0,-1-1 0,1 0 0,0 0 0,0 0 0,0 1 0,0-1 0,-2 3 0,2-1 0,-1 1 0,1-1 0,0 0 0,0 1 0,0-1 0,0 1 0,1-1 0,-1 5 0,1 0 0,0 0 0,1-1 0,0 1 0,0 0 0,0-1 0,1 1 0,5 11 0,-5-14 0,1 0 0,1 0 0,-1-1 0,1 1 0,-1-1 0,1 0 0,0 0 0,1 0 0,-1 0 0,1-1 0,0 0 0,-1 0 0,2 0 0,-1-1 0,0 1 0,9 2 0,2 0 0,1-1 0,-1 0 0,1-1 0,23 1 0,11-3-1365,-38-1-5461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2.8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171 36 24575,'0'-1'0,"0"-1"0,0 1 0,0 0 0,0-1 0,0 1 0,0 0 0,-1-1 0,1 1 0,0 0 0,-1-1 0,1 1 0,-1 0 0,1 0 0,-1 0 0,0-1 0,0 1 0,1 0 0,-1 0 0,0 0 0,0 0 0,0 0 0,0 0 0,0 0 0,0 1 0,0-1 0,0 0 0,-1 0 0,1 1 0,0-1 0,0 1 0,-1-1 0,1 1 0,0 0 0,-1-1 0,-1 1 0,1 0 0,-1 0 0,1 0 0,-1 0 0,1 1 0,0-1 0,-1 1 0,1-1 0,0 1 0,-1 0 0,1 0 0,0 0 0,0 0 0,0 0 0,0 1 0,0-1 0,0 1 0,0-1 0,0 1 0,-2 2 0,-6 10 0,1 0 0,0 1 0,1 0 0,1 0 0,0 0 0,1 1 0,-7 27 0,4 0 0,-7 76 0,14-94 0,2-1 0,1 1 0,1-1 0,0 1 0,2-1 0,13 45 0,-1-24 0,2 0 0,35 65 0,-43-92 24,2 0 0,0-1 0,1 0 0,23 23 0,-12-17-519,1-1 0,31 21 0,-43-35-6331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5.6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85 4 24575,'0'0'0,"0"-1"0,0 1 0,-1 0 0,1 0 0,0 0 0,0-1 0,0 1 0,0 0 0,0 0 0,-1 0 0,1 0 0,0 0 0,0-1 0,0 1 0,-1 0 0,1 0 0,0 0 0,0 0 0,0 0 0,-1 0 0,1 0 0,0 0 0,0 0 0,0 0 0,-1 0 0,1 0 0,0 0 0,0 0 0,-1 0 0,1 0 0,0 0 0,0 0 0,0 0 0,-1 0 0,1 0 0,0 1 0,-3 7 0,5 13 0,8 9 0,21 43 0,-19-46 0,177 370 0,-185-390 0,12 23 0,-15-28 0,-1 1 0,1-1 0,0 0 0,-1 0 0,1 0 0,-1 1 0,0-1 0,1 0 0,-1 1 0,0-1 0,-1 3 0,1-4 0,0 0 0,0-1 0,-1 1 0,1-1 0,0 1 0,-1-1 0,1 1 0,0 0 0,-1-1 0,1 1 0,-1-1 0,1 0 0,-1 1 0,1-1 0,-1 1 0,1-1 0,-1 0 0,1 1 0,-1-1 0,1 0 0,-1 1 0,0-1 0,1 0 0,-1 0 0,0 0 0,1 0 0,-1 0 0,0 1 0,1-1 0,-1 0 0,1-1 0,-1 1 0,0 0 0,1 0 0,-1 0 0,0 0 0,1 0 0,-1-1 0,0 1 0,0-1 0,-28-13 0,27 13 0,-27-18 0,1-2 0,2 0 0,-35-37 0,3 3 0,40 41 0,-23-24 0,38 35 0,0-1 0,0 0 0,0 0 0,0 0 0,0 0 0,1 0 0,0-1 0,-3-8 0,4 12 3,1-1-1,0 0 1,-1 0-1,1 1 0,0-1 1,0 0-1,0 0 1,0 1-1,0-1 1,1 0-1,-1 0 1,0 1-1,1-1 1,0 0-1,-1 1 0,1-1 1,0 0-1,0 1 1,-1-1-1,1 1 1,0-1-1,1 1 1,-1 0-1,0 0 0,0-1 1,1 1-1,-1 0 1,0 0-1,4-2 1,3-1-109,0 0 0,0 1 0,0 0 0,15-4 0,-7 2-803,-4 1-5917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5.8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24575,'2'0'0,"2"5"0,-1 4 0,-1 1-8191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6.6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162 26 24575,'-1'-1'0,"0"-2"0,-1 0 0,1 0 0,-1 0 0,0 0 0,-3-4 0,4 7 0,1 0 0,0 0 0,0-1 0,-1 1 0,1 0 0,0 0 0,0 0 0,-1-1 0,1 1 0,0 0 0,-1 0 0,1 0 0,0 0 0,-1 0 0,1 0 0,0 0 0,-1 0 0,1 0 0,0 0 0,-1 0 0,1 0 0,0 0 0,-1 0 0,1 0 0,-1 0 0,0 1 0,1-1 0,-1 1 0,0-1 0,1 1 0,-1 0 0,1-1 0,-1 1 0,1-1 0,-1 1 0,1 0 0,-1 0 0,1-1 0,-1 3 0,-78 157 0,71-145 0,1 0 0,0 1 0,1 0 0,1 1 0,0-1 0,2 1 0,-4 30 0,5-17 0,1 0 0,1 0 0,8 47 0,-4-54 0,1 0 0,2 0 0,0-1 0,19 39 0,52 80 0,-63-115 0,2-1 0,0-1 0,2 0 0,1-2 0,1 0 0,0-1 0,38 28 0,-49-43-212,1 0-1,12 5 1,-18-9-516,4 2-6098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7.4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22 120 24575,'-1'0'0,"1"0"0,-1-1 0,1 1 0,-1 0 0,0-1 0,0 1 0,1 0 0,-1 0 0,0 0 0,1-1 0,-1 1 0,0 0 0,0 0 0,1 0 0,-1 0 0,0 0 0,0 1 0,1-1 0,-1 0 0,-1 0 0,2 1 0,-1-1 0,1 1 0,-1-1 0,1 1 0,-1-1 0,1 1 0,0-1 0,-1 1 0,1-1 0,0 1 0,0-1 0,0 1 0,-1-1 0,1 1 0,0 0 0,0-1 0,0 1 0,0-1 0,0 2 0,0 1 0,0 0 0,0 0 0,1 0 0,-1 0 0,1 0 0,0 1 0,0-2 0,1 5 0,4 2 0,0 0 0,0 0 0,1-1 0,0 0 0,0 0 0,1-1 0,0 0 0,0 0 0,1-1 0,-1 0 0,2-1 0,-1 0 0,0 0 0,1-1 0,0 0 0,0 0 0,12 2 0,-20-6 0,0 1 0,1-1 0,-1 0 0,0 0 0,0 0 0,1 0 0,-1 0 0,0 0 0,0 0 0,0-1 0,1 1 0,-1-1 0,0 1 0,0-1 0,0 0 0,0 0 0,0 0 0,0 0 0,0 0 0,0-1 0,0 1 0,-1-1 0,1 1 0,-1-1 0,1 1 0,-1-1 0,1 0 0,-1 0 0,0 0 0,1-2 0,0 0 0,0 0 0,-1-1 0,0 1 0,0 0 0,0-1 0,-1 1 0,1-1 0,-1 1 0,0-1 0,0 1 0,-1-1 0,1 1 0,-1-1 0,-1-4 0,0 3 0,-3-16 0,5 21 0,0 1 0,0 0 0,0-1 0,0 1 0,0 0 0,0 0 0,0-1 0,0 1 0,0 0 0,0-1 0,0 1 0,0 0 0,0 0 0,1-1 0,-1 1 0,0 0 0,0 0 0,0-1 0,1 1 0,-1 0 0,0 0 0,0 0 0,0-1 0,1 1 0,0 0 0,-1 0 0,1 0 0,0 0 0,-1-1 0,1 1 0,0 0 0,-1 0 0,1 1 0,0-1 0,0 0 0,-1 0 0,1 0 0,-1 0 0,1 1 0,1-1 0,58 29 0,7 3 0,-46-24 0,49 17 0,-61-22 0,-1-1 0,0 0 0,1-1 0,-1 0 0,1-1 0,11 0 0,-18 0 0,1 0 0,-1 0 0,1-1 0,-1 1 0,1-1 0,-1 0 0,1 0 0,-1 0 0,0 0 0,0 0 0,1 0 0,-1-1 0,0 1 0,0-1 0,0 0 0,0 1 0,3-5 0,-3 3 0,-1 0 0,1 0 0,-1 0 0,1 0 0,-1 0 0,0-1 0,0 1 0,0 0 0,-1-1 0,1 1 0,-1-7 0,0 0 0,0 1 0,-1 0 0,-1-1 0,0 1 0,0 0 0,-1-1 0,0 1 0,-7-15 0,4 14-227,-1-1-1,1 1 1,-2 0-1,1 0 1,-14-12-1,11 13-6598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7.8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959 0 24575,'-232'9'0,"81"2"0,85-7 0,-50 3-86,-250 25-1193,339-28-5547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8.3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55 0 24575,'-3'1'0,"0"-1"0,1 1 0,-1 0 0,0 0 0,0 0 0,1 1 0,-1-1 0,1 1 0,-1-1 0,1 1 0,0 0 0,-1 0 0,1 0 0,0 0 0,0 0 0,1 1 0,-1-1 0,0 0 0,1 1 0,-1-1 0,1 1 0,-2 5 0,2-4 0,1 0 0,-1-1 0,1 1 0,0 0 0,0 0 0,0 0 0,0 0 0,1 0 0,-1 0 0,1 0 0,0 0 0,0-1 0,1 1 0,-1 0 0,1-1 0,3 6 0,6 8 0,1-1 0,1 0 0,15 15 0,-14-17 0,-1 2 0,-1-1 0,13 21 0,-19-24-1365,-1 0-5461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8.9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516 19 24575,'-2'-2'0,"0"0"0,0 0 0,-1 0 0,1 1 0,-1-1 0,0 1 0,1 0 0,-1 0 0,0 0 0,0 0 0,0 0 0,1 0 0,-1 1 0,0 0 0,0-1 0,-5 1 0,-4 1 0,0 0 0,-22 6 0,0-1 0,-137 7 0,-16 16-1365,172-26-5461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9.7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288 27 24575,'-20'-5'0,"-8"-2"0,-3 1 0,2 1 0,4 1 0,3 5 0,3 1 0,2 0 0,0 1 0,-1-1 0,1 2 0,1 0 0,0-1 0,4 0-8191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2.3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71 24575,'12'-9'0,"0"0"0,1 1 0,0 0 0,1 1 0,19-7 0,-24 10 0,1 1 0,-1 1 0,1 0 0,0 0 0,0 1 0,0 0 0,0 0 0,-1 2 0,14 0 0,-5 2 0,22 6 0,-35-8 0,1 1 0,0 0 0,-1 1 0,1-1 0,-1 1 0,1 0 0,6 6 0,-10-8 0,0 1 0,-1-1 0,1 1 0,-1 0 0,1-1 0,-1 1 0,0 0 0,0 0 0,0 0 0,0 0 0,0 0 0,0 0 0,0 0 0,-1 0 0,1 0 0,-1 0 0,1 0 0,-1 0 0,0 1 0,0-1 0,0 0 0,0 0 0,0 0 0,-1 1 0,1-1 0,0 0 0,-1 0 0,0 0 0,0 0 0,1 0 0,-3 4 0,-4 4 0,1 0 0,-1 0 0,-1-1 0,-14 15 0,5-6 0,14-15 0,-3 3 0,1 1 0,-1 0 0,1 1 0,0-1 0,-3 9 0,7-14 0,1-1 0,-1 0 0,1 0 0,-1 1 0,1-1 0,-1 0 0,1 1 0,0-1 0,0 0 0,0 1 0,0-1 0,0 0 0,0 1 0,0-1 0,0 0 0,1 1 0,-1-1 0,0 0 0,1 1 0,-1-1 0,1 0 0,-1 0 0,1 0 0,0 1 0,0-1 0,-1 0 0,1 0 0,0 0 0,0 0 0,0 0 0,0 0 0,0-1 0,0 1 0,0 0 0,1 0 0,-1-1 0,0 1 0,0-1 0,1 1 0,-1-1 0,2 1 0,9 3 0,-1-1 0,1 0 0,0-1 0,0-1 0,0 0 0,14 0 0,73-9 0,-49 2 0,17-3-1365,-51 6-5461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2.7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24575,'0'2'0,"3"4"0,0 3 0,3 2 0,2 2 0,0 2 0,1-3 0,-1 0 0,1 0 0,1 0 0,1-1 0,-1-1 0,1-1 0,-3-1 0,1-1 0,-2-4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2.9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24575,'17'20'0,"6"8"0,2 1 0,-2-4 0,-2-2 0,-4-4 0,-3-4 0,-1-3 0,-4 0 0,1-3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3.1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390 29 24575,'-29'-5'0,"-15"-2"0,-5 1 0,4 1 0,4 1 0,7 2 0,6 3 0,7 2 0,3 3 0,3 0 0,1 1 0,3 3 0,1-1 0,0 0 0,-1 0 0,2-3-8191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3.6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24575,'18'39'0,"3"-1"0,0 0 0,32 39 0,-27-40 0,106 131-1365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3.9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130 7 24575,'-5'-2'0,"0"1"0,0 0 0,0 0 0,0 0 0,0 1 0,0-1 0,0 1 0,0 0 0,-1 1 0,1 0 0,0-1 0,-6 3 0,7-2 0,1 1 0,-1-1 0,1 1 0,0 0 0,0-1 0,-1 2 0,1-1 0,1 0 0,-1 0 0,0 1 0,1 0 0,-1-1 0,1 1 0,0 0 0,-1 0 0,2 0 0,-1 1 0,-2 3 0,4-6 0,-1 1 0,1 0 0,-1 0 0,1 0 0,-1 0 0,1 0 0,0 0 0,0 0 0,0 0 0,0 0 0,0 0 0,1-1 0,-1 1 0,0 0 0,1 0 0,-1 0 0,1 0 0,0 0 0,0-1 0,0 1 0,0 0 0,0-1 0,0 1 0,0 0 0,0-1 0,1 1 0,-1-1 0,1 0 0,-1 0 0,3 2 0,4 3 0,1 0 0,1-1 0,-1 0 0,13 5 0,-17-8 0,15 5 20,-1 0 0,1-1 0,1-1 0,-1-1 0,24 1 0,104-1-1505,-134-5-5341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4.6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1500 44 24575,'-111'-33'0,"95"30"0,0 0 0,-1 1 0,1 0 0,0 2 0,-18 1 0,-1002 104 0,834-84 0,183-19-1365,2-1-5461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5.1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0 24575,'-1'0'0,"0"1"0,1-1 0,-1 0 0,1 0 0,-1 1 0,0-1 0,1 0 0,-1 1 0,1-1 0,-1 0 0,1 1 0,-1-1 0,1 1 0,0-1 0,-1 1 0,1-1 0,-1 1 0,1-1 0,0 1 0,0-1 0,-1 1 0,1 0 0,0-1 0,0 1 0,0-1 0,-1 1 0,1 0 0,0-1 0,0 1 0,0-1 0,0 1 0,0 0 0,0-1 0,1 2 0,1 22 0,4-8 0,0 0 0,1-1 0,0 0 0,1 0 0,12 15 0,-8-11 0,0 1 0,8 21 0,7 31 0,-24-61 0,0 0 0,0 0 0,-2 0 0,2 20 0,-3-30 7,0 1 0,0-1 0,0 1 0,0-1 0,0 1 1,-1 0-1,1-1 0,-1 1 0,1-1 0,-1 1 0,1-1 0,-1 0 0,0 1 0,1-1 0,-1 0 0,-2 3 0,3-4-15,-1 0 0,1 0 0,0 1 0,-1-1 0,1 0 0,0 0 0,-1 0 0,1 0 0,0 1 0,-1-1 0,1 0-1,-1 0 1,1 0 0,0 0 0,-1 0 0,1 0 0,-1 0 0,1 0 0,0 0 0,-1 0 0,1 0 0,0-1 0,-1 1 0,0 0 0,0-1-99,0 1 0,0-1 0,0 0 0,0 0 0,0 0 0,0 1 0,0-1 0,1 0 0,-1 0 0,0 0 0,0-2 0,-5-7-6719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5.4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759 27 24575,'-19'-6'0,"-1"0"0,1 1 0,-1 2 0,-25-3 0,32 6 0,1 0 0,-1 1 0,0 0 0,0 1 0,1 0 0,-1 1 0,-21 8 0,-5 3 24,0-2 0,-1-2 0,0-2 0,-44 4 0,-163-4-1509,224-8-5341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6.0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24575,'19'11'0,"0"0"0,-1 2 0,-1 0 0,0 1 0,-1 0 0,0 1 0,-2 1 0,1 1 0,18 29 0,3 12 0,49 108 0,-38-52 0,-41-97 0,-1 1 0,-1 0 0,0 0 0,1 31 0,-5-42 0,0-1 0,-1 1 0,1-1 0,-1 0 0,-1 1 0,1-1 0,-1 0 0,0 0 0,-1 0 0,1 0 0,-1-1 0,0 1 0,-1-1 0,-3 6 0,1-4 0,0-1 0,0 0 0,-1 0 0,0 0 0,0-1 0,0 1 0,-1-2 0,1 1 0,-13 4 0,2-1-1365,3-1-5461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8.1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 24 24575,'-10'-10'0,"-3"-3"0,21 27 0,127 205 0,-65-101 0,50 100 0,-107-190 0,-2 1 0,0 0 0,-2 1 0,-1 0 0,-2 0 0,3 32 0,-8-49 0,-1-1 0,-1 1 0,0-1 0,0 1 0,-1-1 0,-1 0 0,0 0 0,-1 0 0,0 0 0,-1 0 0,0-1 0,-1 0 0,0 0 0,-1 0 0,0-1 0,0 0 0,-1 0 0,-1-1 0,1 0 0,-2-1 0,1 0 0,-1 0 0,-13 7 0,6-4-1365,2-2-5461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21.8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15020 115 24575,'0'0'0,"0"-1"0,-1 0 0,1 1 0,0-1 0,0 1 0,-1-1 0,1 0 0,-1 1 0,1-1 0,-1 1 0,1-1 0,-1 1 0,1 0 0,-1-1 0,1 1 0,-1-1 0,1 1 0,-1 0 0,0-1 0,1 1 0,-1 0 0,0 0 0,1 0 0,-1-1 0,0 1 0,1 0 0,-2 0 0,-22-3 0,22 3 0,-93-2 0,-28-2 0,-108-16 0,138 15 0,-26-2 0,-126 1 0,5 1 0,28-6 0,45 4 0,-91-7 0,-59 8 0,208 6 0,-58 9 0,71-3 0,-3 0 0,-125 3 0,-152-25 0,165-10 0,197 25 0,0 0 0,0 1 0,0 0 0,0 2 0,0-1 0,0 1 0,-19 7 0,-201 52 0,182-51 0,-1-2 0,-82 1 0,-206-10 0,226-6 0,9-1 0,102 8 0,-310 1 0,201 6 0,-36 0 0,-434-6 0,277-2 0,158 8 0,24 0 0,-40 1 0,-39-1 0,-125-16 0,12 4 0,143 20 0,41-2 0,-6-2 0,-195 8 0,-748-20 0,669 25 0,168-5 0,-7-2 0,-359 10 0,305-18 0,274-7 0,-193 2 0,-65 4 0,192-2 0,-41 3 0,-82 11 0,101-6 0,9 1 0,27-5 0,-103 9 0,109-13 0,-49 2 0,76-8 0,-73-9 0,-2-6 0,88 10 0,-1 3 0,-64 2 0,35 2 0,-79-10 0,-2 1 0,57 0 0,1-1 0,-85 18 0,40-1 0,42-3 0,-310 0 0,247-7 0,-144 1-1365,281 0-5461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23.0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84 0 24575,'-5'7'0,"-40"50"0,40-49 0,0 0 0,0 0 0,1 0 0,0 1 0,-4 13 0,7-16 0,0 0 0,1 0 0,0 0 0,0 0 0,0 0 0,1 0 0,0 0 0,0 0 0,0 0 0,1-1 0,4 12 0,-2-8 0,-2 0 0,1 0 0,1 16 0,-2 72 0,-3-72 0,1 1 0,1-1 0,1 0 0,8 39 0,2-21 0,-1 0 0,-3 1 0,6 86 0,-14-105 0,0 0 0,-2-1 0,-1 1 0,-1 0 0,-12 41 0,7-38 0,2 1 0,0-1 0,2 1 0,2 1 0,-1 47 0,4-66 0,10 214 0,-2-108 0,-1-8 0,0-30 0,20 130 0,-23-189 0,5 25 0,8 92 0,-9-14 0,-2-53 0,23 151 0,-9-95 0,-5-32 0,-6-40 0,5 91 0,-8-77 0,-4-54 0,0 1 0,-1-1 0,0 1 0,-1-1 0,-4 23 0,-4-5 0,-1 0 0,-26 56 0,23-63 0,2 1 0,0 1 0,2 0 0,-8 44 0,15-60 0,1 0 0,0 0 0,1 0 0,0 0 0,0 0 0,5 12 0,22 64 0,-12-40 0,49 196 0,-62-227-170,0-1-1,-1 1 0,-1 0 1,-1-1-1,0 1 0,-1 0 1,-4 18-1,3-17-6655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24.0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60 24575,'40'-17'0,"35"-13"0,-64 27 0,0 0 0,1 1 0,-1 0 0,24-1 0,313 16 0,-112 4-1365,-214-16-5461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25.2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0 24575,'0'9'0,"-1"13"0,1 0 0,2 1 0,0-1 0,8 34 0,4-6 0,12 76 0,-23-107 0,-2 1 0,0 0 0,-1 0 0,-1 0 0,-1-1 0,-1 1 0,-6 20 0,5-26 0,1 1 0,0-1 0,1 1 0,1-1 0,0 1 0,1 0 0,0-1 0,1 1 0,1 0 0,0-1 0,1 1 0,1-1 0,0 0 0,11 24 0,45 107 0,-39-93 0,-11-21 0,0 1 0,-2 0 0,-2 0 0,-1 1 0,2 46 0,-6 204 0,-2-147 0,-8 26 0,2-53 0,0-2 0,-4-4 0,1 105 0,20-51 0,8 63 0,-7-73 0,-4-4 0,0-3 0,8 46 0,-13-157 0,-1-1 0,-2 1 0,-4 36 0,-50 279 0,51-318 0,-27 123 0,27-113 0,2 1 0,4 41 0,-1-13 0,-1-55 0,0 10 0,0 1 0,1-1 0,7 31 0,24 65 60,-16-65-772,11 63-1,-25-101-6113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27.3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15658 449 24575,'-23'-11'0,"-24"-9"0,37 17 0,-1 0 0,1 0 0,-1 1 0,0 1 0,-11-1 0,-117-12 0,-12 0 0,87 10 0,0-3 0,-74-18 0,29 4 0,59 13 0,-238-34 0,-630-20 0,702 49 0,81 6 0,-353-25 0,-188-18 0,303 32 0,271 13 0,11 0 0,-94 7 0,-8 10 0,-60 5 0,40-4 0,104-7 0,-318-1 0,284-5 0,-46-8 0,13 1 0,-384 23 0,-7 32 0,335-37 0,60-5 0,-303-11 0,109-8 0,19-4 0,-210 13 0,317 5 0,209-1 0,-423-13 0,-175-51 0,259 43 0,-248 38 0,-147 7 0,735-24 0,-242-4 0,1-18 0,-18-12 0,47 7 0,111 16 0,-157 7 0,182 5 0,-1 4 0,-120 21 0,24-1 0,-185-9 0,341-16 0,-180-9 0,184 4 0,-14-3 0,-70 0 0,91 9-106,8-2-314,0 2 1,-52 8-1,68-7-6406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4 24575,'-8'-3'0,"6"5"0,12 10 0,-5-7 0,36 44 0,159 175 0,-143-165 0,166 156 0,-201-196 0,-1 0 0,19 25 0,-57-63-1365,7 11-5461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213 24 24575,'8'-22'0,"-6"20"0,-6 14 0,-40 95 0,10-28 0,21-39 0,2 0 0,-10 68 0,13-67 0,6-18 0,0-1 0,2 43 0,-1 15 0,1-76 0,-1 1 0,1-1 0,-1 0 0,0 0 0,-1 0 0,1 0 0,-1 0 0,1 0 0,-5 7 0,4-9 0,1 0 0,-1 0 0,0 0 0,1-1 0,-1 1 0,0 0 0,0-1 0,0 0 0,0 1 0,0-1 0,0 0 0,-1 0 0,1 0 0,0 0 0,0-1 0,-1 1 0,1 0 0,-4-1 0,-8 1-1365,2-1-5461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127 35 24575,'9'-35'0,"-21"73"0,-23 51 0,4-13 0,22-50 0,-5 10 0,-13 56 0,24-80 0,1 0 0,1 1 0,0 0 0,0-1 0,1 1 0,1 0 0,0-1 0,5 20 0,0-12 0,0 0 0,2 0 0,0-1 0,1-1 0,1 1 0,14 18 0,-8-14 0,1-2 0,1-1 0,1 0 0,26 21 0,-23-23 0,2-2 0,50 27 0,-65-40-1365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6 187 24575,'0'1'0,"0"-1"0,0 0 0,-1 0 0,1 0 0,0 0 0,0 0 0,0 0 0,0 0 0,0 0 0,-1 0 0,1 0 0,0 0 0,0 0 0,0 0 0,0 0 0,-1 0 0,1 0 0,0 0 0,0 0 0,0 0 0,0 0 0,0 0 0,-1 0 0,1 0 0,0 0 0,0 0 0,0 0 0,0-1 0,0 1 0,0 0 0,-1 0 0,1 0 0,0 0 0,0 0 0,0 0 0,0 0 0,0-1 0,0 1 0,0 0 0,0 0 0,0 0 0,0 0 0,0 0 0,0-1 0,-1 1 0,1 0 0,0 0 0,0 0 0,0 0 0,0 0 0,0-1 0,0 1 0,0 0 0,1 0 0,-1 0 0,0 0 0,0-1 0,0 1 0,0 0 0,0 0 0,0 0 0,0 0 0,0-1 0,9-5 0,35 0 0,-10 3 0,-2-2 0,-14 4 0,31-9 0,-45 9 0,1-1 0,-1 1 0,0-1 0,1 0 0,-1 0 0,0-1 0,0 1 0,0-1 0,0 0 0,-1 0 0,6-5 0,-8 7 0,0-1 0,0 1 0,0 0 0,0 0 0,0-1 0,0 1 0,-1-1 0,1 1 0,0-1 0,-1 1 0,1-1 0,-1 1 0,0-1 0,0 0 0,1 1 0,-1-1 0,0 1 0,0-1 0,0 0 0,-1-2 0,0 1 0,0 1 0,0-1 0,0 1 0,-1 0 0,1-1 0,0 1 0,-1 0 0,0 0 0,0 0 0,1 0 0,-4-2 0,-5-4 0,0 1 0,0 0 0,-1 1 0,-13-6 0,18 10 0,1-1 0,-1 1 0,0 0 0,0 0 0,1 1 0,-1 0 0,0 0 0,-1 0 0,1 1 0,0 0 0,0 0 0,-6 1 0,8 0 0,1 0 0,0 0 0,-1 0 0,1 0 0,0 0 0,0 1 0,0 0 0,0-1 0,0 1 0,1 0 0,-1 1 0,0-1 0,1 0 0,0 1 0,-1-1 0,1 1 0,0 0 0,0 0 0,1 0 0,-1 0 0,0 0 0,-1 5 0,0 0 0,0 0 0,1 1 0,0-1 0,1 0 0,0 1 0,0-1 0,0 1 0,1-1 0,0 1 0,1-1 0,0 1 0,3 9 0,0 3 0,-2-7 0,1 1 0,1-1 0,8 20 0,-11-30 0,1-1 0,0 1 0,0-1 0,0 1 0,0-1 0,1 0 0,0 0 0,-1 0 0,1 0 0,0 0 0,0-1 0,1 1 0,-1-1 0,0 0 0,1 0 0,-1 0 0,6 1 0,6 1 0,0-1 0,0-1 0,1 0 0,-1-1 0,0-1 0,24-3 0,6 2 0,55 1-1365,-88 0-5461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 24575,'0'0'0,"0"0"0,0 0 0,0 0 0,0 0 0,0 0 0,0 0 0,0 0 0,0 0 0,0 0 0,0 0 0,0 0 0,0 0 0,0-1 0,0 1 0,0 0 0,0 0 0,0 0 0,0 0 0,0 0 0,0 0 0,0 0 0,0 0 0,0 0 0,1 0 0,-1 0 0,0 0 0,0 0 0,0 0 0,0 0 0,0 0 0,0-1 0,0 1 0,0 0 0,0 0 0,0 0 0,0 0 0,0 0 0,0 0 0,0 0 0,0 0 0,0 0 0,0 0 0,1 0 0,-1 0 0,0 0 0,0 0 0,0 0 0,0 0 0,0 0 0,0 0 0,0 0 0,0 0 0,0 0 0,0 0 0,0 0 0,0 0 0,0 0 0,0 0 0,0 0 0,1 0 0,-1 0 0,0 0 0,0 1 0,0-1 0,0 0 0,0 0 0,5 5 0,5 10 0,42 121 0,-36-90 0,29 60 0,21 8 0,-47-81 0,-18-30 0,0 0 0,1 0 0,-1 1 0,0-1 0,0 0 0,-1 0 0,1 1 0,-1 5 0,0-8 0,0 0 0,0 0 0,0 0 0,-1 0 0,1 0 0,-1 0 0,1 0 0,-1 0 0,1-1 0,-1 1 0,1 0 0,-1 0 0,1-1 0,-1 1 0,0 0 0,0-1 0,1 1 0,-1-1 0,0 1 0,0-1 0,0 1 0,0-1 0,0 1 0,1-1 0,-1 0 0,0 1 0,0-1 0,0 0 0,0 0 0,0 0 0,0 0 0,0 0 0,0 0 0,0 0 0,0 0 0,-1-1 0,-4 1 0,0-1 0,0 0 0,1 0 0,-10-3 0,2-2 0,0 0 0,0 0 0,1-1 0,0-1 0,0 0 0,0-1 0,1 0 0,1-1 0,-10-11 0,18 20 0,1 0 0,0 0 0,0 0 0,0-1 0,0 1 0,0 0 0,0-1 0,1 1 0,-1-1 0,0 1 0,1-1 0,-1 0 0,1 1 0,-1-1 0,1 0 0,0 1 0,0-1 0,0 0 0,0 1 0,0-1 0,0 0 0,0 1 0,0-1 0,1 0 0,0-1 0,0 1 0,0 0 0,0 1 0,0-1 0,1 1 0,-1-1 0,0 1 0,1 0 0,-1-1 0,1 1 0,0 0 0,-1 0 0,1 0 0,0 0 0,0 1 0,0-1 0,-1 0 0,1 1 0,0-1 0,0 1 0,0-1 0,2 1 0,10-1 9,1 1 0,16 1 0,21 0 9,-47-1-194,0-1-1,0 1 1,0-1 0,0-1 0,0 1-1,0-1 1,7-3 0,-3 0-6650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 24575,'4'-5'0,"3"1"0,-1 4 0,-1 4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1 332 24575,'15'-3'0,"0"2"0,0 0 0,0 1 0,1 0 0,20 4 0,-34-4 0,44 8 0,-33-6 0,-1 1 0,0-2 0,1 0 0,22-1 0,-34 0 0,-1 0 0,0 1 0,1-1 0,-1 0 0,1 0 0,-1 0 0,1-1 0,-1 1 0,1 0 0,-1 0 0,1 0 0,-1 0 0,0 0 0,1 0 0,-1-1 0,1 1 0,-1 0 0,0 0 0,1 0 0,-1-1 0,0 1 0,1 0 0,-1-1 0,0 1 0,1 0 0,-1-1 0,1 0 0,-2 1 0,1-1 0,0 1 0,-1-1 0,1 1 0,0-1 0,-1 1 0,1-1 0,-1 1 0,1 0 0,-1-1 0,1 1 0,-1 0 0,1-1 0,-1 1 0,1 0 0,-2-1 0,-25-10 0,-15 3 0,29 6 0,0-1 0,0 0 0,0 0 0,-23-11 0,32 12 0,1 0 0,0 0 0,0 0 0,0-1 0,0 1 0,0-1 0,0 1 0,1-1 0,-1 0 0,1 0 0,0 0 0,0 0 0,0-1 0,0 1 0,0-1 0,1 1 0,0-1 0,-1 1 0,1-1 0,1 0 0,-2-7 0,2 6 0,0 0 0,1 0 0,-1 0 0,1 0 0,0 0 0,0 0 0,0 0 0,1 1 0,0-1 0,4-8 0,2-2 0,19-25 0,-21 33 0,0-1 0,1 1 0,-1 0 0,2 1 0,-1-1 0,1 2 0,0-1 0,0 1 0,15-8 0,-9 8 0,0-1 0,0 2 0,1 0 0,-1 1 0,24-3 0,-33 5 0,-1 1 0,0 0 0,1 0 0,-1 0 0,0 1 0,0 0 0,1-1 0,-1 1 0,0 1 0,0-1 0,7 4 0,-9-4 0,0 0 0,0 1 0,0-1 0,0 1 0,0-1 0,0 1 0,0 0 0,-1 0 0,1 0 0,-1 0 0,1 0 0,-1 0 0,0 0 0,0 1 0,0-1 0,0 0 0,0 1 0,0-1 0,-1 0 0,1 1 0,-1 2 0,1 1 0,-1 0 0,0 0 0,-1-1 0,1 1 0,-1 0 0,0 0 0,0-1 0,-4 9 0,-1 0 0,-14 25 0,4-11 0,16-26 0,-1-1 0,0 0 0,1 0 0,-1 0 0,1 1 0,-1-1 0,1 0 0,0 1 0,0-1 0,0 0 0,-1 1 0,1-1 0,0 0 0,0 1 0,1-1 0,-1 0 0,0 1 0,0-1 0,1 0 0,-1 0 0,1 1 0,0 1 0,0-2 0,1 1 0,-1 0 0,1-1 0,-1 1 0,1-1 0,0 1 0,-1-1 0,1 0 0,0 0 0,0 0 0,0 0 0,3 1 0,4 1 0,0 0 0,0-1 0,1 0 0,-1-1 0,13 0 0,-19 0-63,7-1-154,0 0 0,0 0 0,0 0 0,0-1 0,19-5 0,-20 3-6609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35 24575,'-17'-35'0,"29"83"0,-2-16 0,1 0 0,2-1 0,1 0 0,2-1 0,19 28 0,-33-55 25,-4-5-401,1 1-638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529 128 24575,'-27'-22'0,"-11"-7"0,-2 1 0,1 5 0,5 7 0,6 8 0,2 6 0,1 6 0,0 4 0,-1 1 0,-3 1 0,-2 2 0,-3 1 0,0 1 0,0-2 0,2-1 0,5-2-8191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25 24575,'1'-1'0,"0"-1"0,1 0 0,-1 1 0,0-1 0,0 0 0,1 1 0,-1 0 0,1-1 0,-1 1 0,1 0 0,0 0 0,-1 0 0,1 0 0,0 0 0,0 0 0,0 0 0,0 1 0,0-1 0,0 1 0,0-1 0,0 1 0,0 0 0,0 0 0,0 0 0,0 0 0,0 0 0,0 0 0,0 0 0,0 1 0,0-1 0,2 2 0,6 1 0,-1 0 0,0 1 0,0 0 0,0 0 0,9 7 0,2 3 0,0 0 0,-1 2 0,27 28 0,42 62 0,-68-77 0,0 0 0,-3 2 0,0 0 0,-2 1 0,-1 1 0,-2 0 0,10 42 0,-18-55 0,0 1 0,-2 0 0,-1-1 0,0 1 0,-1 0 0,-2 0 0,0 0 0,-1-1 0,-1 1 0,-1-1 0,0 0 0,-2 0 0,0-1 0,-14 26 0,6-17-1365,8-16-5461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332 10 24575,'7'0'0,"0"0"0,0 0 0,1 0 0,-1 1 0,0 0 0,12 3 0,-14 0 0,-12-2 0,-11 0 0,-143-1 0,88-1 0,52-1-273,0-1 0,0-1 0,0-1 0,-22-7 0,31 8-6553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311 60 24575,'-27'-10'0,"-13"-3"0,-4 1 0,5 1 0,3 4 0,6 3 0,5 2 0,4 3 0,4 5 0,4 3 0,3 0 0,2 2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10 24575,'-13'-9'0,"10"11"0,4 7 0,51 113 0,-13-35 0,-33-73 30,-1 1 0,0-1 0,4 28 0,-8-37-117,-1 0-1,1 0 1,-1-1 0,0 1-1,-1 0 1,1 0 0,-1-1-1,0 1 1,0 0-1,0-1 1,-1 1 0,0-1-1,1 0 1,-2 1 0,1-1-1,-4 6 1,-3 0-6739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643 12 24575,'-27'-3'0,"-14"0"0,-4 0 0,-1 0 0,4 4 0,4 1 0,3 1 0,2-1 0,3 2 0,1 1 0,-2-1 0,0-1 0,-3-2 0,-2 1 0,-3-2 0,0 0 0,2 0 0,8 0-8191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 9 24575,'0'0'0,"0"-1"0,-1 0 0,1 1 0,-1-1 0,0 1 0,1-1 0,-1 1 0,1-1 0,-1 1 0,0-1 0,1 1 0,-1-1 0,0 1 0,0 0 0,1-1 0,-1 1 0,0 0 0,0 0 0,0 0 0,1 0 0,-1-1 0,0 1 0,0 0 0,0 0 0,1 0 0,-1 1 0,0-1 0,0 0 0,0 0 0,1 0 0,-1 1 0,0-1 0,0 0 0,1 1 0,-1-1 0,0 0 0,1 1 0,-1-1 0,0 1 0,1-1 0,-1 1 0,1 0 0,-1-1 0,1 1 0,-1-1 0,0 2 0,0 1 0,-1-1 0,1 1 0,0-1 0,0 1 0,0 0 0,0 0 0,1-1 0,-1 1 0,1 0 0,0 0 0,0 0 0,0 4 0,2 7 0,1 1 0,1-1 0,9 23 0,21 38 0,-34-74 0,11 20 0,18 24 0,7 15 0,-35-59-57,0 1 0,0 0 1,0-1-1,0 1 0,-1 0 0,1-1 0,0 1 0,-1 0 0,1 0 0,-1 0 0,0-1 1,0 1-1,0 0 0,0 0 0,0 0 0,0 0 0,0 0 0,0-1 0,-1 1 1,1 0-1,-1 0 0,0 0 0,0 2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651 30 24575,'-2'-2'0,"0"1"0,0-1 0,0 1 0,-1-1 0,1 1 0,0-1 0,-1 1 0,1 0 0,-1 0 0,1 1 0,-1-1 0,0 0 0,1 1 0,-1-1 0,0 1 0,-3 0 0,-4 1 0,-1 0 0,1 0 0,-11 3 0,-9 2 0,-23-2 0,0-3 0,-90-10 0,83 4 0,-14-2 24,-51-2-1413,109 9-5437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771 2 24575,'10'0'0,"-8"-1"0,1 1 0,-1 0 0,0 0 0,1 0 0,-1 0 0,1 0 0,-1 0 0,0 1 0,1-1 0,-1 1 0,3 1 0,-4-2 0,-1 0 0,0 1 0,0-1 0,0 0 0,0 0 0,0 1 0,-1-1 0,1 0 0,0 0 0,0 1 0,0-1 0,0 0 0,0 0 0,0 1 0,0-1 0,0 0 0,0 0 0,-1 1 0,1-1 0,0 0 0,0 0 0,0 0 0,-1 0 0,1 1 0,0-1 0,0 0 0,0 0 0,-1 0 0,1 0 0,0 0 0,0 0 0,-1 1 0,1-1 0,0 0 0,0 0 0,-1 0 0,1 0 0,0 0 0,0 0 0,-1 0 0,-14 5 0,13-4 0,-24 6 0,-1 0 0,1-2 0,-54 4 0,-84-8 0,90-2 0,-146 9 0,217-7 0,-15 0 0,1 1 0,-1 1 0,1 1 0,-30 10 0,35-10 0,-13 5 0,24-8 0,0-1 0,0 0 0,0 1 0,0-1 0,0 1 0,1-1 0,-1 1 0,0-1 0,0 1 0,1 0 0,-1-1 0,0 1 0,1 0 0,-1 0 0,1 0 0,-1-1 0,1 1 0,-1 0 0,1 0 0,-1 1 0,1-1 0,0 0 0,1 0 0,-1 0 0,0-1 0,0 1 0,1 0 0,-1 0 0,0 0 0,1 0 0,-1-1 0,1 1 0,-1 0 0,1-1 0,-1 1 0,1 0 0,-1-1 0,1 1 0,0 0 0,-1-1 0,1 1 0,1 0 0,18 10 0,-19-10 0,31 12 0,1 0 0,39 8 0,7 3 0,-62-18 0,167 63 0,-176-65 0,1 0 0,-1 1 0,0 0 0,-1 0 0,1 0 0,7 9 0,-13-13 0,-1 0 0,0 0 0,0 0 0,0 1 0,0-1 0,0 0 0,0 1 0,0-1 0,0 1 0,0-1 0,0 1 0,-1 0 0,1-1 0,-1 1 0,1-1 0,-1 1 0,0 0 0,0 0 0,0-1 0,0 1 0,0 0 0,0-1 0,0 1 0,0 0 0,-1-1 0,1 1 0,0 0 0,-1-1 0,0 1 0,1 0 0,-1-1 0,0 1 0,0-1 0,0 0 0,0 1 0,0-1 0,0 0 0,0 1 0,0-1 0,-3 2 0,-1 1 0,0 0 0,-1 0 0,1-1 0,-1 0 0,0 0 0,-8 3 0,-41 11 0,18-6 0,9-2 0,-82 30 0,92-31 0,0 1 0,0 0 0,-28 21 0,37-23 0,1 1 0,0-1 0,1 1 0,0 1 0,0-1 0,1 1 0,0 1 0,1-1 0,-8 17 0,12-25 0,1 0 0,-1 0 0,1 0 0,0 0 0,-1 0 0,1 0 0,0 0 0,0 0 0,0 0 0,0 0 0,-1 0 0,1 0 0,1 0 0,-1 0 0,0 0 0,0 0 0,0 1 0,0-1 0,1 1 0,0-1 0,-1-1 0,1 1 0,0 0 0,-1-1 0,1 1 0,0-1 0,-1 1 0,1-1 0,0 1 0,0-1 0,-1 1 0,1-1 0,0 0 0,0 0 0,0 1 0,0-1 0,-1 0 0,2 0 0,5 1 0,0-1 0,0 0 0,-1-1 0,13-2 0,-14 2 0,99-15 0,109-3 0,177 18 0,-258 13-1365,-115-11-5461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24575,'1'6'0,"-1"-1"0,1 1 0,0 0 0,0 0 0,1-1 0,0 1 0,3 6 0,4 6 0,12 19 0,-1-1 0,26 63 0,7 43 0,-44-118 0,4 27 0,-5-17 0,-8-32-119,0-2 53,1 1 1,-1-1-1,0 1 0,0-1 1,0 1-1,0-1 1,0 1-1,1-1 1,-1 1-1,0-1 1,1 1-1,-1-1 0,0 1 1,1-1-1,-1 1 1,0-1-1,1 1 1,0 0-1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192 0 24575,'-24'0'0,"1"1"0,-1 1 0,1 0 0,-37 11 0,57-13 0,1 1 0,0 0 0,0-1 0,0 1 0,0 0 0,0 0 0,0 1 0,0-1 0,0 0 0,1 1 0,-1-1 0,0 1 0,1 0 0,-1-1 0,1 1 0,0 0 0,-1 0 0,1 0 0,-1 3 0,1-3 0,1-1 0,0 1 0,0-1 0,-1 1 0,1 0 0,0-1 0,1 1 0,-1-1 0,0 1 0,0 0 0,1-1 0,-1 1 0,1-1 0,-1 1 0,1-1 0,-1 1 0,1-1 0,0 1 0,0-1 0,0 0 0,0 1 0,0-1 0,0 0 0,0 0 0,0 0 0,1 0 0,1 1 0,2 2 0,0 0 0,1-1 0,-1 0 0,1 0 0,0-1 0,0 0 0,10 3 0,47 6 0,-18-5 0,66 9 127,-36-6-1619,-63-7-5334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 60 24575,'-1'-2'0,"-1"0"0,1 0 0,0 0 0,-1-1 0,1 1 0,0 0 0,1-1 0,-1 1 0,0 0 0,1-1 0,-1 1 0,1-4 0,-1 3 0,1 0 0,-1 0 0,1 0 0,-1 1 0,0-1 0,0 0 0,-2-3 0,10 19 0,-5-9 0,0 0 0,0 0 0,0 0 0,0-1 0,6 7 0,74 70 0,-5 4 0,130 145 0,-169-185 0,2-1 0,1-3 0,57 44 0,-84-72 0,-11-9 0,0 0 0,1 0 0,-1 0 0,0-1 0,1 1 0,0-1 0,0 0 0,-1 0 0,1 0 0,6 1 0,-10-3 2,1 1-1,-1-1 0,0 0 1,0 0-1,0 0 0,0 0 1,0 0-1,1-1 1,-1 1-1,0 0 0,0 0 1,0 0-1,0 0 0,0 0 1,1 0-1,-1 0 0,0 0 1,0 0-1,0 0 1,0 0-1,0 0 0,0 0 1,1-1-1,-1 1 0,0 0 1,0 0-1,0 0 1,0 0-1,0 0 0,0 0 1,0-1-1,0 1 0,0 0 1,0 0-1,0 0 0,0 0 1,0 0-1,0-1 1,0 1-1,0 0 0,0 0 1,0 0-1,0 0 0,0 0 1,0-1-1,0 1 1,0 0-1,-3-8-933,3 7 433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288 40 24575,'-2'-6'0,"-6"-14"0,7 19 0,1 0 0,0 0 0,-1 0 0,1 0 0,-1 1 0,1-1 0,-1 0 0,1 0 0,-1 1 0,0-1 0,1 0 0,-1 1 0,0-1 0,0 1 0,1-1 0,-1 1 0,-1-1 0,1 2 0,-1-1 0,1 1 0,0 0 0,0 0 0,0 0 0,0 0 0,0 0 0,0 0 0,0 0 0,0 0 0,0 1 0,0-1 0,0 0 0,1 0 0,-1 2 0,-2 2 0,2-4 0,-15 21 0,1 1 0,2 0 0,0 0 0,-18 47 0,-25 152 0,49-191 0,-7 20 0,-2-1 0,-34 72 0,39-93-1365,8-17-5461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147 67 24575,'7'-10'0,"-1"0"0,0-1 0,9-20 0,-15 26 0,-5 11 0,-7 10 0,-10 25 0,-36 50 0,48-76 0,0 0 0,1 1 0,0 0 0,1 1 0,1-1 0,1 2 0,0-1 0,1 1 0,1-1 0,1 1 0,-2 35 0,4-18 0,7 64 0,-3-84 0,0 0 0,0 0 0,2-1 0,0 1 0,0-1 0,15 25 0,-10-21 0,0 0 0,2-1 0,0 0 0,0-1 0,2-1 0,18 17 0,-27-28-154,1-1-1,0 1 0,11 4 1,-13-7-593,8 5-6079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17 207 24575,'4'-3'0,"-1"0"0,1 0 0,-1 1 0,1-1 0,0 1 0,0 0 0,0 0 0,7-2 0,38-7 0,-10 2 0,-33 7 0,1-1 0,0 0 0,-1 0 0,0 0 0,0-1 0,0 0 0,0 0 0,0 0 0,-1-1 0,8-8 0,-11 11 0,-1 0 0,1 0 0,-1 0 0,0 0 0,1 0 0,-1 0 0,0 0 0,0-1 0,0 1 0,-1 0 0,1-1 0,0 1 0,-1 0 0,0-1 0,1 1 0,-1-1 0,0 1 0,0-1 0,-1 1 0,1 0 0,0-1 0,-1 1 0,1-1 0,-1 1 0,0 0 0,0 0 0,0-1 0,0 1 0,0 0 0,-1 0 0,1 0 0,0 0 0,-1 0 0,-1-1 0,-1-1 0,1 1 0,-1 0 0,0 0 0,0 0 0,0 0 0,-1 1 0,1-1 0,-1 1 0,1 0 0,-1 1 0,0-1 0,1 1 0,-1 0 0,0 0 0,0 0 0,0 1 0,0-1 0,0 1 0,0 1 0,0-1 0,0 1 0,0 0 0,1 0 0,-1 0 0,-7 3 0,6-2 0,1 0 0,0 0 0,0 1 0,-1 0 0,2 0 0,-1 0 0,0 1 0,1-1 0,-1 1 0,1 0 0,0 0 0,0 1 0,1-1 0,-1 1 0,1 0 0,0 0 0,0 0 0,1 0 0,-1 0 0,1 1 0,-2 8 0,3-8 0,0 1 0,0-1 0,0 1 0,1-1 0,0 0 0,0 1 0,1-1 0,0 0 0,0 1 0,1-1 0,-1 0 0,1 0 0,1 0 0,-1 0 0,1 0 0,0-1 0,0 1 0,1-1 0,-1 1 0,1-1 0,0-1 0,1 1 0,-1 0 0,1-1 0,0 0 0,10 6 0,-2-2 0,1 0 0,0-1 0,1 0 0,-1-1 0,1-1 0,0-1 0,1 0 0,16 2 0,-4-3 0,0 0 0,0-3 0,47-3 0,-62 0-1365,-3 0-5461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30 24575,'-15'-29'0,"16"41"0,3 13 0,5-2 0,1 0 0,1 0 0,1-1 0,19 26 0,-22-34 0,46 64 0,1 0 0,-47-64 0,-1 1 0,0-1 0,9 28 0,-15-38 0,-1-1 0,0 1 0,0-1 0,-1 1 0,1-1 0,-1 1 0,0 0 0,0 6 0,0-9 0,-1 0 0,1 1 0,0-1 0,-1 0 0,1 0 0,-1 0 0,1 0 0,-1 0 0,0 0 0,0 0 0,1 0 0,-1 0 0,0 0 0,0 0 0,0-1 0,0 1 0,0 0 0,0-1 0,0 1 0,0 0 0,0-1 0,0 1 0,0-1 0,0 0 0,0 1 0,-1-1 0,1 0 0,0 0 0,-2 1 0,-4-1 0,1 0 0,-1 0 0,1-1 0,-1 0 0,1 0 0,0 0 0,-1-1 0,1 0 0,0 0 0,0 0 0,-9-6 0,4 2 0,1 0 0,0-1 0,0 0 0,0-1 0,-10-11 0,17 17 0,0-1 0,1 0 0,-1 0 0,1-1 0,0 1 0,0 0 0,0-1 0,0 0 0,1 1 0,0-1 0,-1 0 0,1 1 0,1-1 0,-1 0 0,0 0 0,1-7 0,0 8 0,1 0 0,-1-1 0,1 1 0,0-1 0,0 1 0,0 0 0,0 0 0,1 0 0,0 0 0,-1 0 0,1 0 0,0 0 0,0 0 0,1 0 0,-1 1 0,0 0 0,1-1 0,5-3 0,3-1 14,-1 1-1,1 1 1,1-1 0,22-6-1,5-2-1446,-25 8-5393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24575,'14'0'0,"6"2"0,1 6 0,-2 4 0,-6 3 0,-3-2-8191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77 24575,'0'1'0,"-1"0"0,1 0 0,-1 0 0,1 0 0,0 0 0,0 0 0,-1 0 0,1 0 0,0 0 0,0 0 0,0 0 0,0 0 0,0 0 0,0 0 0,0 0 0,1 0 0,-1 0 0,0 0 0,0 0 0,1 0 0,-1 0 0,1 0 0,-1-1 0,1 1 0,0 1 0,16 22 0,-8-15 0,-1-1 0,2 0 0,-1-1 0,1 0 0,0-1 0,1 0 0,0 0 0,0-1 0,0-1 0,0 0 0,19 4 0,-28-7 0,0-1 0,1 1 0,-1-1 0,0 0 0,1 0 0,-1 0 0,0 0 0,1 0 0,-1 0 0,0-1 0,0 1 0,1-1 0,-1 0 0,0 0 0,0 0 0,0 0 0,0 0 0,0 0 0,0 0 0,0-1 0,0 1 0,3-4 0,-2 2 0,-1-1 0,1 0 0,-1 0 0,0 0 0,0 0 0,-1 0 0,1 0 0,-1-1 0,0 1 0,1-8 0,-2 11 0,0 0 0,0 1 0,0-1 0,0 0 0,0 1 0,0-1 0,0 1 0,1-1 0,-1 0 0,0 1 0,0-1 0,0 0 0,1 1 0,-1-1 0,0 1 0,1-1 0,-1 1 0,1-1 0,-1 1 0,1-1 0,-1 1 0,1-1 0,-1 1 0,1 0 0,-1-1 0,1 1 0,-1 0 0,1-1 0,-1 1 0,1 0 0,0 0 0,-1 0 0,1-1 0,0 1 0,-1 0 0,1 0 0,0 0 0,-1 0 0,1 0 0,0 0 0,-1 0 0,1 0 0,0 1 0,-1-1 0,2 0 0,2 2 0,1 0 0,-1 1 0,0-1 0,1 1 0,3 3 0,0 0 0,11 6 0,1-1 0,25 10 0,-36-17 0,1-1 0,0 0 0,0 0 0,0-1 0,0-1 0,0 1 0,12-1 0,-20-1 0,1 0 0,-1 0 0,0-1 0,0 1 0,1-1 0,-1 1 0,0-1 0,0 0 0,0 1 0,0-1 0,0 0 0,0 0 0,0-1 0,0 1 0,0 0 0,-1-1 0,4-2 0,-3 1 0,0 1 0,-1-1 0,1 0 0,-1 1 0,0-1 0,1 0 0,-1 0 0,0 0 0,-1 0 0,1 0 0,0-6 0,-1 3 0,0-1 0,0 1 0,0-1 0,-1 1 0,0-1 0,0 1 0,-1-1 0,0 1 0,0 0 0,-1 0 0,-5-10 0,2 6-159,-1 1 1,-1 1-1,0-1 0,-9-7 0,12 12-412,-5-6-6255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24575,'29'13'0,"-1"1"0,-1 2 0,0 1 0,-1 1 0,-1 1 0,-1 1 0,-1 1 0,0 1 0,-2 1 0,-1 1 0,-1 1 0,29 47 0,-23-24 0,27 64 0,-45-91 0,0 0 0,-1 1 0,-1-1 0,-2 1 0,0 0 0,0 22 0,-2-23 0,-2-1 0,0 0 0,-2 0 0,-5 24 0,6-35 0,-1 0 0,0 0 0,-1 0 0,0 0 0,-1-1 0,0 0 0,0 0 0,0 0 0,-1 0 0,0-1 0,-9 8 0,-1-1-455,0-1 0,-21 13 0,22-17-6371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236 21 24575,'-29'-5'0,"-13"-1"0,-1-1 0,7 5 0,6 2 0,7 3 0,4 1 0,6 1-8191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282 21 24575,'-10'-5'0,"-6"-1"0,-2 0 0,-1 3 0,1 3 0,0 1 0,2 0 0,0 0 0,-2 0 0,0 0 0,1 0 0,-2-1 0,-1 0 0,-1 0 0,1 0 0,3 0-8191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45 24575,'-6'-31'0,"4"20"0,1 9 0,2 3 0,9 29 0,1 0 0,27 48 0,-22-48 0,-2-1 0,15 50 0,-26-67-241,-1 0 1,-1 0-1,0 1 0,-1 22 0,0-34 80,-1 12-6665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817 31 24575,'-2'-2'0,"1"-1"0,-1 1 0,0 0 0,1 1 0,-1-1 0,0 0 0,0 0 0,0 1 0,0-1 0,0 1 0,-1 0 0,1-1 0,0 1 0,-1 0 0,1 1 0,-1-1 0,1 0 0,-1 1 0,-4-1 0,-6-1 0,0 1 0,-22 1 0,21 1 0,-144 14 0,4 0 0,-11-8 95,-30 1-1555,173-8-5366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3 24575,'0'0'0,"0"0"0,0 0 0,0-1 0,0 1 0,0 0 0,-1 0 0,1 0 0,0 0 0,0 0 0,0-1 0,0 1 0,-1 0 0,1 0 0,0 0 0,0 0 0,0 0 0,-1 0 0,1 0 0,0 0 0,0 0 0,0 0 0,-1 0 0,1 0 0,0 0 0,0 0 0,-1 0 0,1 0 0,0 0 0,0 0 0,0 0 0,-1 0 0,1 0 0,0 0 0,0 0 0,-1 0 0,-3 9 0,1 11 0,3-19 0,0 7 0,1 1 0,-1 0 0,1-1 0,1 1 0,0-1 0,0 1 0,0-1 0,1 0 0,6 12 0,6 8 0,22 33 0,-11-19 0,-2 1-682,30 76-1,-49-104-6143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520 8 24575,'0'0'0,"0"0"0,0 0 0,0 0 0,1 0 0,-1 0 0,0-1 0,0 1 0,0 0 0,0 0 0,1 0 0,-1 0 0,0 0 0,0-1 0,0 1 0,0 0 0,0 0 0,0 0 0,0-1 0,0 1 0,0 0 0,0 0 0,0 0 0,1-1 0,-1 1 0,0 0 0,0 0 0,0 0 0,0-1 0,-1 1 0,1 0 0,0 0 0,0 0 0,0-1 0,-7-1 0,-14 5 0,19-3 0,-32 3 0,-37 0 0,-22 2 0,-71 8 125,57-6-1615,84-5-5336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822 46 24575,'3'-1'0,"66"-30"0,-61 28 0,1 0 0,1 1 0,-1 0 0,0 1 0,0 0 0,11 0 0,-12 1 0,-5 0 0,-1 0 0,1 0 0,0 0 0,-1 0 0,1 1 0,0-1 0,0 1 0,4 1 0,-7-2 0,0 0 0,0 0 0,0 0 0,1 0 0,-1 0 0,0 0 0,0 0 0,0 0 0,0 0 0,0 0 0,0 0 0,0 0 0,1 0 0,-1 1 0,0-1 0,0 0 0,0 0 0,0 0 0,0 0 0,0 0 0,0 0 0,0 0 0,0 0 0,0 0 0,0 1 0,0-1 0,1 0 0,-1 0 0,0 0 0,0 0 0,0 0 0,0 0 0,0 1 0,0-1 0,0 0 0,0 0 0,0 0 0,0 0 0,0 0 0,0 0 0,0 1 0,-1-1 0,1 0 0,0 0 0,-6 3 0,-10 1 0,-165-1 0,100-5 0,37 2 0,-274 9 0,31 23 0,273-30 0,7-2 0,0 1 0,0-1 0,0 2 0,0-1 0,0 1 0,-10 4 0,17-5 0,0-1 0,-1 0 0,1 0 0,0 0 0,0 1 0,0-1 0,0 0 0,0 0 0,0 0 0,0 1 0,0-1 0,0 0 0,0 0 0,0 0 0,0 1 0,0-1 0,0 0 0,0 0 0,0 0 0,0 1 0,0-1 0,1 0 0,-1 0 0,0 0 0,0 0 0,0 1 0,0-1 0,0 0 0,0 0 0,1 0 0,-1 0 0,0 1 0,0-1 0,0 0 0,0 0 0,0 0 0,1 0 0,-1 0 0,0 0 0,0 0 0,0 0 0,1 0 0,-1 0 0,0 0 0,0 1 0,0-1 0,1 0 0,-1 0 0,12 5 0,143 38 0,-104-32 0,93 36 0,-139-45 0,0 0 0,0 1 0,0 0 0,0 0 0,0 0 0,-1 1 0,0-1 0,0 1 0,0 0 0,0 0 0,6 9 0,-9-11 0,1 1 0,-1-1 0,0 1 0,0 0 0,0 0 0,0 0 0,0 0 0,-1-1 0,1 1 0,-1 0 0,0 0 0,0 0 0,0 0 0,0 0 0,0 0 0,-1 0 0,1 0 0,-1 0 0,0 0 0,0 0 0,0 0 0,0-1 0,-3 5 0,1-1 0,-1-1 0,0 0 0,0 0 0,0-1 0,0 1 0,-1-1 0,0 0 0,-8 5 0,-7 3 0,-21 10 0,-2 2 0,-43 25 0,-64 44 0,147-91 0,-1 0 0,2 1 0,-1-1 0,0 1 0,0 0 0,1 0 0,0 0 0,-1 0 0,1 0 0,-3 7 0,5-8 0,-1-1 0,1 0 0,0 0 0,-1 1 0,1-1 0,0 0 0,0 1 0,0-1 0,0 0 0,0 0 0,0 1 0,1-1 0,-1 0 0,0 1 0,1-1 0,-1 0 0,1 0 0,-1 0 0,1 1 0,-1-1 0,1 0 0,0 0 0,0 0 0,-1 0 0,1 0 0,0 0 0,0 0 0,0 0 0,0-1 0,0 1 0,0 0 0,1 0 0,-1-1 0,2 2 0,1 0 0,1-1 0,0 1 0,-1 0 0,1-1 0,0 0 0,0 0 0,8 0 0,37-1 0,-26-1 0,88-6 0,141-27 0,-68 7 0,-146 22-115,137-12-1135,-160 17-5576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3 24575,'-1'-1'0,"0"1"0,0 0 0,1-1 0,-1 1 0,0 0 0,0 0 0,0-1 0,0 1 0,0 0 0,1 0 0,-1 0 0,0 0 0,0 0 0,0 0 0,0 1 0,0-1 0,0 0 0,1 0 0,-1 1 0,0-1 0,0 0 0,0 1 0,0-1 0,1 1 0,-1-1 0,0 1 0,1-1 0,-1 1 0,0-1 0,1 1 0,-2 0 0,2 1 0,-1-1 0,1 1 0,0-1 0,-1 1 0,1-1 0,0 1 0,0-1 0,0 1 0,0-1 0,0 1 0,0-1 0,0 1 0,0-1 0,1 0 0,-1 1 0,1-1 0,-1 1 0,2 1 0,30 70 0,-10-27 0,25 81 0,-9 1 0,-38-127-124,0 0 0,1 1 0,-1-1 0,1 0 0,-1 0 0,1 1-1,0-1 1,0 0 0,-1 0 0,3 1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175 0 24575,'-3'1'0,"-24"2"0,-27 6 0,48-7 0,-1-1 0,1 1 0,0 1 0,0-1 0,0 1 0,0 0 0,1 0 0,-1 0 0,1 1 0,-7 6 0,10-8 0,0 0 0,0 0 0,1 1 0,-1-1 0,0 1 0,1 0 0,0-1 0,0 1 0,-1 0 0,2 0 0,-1 0 0,0 0 0,0-1 0,1 1 0,0 6 0,0-8 0,0 1 0,0-1 0,0 0 0,0 1 0,1-1 0,-1 1 0,1-1 0,-1 1 0,1-1 0,-1 0 0,1 1 0,0-1 0,0 0 0,0 0 0,0 0 0,0 1 0,0-1 0,0 0 0,0 0 0,0-1 0,0 1 0,0 0 0,1 0 0,-1 0 0,0-1 0,1 1 0,-1-1 0,1 1 0,-1-1 0,0 1 0,1-1 0,2 0 0,184 14 0,-132-13 0,72 12-1365,-112-12-5461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15 24575,'0'-1'0,"-1"1"0,1-1 0,0 1 0,0 0 0,-1-1 0,1 1 0,0-1 0,0 1 0,0-1 0,-1 1 0,1-1 0,0 1 0,0-1 0,0 1 0,0-1 0,0 1 0,0-1 0,0 1 0,0-1 0,0 1 0,0-1 0,0 1 0,0-1 0,1 1 0,-1-2 0,1 2 0,-1 0 0,1 0 0,-1 0 0,1 0 0,-1 0 0,1 0 0,-1 0 0,1 0 0,0 0 0,-1 0 0,1 0 0,-1 0 0,1 0 0,-1 0 0,1 0 0,-1 0 0,1 1 0,0-1 0,3 2 0,1 0 0,-1 1 0,0-1 0,5 5 0,135 129 0,-76-71 0,-19-17 0,62 45 0,206 149 0,-311-237 0,-3-3 0,0 0 0,0 0 0,0 1 0,-1-1 0,1 1 0,-1 0 0,0-1 0,1 1 0,1 4 0,-23-19 0,-6-7-1365,15 8-5461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300 8 24575,'-1'0'0,"-1"-1"0,1 0 0,0 0 0,0 0 0,0 1 0,-1-1 0,1 1 0,0-1 0,-1 1 0,1-1 0,0 1 0,-1 0 0,1 0 0,0-1 0,-1 1 0,1 0 0,-2 1 0,2-1 0,0 1 0,1-1 0,-1 1 0,0-1 0,1 1 0,-1 0 0,1-1 0,-1 1 0,1 0 0,-1-1 0,1 1 0,-1 0 0,1 0 0,0-1 0,-1 1 0,1 0 0,0 0 0,0 0 0,0 0 0,0-1 0,0 1 0,0 0 0,0 0 0,0 0 0,0 0 0,0-1 0,0 1 0,1 2 0,-1 3 0,0 0 0,-1 0 0,1 0 0,-1 0 0,0-1 0,0 1 0,-1 0 0,0 0 0,-4 9 0,-3 3 0,-18 26 0,16-28 0,-15 31 0,5 1 0,-30 75 0,24-39 0,15-44 0,-28 64 0,16-52-1365,20-43-5461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158 50 24575,'-1'-1'0,"-3"-4"0,1 0 0,0-1 0,1 1 0,-1-1 0,1 1 0,-3-12 0,13 79 0,-8-50 0,-1 0 0,0 0 0,-1 0 0,0 0 0,-1 0 0,-8 22 0,-37 66 0,34-73 0,1 0 0,-17 48 0,25-57 0,1-1 0,1 1 0,0-1 0,1 1 0,1 18 0,2-25 0,0 1 0,0-1 0,1 0 0,0 0 0,1 0 0,1 0 0,-1-1 0,2 1 0,5 10 0,-3-9 0,1-1 0,0 0 0,0-1 0,1 1 0,18 15 0,-4-8 0,40 26 0,-47-34-455,1-1 0,22 8 0,-25-12-6371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132 18 24575,'-6'-3'0,"0"0"0,0 0 0,0 1 0,-1 0 0,1 0 0,-10 0 0,15 1 0,-1 1 0,1 0 0,0 0 0,0 0 0,-1 0 0,1 0 0,0 0 0,-1 1 0,1-1 0,0 0 0,0 1 0,-1-1 0,1 1 0,0-1 0,0 1 0,0 0 0,0-1 0,0 1 0,0 0 0,0 0 0,0 0 0,0-1 0,0 1 0,0 0 0,0 0 0,1 1 0,-1-1 0,0 0 0,1 0 0,-1 0 0,1 0 0,-1 1 0,1-1 0,0 0 0,-1 0 0,1 1 0,0-1 0,0 0 0,0 3 0,0 4 0,0 0 0,1 0 0,0-1 0,0 1 0,1 0 0,0 0 0,0-1 0,1 1 0,6 12 0,5 7 0,22 30 0,-24-38 0,41 60 0,58 99 0,-103-163 0,8 24 0,-15-34 0,1-1 0,-1 0 0,0 0 0,0 1 0,-1-1 0,1 1 0,-1-1 0,0 1 0,0-1 0,-1 1 0,0 4 0,1-8 0,-1 0 0,1 0 0,-1 0 0,1 0 0,0 0 0,-1 0 0,0 0 0,1-1 0,-1 1 0,0 0 0,1 0 0,-1-1 0,0 1 0,0 0 0,0-1 0,1 1 0,-1-1 0,0 1 0,0-1 0,-1 1 0,-1 0 0,1 0 0,-1-1 0,1 1 0,-1-1 0,1 0 0,-1 0 0,1 0 0,-3 0 0,-5-2 0,0 0 0,1 0 0,-12-4 0,21 6 0,-18-7 0,0 0 0,1-1 0,0-1 0,1 0 0,-27-21 0,33 22 0,1 1 0,0-1 0,1-1 0,0 0 0,1 0 0,-1-1 0,2 1 0,-1-2 0,1 1 0,-5-15 0,8 19 14,1 0-1,1 0 0,-1 0 0,1-1 1,0 1-1,0 0 0,1-1 1,0-8-1,0 11-96,1 1 1,0 0-1,-1-1 1,1 1-1,0 0 1,1 0-1,-1-1 1,1 1-1,-1 0 1,1 0-1,0 1 1,0-1-1,0 0 1,0 1-1,1-1 1,-1 1-1,4-3 1,4-3-6744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24575,'3'0'0,"2"2"0,2 4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73 3 24575,'-2'0'0,"1"-1"0,-1 1 0,0 0 0,1-1 0,-1 1 0,0 0 0,1 0 0,-1 0 0,1 0 0,-1 0 0,0 0 0,1 0 0,-1 1 0,1-1 0,-1 1 0,0-1 0,1 1 0,-1-1 0,-1 2 0,0 0 0,1 0 0,0 0 0,0 0 0,1 0 0,-1 0 0,0 0 0,1 0 0,-1 0 0,1 1 0,-2 4 0,-1 3 0,1 0 0,0 1 0,1-1 0,-2 22 0,3-10 0,1 0 0,1 0 0,1 0 0,0 0 0,10 32 0,39 106 0,-45-142 0,14 33 0,3 0 0,1-1 0,33 47 0,-50-87-151,0 0-1,1 0 0,0-1 0,1-1 1,0 1-1,0-1 0,1-1 1,10 7-1,-10-7-6674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10 474 24575,'0'-2'0,"0"0"0,0 0 0,1 1 0,-1-1 0,1 0 0,-1 0 0,1 0 0,-1 1 0,1-1 0,0 0 0,0 1 0,0-1 0,0 1 0,0-1 0,0 1 0,0-1 0,0 1 0,1 0 0,-1 0 0,1-1 0,-1 1 0,1 0 0,-1 0 0,1 0 0,0 1 0,-1-1 0,1 0 0,0 1 0,-1-1 0,1 1 0,3-1 0,7-1 0,-1 1 0,0 0 0,0 1 0,13 1 0,-10 0 0,22-2 0,-22 1 0,1 0 0,-1 0 0,0 1 0,0 1 0,20 5 0,-74-20 0,0-2 0,-70-38 0,104 49 0,-1 0 0,1-1 0,0 0 0,0 0 0,1 0 0,0-1 0,0 0 0,0 0 0,0 0 0,1 0 0,0-1 0,-4-10 0,6 12 0,0 1 0,1-2 0,-1 1 0,1 0 0,1 0 0,-1 0 0,1 0 0,0-1 0,0 1 0,0 0 0,0 0 0,1-1 0,0 1 0,1 0 0,-1 0 0,1 0 0,0 0 0,0 0 0,3-4 0,1-1 0,0 0 0,1 1 0,1 0 0,0 0 0,0 1 0,0 0 0,1 1 0,0 0 0,1 0 0,0 1 0,0 0 0,0 0 0,1 1 0,19-6 0,12-2 0,0 3 0,70-9 0,-80 14 0,-22 3 0,-1 1 0,1 0 0,0 1 0,-1 0 0,19 2 0,-25-1 0,-1-1 0,0 1 0,0-1 0,1 1 0,-1 0 0,0 0 0,0 0 0,0 0 0,0 1 0,0-1 0,0 0 0,0 1 0,-1 0 0,1-1 0,0 1 0,-1 0 0,1 0 0,-1 0 0,0 0 0,1 0 0,-1 0 0,0 0 0,0 0 0,-1 0 0,1 1 0,0-1 0,-1 0 0,1 0 0,-1 4 0,1 1 0,-1 1 0,0-1 0,-1 1 0,1-1 0,-1 1 0,-1-1 0,0 1 0,-2 7 0,-28 58 0,11-26 0,11-23 0,4-12 0,1-1 0,1 1 0,0 0 0,0 0 0,1 0 0,-2 19 0,5-30 0,0 1 0,0-1 0,1 1 0,-1-1 0,0 1 0,0-1 0,1 1 0,-1-1 0,1 0 0,-1 1 0,1-1 0,0 0 0,0 1 0,-1-1 0,1 0 0,0 0 0,0 1 0,0-1 0,2 1 0,-1 0 0,0-1 0,1 1 0,-1-1 0,1 0 0,0 1 0,-1-1 0,1 0 0,0-1 0,4 2 0,4-1 0,1 0 0,-1 0 0,22-2 0,-3-3 43,0-1 0,34-10 0,22-4-1537,-74 17-5332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272 4 24575,'-27'-3'0,"-11"2"0,-2 1 0,3 1 0,6 2 0,6 1 0,4 2 0,2 0 0,0 2 0,5-1-8191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10 24575,'-4'-9'0,"3"13"0,5 19 0,1-2 0,25 90 0,47 111 0,-37-129 0,-39-91-136,0-1-1,-1 1 1,1 0-1,0-1 1,0 1-1,1-1 1,-1 1-1,0-1 0,2 2 1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190 3 24575,'-10'-1'0,"1"0"0,-1 0 0,1 1 0,-1 1 0,1-1 0,0 2 0,-1-1 0,1 1 0,0 1 0,0-1 0,-12 7 0,16-8 0,1 1 0,0 0 0,0 1 0,1-1 0,-1 1 0,0 0 0,1 0 0,0 0 0,-1 0 0,1 1 0,0-1 0,1 1 0,-1-1 0,1 1 0,0 0 0,0 0 0,0 1 0,0-1 0,1 0 0,-1 0 0,1 1 0,0-1 0,0 1 0,1-1 0,-1 8 0,2-8 0,-1-1 0,1 0 0,0 0 0,0 0 0,0 0 0,0-1 0,1 1 0,-1 0 0,1 0 0,-1-1 0,1 1 0,0-1 0,0 1 0,0-1 0,0 0 0,1 0 0,-1 0 0,6 4 0,2 0 0,0 0 0,0 0 0,19 7 0,-15-9 0,0 1 0,1-2 0,-1 0 0,1-1 0,22 1 0,75-6 0,-78-3-1365,-20 3-5461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18 453 24575,'45'-1'0,"-1"-3"0,1-1 0,51-13 0,-96 18 0,0 0 0,0 0 0,0 0 0,0 0 0,0 0 0,0 0 0,0 0 0,1 0 0,-1 0 0,0 0 0,0 0 0,0 0 0,0 0 0,0 0 0,0 0 0,0 0 0,0 0 0,0 0 0,1 0 0,-1 0 0,0 0 0,0 0 0,0 0 0,0 0 0,0-1 0,0 1 0,0 0 0,0 0 0,0 0 0,0 0 0,0 0 0,0 0 0,0 0 0,0 0 0,0 0 0,0 0 0,0-1 0,0 1 0,1 0 0,-1 0 0,0 0 0,0 0 0,0 0 0,-1 0 0,1 0 0,0-1 0,-5-3 0,-11-3 0,13 6 0,-18-11 0,0 0 0,1-1 0,1-1 0,0-1 0,1-1 0,-30-33 0,41 41 0,1 0 0,0 0 0,0 0 0,1-1 0,0 0 0,1 0 0,0 0 0,0-1 0,1 1 0,0-1 0,-2-13 0,4 18 0,1-1 0,-1 1 0,1 0 0,0 0 0,0 0 0,1-1 0,0 1 0,-1 0 0,2 0 0,-1 0 0,1 0 0,-1 0 0,1 0 0,1 0 0,-1 1 0,1-1 0,0 1 0,0-1 0,0 1 0,0 0 0,1 0 0,0 1 0,6-6 0,-3 4 0,0 1 0,0-1 0,1 2 0,-1-1 0,1 1 0,0 0 0,0 0 0,11-1 0,-5 2 0,0 0 0,1 1 0,-1 1 0,20 1 0,0 4 0,0 1 0,0 2 0,39 14 0,3 7 0,-65-24 0,-1 0 0,0 1 0,0 0 0,17 15 0,-25-19 0,-1-1 0,1 1 0,0-1 0,-1 1 0,1 0 0,-1-1 0,0 1 0,0 0 0,0 0 0,1 0 0,-2 0 0,1 0 0,0 0 0,0 0 0,-1 1 0,1-1 0,-1 0 0,0 0 0,1 0 0,-1 1 0,0-1 0,0 0 0,-1 0 0,1 1 0,0-1 0,-1 0 0,0 0 0,1 0 0,-1 0 0,0 1 0,0-1 0,0 0 0,0-1 0,0 1 0,-1 0 0,-1 3 0,-4 2 0,0 0 0,0 0 0,-1 0 0,0-1 0,0 0 0,-15 8 0,18-11 0,-7 4 0,0 0 0,0 1 0,0 0 0,-11 12 0,20-17 0,1-1 0,-1 1 0,1 0 0,0 0 0,0 0 0,0 0 0,0 1 0,1-1 0,-2 5 0,2-6 0,1 1 0,-1-1 0,1 0 0,0 1 0,0-1 0,0 0 0,0 1 0,0-1 0,1 0 0,-1 1 0,1-1 0,-1 0 0,1 1 0,0-1 0,0 0 0,1 2 0,0 0 0,0-1 0,1 0 0,0 0 0,-1 0 0,1 0 0,0 0 0,0-1 0,1 1 0,-1-1 0,0 0 0,8 3 0,5 3 0,23 6 0,-28-11 0,14 5 0,1-1 0,1-1 0,-1-1 0,1-1 0,0-2 0,0-1 0,38-2 0,-50-2-1365,-3 0-5461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245 30 24575,'-28'-9'0,"-32"-7"0,51 15 0,1-1 0,-1 1 0,1 1 0,-1 0 0,1 0 0,-1 0 0,1 1 0,-12 3 0,18-3 0,0-1 0,0 1 0,1-1 0,-1 1 0,0-1 0,1 1 0,-1 0 0,1 0 0,-1 0 0,1 0 0,-1 0 0,1 0 0,0 1 0,-1-1 0,1 0 0,0 1 0,0-1 0,0 1 0,0-1 0,-1 3 0,2-2 0,-1 0 0,1 0 0,0 0 0,-1 0 0,1 1 0,0-1 0,1 0 0,-1 0 0,0 0 0,0 0 0,1 0 0,0 1 0,-1-1 0,2 2 0,3 7 0,1-1 0,0 0 0,1 0 0,12 15 0,-18-24 0,20 22 0,-15-17 0,0 0 0,-1 0 0,0 0 0,0 1 0,0 0 0,-1 0 0,6 13 0,-9-19 0,-1 0 0,1 1 0,-1-1 0,0 0 0,1 0 0,-1 0 0,0 0 0,0 1 0,0-1 0,0 0 0,0 0 0,0 0 0,0 0 0,0 1 0,-1-1 0,1 0 0,0 0 0,-1 0 0,1 0 0,-1 0 0,1 0 0,-1 0 0,0 0 0,1 0 0,-1 0 0,0 0 0,0 0 0,0 0 0,1 0 0,-1 0 0,0-1 0,0 1 0,0 0 0,0-1 0,0 1 0,0-1 0,-1 1 0,1-1 0,-1 1 0,-6 0 0,0 1 0,1-1 0,-1 0 0,1-1 0,-10 0 0,2 0 0,-35 7-1365,37-5-5461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 24575,'7'-1'0,"1"0"0,-1 1 0,1 0 0,-1 1 0,1-1 0,-1 1 0,1 1 0,-1-1 0,0 2 0,0-1 0,0 0 0,0 1 0,0 1 0,-1-1 0,1 1 0,6 5 0,6 5 0,-2 0 0,1 1 0,-2 1 0,16 19 0,-7-4 0,0 1 0,38 65 0,-54-79 0,0 1 0,-1 0 0,0 0 0,-2 0 0,0 1 0,-2 0 0,4 32 0,-7-48 6,-1 1 0,0 0 0,-1-1 0,1 1 0,-1 0 0,0-1 0,0 1 0,0-1 0,-1 0 0,1 1 0,-1-1 0,0 0 0,0 0 0,-1 0 0,1 0 0,-1 0 0,0-1 0,0 1 0,-6 5 0,0-2-218,0-1 0,0 1 0,-1-1-1,0-1 1,0 0 0,-20 7 0,15-6-6614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24575,'27'5'0,"0"0"0,0 2 0,-1 1 0,0 1 0,40 19 0,-49-18 0,0 0 0,-1 1 0,0 0 0,-1 1 0,0 1 0,-1 1 0,-1 0 0,21 27 0,-13-10 0,-1 1 0,-2 0 0,20 48 0,-28-52 0,0 0 0,-2 0 0,0 1 0,5 50 0,-12-68 0,-1-1 0,0 1 0,-1-1 0,0 1 0,0-1 0,-1 1 0,0-1 0,-1 0 0,0 0 0,-1 0 0,0-1 0,0 1 0,-9 12 0,5-10 0,-1-1 0,0-1 0,0 1 0,-1-2 0,0 1 0,-1-1 0,0-1 0,-1 0 0,-19 11 0,-45 17-1365,57-28-5461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85 0 24575,'-7'3'0,"1"0"0,0 0 0,0 0 0,0 0 0,0 1 0,0 0 0,1 1 0,-8 7 0,10-8 0,0-1 0,1 1 0,0 0 0,0-1 0,0 1 0,0 0 0,0 1 0,1-1 0,0 0 0,-2 7 0,3-4 0,0 0 0,0 1 0,0-1 0,1 0 0,3 12 0,-2-10 0,0 3 0,0-1 0,1 1 0,8 17 0,-10-27 0,0 1 0,0 0 0,1-1 0,0 1 0,-1-1 0,1 1 0,0-1 0,0 0 0,0 0 0,1 0 0,-1 0 0,0 0 0,1 0 0,-1-1 0,1 1 0,0-1 0,0 1 0,-1-1 0,5 1 0,23 4-341,1-1 0,0-2-1,49-1 1,-67-2-6485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51 24575,'-4'-9'0,"-1"-1"0,0 1 0,-7-10 0,10 16 0,0 3 0,5 6 0,5 11 0,19 23 0,2-2 0,62 62 0,-83-91 0,336 327 0,-333-325 0,64 55 0,-73-65-1365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348 63 24575,'-1'-16'0,"1"12"0,-1-1 0,1 1 0,-1-1 0,0 0 0,0 1 0,0 0 0,-1-1 0,-1-4 0,3 9 0,0 0 0,0 0 0,-1 0 0,1 0 0,0 0 0,0 0 0,0-1 0,0 1 0,0 0 0,0 0 0,0 0 0,0 0 0,0 0 0,0 0 0,-1 0 0,1 0 0,0 0 0,0 0 0,0 0 0,0 0 0,0 0 0,0 0 0,0 0 0,-1 0 0,1 0 0,0 0 0,0 0 0,0 0 0,0 0 0,0 0 0,0 0 0,0 0 0,-1 0 0,1 0 0,0 0 0,0 0 0,0 0 0,0 0 0,0 0 0,0 0 0,0 0 0,0 1 0,0-1 0,-1 0 0,1 0 0,-5 7 0,-2 12 0,7-18 0,-9 24 0,3-8 0,0-1 0,-1 0 0,0 0 0,-11 16 0,-18 22 0,-4 4 0,-60 116 0,22-13 0,76-154-273,0-1 0,0 0 0,0 1 0,-1 9 0,2-3-6553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164 16 24575,'-11'-3'0,"0"0"0,0 0 0,0 1 0,0 0 0,0 1 0,-1 0 0,1 1 0,0 0 0,-18 3 0,28-3 0,-1 1 0,0-1 0,1 1 0,-1 0 0,1 0 0,-1-1 0,1 1 0,-1 0 0,1 0 0,0 1 0,-1-1 0,1 0 0,0 0 0,0 0 0,0 1 0,0-1 0,-2 3 0,2-1 0,-1 1 0,1-1 0,0 0 0,0 1 0,0-1 0,0 1 0,1-1 0,-1 5 0,1 0 0,0 0 0,1-1 0,0 1 0,0 0 0,0-1 0,1 1 0,5 11 0,-5-14 0,1 0 0,1 0 0,-1-1 0,1 1 0,-1-1 0,1 0 0,0 0 0,1 0 0,-1 0 0,1-1 0,0 0 0,-1 0 0,2 0 0,-1-1 0,0 1 0,9 2 0,2 0 0,1-1 0,-1 0 0,1-1 0,23 1 0,11-3-1365,-38-1-5461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171 36 24575,'0'-1'0,"0"-1"0,0 1 0,0 0 0,0-1 0,0 1 0,0 0 0,-1-1 0,1 1 0,0 0 0,-1-1 0,1 1 0,-1 0 0,1 0 0,-1 0 0,0-1 0,0 1 0,1 0 0,-1 0 0,0 0 0,0 0 0,0 0 0,0 0 0,0 0 0,0 1 0,0-1 0,0 0 0,-1 0 0,1 1 0,0-1 0,0 1 0,-1-1 0,1 1 0,0 0 0,-1-1 0,-1 1 0,1 0 0,-1 0 0,1 0 0,-1 0 0,1 1 0,0-1 0,-1 1 0,1-1 0,0 1 0,-1 0 0,1 0 0,0 0 0,0 0 0,0 0 0,0 1 0,0-1 0,0 1 0,0-1 0,0 1 0,-2 2 0,-6 10 0,1 0 0,0 1 0,1 0 0,1 0 0,0 0 0,1 1 0,-7 27 0,4 0 0,-7 76 0,14-94 0,2-1 0,1 1 0,1-1 0,0 1 0,2-1 0,13 45 0,-1-24 0,2 0 0,35 65 0,-43-92 24,2 0 0,0-1 0,1 0 0,23 23 0,-12-17-519,1-1 0,31 21 0,-43-35-6331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85 4 24575,'0'0'0,"0"-1"0,0 1 0,-1 0 0,1 0 0,0 0 0,0-1 0,0 1 0,0 0 0,0 0 0,-1 0 0,1 0 0,0 0 0,0-1 0,0 1 0,-1 0 0,1 0 0,0 0 0,0 0 0,0 0 0,-1 0 0,1 0 0,0 0 0,0 0 0,0 0 0,-1 0 0,1 0 0,0 0 0,0 0 0,-1 0 0,1 0 0,0 0 0,0 0 0,0 0 0,-1 0 0,1 0 0,0 1 0,-3 7 0,5 13 0,8 9 0,21 43 0,-19-46 0,177 370 0,-185-390 0,12 23 0,-15-28 0,-1 1 0,1-1 0,0 0 0,-1 0 0,1 0 0,-1 1 0,0-1 0,1 0 0,-1 1 0,0-1 0,-1 3 0,1-4 0,0 0 0,0-1 0,-1 1 0,1-1 0,0 1 0,-1-1 0,1 1 0,0 0 0,-1-1 0,1 1 0,-1-1 0,1 0 0,-1 1 0,1-1 0,-1 1 0,1-1 0,-1 0 0,1 1 0,-1-1 0,1 0 0,-1 1 0,0-1 0,1 0 0,-1 0 0,0 0 0,1 0 0,-1 0 0,0 1 0,1-1 0,-1 0 0,1-1 0,-1 1 0,0 0 0,1 0 0,-1 0 0,0 0 0,1 0 0,-1-1 0,0 1 0,0-1 0,-28-13 0,27 13 0,-27-18 0,1-2 0,2 0 0,-35-37 0,3 3 0,40 41 0,-23-24 0,38 35 0,0-1 0,0 0 0,0 0 0,0 0 0,0 0 0,1 0 0,0-1 0,-3-8 0,4 12 3,1-1-1,0 0 1,-1 0-1,1 1 0,0-1 1,0 0-1,0 0 1,0 1-1,0-1 1,1 0-1,-1 0 1,0 1-1,1-1 1,0 0-1,-1 1 0,1-1 1,0 0-1,0 1 1,-1-1-1,1 1 1,0-1-1,1 1 1,-1 0-1,0 0 0,0-1 1,1 1-1,-1 0 1,0 0-1,4-2 1,3-1-109,0 0 0,0 1 0,0 0 0,15-4 0,-7 2-803,-4 1-5917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24575,'2'0'0,"2"5"0,-1 4 0,-1 1-8191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162 26 24575,'-1'-1'0,"0"-2"0,-1 0 0,1 0 0,-1 0 0,0 0 0,-3-4 0,4 7 0,1 0 0,0 0 0,0-1 0,-1 1 0,1 0 0,0 0 0,0 0 0,-1-1 0,1 1 0,0 0 0,-1 0 0,1 0 0,0 0 0,-1 0 0,1 0 0,0 0 0,-1 0 0,1 0 0,0 0 0,-1 0 0,1 0 0,0 0 0,-1 0 0,1 0 0,-1 0 0,0 1 0,1-1 0,-1 1 0,0-1 0,1 1 0,-1 0 0,1-1 0,-1 1 0,1-1 0,-1 1 0,1 0 0,-1 0 0,1-1 0,-1 3 0,-78 157 0,71-145 0,1 0 0,0 1 0,1 0 0,1 1 0,0-1 0,2 1 0,-4 30 0,5-17 0,1 0 0,1 0 0,8 47 0,-4-54 0,1 0 0,2 0 0,0-1 0,19 39 0,52 80 0,-63-115 0,2-1 0,0-1 0,2 0 0,1-2 0,1 0 0,0-1 0,38 28 0,-49-43-212,1 0-1,12 5 1,-18-9-516,4 2-6098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22 120 24575,'-1'0'0,"1"0"0,-1-1 0,1 1 0,-1 0 0,0-1 0,0 1 0,1 0 0,-1 0 0,0 0 0,1-1 0,-1 1 0,0 0 0,0 0 0,1 0 0,-1 0 0,0 0 0,0 1 0,1-1 0,-1 0 0,-1 0 0,2 1 0,-1-1 0,1 1 0,-1-1 0,1 1 0,-1-1 0,1 1 0,0-1 0,-1 1 0,1-1 0,0 1 0,0-1 0,0 1 0,-1-1 0,1 1 0,0 0 0,0-1 0,0 1 0,0-1 0,0 2 0,0 1 0,0 0 0,0 0 0,1 0 0,-1 0 0,1 0 0,0 1 0,0-2 0,1 5 0,4 2 0,0 0 0,0 0 0,1-1 0,0 0 0,0 0 0,1-1 0,0 0 0,0 0 0,1-1 0,-1 0 0,2-1 0,-1 0 0,0 0 0,1-1 0,0 0 0,0 0 0,12 2 0,-20-6 0,0 1 0,1-1 0,-1 0 0,0 0 0,0 0 0,1 0 0,-1 0 0,0 0 0,0 0 0,0-1 0,1 1 0,-1-1 0,0 1 0,0-1 0,0 0 0,0 0 0,0 0 0,0 0 0,0 0 0,0-1 0,0 1 0,-1-1 0,1 1 0,-1-1 0,1 1 0,-1-1 0,1 0 0,-1 0 0,0 0 0,1-2 0,0 0 0,0 0 0,-1-1 0,0 1 0,0 0 0,0-1 0,-1 1 0,1-1 0,-1 1 0,0-1 0,0 1 0,-1-1 0,1 1 0,-1-1 0,-1-4 0,0 3 0,-3-16 0,5 21 0,0 1 0,0 0 0,0-1 0,0 1 0,0 0 0,0 0 0,0-1 0,0 1 0,0 0 0,0-1 0,0 1 0,0 0 0,0 0 0,1-1 0,-1 1 0,0 0 0,0 0 0,0-1 0,1 1 0,-1 0 0,0 0 0,0 0 0,0-1 0,1 1 0,0 0 0,-1 0 0,1 0 0,0 0 0,-1-1 0,1 1 0,0 0 0,-1 0 0,1 1 0,0-1 0,0 0 0,-1 0 0,1 0 0,-1 0 0,1 1 0,1-1 0,58 29 0,7 3 0,-46-24 0,49 17 0,-61-22 0,-1-1 0,0 0 0,1-1 0,-1 0 0,1-1 0,11 0 0,-18 0 0,1 0 0,-1 0 0,1-1 0,-1 1 0,1-1 0,-1 0 0,1 0 0,-1 0 0,0 0 0,0 0 0,1 0 0,-1-1 0,0 1 0,0-1 0,0 0 0,0 1 0,3-5 0,-3 3 0,-1 0 0,1 0 0,-1 0 0,1 0 0,-1 0 0,0-1 0,0 1 0,0 0 0,-1-1 0,1 1 0,-1-7 0,0 0 0,0 1 0,-1 0 0,-1-1 0,0 1 0,0 0 0,-1-1 0,0 1 0,-7-15 0,4 14-227,-1-1-1,1 1 1,-2 0-1,1 0 1,-14-12-1,11 13-6598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959 0 24575,'-232'9'0,"81"2"0,85-7 0,-50 3-86,-250 25-1193,339-28-5547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55 0 24575,'-3'1'0,"0"-1"0,1 1 0,-1 0 0,0 0 0,0 0 0,1 1 0,-1-1 0,1 1 0,-1-1 0,1 1 0,0 0 0,-1 0 0,1 0 0,0 0 0,0 0 0,1 1 0,-1-1 0,0 0 0,1 1 0,-1-1 0,1 1 0,-2 5 0,2-4 0,1 0 0,-1-1 0,1 1 0,0 0 0,0 0 0,0 0 0,0 0 0,1 0 0,-1 0 0,1 0 0,0 0 0,0-1 0,1 1 0,-1 0 0,1-1 0,3 6 0,6 8 0,1-1 0,1 0 0,15 15 0,-14-17 0,-1 2 0,-1-1 0,13 21 0,-19-24-1365,-1 0-5461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516 19 24575,'-2'-2'0,"0"0"0,0 0 0,-1 0 0,1 1 0,-1-1 0,0 1 0,1 0 0,-1 0 0,0 0 0,0 0 0,0 0 0,1 0 0,-1 1 0,0 0 0,0-1 0,-5 1 0,-4 1 0,0 0 0,-22 6 0,0-1 0,-137 7 0,-16 16-1365,172-26-5461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288 27 24575,'-20'-5'0,"-8"-2"0,-3 1 0,2 1 0,4 1 0,3 5 0,3 1 0,2 0 0,0 1 0,-1-1 0,1 2 0,1 0 0,0-1 0,4 0-8191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71 24575,'12'-9'0,"0"0"0,1 1 0,0 0 0,1 1 0,19-7 0,-24 10 0,1 1 0,-1 1 0,1 0 0,0 0 0,0 1 0,0 0 0,0 0 0,-1 2 0,14 0 0,-5 2 0,22 6 0,-35-8 0,1 1 0,0 0 0,-1 1 0,1-1 0,-1 1 0,1 0 0,6 6 0,-10-8 0,0 1 0,-1-1 0,1 1 0,-1 0 0,1-1 0,-1 1 0,0 0 0,0 0 0,0 0 0,0 0 0,0 0 0,0 0 0,0 0 0,-1 0 0,1 0 0,-1 0 0,1 0 0,-1 0 0,0 1 0,0-1 0,0 0 0,0 0 0,0 0 0,-1 1 0,1-1 0,0 0 0,-1 0 0,0 0 0,0 0 0,1 0 0,-3 4 0,-4 4 0,1 0 0,-1 0 0,-1-1 0,-14 15 0,5-6 0,14-15 0,-3 3 0,1 1 0,-1 0 0,1 1 0,0-1 0,-3 9 0,7-14 0,1-1 0,-1 0 0,1 0 0,-1 1 0,1-1 0,-1 0 0,1 1 0,0-1 0,0 0 0,0 1 0,0-1 0,0 0 0,0 1 0,0-1 0,0 0 0,1 1 0,-1-1 0,0 0 0,1 1 0,-1-1 0,1 0 0,-1 0 0,1 0 0,0 1 0,0-1 0,-1 0 0,1 0 0,0 0 0,0 0 0,0 0 0,0 0 0,0-1 0,0 1 0,0 0 0,1 0 0,-1-1 0,0 1 0,0-1 0,1 1 0,-1-1 0,2 1 0,9 3 0,-1-1 0,1 0 0,0-1 0,0-1 0,0 0 0,14 0 0,73-9 0,-49 2 0,17-3-1365,-51 6-5461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24575,'0'2'0,"3"4"0,0 3 0,3 2 0,2 2 0,0 2 0,1-3 0,-1 0 0,1 0 0,1 0 0,1-1 0,-1-1 0,1-1 0,-3-1 0,1-1 0,-2-4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24575,'17'20'0,"6"8"0,2 1 0,-2-4 0,-2-2 0,-4-4 0,-3-4 0,-1-3 0,-4 0 0,1-3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390 29 24575,'-29'-5'0,"-15"-2"0,-5 1 0,4 1 0,4 1 0,7 2 0,6 3 0,7 2 0,3 3 0,3 0 0,1 1 0,3 3 0,1-1 0,0 0 0,-1 0 0,2-3-8191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24575,'18'39'0,"3"-1"0,0 0 0,32 39 0,-27-40 0,106 131-1365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130 7 24575,'-5'-2'0,"0"1"0,0 0 0,0 0 0,0 0 0,0 1 0,0-1 0,0 1 0,0 0 0,-1 1 0,1 0 0,0-1 0,-6 3 0,7-2 0,1 1 0,-1-1 0,1 1 0,0 0 0,0-1 0,-1 2 0,1-1 0,1 0 0,-1 0 0,0 1 0,1 0 0,-1-1 0,1 1 0,0 0 0,-1 0 0,2 0 0,-1 1 0,-2 3 0,4-6 0,-1 1 0,1 0 0,-1 0 0,1 0 0,-1 0 0,1 0 0,0 0 0,0 0 0,0 0 0,0 0 0,0 0 0,1-1 0,-1 1 0,0 0 0,1 0 0,-1 0 0,1 0 0,0 0 0,0-1 0,0 1 0,0 0 0,0-1 0,0 1 0,0 0 0,0-1 0,1 1 0,-1-1 0,1 0 0,-1 0 0,3 2 0,4 3 0,1 0 0,1-1 0,-1 0 0,13 5 0,-17-8 0,15 5 20,-1 0 0,1-1 0,1-1 0,-1-1 0,24 1 0,104-1-1505,-134-5-5341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1500 44 24575,'-111'-33'0,"95"30"0,0 0 0,-1 1 0,1 0 0,0 2 0,-18 1 0,-1002 104 0,834-84 0,183-19-1365,2-1-5461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0 24575,'-1'0'0,"0"1"0,1-1 0,-1 0 0,1 0 0,-1 1 0,0-1 0,1 0 0,-1 1 0,1-1 0,-1 0 0,1 1 0,-1-1 0,1 1 0,0-1 0,-1 1 0,1-1 0,-1 1 0,1-1 0,0 1 0,0-1 0,-1 1 0,1 0 0,0-1 0,0 1 0,0-1 0,-1 1 0,1 0 0,0-1 0,0 1 0,0-1 0,0 1 0,0 0 0,0-1 0,1 2 0,1 22 0,4-8 0,0 0 0,1-1 0,0 0 0,1 0 0,12 15 0,-8-11 0,0 1 0,8 21 0,7 31 0,-24-61 0,0 0 0,0 0 0,-2 0 0,2 20 0,-3-30 7,0 1 0,0-1 0,0 1 0,0-1 0,0 1 1,-1 0-1,1-1 0,-1 1 0,1-1 0,-1 1 0,1-1 0,-1 0 0,0 1 0,1-1 0,-1 0 0,-2 3 0,3-4-15,-1 0 0,1 0 0,0 1 0,-1-1 0,1 0 0,0 0 0,-1 0 0,1 0 0,0 1 0,-1-1 0,1 0-1,-1 0 1,1 0 0,0 0 0,-1 0 0,1 0 0,-1 0 0,1 0 0,0 0 0,-1 0 0,1 0 0,0-1 0,-1 1 0,0 0 0,0-1-99,0 1 0,0-1 0,0 0 0,0 0 0,0 0 0,0 1 0,0-1 0,1 0 0,-1 0 0,0 0 0,0-2 0,-5-7-6719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759 27 24575,'-19'-6'0,"-1"0"0,1 1 0,-1 2 0,-25-3 0,32 6 0,1 0 0,-1 1 0,0 0 0,0 1 0,1 0 0,-1 1 0,-21 8 0,-5 3 24,0-2 0,-1-2 0,0-2 0,-44 4 0,-163-4-1509,224-8-5341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24575,'19'11'0,"0"0"0,-1 2 0,-1 0 0,0 1 0,-1 0 0,0 1 0,-2 1 0,1 1 0,18 29 0,3 12 0,49 108 0,-38-52 0,-41-97 0,-1 1 0,-1 0 0,0 0 0,1 31 0,-5-42 0,0-1 0,-1 1 0,1-1 0,-1 0 0,-1 1 0,1-1 0,-1 0 0,0 0 0,-1 0 0,1 0 0,-1-1 0,0 1 0,-1-1 0,-3 6 0,1-4 0,0-1 0,0 0 0,-1 0 0,0 0 0,0-1 0,0 1 0,-1-2 0,1 1 0,-13 4 0,2-1-1365,3-1-5461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 24 24575,'-10'-10'0,"-3"-3"0,21 27 0,127 205 0,-65-101 0,50 100 0,-107-190 0,-2 1 0,0 0 0,-2 1 0,-1 0 0,-2 0 0,3 32 0,-8-49 0,-1-1 0,-1 1 0,0-1 0,0 1 0,-1-1 0,-1 0 0,0 0 0,-1 0 0,0 0 0,-1 0 0,0-1 0,-1 0 0,0 0 0,-1 0 0,0-1 0,0 0 0,-1 0 0,-1-1 0,1 0 0,-2-1 0,1 0 0,-1 0 0,-13 7 0,6-4-1365,2-2-5461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15020 115 24575,'0'0'0,"0"-1"0,-1 0 0,1 1 0,0-1 0,0 1 0,-1-1 0,1 0 0,-1 1 0,1-1 0,-1 1 0,1-1 0,-1 1 0,1 0 0,-1-1 0,1 1 0,-1-1 0,1 1 0,-1 0 0,0-1 0,1 1 0,-1 0 0,0 0 0,1 0 0,-1-1 0,0 1 0,1 0 0,-2 0 0,-22-3 0,22 3 0,-93-2 0,-28-2 0,-108-16 0,138 15 0,-26-2 0,-126 1 0,5 1 0,28-6 0,45 4 0,-91-7 0,-59 8 0,208 6 0,-58 9 0,71-3 0,-3 0 0,-125 3 0,-152-25 0,165-10 0,197 25 0,0 0 0,0 1 0,0 0 0,0 2 0,0-1 0,0 1 0,-19 7 0,-201 52 0,182-51 0,-1-2 0,-82 1 0,-206-10 0,226-6 0,9-1 0,102 8 0,-310 1 0,201 6 0,-36 0 0,-434-6 0,277-2 0,158 8 0,24 0 0,-40 1 0,-39-1 0,-125-16 0,12 4 0,143 20 0,41-2 0,-6-2 0,-195 8 0,-748-20 0,669 25 0,168-5 0,-7-2 0,-359 10 0,305-18 0,274-7 0,-193 2 0,-65 4 0,192-2 0,-41 3 0,-82 11 0,101-6 0,9 1 0,27-5 0,-103 9 0,109-13 0,-49 2 0,76-8 0,-73-9 0,-2-6 0,88 10 0,-1 3 0,-64 2 0,35 2 0,-79-10 0,-2 1 0,57 0 0,1-1 0,-85 18 0,40-1 0,42-3 0,-310 0 0,247-7 0,-144 1-1365,281 0-5461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84 0 24575,'-5'7'0,"-40"50"0,40-49 0,0 0 0,0 0 0,1 0 0,0 1 0,-4 13 0,7-16 0,0 0 0,1 0 0,0 0 0,0 0 0,0 0 0,1 0 0,0 0 0,0 0 0,0 0 0,1-1 0,4 12 0,-2-8 0,-2 0 0,1 0 0,1 16 0,-2 72 0,-3-72 0,1 1 0,1-1 0,1 0 0,8 39 0,2-21 0,-1 0 0,-3 1 0,6 86 0,-14-105 0,0 0 0,-2-1 0,-1 1 0,-1 0 0,-12 41 0,7-38 0,2 1 0,0-1 0,2 1 0,2 1 0,-1 47 0,4-66 0,10 214 0,-2-108 0,-1-8 0,0-30 0,20 130 0,-23-189 0,5 25 0,8 92 0,-9-14 0,-2-53 0,23 151 0,-9-95 0,-5-32 0,-6-40 0,5 91 0,-8-77 0,-4-54 0,0 1 0,-1-1 0,0 1 0,-1-1 0,-4 23 0,-4-5 0,-1 0 0,-26 56 0,23-63 0,2 1 0,0 1 0,2 0 0,-8 44 0,15-60 0,1 0 0,0 0 0,1 0 0,0 0 0,0 0 0,5 12 0,22 64 0,-12-40 0,49 196 0,-62-227-170,0-1-1,-1 1 0,-1 0 1,-1-1-1,0 1 0,-1 0 1,-4 18-1,3-17-6655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60 24575,'40'-17'0,"35"-13"0,-64 27 0,0 0 0,1 1 0,-1 0 0,24-1 0,313 16 0,-112 4-1365,-214-16-5461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0 24575,'0'9'0,"-1"13"0,1 0 0,2 1 0,0-1 0,8 34 0,4-6 0,12 76 0,-23-107 0,-2 1 0,0 0 0,-1 0 0,-1 0 0,-1-1 0,-1 1 0,-6 20 0,5-26 0,1 1 0,0-1 0,1 1 0,1-1 0,0 1 0,1 0 0,0-1 0,1 1 0,1 0 0,0-1 0,1 1 0,1-1 0,0 0 0,11 24 0,45 107 0,-39-93 0,-11-21 0,0 1 0,-2 0 0,-2 0 0,-1 1 0,2 46 0,-6 204 0,-2-147 0,-8 26 0,2-53 0,0-2 0,-4-4 0,1 105 0,20-51 0,8 63 0,-7-73 0,-4-4 0,0-3 0,8 46 0,-13-157 0,-1-1 0,-2 1 0,-4 36 0,-50 279 0,51-318 0,-27 123 0,27-113 0,2 1 0,4 41 0,-1-13 0,-1-55 0,0 10 0,0 1 0,1-1 0,7 31 0,24 65 60,-16-65-772,11 63-1,-25-101-6113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15658 449 24575,'-23'-11'0,"-24"-9"0,37 17 0,-1 0 0,1 0 0,-1 1 0,0 1 0,-11-1 0,-117-12 0,-12 0 0,87 10 0,0-3 0,-74-18 0,29 4 0,59 13 0,-238-34 0,-630-20 0,702 49 0,81 6 0,-353-25 0,-188-18 0,303 32 0,271 13 0,11 0 0,-94 7 0,-8 10 0,-60 5 0,40-4 0,104-7 0,-318-1 0,284-5 0,-46-8 0,13 1 0,-384 23 0,-7 32 0,335-37 0,60-5 0,-303-11 0,109-8 0,19-4 0,-210 13 0,317 5 0,209-1 0,-423-13 0,-175-51 0,259 43 0,-248 38 0,-147 7 0,735-24 0,-242-4 0,1-18 0,-18-12 0,47 7 0,111 16 0,-157 7 0,182 5 0,-1 4 0,-120 21 0,24-1 0,-185-9 0,341-16 0,-180-9 0,184 4 0,-14-3 0,-70 0 0,91 9-106,8-2-314,0 2 1,-52 8-1,68-7-6406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1211 29 24575,'94'-13'0,"-84"12"0,13 0 0,-17 1 0,1 0 0,-1 0 0,0-1 0,1 0 0,9-2 0,-22 2 0,-5 0 0,5 1 0,-125 5 0,86-2 0,-52-4 0,42-2 0,-24-1 0,-7 1 0,-3-1 0,-167 4 0,244 1 0,-14 2 0,14-1 0,-14 0 0,-170-3 0,190 1 0,1 0 0,-10-3 0,9 2 0,1 0 0,-8-1 0,8 2 0,-82 1 0,62 2 0,-6 0 0,-15 2-1365,37-4-5461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27 24575,'-30'-27'0,"58"55"0,5 3 0,-19-19 0,91 73 0,-101-82 0,-3-2 0,0 0 0,0-1 0,0 1 0,1 0 0,-1 0 0,0-1 0,2 1 0,-3-1-1,0 0 0,0 0-1,0 0 1,0 0-1,0 0 1,0 0 0,0 0-1,0 0 1,0 0 0,0 0-1,0 0 1,0 0-1,0 0 1,0 0 0,0 0-1,0 0 1,0 0 0,0 0-1,0 0 1,1 0 0,-1 0-1,0 0 1,0 0-1,0 0 1,0 0 0,0 0-1,0 0 1,0 0 0,0 0-1,0 0 1,0 0-1,0 0 1,0 0 0,0 0-1,0 0 1,0 0 0,0 0-1,0 0 1,0 0-1,0 0 1,0 0 0,0 0-1,0-1 1,0 1 0,0 0-1,0 0 1,0 0 0,0 0-1,0 0 1,0 0-1,0 0 1,0 0 0,0 0-1,0 0 1,0 0 0,0 0-1,0 0 1,0 0-1,-1 0 1,1 0 0,0 0-1,0 0 1,0 0 0,0 0-1,0 0 1,-2-4 188,-4-4-1112,5 8 388,-2-5-6289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24 24575,'0'-3'0,"0"1"0,0 0 0,0-1 0,0 1 0,-1-5 0,1 7 0,0 0 0,0 0 0,0-1 0,0 1 0,-1 0 0,1 0 0,0-1 0,0 1 0,0 0 0,0 0 0,0-1 0,-1 1 0,1 0 0,0 0 0,0 0 0,0 0 0,-1-1 0,1 1 0,0 0 0,0 0 0,-1 0 0,1 0 0,0 0 0,0 0 0,-1 0 0,1-1 0,0 1 0,0 0 0,-1 0 0,1 0 0,0 0 0,0 0 0,-1 0 0,1 0 0,0 0 0,0 0 0,-1 1 0,1-1 0,0 0 0,0 0 0,-1 0 0,1 0 0,0 0 0,0 0 0,-1 0 0,1 1 0,0-1 0,0 0 0,0 0 0,-1 0 0,1 1 0,-9 6 0,0 1 0,1 0 0,0 0 0,-12 15 0,6-2 0,10-15 0,0 0 0,-10 11 0,12-15 0,0-1 0,0 1 0,1-1 0,-1 1 0,0-1 0,-1 0 0,1 0 0,0 0 0,0 0 0,0 0 0,-1 0 0,1-1 0,-4 2 0,-1-2-1365,1 0-5461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24575,'0'2'0,"0"0"0,0 3 0,0 0 0,1 1 0,1-1 0,-1 1 0,1 0 0,0 0 0,0 1 0,0 0 0,0 0 0,1 1 0,0-1 0,0 0 0,-2-1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15 24575,'-7'-3'0,"0"0"0,-9-3 0,14 5 0,0 1 0,-1-1 0,1 1 0,0 0 0,0 0 0,0-1 0,0 1 0,0 0 0,0 1 0,0-1 0,0 0 0,-1 1 0,-1 0 0,3 0 0,0-1 0,1 1 0,-1-1 0,0 1 0,0-1 0,1 1 0,-1 0 0,0-1 0,1 1 0,-1 0 0,1 0 0,-1-1 0,1 1 0,-1 0 0,1 0 0,0 0 0,-1 0 0,1 0 0,0 0 0,0 0 0,-1-1 0,1 1 0,0 0 0,0 0 0,0 0 0,0 0 0,1 2 0,-1 2 0,1 1 0,0 0 0,3 6 0,-3-8 0,4 13 0,-1 1 0,3 24 0,-4-19 0,-1-8 0,0 18 0,-2-25 0,0-5 0,-1 0 0,1 0 0,1 1 0,0 4 0,-1-7 0,0 0 0,0-1 0,0 1 0,1 0 0,-1-1 0,0 1 0,1-1 0,-1 1 0,0 0 0,1-1 0,-1 1 0,1-1 0,-1 1 0,1-1 0,-1 1 0,1-1 0,-1 0 0,1 1 0,-1-1 0,1 1 0,0-1 0,-1 0 0,1 0 0,0 1 0,-1-1 0,2 0 0,7 1 0,0 0 0,0-1 0,12-1 0,4 0 0,-16 1-455,-1 0 0,16 4 0,-18-3-6371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24575,'0'0'0,"0"0"0,0 0 0,0 0 0,0 0 0,0 0 0,0 0 0,0-1 0,0 1 0,0 0 0,0 0 0,0 0 0,0 0 0,0 0 0,0 0 0,1-1 0,-1 1 0,0 0 0,0 0 0,0 0 0,0 0 0,0 0 0,0 0 0,0 0 0,0 0 0,0 0 0,1-1 0,-1 1 0,0 0 0,0 0 0,0 0 0,0 0 0,0 0 0,0 0 0,0 0 0,1 0 0,-1 0 0,0 0 0,0 0 0,0 0 0,0 0 0,0 0 0,1 0 0,-1 0 0,0 0 0,0 0 0,0 0 0,0 0 0,0 0 0,0 0 0,1 0 0,-1 0 0,0 1 0,0-1 0,0 0 0,0 0 0,0 0 0,0 0 0,0 0 0,7 5 0,-3 0 0,-1 0 0,3 6 0,-4-8 0,-1 0 0,1 0 0,0 0 0,0 0 0,0 0 0,1 0 0,-1 0 0,1-1 0,3 3 0,-6-5 0,0 0 0,0 1 0,0-1 0,0 0 0,0 0 0,0 0 0,0 0 0,1 0 0,-1 0 0,0 0 0,0 0 0,0 0 0,0 0 0,0 0 0,0 0 0,1 0 0,-1 0 0,0 0 0,0 0 0,0 0 0,0 0 0,0 0 0,0 0 0,1 0 0,-1 0 0,0 0 0,0 0 0,0 0 0,0 0 0,0 0 0,0-1 0,0 1 0,1 0 0,-1 0 0,0 0 0,0 0 0,0 0 0,0 0 0,0 0 0,0 0 0,0-1 0,0 1 0,0 0 0,0 0 0,0 0 0,0 0 0,0 0 0,0 0 0,1 0 0,-1-1 0,0 1 0,0 0 0,0 0 0,0 0 0,-1 0 0,1 0 0,0-1 0,0 1 0,0 0 0,0 0 0,0 0 0,0 0 0,-1-12 0,0 10 0,1-1 0,-1 0 0,1-1 0,0 1 0,0 0 0,1-1 0,-1 1 0,0 0 0,2-4 0,-2 6 0,1 0 0,-1 0 0,1 0 0,-1-1 0,1 1 0,-1 0 0,1 1 0,0-1 0,-1 0 0,1 0 0,0 0 0,0 0 0,0 0 0,0 1 0,0-1 0,0 0 0,0 1 0,0-1 0,0 1 0,0-1 0,0 1 0,0 0 0,0-1 0,0 1 0,0 0 0,2 0 0,0-1 0,0 1 0,1 1 0,-1-1 0,0 0 0,0 1 0,0 0 0,0-1 0,4 3 0,24 12 0,-17-8 0,22 8 0,-35-14-1365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24575,'5'-2'0,"6"-3"0,0 0 0,15-3 0,-23 7 0,0 0 0,1 1 0,-1-1 0,0 1 0,1 0 0,-1 0 0,1 0 0,-1 1 0,1-1 0,-1 1 0,0-1 0,5 3 0,-6-2 0,-1 0 0,1-1 0,-1 1 0,1 0 0,-1 0 0,0 0 0,0 1 0,0-1 0,0 0 0,0 0 0,0 1 0,0-1 0,0 1 0,0-1 0,0 1 0,-1-1 0,2 3 0,0 3 0,0 0 0,1 12 0,-1-9 0,31 123 0,-22-95 0,-8-31 0,-2-4 0,0 0 0,-1-1 0,1 1 0,0 0 0,-1 0 0,0 5 0,0-8 0,0 1 0,0-1 0,0 1 0,0 0 0,0-1 0,0 0 0,0 1 0,-1-1 0,1 1 0,0-1 0,0 1 0,-1-1 0,1 1 0,0-1 0,-1 0 0,1 1 0,-1 0 0,0-1 0,0 1 0,0-1 0,0 0 0,1 1 0,-1-1 0,0 0 0,0 0 0,0 1 0,0-1 0,0 0 0,0 0 0,0 0 0,-1 0 0,-28-4 0,0 0 0,19 3-1365,1 1-5461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3 141 24575,'0'0'0,"0"0"0,-1 0 0,1-1 0,0 1 0,0 0 0,0 0 0,-1 0 0,1-1 0,0 1 0,0 0 0,0 0 0,0-1 0,0 1 0,0 0 0,0 0 0,-1-1 0,1 1 0,0 0 0,0-1 0,0 1 0,0 0 0,0 0 0,0-1 0,0 1 0,0 0 0,0 0 0,1-1 0,-1 0 0,0 1 0,1-1 0,-1 1 0,0 0 0,1-1 0,-1 1 0,1-1 0,-1 1 0,1 0 0,-1-1 0,0 1 0,2-1 0,1 0 0,1 0 0,-1-1 0,5 0 0,-7 2 0,6-1 0,0 0 0,8 0 0,-7 0 0,13-1 0,-9 0 0,0 0 0,0 2 0,23 0 0,-9 1 0,541-1 0,-561 0 0,1-1 0,7-2 0,9 0 0,5-1 0,-18 3 0,16-2 0,12 4 0,30-2 0,-44-2 0,-15 2 0,15-2 0,239 4 0,-256-1 0,0 1 0,8 1 0,-7 0 0,11 0 0,150-2 0,-82 0 0,-75 0 0,14 3 0,7 1 0,96-4 0,-66 0 0,-50 0 0,15 3 0,12 1 0,287-4 0,-316 0 0,15 3 0,8 1 0,194-3 0,-111-2 0,66 1 0,-176 0 0,0-1 0,8-2 0,-7 2 0,11-1 0,5 2 0,-14 0 0,0 0 0,0-1 0,17-2 0,-15 1 0,-1 0 0,0 1 0,1 1 0,13 1 0,1 0 0,-11-1 0,0 0 0,19 4 0,-18-2 0,1-1 0,28-1 0,-17 0 0,-21-1 0,0 1 0,8-3 0,-7 2 0,12-1 0,-13 1 0,0 1 0,0 0 0,0 1 0,-1 0 0,1 0 0,0 1 0,9 2 0,-6 0 0,20 4 0,-27-7 0,1 0 0,-1-1 0,0 0 0,1 0 0,-1 0 0,0 0 0,1 0 0,-1-1 0,0 1 0,5-3 0,-7 3 0,-1 0 0,0 0 0,0 0 0,0 0 0,1 0 0,-1 0 0,0 0 0,0 0 0,0 0 0,0 0 0,1 0 0,-1 0 0,0 0 0,0 0 0,0 0 0,0-1 0,0 1 0,1 0 0,-1 0 0,0 0 0,0 0 0,0 0 0,0-1 0,0 1 0,0 0 0,0 0 0,1 0 0,-1 0 0,0-1 0,0 1 0,0 0 0,0 0 0,0 0 0,0 0 0,0-1 0,0 1 0,0 0 0,0 0 0,0 0 0,0-1 0,0 1 0,0 0 0,0 0 0,0 0 0,0 0 0,-1-1 0,1 1 0,0 0 0,0 0 0,0 0 0,0 0 0,0-1 0,0 1 0,0 0 0,-1 0 0,1 0 0,0 0 0,-12-8 0,9 6 0,-4-3 0,-49-34 0,44 30 0,-21-12 0,-6-3 0,25 15 0,49 30 0,-8-6 0,1 2 0,50 32 0,-78-49 0,1 1 0,0-1 0,-1 1 0,1-1 0,-1 0 0,1 1 0,-1 0 0,1-1 0,-1 1 0,1-1 0,-1 1 0,0-1 0,1 1 0,-1 0 0,0-1 0,0 1 0,1 0 0,-1-1 0,0 1 0,0 0 0,0-1 0,0 1 0,0 0 0,0 0 0,0-1 0,0 1 0,0 0 0,0-1 0,0 1 0,0 0 0,0 0 0,-1-1 0,1 1 0,0 0 0,-1-1 0,1 1 0,0-1 0,-1 1 0,1 0 0,-1-1 0,0 1 0,-2 3 0,0 0 0,-1-1 0,0 0 0,-7 5 0,8-5 0,-9 6-24,8-5-244,0-1-1,0 0 1,0 0 0,-6 2 0,5-3-6558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48 24575,'-6'-6'0,"-1"1"0,1 0 0,-1 0 0,0 0 0,0 0 0,-1 1 0,-15-6 0,22 9 0,0 1 0,0 0 0,0-1 0,0 1 0,0 0 0,0-1 0,0 1 0,0 0 0,0 0 0,0 0 0,0 0 0,-1 0 0,1 0 0,0 0 0,0 1 0,0-1 0,0 0 0,0 1 0,0-1 0,0 0 0,0 1 0,0-1 0,0 1 0,0 0 0,0-1 0,0 1 0,1 0 0,-1 0 0,0-1 0,0 1 0,1 0 0,-1 0 0,0 0 0,1 0 0,-1 0 0,1 0 0,-1 0 0,1 0 0,-1 0 0,1 0 0,0 0 0,0 0 0,0 0 0,-1 3 0,1-2 0,0 0 0,0 1 0,0-1 0,0 1 0,0-1 0,0 1 0,1-1 0,-1 0 0,1 1 0,0-1 0,1 4 0,-1-4 0,0 0 0,0-1 0,0 1 0,1-1 0,-1 1 0,0-1 0,0 0 0,1 0 0,-1 1 0,1-1 0,0 0 0,-1 0 0,1 0 0,0-1 0,2 2 0,1 0 0,2 1 0,12 2 0,-17-4 0,-1-1 0,1 0 0,-1 0 0,0 0 0,1 1 0,-1-1 0,1-1 0,-1 1 0,1 0 0,-1 0 0,1 0 0,-1-1 0,0 1 0,3-2 0,-3 2 0,-1 0 0,1-1 0,-1 1 0,0 0 0,1-1 0,-1 1 0,0 0 0,1-1 0,-1 1 0,0 0 0,1-1 0,-1 1 0,0-1 0,0 1 0,1-1 0,-1 1 0,0-1 0,0 1 0,0 0 0,0-1 0,0 1 0,0-1 0,0 1 0,0-2 0,0 1 0,0 0 0,0 0 0,-1 0 0,1 0 0,-1 0 0,1 0 0,-1 0 0,1 0 0,-2-2 0,-2-2 0,1 1 0,-1 0 0,-5-4 0,9 8 0,-6-5 0,0 1 0,0 0 0,-1 0 0,1 0 0,-1 1 0,1 0 0,-1 1 0,0-1 0,0 1 0,-8-1 0,14 3 0,0 0 0,0 0 0,0-1 0,0 1 0,0 0 0,0 0 0,0 0 0,0 1 0,0-1 0,0 0 0,0 0 0,0 0 0,0 1 0,0-1 0,0 1 0,0-1 0,0 0 0,1 1 0,-1 0 0,0-1 0,-1 2 0,1-1 0,1 0 0,-1 0 0,0 0 0,1 0 0,-1 1 0,0-1 0,1 0 0,0 1 0,-1-1 0,1 0 0,0 1 0,0-1 0,-1 1 0,1 1 0,0 0 0,0-1 0,1 0 0,-1 0 0,0 1 0,1-1 0,-1 0 0,1 0 0,-1 0 0,1 0 0,0 0 0,0 0 0,0 0 0,0 0 0,1 0 0,-1 0 0,0 0 0,1-1 0,-1 1 0,1 0 0,3 2 0,-2-2 0,0 1 0,0-1 0,1 0 0,-1 0 0,1 0 0,-1-1 0,1 1 0,0-1 0,-1 0 0,1 0 0,0 0 0,0 0 0,0-1 0,0 0 0,0 1 0,0-1 0,6-1 0,-9 1 0,0 0 0,0-1 0,0 1 0,0 0 0,0 0 0,0-1 0,0 1 0,0-1 0,0 1 0,-1-1 0,1 1 0,0-1 0,0 1 0,0-1 0,0 0 0,-1 1 0,1-1 0,0 0 0,-1 0 0,1 0 0,0 0 0,-1 1 0,1-1 0,-1 0 0,1 0 0,-1 0 0,0 0 0,1 0 0,-1 0 0,0 0 0,0 0 0,0 0 0,0 0 0,0-2 0,0 1 0,0 1 0,0-1 0,0 1 0,-1 0 0,1-1 0,0 1 0,-1 0 0,1-1 0,-1 1 0,0 0 0,1-1 0,-1 1 0,0 0 0,0 0 0,0 0 0,0 0 0,0 0 0,0 0 0,0 0 0,0 0 0,0 0 0,0 0 0,0 1 0,-1-1 0,-1-1 0,1 2-76,1 0 1,-1-1-1,0 1 0,1 0 0,-1-1 0,0 1 0,1 0 0,-1 0 1,0 1-1,1-1 0,-1 0 0,0 0 0,1 1 0,-1-1 1,1 1-1,-1 0 0,-2 1 0,-1 1-6750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38 24575,'4'-9'0,"4"-8"0,-8 16 0,1 0 0,0 0 0,-1 0 0,1 0 0,0 0 0,0 0 0,0 0 0,0 0 0,0 1 0,1-2 0,-2 2 0,1 0 0,-1 0 0,0 0 0,0-1 0,0 1 0,0 0 0,1 0 0,-1 0 0,0 0 0,0 0 0,0 0 0,1 0 0,-1 0 0,0 1 0,0-1 0,0 0 0,0 0 0,1 0 0,-1 0 0,0 0 0,0 0 0,0 0 0,0 0 0,0 0 0,1 0 0,-1 0 0,0 1 0,0-1 0,0 0 0,0 0 0,0 0 0,0 0 0,0 0 0,0 1 0,1-1 0,-1 0 0,0 0 0,0 0 0,0 0 0,0 1 0,0-1 0,0 0 0,0 0 0,0 1 0,1 8 0,-1-9 0,1 11 0,-1-7 0,0 1 0,0 0 0,1 0 0,0 0 0,1 5 0,8 19 0,-1 1 0,-2-1 0,4 33 0,-4-12 0,-4-32 0,-1-8 0,1 18 0,-4 131 0,2-150 0,2 15 0,-2-14 0,1 11 0,4 38 0,10 68 0,-13-104 0,1 26 0,-4 635 0,3-638 0,1-4 0,-4-5 0,0-6 0,4 33 0,3 28 0,-5-79 0,2 21 0,0 36 0,-4-68 0,0 22 0,4 40 0,-1-39 0,-2 0 0,-1 27 0,-1-15 0,1-20 0,1-1 0,-2 0 0,-3 27 0,2-31 0,-1 1 0,1 0 0,-1 20 0,2-28 0,1 0 0,-3 8 0,0 7 0,2-11 0,0-1 0,-1 1 0,0-1 0,-4 9 0,-1 6 0,6-18 0,0 1 0,1 0 0,-1-1 0,1 9 0,0-8 0,0 1 0,-2 12 0,2-17 0,0 0 0,-1 0 0,0 0 0,0 0 0,1 0 0,-1 0 0,0 0 0,0-1 0,-1 1 0,1 0 0,0 0 0,-3 2 0,0 0 0,0-1 0,1 1 0,-1 0 0,1 0 0,0 1 0,-3 6 0,4-9 0,1 0 0,0 1 0,1-1 0,-1 1 0,0 0 0,1-1 0,-1 1 0,1 0 0,0-1 0,0 1 0,0 0 0,0-1 0,0 1 0,2 4 0,-2-7-35,0 1 0,0-1 0,0 1 0,0 0 0,0-1 0,0 1 0,1-1 0,-1 1 0,0-1 0,0 1 0,1-1 0,-1 1 0,0-1 0,1 0 0,-1 1 0,0-1 0,1 1 0,-1-1 0,1 0 0,-1 1 0,1-1 0,-1 0 0,1 0 0,-1 1 0,1-1 0,-1 0 0,1 0 0,-1 0 0,1 1 0,-1-1 0,1 0 0,-1 0 0,1 0 0,-1 0 0,1 0 0,-1 0 0,1 0 0,0-1 0,4 1-6791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0 106 24575,'0'0'0,"0"-1"0,1 1 0,-1 0 0,0-1 0,0 1 0,0 0 0,0-1 0,1 1 0,-1 0 0,0 0 0,0-1 0,1 1 0,-1 0 0,0 0 0,0 0 0,1-1 0,-1 1 0,0 0 0,1 0 0,-1 0 0,0 0 0,0 0 0,1 0 0,-1-1 0,0 1 0,1 0 0,0 0 0,10-1 0,-9 1 0,16-1 0,0 1 0,1 1 0,18 3 0,7 1 0,-10-3 0,162 20 0,-52-12 0,-77-7 0,-4 1 0,3-1 0,-44 0 0,0-2 0,0-1 0,28-3 0,-30 1 0,25 0 0,-8 1 0,-5-2 0,12-1 0,371 4 0,-394-1 0,31-5 0,-29 3 0,23-1 0,-34 4 0,-1-1 0,14-2 0,-10 1 0,0 1 0,28 1 0,-17 0 0,-21 0 0,0 1 0,10 2 0,-9-2 0,0 0 0,6 0 0,27 3 0,8 0 0,-41-5 0,1 1 0,-1-1 0,13-2 0,34-7 0,-53 10 0,1 0 0,-1 0 0,0 0 0,0 0 0,1 0 0,-1-1 0,0 1 0,1 0 0,-1 0 0,0 0 0,0 0 0,1 0 0,-1 0 0,0 0 0,0-1 0,1 1 0,-1 0 0,0 0 0,0-1 0,0 1 0,0 0 0,0 0 0,0 0 0,0 0 0,0 0 0,0 0 0,0-1 0,0 1 0,0 0 0,0 0 0,0 0 0,0 0 0,-1 0 0,1 0 0,0 0 0,0 0 0,0-1 0,0 1 0,0 0 0,0 0 0,0 0 0,-1 0 0,1 0 0,0 0 0,-11-4 0,-17-3 0,0-2 0,-36-15 0,48 16 0,1 1 0,0 0 0,0-1 0,1-1 0,-15-11 0,29 20 0,-1 0 0,1-1 0,-1 1 0,1 0 0,0-1 0,-1 1 0,1 0 0,0-1 0,0 1 0,-1 0 0,1-1 0,0 1 0,0-1 0,-1 1 0,1 0 0,0-1 0,0 1 0,0-1 0,0 1 0,-1-1 0,2 1 0,-1-1 0,0 1 0,0 0 0,0 0 0,0-1 0,1 1 0,-1 0 0,0 0 0,0 0 0,0 0 0,1-1 0,-1 1 0,0 0 0,0 0 0,1 0 0,-1 0 0,0 0 0,0 0 0,1 0 0,-1 0 0,0 0 0,1-1 0,-1 1 0,3 0 0,0 0 0,0 0 0,0 0 0,0 1 0,3 0 0,5 2 0,1 1 0,-1 0 0,16 8 0,31 20 0,-58-31 0,68 43 0,-66-43 0,0 0 0,-1 1 0,1-1 0,0 1 0,-1-1 0,3 4 0,-4-5 0,1 1 0,-1-1 0,0 0 0,0 1 0,0-1 0,1 1 0,-1-1 0,0 1 0,0-1 0,0 0 0,0 1 0,0-1 0,0 1 0,0-1 0,0 1 0,0-1 0,0 1 0,0-1 0,0 1 0,0-1 0,0 0 0,-1 1 0,1-1 0,0 1 0,0-1 0,0 1 0,-1-1 0,1 0 0,0 1 0,-1-1 0,1 0 0,0 1 0,0-1 0,-1 0 0,1 1 0,-1-1 0,0 1 0,-2 1 0,-1-1 0,1 1 0,-1-1 0,0 1 0,1-1 0,-1 0 0,0 0 0,0-1 0,-5 1 0,-16 4 0,17-2-222,0 0-1,-1 1 0,1 0 0,1 0 1,-13 10-1,19-13 194,-5 3-6797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 24575,'1'-3'0,"0"1"0,0-1 0,0 0 0,0-5 0,0 3 0,-3 27 0,1-13 0,0 0 0,0 0 0,1 0 0,0 0 0,0 0 0,3 12 0,-2-14 0,22 124 0,-7-77 0,-9-30 0,5 42 0,-12-60 0,0-1 0,1 0 0,-1 0 0,-1 0 0,1 1 0,-2 4 0,-1 0 0,0-1 0,-5 13 0,8-21-54,-1 0-1,1 0 0,-1 0 1,1 0-1,0 0 1,0 0-1,-1 1 0,1-1 1,0 0-1,0 0 1,0 0-1,0 0 0,0 1 1,1-1-1,-1 0 0,0 0 1,1 0-1,-1 0 1,0 0-1,1 0 0,-1 0 1,1 0-1,0 1 1,0 0-1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 24575,'0'-1'0,"0"0"0,0 0 0,1 0 0,-1 0 0,0 1 0,0-1 0,0 0 0,0 0 0,1 0 0,-1 1 0,0-1 0,1 0 0,-1 1 0,1-1 0,-1 0 0,1 1 0,-1-1 0,1 0 0,-1 1 0,2-1 0,-1 0 0,1 0 0,-1 0 0,0 1 0,1-1 0,-1 0 0,1 1 0,-1-1 0,1 1 0,3-1 0,0 1 0,0 0 0,1 0 0,-1 1 0,0-1 0,8 3 0,20 2 0,-10-1 0,55 6 0,-55-7 0,-14-1 0,12 0 0,-10-2 0,8 0 0,24 4 0,-30-3 0,27 0 0,1 0 0,-18 2 0,-14-1 0,12 0 0,-1-2 0,58 4 0,-15 0 0,-1-1 0,-49-1 0,-1-1 0,1-1 0,-1 0 0,25-4 0,-21 0 0,-7 2 0,0 0 0,0 1 0,11-1 0,-4 3 0,29 3 0,-37-3 0,0 0 0,0 0 0,0-1 0,0 0 0,0-1 0,0 0 0,0 0 0,0-1 0,15-5 0,-8 2 0,3-1 0,27-7 0,-34 11 0,-4 1 0,1-1 0,16 0 0,8 2 0,48 1 0,-46 2 0,11 1 0,2-1 0,3 1 0,-40-4 0,19-1 0,-25 0 0,-5-1 0,-8-1 0,2 3-1365,1-1-5461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25 24575,'-1'-3'0,"0"0"0,0-1 0,0 1 0,-1 0 0,-2-4 0,4 7 0,0 0 0,0 0 0,0 0 0,0-1 0,0 1 0,0 0 0,0 0 0,0 0 0,0 0 0,0 0 0,0 0 0,0 0 0,0 0 0,0 0 0,0 0 0,0 0 0,0 0 0,0 0 0,0 0 0,0-1 0,-1 1 0,1 0 0,0 0 0,0 0 0,0 0 0,0 0 0,0 0 0,0 0 0,0 0 0,0 0 0,0 0 0,0 0 0,0 0 0,-1 0 0,1 0 0,0 0 0,0 0 0,0 0 0,0 0 0,0 0 0,0 0 0,0 0 0,0 0 0,-2 5 0,1 6 0,1-11 0,0 12 0,1 5 0,-5 32 0,-4 11 0,6-44 0,1 1 0,1 32 0,1-18 0,-1-16 0,0 6 0,0-1 0,4 22 0,4 16 0,-7-46 0,0-1 0,-1 19 0,0 9 0,4-15 0,-3-15 0,1 15 0,-2 139 0,3-148-22,-3-12 48,1-1-1,-1 1 0,1 5 1,-1-8-102,0 1 0,0 0 0,0 0 0,0-1-1,0 1 1,-1 0 0,1-1 0,0 1 0,0 0 0,-1-1 0,1 1 0,0 0 0,-1-1 0,1 1 0,-1 0 0,1-1 0,-1 1 0,0 0 0,-3 2-6750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1235 72 24575,'0'-1'0,"-2"-3"0,0 0 0,0 0 0,-1 1 0,-4-7 0,6 9 0,0 0 0,-1 0 0,1 0 0,0 0 0,-1 0 0,1 0 0,0 1 0,-1-1 0,1 0 0,-1 1 0,0-1 0,1 1 0,-1-1 0,1 1 0,-1 0 0,-1 0 0,-30 0 0,22 0 0,-22-2 0,-50-3 0,26 2 0,-64-5 0,-2 1 0,-58-3 0,144 10 0,-30 1 0,2 6 0,39-4 0,-19 1 0,4 0 0,-4-1 0,-67-3 0,107 0 0,-1 1 0,-10 2 0,1 0 0,-27 4 0,19-1-1365,17-5-5461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44 24575,'-1'-4'0,"-5"-16"0,6 19 0,-1 0 0,1-1 0,0 1 0,0-1 0,0 1 0,0 0 0,0-1 0,0 1 0,1-1 0,-1 1 0,1-3 0,-1 4 0,0 0 0,0 0 0,0 0 0,0 0 0,0 0 0,0 0 0,0 0 0,0 0 0,0 0 0,0 0 0,0 0 0,0 0 0,0 0 0,0 0 0,0 0 0,0 0 0,0 0 0,0 0 0,0 0 0,0 0 0,0 0 0,1-1 0,-1 1 0,0 0 0,0 0 0,0 0 0,0 0 0,0 0 0,0 0 0,0 0 0,0 0 0,0 0 0,0 0 0,0 0 0,0 0 0,0 0 0,0 0 0,0 0 0,0 0 0,0 0 0,0 0 0,0 0 0,0 0 0,0 0 0,0 0 0,1 0 0,-1 0 0,0 0 0,0 0 0,0 0 0,0 0 0,0 0 0,0 0 0,0 1 0,0-1 0,2 3 0,-1 6 0,0 26 0,-1-23 0,0-1 0,3 13 0,2 2 0,13 41 0,-16-61 15,0 0 0,0-1 0,-1 1 0,0 0 0,-1 0 0,1 1 0,-1 8 0,0-12-89,-1-1-1,1 1 1,-1 0 0,0-1 0,1 1-1,-1-1 1,0 1 0,-1-1 0,1 1-1,0-1 1,-1 0 0,1 1 0,-1-1-1,0 0 1,1 0 0,-1 0 0,0 0-1,-1-1 1,-1 3 0,-2-1-6752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37 24575,'0'0'0,"-56"-25"0,49 22 0,0 1 0,0 0 0,0 0 0,0 1 0,-1 0 0,-9 0 0,14 1 0,-1 1 0,1-1 0,0 1 0,0 0 0,-1 0 0,1 0 0,0 0 0,0 0 0,0 1 0,-3 2 0,4-3 0,0 0 0,0 0 0,1 0 0,-1 1 0,1-1 0,-1 1 0,1-1 0,0 1 0,-1-1 0,1 1 0,0 0 0,0 0 0,0-1 0,0 1 0,1 0 0,-1 0 0,0 3 0,0 0 0,1-1 0,-1 1 0,1 0 0,1 0 0,-1-1 0,1 1 0,0 0 0,0-1 0,0 1 0,0-1 0,1 1 0,0-1 0,3 6 0,2 5 0,-4-10 0,-1 0 0,1 0 0,5 7 0,-6-10 0,-1-1 0,0 0 0,0 1 0,1-1 0,-1 0 0,1 0 0,-1 0 0,1 0 0,-1 0 0,1 0 0,0-1 0,-1 1 0,1 0 0,0-1 0,2 1 0,46 2 0,11 6-1365,-53-8-5461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60 24575,'4'-17'0,"2"-6"0,-5 21 0,-1 0 0,1 0 0,0 0 0,0 0 0,1 0 0,-1 0 0,0 0 0,2-2 0,-12 13 0,2-3 0,1 0 0,0 0 0,-9 12 0,7-5 0,1 1 0,-8 24 0,-1 3 0,-42 63 0,55-100-227,1 0-1,0 0 1,0 1-1,0-1 1,-2 8-1,3-7-6598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0 24575,'-2'0'0,"1"1"0,0-1 0,0 0 0,0 1 0,0-1 0,-1 1 0,1 0 0,0-1 0,0 1 0,0 0 0,0 0 0,0-1 0,0 1 0,0 0 0,1 0 0,-1 0 0,0 0 0,0 1 0,0 0 0,1-1 0,-1 1 0,1 0 0,-1-1 0,1 1 0,0-1 0,-1 1 0,1 0 0,0-1 0,0 1 0,1 0 0,-1-1 0,0 3 0,2 3 0,0 0 0,0 0 0,1 0 0,0 0 0,0-1 0,0 1 0,9 10 0,-11-15 0,0 0 0,1 0 0,-1 0 0,0 0 0,0 0 0,0 1 0,0-1 0,0 4 0,-1-6 0,0 0 0,0 0 0,0-1 0,0 1 0,0 0 0,0 0 0,0 0 0,0 0 0,0 0 0,0 0 0,0 0 0,0 0 0,0 0 0,0 0 0,0 0 0,-1 0 0,1 0 0,0 0 0,0 0 0,0 0 0,0 0 0,0 0 0,0 0 0,0 0 0,0 0 0,0 0 0,-1 0 0,1 0 0,0 0 0,0 0 0,0 0 0,0 0 0,0 0 0,0 0 0,0 0 0,0 0 0,0 0 0,0 0 0,0 0 0,-1 0 0,1 0 0,0 0 0,0 0 0,0 0 0,0 0 0,0 0 0,0 0 0,0 1 0,0-1 0,0 0 0,0 0 0,0 0 0,0 0 0,0 0 0,0 0 0,0 0 0,0 0 0,0 0 0,0 0 0,0 1 0,0-1 0,0 0 0,0 0 0,0 0 0,0 0 0,0 0 0,0 0 0,-7-5 0,7 4 0,-12-12-1365,8 6-5461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34 24575,'1'0'0,"12"-7"0,0 0 0,21-7 0,-30 13 0,-1-1 0,1 2 0,0-1 0,0 0 0,-1 1 0,1-1 0,0 1 0,0 0 0,0 0 0,0 1 0,0-1 0,0 1 0,-1 0 0,8 2 0,-8-1 0,0 0 0,0 0 0,0 0 0,0 0 0,0 1 0,-1-1 0,1 1 0,-1 0 0,0-1 0,0 1 0,0 0 0,0 0 0,0 0 0,1 5 0,-1-4 0,-1 0 0,1 0 0,-1 0 0,0 0 0,-1 0 0,1 0 0,0 0 0,-1 0 0,0 0 0,0 0 0,-1 1 0,0 3 0,0-5 0,0 0 0,0 0 0,0 0 0,-1 0 0,1 0 0,-1 0 0,0 0 0,0-1 0,0 1 0,0-1 0,0 1 0,0-1 0,-1 0 0,1 0 0,-1 0 0,0 0 0,-5 3 0,-3 0 0,-1 0 0,0 0 0,-15 3 0,22-7 0,-19 4 101,10-3-1567,7 0-5360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29 24575,'-2'-12'0,"2"10"0,0 0 0,-1 1 0,1-1 0,0 1 0,0-1 0,0 0 0,0 1 0,0-3 0,3 17 0,-1 13 0,2-1 0,7 30 0,-9-44 0,0-1 0,-1 1 0,0 0 0,-1-1 0,0 1 0,-1 0 0,-2 16 0,0-18 0,1 0 0,-2 0 0,-7 17 0,11-26 0,0 1 0,-1-1 0,1 0 0,0 0 0,0 0 0,0 0 0,0 0 0,0 0 0,0 0 0,0 0 0,0 0 0,0 0 0,0 0 0,0 1 0,0-1 0,0 0 0,0 0 0,0 0 0,0 0 0,0 0 0,0 0 0,0 0 0,0 0 0,0 1 0,0-1 0,0 0 0,0 0 0,0 0 0,0 0 0,0 0 0,0 0 0,0 0 0,0 0 0,0 1 0,0-1 0,0 0 0,0 0 0,0 0 0,0 0 0,0 0 0,0 0 0,0 0 0,0 0 0,0 0 0,0 0 0,1 1 0,-1-2 0,0 1 0,0 0 0,1 0 0,-1 0 0,0 0 0,0 0 0,1 0 0,-1 0 0,0-1 0,0 1 0,0 0 0,0 0 0,1 0 0,-1-1 0,0 1 0,0 0 0,0 0 0,1-1 0,-1 0-105,0 0 0,1 0 0,-1 0 0,0 0 0,0 0 0,0 0 0,0 0 0,1 0 0,-1 0 0,-1 0 0,1 0 0,0-2 0,-1-1-6721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3 24575,'1'-1'0,"1"1"0,-1 0 0,0 0 0,1 0 0,-1 0 0,0 0 0,1 0 0,-1 0 0,0 1 0,1-1 0,-1 0 0,0 1 0,1-1 0,-1 1 0,0-1 0,0 1 0,2 1 0,3 1 0,0 1 0,5 6 0,-5-5 0,17 18 0,-16-16 0,1 0 0,11 9 0,-19-16 0,0 0 0,0 0 0,0 0 0,0 0 0,0-1 0,0 1 0,0 0 0,0 0 0,0 0 0,0 0 0,0 0 0,0 0 0,0 0 0,0 0 0,0 0 0,0 0 0,0 0 0,0 0 0,0 0 0,0 0 0,0 0 0,0 0 0,0 0 0,0 0 0,0 0 0,0 0 0,0 0 0,1 0 0,-1 0 0,0 0 0,0 0 0,0 0 0,0 0 0,0 0 0,0 0 0,0 0 0,0 0 0,0 0 0,0 0 0,0 0 0,0 0 0,0 0 0,0 0 0,0 0 0,0 0 0,0 0 0,0 0 0,0 0 0,-3-5 0,-6-6 0,-6-3 0,0 1 0,0 0 0,-19-10 0,27 20 0,7 3 0,-1 0 0,1 0 0,0 0 0,0 0 0,-1 0 0,1 0 0,0 0 0,0 0 0,0 0 0,-1 0 0,1 0 0,0 0 0,0 1 0,-1-1 0,1 0 0,0 0 0,0 0 0,0 0 0,0 0 0,-1 1 0,1-1 0,-1 1 0,1 0 0,-1 0 0,1 0 0,0 0 0,-1 0 0,1 0 0,0 0 0,0 0 0,0-1 0,0 1 0,0 0 0,0 1 0,0 4 0,1 1 0,0-1 0,0 0 0,3 9 0,-2-8 0,0 0 0,1 11 0,-3-17 4,0 0 1,0 0-1,0 0 0,0-1 0,0 1 0,0 0 0,0 0 0,0-1 0,0 1 1,-1 0-1,1 0 0,0-1 0,0 1 0,-1 0 0,1 0 0,0-1 0,-1 1 1,1 0-1,-1-1 0,1 1 0,-1-1 0,1 1 0,-1-1 0,1 1 0,-1-1 1,0 1-1,1-1 0,-2 1 0,0 0-118,1-1 0,-1 1-1,1-1 1,-1 0 0,0 0 0,1 0-1,-1 0 1,1 0 0,-1 0 0,0 0-1,1 0 1,-3-2 0,-3 1-6712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6 24575,'-4'-6'0,"6"12"0,2 12 0,1 0 0,0 0 0,1-1 0,11 23 0,-10-26 0,-2-1 0,0 1 0,0 1 0,2 15 0,-7-29 35,0-2-691,-1 1-88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291 26 24575,'1'-2'0,"-1"0"0,1 0 0,0 0 0,-1 0 0,1 0 0,0 0 0,0 0 0,0 0 0,0 1 0,1-1 0,-1 0 0,2-1 0,-5 4 0,0 0 0,0 0 0,1-1 0,-1 1 0,-3 0 0,-1 1 0,-1 0 0,-1-1 0,1 0 0,-1 0 0,-13 0 0,9-1 0,-12 2 0,-3 1 0,-51-2 0,50-1 0,19 0 67,-15-4 0,-2 1-1566,20 3-5327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32 24575,'-1'-1'0,"0"0"0,-1 0 0,1 1 0,0-1 0,0 1 0,-1-1 0,1 1 0,-1-1 0,1 1 0,0 0 0,-3-1 0,4 1 0,-1 0 0,1 0 0,-1 1 0,1-1 0,-1 0 0,1 0 0,-1 0 0,1 1 0,-1-1 0,1 0 0,-1 0 0,1 1 0,0-1 0,-1 0 0,1 1 0,-1-1 0,1 0 0,0 1 0,-1-1 0,1 1 0,0-1 0,0 1 0,-1-1 0,1 1 0,0-1 0,0 1 0,0-1 0,0 1 0,-1-1 0,1 1 0,0-1 0,0 1 0,0 0 0,0 3 0,-1 0 0,1 0 0,0 1 0,0-1 0,0 0 0,1 0 0,-1 0 0,1 1 0,0-1 0,0 0 0,1 0 0,-1 0 0,1 0 0,3 6 0,-4-10 0,-1 1 0,0-1 0,1 1 0,-1-1 0,0 1 0,1-1 0,-1 0 0,1 1 0,-1-1 0,0 0 0,1 1 0,-1-1 0,1 0 0,-1 0 0,1 1 0,0-1 0,-1 0 0,1 0 0,-1 0 0,0 0 0,0 0 0,1 0 0,-1 0 0,0 0 0,0 0 0,0-1 0,1 1 0,-1 0 0,0 0 0,0 0 0,0 0 0,1 0 0,-1 0 0,0-1 0,0 1 0,0 0 0,0 0 0,1 0 0,-1-1 0,0 1 0,0 0 0,0-1 0,1 0 0,-1 0 0,1 0 0,-1-1 0,0 1 0,1 0 0,-1-1 0,0 1 0,0 0 0,0-1 0,0 1 0,-1-3 0,-1-5 0,0 0 0,-1 0 0,0 0 0,-1 0 0,0 1 0,0-1 0,-10-14 0,13 23 0,1 0 0,0-1 0,0 1 0,-1 0 0,1-1 0,0 1 0,0 0 0,-1-1 0,1 1 0,0 0 0,-1 0 0,1-1 0,0 1 0,-1 0 0,1 0 0,-1 0 0,1-1 0,0 1 0,-2 0 0,2 0 0,0 0 0,0 0 0,-1 0 0,1 1 0,0-1 0,0 0 0,0 0 0,-1 0 0,1 0 0,0 0 0,0 1 0,0-1 0,0 0 0,0 0 0,-1 0 0,1 1 0,0-1 0,0 0 0,0 0 0,0 0 0,0 1 0,0-1 0,0 0 0,0 1 0,-1 1 0,1 0 0,0 0 0,-1 0 0,1 0 0,0 0 0,1 4 0,0 0 0,1 0 0,0 0 0,0 0 0,5 10 0,16 22 0,-16-31 0,-7-7 0,0 0 0,0 1 0,0-1 0,0 0 0,0 0 0,1 0 0,-1 0 0,0 0 0,0 0 0,0 0 0,0 0 0,0 0 0,0 0 0,0 0 0,1 0 0,-1 0 0,0 0 0,0 0 0,0 0 0,0 0 0,0 0 0,0 0 0,0 0 0,1 0 0,-1 0 0,0 0 0,0 0 0,0 0 0,0 0 0,0-1 0,1 1 0,-1 0 0,0-1 0,0 1 0,0 0 0,0 0 0,0-1 0,0 1 0,0 0 0,0-1 0,0 1 0,0 0 0,0-1 0,0 1 0,0-1 0,-2-4 0,1 0 0,-1 0 0,0 0 0,0 1 0,0-1 0,-1 1 0,-5-9 0,-1 0 0,5 5 0,-1 1 0,-11-12 0,16 19 0,0-1 0,0 1 0,0 0 0,0 0 0,0 0 0,-1 0 0,1-1 0,0 1 0,0 0 0,0 0 0,0 0 0,0 0 0,-1 0 0,1 0 0,0 0 0,0 0 0,0 0 0,-1 0 0,1-1 0,0 1 0,0 0 0,0 0 0,0 0 0,-1 0 0,1 0 0,0 0 0,-2 5 0,3 6 0,2 1 0,1 0 0,1-1 0,5 13 0,3 4-1365,-11-25-5461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81 24575,'-23'1'0,"-26"-2"0,48 1 0,-1 0 0,0-1 0,1 1 0,-1 0 0,1-1 0,-3 0 0,4 1 0,0-1 0,-1 1 0,1 0 0,0 0 0,-1 0 0,1 0 0,0-1 0,-1 1 0,1 0 0,0-1 0,-1 1 0,1 0 0,0 0 0,0-1 0,-1 1 0,1 0 0,0-1 0,0 1 0,0-1 0,0 1 0,-1 0 0,1-1 0,0 1 0,0 0 0,0-1 0,0 1 0,0-1 0,0 1 0,0-1 0,0 1 0,0-1 0,1 1 0,-1 0 0,0-1 0,0 1 0,0 0 0,1-1 0,-1 1 0,0 0 0,1 0 0,-1-1 0,0 1 0,0 0 0,1 0 0,-1 0 0,0-1 0,1 1 0,-1 0 0,1 0 0,-1 0 0,0 0 0,1 0 0,-1 0 0,0 0 0,1 0 0,-1 0 0,0 0 0,1 0 0,-1 0 0,1 0 0,-1 0 0,1 0 0,12 3 0,-1 1 0,0 0 0,24 4 0,-20-5 0,-11-2 0,1 0 0,9 1 0,-4-3 0,21-2 0,-20 1 0,15 0 0,314 2 0,-297 4 0,1 0 0,-34-4 0,1 0 0,14 4 0,-6-2 0,0 0 0,33-3 0,-18 1 0,115 0 0,-137 0 0,14 3 0,10 1 0,-20-4 0,22 4 0,-16-2 0,0 0 0,29-3 0,-14 1 0,-28 0 0,1 0 0,17 4 0,-18-3 0,1 0 0,17 0 0,-18-2 0,0 2 0,0-1 0,10 3 0,-7-1 0,0-1 0,0 1 0,0-2 0,21-1 0,-11-3 0,-14 3 0,15-1 0,165 2 0,-176-1 0,14-2 0,9 0 0,10-1 0,3 0 0,-40 4 0,15-3 0,-14 1 0,13 0 0,10 3 0,26-2 0,-43-2 0,-15 3 0,0-1 0,0 1 0,0 0 0,-1-1 0,1 1 0,0 0 0,0-1 0,-1 1 0,1-1 0,0 1 0,-1-1 0,1 0 0,0 1 0,-1-1 0,2-1 0,-2 2 0,0-1 0,0 1 0,0 0 0,0-1 0,0 1 0,0 0 0,0 0 0,0-1 0,0 1 0,0 0 0,0-1 0,0 1 0,-1 0 0,1-1 0,0 1 0,0 0 0,0 0 0,0-1 0,0 1 0,-1 0 0,1 0 0,0-1 0,0 1 0,0 0 0,-1 0 0,1 0 0,0-1 0,0 1 0,-1 0 0,1 0 0,-1 0 0,-8-5 0,8 5 0,-92-37 0,36 11 0,56 26 0,1 0 0,-1 0 0,1-1 0,-1 1 0,1 0 0,0-1 0,-1 1 0,1 0 0,-1-1 0,1 1 0,0 0 0,-1-1 0,1 1 0,-1-1 0,1 1 0,0 0 0,0-1 0,0 1 0,0 0 0,0 0 0,0 0 0,0 0 0,0 0 0,0 0 0,0 0 0,0 0 0,0 0 0,0 0 0,0 0 0,0 0 0,0 0 0,0 0 0,1 0 0,-1 0 0,0 0 0,0 0 0,0 0 0,0 0 0,0 0 0,0 0 0,0 0 0,0 0 0,0 0 0,0 0 0,0 0 0,0-1 0,0 1 0,0 0 0,0 0 0,0 0 0,0 0 0,0 0 0,0 0 0,0 0 0,0 0 0,0 0 0,0 0 0,0 0 0,0 0 0,1 0 0,-1 0 0,0 0 0,5 2 0,60 30 0,63 38 0,-126-68 0,0-1 0,0 0 0,0 1 0,0-1 0,0 1 0,0 0 0,2 3 0,-4-5 0,1 1 0,-1-1 0,0 1 0,0-1 0,1 1 0,-1-1 0,0 1 0,0-1 0,0 1 0,1-1 0,-1 1 0,0-1 0,0 1 0,0 0 0,0-1 0,0 1 0,0-1 0,0 1 0,-1-1 0,1 1 0,0-1 0,0 1 0,0-1 0,0 1 0,-1-1 0,1 1 0,0-1 0,0 1 0,-1-1 0,1 1 0,-1-1 0,1 1 0,0-1 0,-1 0 0,1 1 0,-1-1 0,1 0 0,-1 1 0,0-1 0,-2 2 0,-1 0 0,0 0 0,0-1 0,-1 1 0,1-1 0,0 0 0,0 0 0,-1-1 0,-5 1 0,-6 1 0,13-2-59,-8 2 152,-15 4 1,23-5-281,-1 1 1,1-1-1,0 1 0,-1 0 1,1 0-1,0 0 1,-6 4-1,3 0-6639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5 24575,'-2'-5'0,"3"5"0,5 6 0,-5-5 0,57 53 0,83 58 0,-119-95 0,-46-33-1365,19 13-5461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30 24575,'0'0'0,"-1"-3"0,0 0 0,0 1 0,0 0 0,0-1 0,0 1 0,0 0 0,0-1 0,-1 1 0,1 0 0,-3-3 0,3 5 0,1 0 0,0 0 0,0 0 0,0 0 0,-1 0 0,1 0 0,0 0 0,0 0 0,-1-1 0,1 1 0,0 0 0,0 0 0,-1 0 0,1 0 0,0 0 0,0 0 0,-1 0 0,1 0 0,0 0 0,0 1 0,-1-1 0,1 0 0,0 0 0,0 0 0,0 0 0,-1 0 0,1 0 0,0 0 0,0 1 0,0-1 0,-1 0 0,1 0 0,0 0 0,0 0 0,0 1 0,0-1 0,-1 0 0,1 0 0,0 1 0,-6 10 0,4-7 0,-2 3 0,-1-1 0,1 0 0,-12 11 0,11-12 0,0 1 0,0-1 0,1 1 0,-7 11 0,8-12 0,1 0 0,-1-1 0,0 1 0,0-1 0,0 0 0,0 0 0,-1 0 0,0 0 0,0-1 0,0 1 0,0-1 0,0 0 0,-1 0 0,-4 2 0,-13 4-1365,16-8-5461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24575,'0'1'0,"0"2"0,2 1 0,-1 2 0,1 0 0,0 1 0,2 1 0,-1-1 0,2-1 0,-1 0 0,-1 0 0,0-1 0,0-1 0,-1 1 0,-2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42 24575,'-8'-4'0,"-35"-18"0,35 18 0,1 1 0,-1 1 0,-15-4 0,22 6 0,-1-1 0,0 1 0,1 0 0,-1 0 0,1 0 0,-1 0 0,0 0 0,1 1 0,-1-1 0,0 0 0,1 1 0,-1-1 0,1 1 0,-4 1 0,4-1 0,1 0 0,-1-1 0,0 1 0,0 0 0,0 0 0,0 0 0,1 0 0,-1 0 0,0 0 0,1 0 0,-1 0 0,1 0 0,-1 0 0,1 0 0,-1 1 0,1-1 0,0 0 0,0 0 0,0 0 0,-1 2 0,1 2 0,0 0 0,1 0 0,-1 0 0,1 0 0,2 6 0,8 23 0,-2-11 0,-5-10 0,-1 0 0,-1 0 0,1 14 0,1 5 0,-2-15 0,-1-11 0,-1 0 0,1 0 0,0 0 0,4 10 0,-5-15 0,1 0 0,-1 1 0,1-1 0,0 0 0,0 1 0,0-1 0,-1 0 0,1 0 0,0 0 0,1 0 0,-1 0 0,0 0 0,0 0 0,0 0 0,1 0 0,-1 0 0,0-1 0,1 1 0,-1-1 0,0 1 0,1-1 0,-1 1 0,3-1 0,7 1 0,0 0 0,19-2 0,-3 0 0,-25 1-105,-1 0 0,1 0 0,0 0 0,-1 0 0,1-1 0,-1 1 0,1-1 0,0 1 0,-1-1 0,1 1 0,-1-1 0,3-1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24575,'1'5'0,"-1"1"0,1-1 0,0 0 0,0 0 0,1 1 0,0-1 0,0 0 0,0 0 0,3 5 0,-2-6 0,-1 0 0,1 0 0,0 0 0,0 0 0,0-1 0,0 1 0,0-1 0,1 0 0,0 0 0,-1 0 0,8 3 0,-11-5 0,1-1 0,-1 0 0,1 0 0,-1 0 0,0 1 0,1-1 0,-1 0 0,1 0 0,-1 0 0,1 0 0,-1 0 0,0 0 0,1 0 0,-1 0 0,1 0 0,-1 0 0,1 0 0,-1 0 0,1 0 0,-1 0 0,0 0 0,1-1 0,-1 1 0,1 0 0,-1 0 0,0 0 0,1-1 0,-1 1 0,0 0 0,1 0 0,-1-1 0,0 1 0,1 0 0,-1-1 0,0 1 0,1 0 0,-1-1 0,0 1 0,0-1 0,0 1 0,1 0 0,-1-1 0,0 1 0,0-1 0,0 1 0,0-1 0,0 0 0,1-3 0,-1 0 0,1 0 0,-1-1 0,-1-4 0,1 5 0,-1-8 0,1 3 0,0-14 0,0 21 0,0 0 0,1 0 0,-1 0 0,1 0 0,-1 1 0,1-1 0,0 0 0,-1 0 0,1 0 0,0 0 0,0 1 0,2-4 0,-2 5 0,-1-1 0,1 0 0,0 1 0,0-1 0,-1 0 0,1 1 0,0-1 0,0 1 0,0 0 0,0-1 0,-1 1 0,1-1 0,0 1 0,0 0 0,0 0 0,0 0 0,0 0 0,1-1 0,0 2 0,-1-1 0,1 0 0,0 0 0,-1 1 0,1-1 0,0 1 0,-1-1 0,1 1 0,2 1 0,1 2 0,1 1 0,-1-1 0,10 10 0,-13-12 0,26 24 0,-19-18 0,1 1 0,14 18 0,-23-27 10,-1 1 0,1 0 0,-1-1 0,0 1 0,1 0 0,-1-1 0,0 1 0,0 0 0,1 0 0,-1-1 0,0 2 0,0-1-43,0-1 0,0 0 0,0 0 0,0 1 0,0-1 0,0 0 0,0 0 0,0 0 0,-1 1 0,1-1 0,0 0 0,0 0 0,0 0 0,0 1 0,0-1 0,0 0 0,-1 0 0,1 0 0,0 0 0,0 0 0,0 1 0,0-1 0,-1 0 0,1 0 0,0 0 0,0 0 0,0 0 0,-1 0 0,1 0 0,0 0 0,0 0 0,-1 0 0,1 0 0,0 0 0,0 0 0,0 0 0,-1 0 0,1 0 0,0 0 0,0 0 0,0 0 0,-1 0 0,1 0 0,0 0 0,-4-1-6793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24575,'6'-1'0,"5"-3"0,0 1 0,0 1 0,16-2 0,-24 3 0,0 1 0,1 0 0,-1 0 0,0 1 0,1-1 0,-1 1 0,0 0 0,0 0 0,1 0 0,-1 0 0,0 0 0,0 1 0,0-1 0,-1 1 0,1 0 0,3 3 0,-1-1 0,4 3 0,9 11 0,-16-15 0,0-1 0,0 1 0,0 0 0,0-1 0,-1 1 0,1 0 0,-1 0 0,0 0 0,1 4 0,7 40 0,5 19 0,-4-36 0,3 8 0,-12-33 0,0 0 0,0 0 0,-1 0 0,1 0 0,-1 9 0,0-13 0,0-1 0,0 1 0,-1 0 0,1 0 0,0 0 0,0 0 0,-1-1 0,1 1 0,0 0 0,-1 0 0,1 0 0,-1-1 0,1 1 0,-1 0 0,1-1 0,-1 1 0,1 0 0,-2 0 0,1 0 0,0-1 0,-1 1 0,1 0 0,0-1 0,-1 1 0,1-1 0,0 0 0,-1 1 0,1-1 0,-2 0 0,-3 0 0,1 0 0,-1 0 0,1-1 0,-9-2 0,-12-3-24,14 3-423,0 0 0,-21-2 0,26 5-6379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23 24575,'-2'-3'0,"-1"1"0,1 0 0,-1 0 0,1 0 0,-1 0 0,0 1 0,0-1 0,0 1 0,0 0 0,0-1 0,-4 1 0,5 0 0,-1 1 0,1-1 0,-1 1 0,0 0 0,1 0 0,-1 0 0,1 1 0,-1-1 0,1 1 0,-1-1 0,1 1 0,-1 0 0,1 0 0,-4 2 0,1-1 0,2 0 0,0-1 0,0 1 0,0 0 0,0 1 0,-4 2 0,7-4 0,-1-1 0,1 0 0,-1 1 0,1-1 0,0 1 0,0-1 0,-1 1 0,1-1 0,0 1 0,0-1 0,-1 1 0,1-1 0,0 1 0,0-1 0,0 1 0,0-1 0,0 2 0,0-1 0,0-1 0,1 1 0,-1 0 0,0-1 0,0 1 0,1 0 0,-1-1 0,1 1 0,-1-1 0,0 1 0,1-1 0,-1 1 0,1-1 0,0 1 0,-1-1 0,1 1 0,0 0 0,99 67 0,-98-67 0,-1 0 0,0 0 0,0 0 0,1 0 0,-1 0 0,0 1 0,0-1 0,0 0 0,0 1 0,-1-1 0,1 1 0,0-1 0,-1 1 0,2 1 0,-2-2 0,0 0 0,0-1 0,0 1 0,0 0 0,0 0 0,0-1 0,0 1 0,0 0 0,-1-1 0,1 1 0,0 0 0,0-1 0,-1 1 0,1 0 0,0-1 0,-1 1 0,1 0 0,0-1 0,-1 1 0,1-1 0,-1 1 0,1-1 0,-1 1 0,1-1 0,-1 1 0,1-1 0,-1 1 0,0-1 0,1 0 0,-1 1 0,0-1 0,1 0 0,-1 0 0,-1 1 0,-4 0 0,0 0 0,-1 0 0,1 0 0,-1-1 0,1 1 0,-11-3 0,1 2 0,-5 0 0,12 0 0,0 0 0,-18-2 0,27 2 0,-1 0 0,0 0 0,0 0 0,0-1 0,1 1 0,-1 0 0,0-1 0,0 1 0,1 0 0,-1-1 0,0 1 0,1-1 0,-1 1 0,0-1 0,1 1 0,-1-1 0,1 1 0,-1-1 0,0-1 0,1 2 0,0-1 0,-1 0 0,1 1 0,0-1 0,0 0 0,0 0 0,0 1 0,0-1 0,0 0 0,1 1 0,-1-1 0,0 0 0,0 1 0,0-1 0,1 0 0,-1 1 0,0-1 0,0 0 0,1 1 0,-1-1 0,1 0 0,-1 1 0,1-1 0,1-2-227,1 1-1,0-1 1,-1 1-1,1-1 1,6-2-1,-5 2-6598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69 24575,'-4'-2'0,"0"-1"0,0 0 0,0 0 0,0 1 0,-1-1 0,1 1 0,-1 0 0,0 1 0,-5-2 0,9 2 0,1 1 0,-1 0 0,1 0 0,-1 0 0,1 0 0,0 0 0,-1 0 0,1 0 0,-1 0 0,1 0 0,-1 0 0,1 0 0,-1 0 0,1 0 0,0 0 0,-1 1 0,1-1 0,-1 0 0,1 0 0,-1 0 0,1 1 0,0-1 0,-1 1 0,1-1 0,0 1 0,-1-1 0,1 0 0,0 1 0,0-1 0,0 1 0,0-1 0,0 1 0,0-1 0,0 0 0,0 1 0,0-1 0,1 1 0,-1-1 0,0 1 0,0-1 0,0 0 0,0 1 0,1 0 0,1 2 0,0 0 0,0 0 0,0 0 0,4 3 0,-1 0 0,1 0 0,0 0 0,12 7 0,-14-11 0,-1 0 0,0 0 0,1 0 0,-1-1 0,1 0 0,0 1 0,-1-1 0,1-1 0,0 1 0,5 0 0,-6-1 0,0 0 0,0 0 0,0 0 0,0 0 0,0 0 0,3-1 0,-5 1 0,0-1 0,-1 1 0,1 0 0,0 0 0,-1-1 0,1 1 0,0 0 0,-1-1 0,1 1 0,-1-1 0,1 1 0,-1-1 0,1 1 0,-1-1 0,1 1 0,-1-1 0,0 1 0,1-1 0,-1 0 0,1 1 0,-1-1 0,0 0 0,0 1 0,0-1 0,1 0 0,-1 0 0,0-2 0,1 0 0,-1 0 0,0 0 0,0 0 0,-1 0 0,1 0 0,0 0 0,-1 0 0,0 0 0,0 0 0,0 0 0,-1-3 0,4 10 0,0 0 0,1 1 0,-1-1 0,1-1 0,5 7 0,-5-6 0,1 0 0,0-1 0,0 0 0,0 0 0,1 0 0,-1 0 0,0-1 0,1 1 0,0-1 0,0 0 0,0-1 0,7 2 0,-11-2 0,0-1 0,-1 0 0,1 0 0,0 0 0,0 0 0,0 0 0,0 0 0,0 0 0,0 0 0,0-1 0,0 1 0,0 0 0,0-1 0,0 1 0,0 0 0,0-1 0,-1 1 0,1-1 0,1 0 0,-1 0 0,0 0 0,0-1 0,0 1 0,0 0 0,-1 0 0,1 0 0,0-1 0,-1 1 0,1 0 0,-1-1 0,0 1 0,1-2 0,0-1 0,-1 0 0,0 0 0,0-1 0,0 1 0,0 0 0,-1 0 0,0 0 0,-1-6 0,2 10 0,0-1 0,-1 0 0,1 0 0,0 1 0,0-1 0,0 0 0,0 0 0,0 0 0,0 1 0,0-1 0,1-1 0,-1 2 0,0 0 0,0-1 0,0 1 0,0 0 0,0 0 0,0 0 0,0 0 0,0 0 0,0 0 0,0 0 0,0 0 0,0 0 0,0 0 0,0 0 0,0 0 0,0 0 0,1-1 0,-1 1 0,0 0 0,0 0 0,0 0 0,0 0 0,0 0 0,0 0 0,0 0 0,0 0 0,0 0 0,0 0 0,0 0 0,1 0 0,-1 0 0,0 0 0,0 0 0,0 0 0,0 0 0,5 5 0,3 5 0,16 19 0,-21-27 0,-1 1 0,1-1 0,0 1 0,0-1 0,0 0 0,0 0 0,7 3 0,-9-5 0,0 0 0,-1 0 0,1 1 0,0-1 0,0 0 0,-1 0 0,1 0 0,0 0 0,0 0 0,-1 0 0,1 0 0,0 0 0,0 0 0,-1 0 0,1 0 0,0 0 0,0-1 0,-1 1 0,1 0 0,0-1 0,-1 1 0,1 0 0,0-1 0,-1 1 0,1-1 0,-1 1 0,1-1 0,-1 1 0,1-1 0,-1 1 0,1-1 0,0 0 0,1-2 0,-1-1 0,1 1 0,-1 0 0,0-1 0,1-4 0,0 3 0,-2 4 0,0 1 0,0 0 0,0 0 0,0 0 0,0 0 0,0 0 0,0 0 0,0 0 0,0-1 0,0 1 0,0 0 0,0 0 0,0 0 0,0 0 0,0 0 0,0 0 0,0 0 0,0 0 0,0 0 0,1-1 0,-1 1 0,0 0 0,0 0 0,0 0 0,0 0 0,0 0 0,0 0 0,0 0 0,1 0 0,-1 0 0,0 0 0,0 0 0,4 2 0,3 9 0,-5-8 0,-2-2 0,1 0 0,0 0 0,0 1 0,0-1 0,1 0 0,-1 0 0,0 0 0,0 0 0,1 0 0,-1 0 0,0-1 0,1 1 0,-1 0 0,1-1 0,-1 1 0,1-1 0,1 1 0,2-1 0,-1 0 0,0 0 0,1 0 0,-1 0 0,5-2 0,-9 2 0,2-1 0,1 1 0,-1 0 0,0-1 0,0 1 0,1 0 0,-1 0 0,1 0 0,-1 0 0,0 1 0,0-1 0,1 1 0,-1-1 0,0 1 0,0 0 0,1 0 0,2 2 0,-3-2 0,1 0 0,-1 0 0,1 0 0,0 0 0,0 0 0,-1-1 0,1 1 0,0-1 0,3 0 0,25-1 0,-30 1 0,1 0 0,1-1 0,0 1 0,0-1 0,0 0 0,-1 0 0,1 0 0,0 0 0,-1 0 0,1-1 0,-1 1 0,1-1 0,-1 1 0,0-1 0,0 0 0,0 0 0,0 0 0,0 0 0,0 0 0,0-1 0,-1 1 0,1 0 0,-1-1 0,1 0 0,-1 1 0,0-1 0,0 1 0,0-1 0,-1 0 0,1 0 0,-1 0 0,1-4 0,-1 2 0,0 1 0,0 0 0,-1 0 0,1 0 0,-2-6 0,1 9 0,1 0 0,-1-1 0,1 1 0,-1 0 0,0-1 0,1 1 0,-1 0 0,0-1 0,0 1 0,0 0 0,0 0 0,0 0 0,0 0 0,0 0 0,0 0 0,0 0 0,-1 0 0,-1 0 0,3 1 0,-1-1 0,1 1 0,-1 0 0,1 0 0,-1 0 0,1 0 0,-1 0 0,1-1 0,-1 1 0,1 0 0,-1 0 0,0 0 0,1 1 0,-1-1 0,1 0 0,-1 0 0,1 0 0,-1 0 0,1 0 0,-1 1 0,1-1 0,-1 0 0,1 1 0,-1-1 0,0 1 0,0 0 0,0 0 0,0 0 0,0 0 0,1 0 0,-1 0 0,1 0 0,-2 2 0,0 1 0,1 1 0,0-1 0,0 0 0,-1 8 0,2-7 0,-1 0 0,2 1 0,-1-1 0,0 0 0,1 0 0,0 0 0,1 0 0,-1 0 0,4 9 0,-3-11 0,0 1 0,0 0 0,0 0 0,0-1 0,1 1 0,0-1 0,0 0 0,-1 1 0,2-1 0,-1-1 0,0 1 0,5 2 0,-6-3 10,1-1 0,0 0 0,-1 0 0,1 0 0,0 0 0,0-1 0,-1 1 0,1-1 0,0 0 0,0 0 0,3 0 0,-2 0-196,0-1 1,0 1-1,0-1 0,0 0 1,0 0-1,0 0 1,4-3-1,-2 1-6640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37 24575,'-6'-3'0,"-51"-19"0,48 19 0,0 1 0,0 0 0,-1 0 0,-11 0 0,21 2 0,-1-1 0,0 1 0,0 0 0,1 0 0,-1 1 0,0-1 0,1 0 0,-1 0 0,0 0 0,0 0 0,1 1 0,-1-1 0,0 0 0,1 1 0,-1-1 0,0 1 0,0-1 0,1 1 0,0-1 0,-1 1 0,1-1 0,0 0 0,0 1 0,-1-1 0,1 1 0,0-1 0,0 1 0,0-1 0,0 1 0,0-1 0,-1 1 0,1-1 0,0 1 0,0 0 0,1 1 0,-1 0 0,0 0 0,1 0 0,-1-1 0,1 1 0,0 0 0,-1 0 0,1-1 0,0 1 0,0 0 0,1 1 0,2 1 0,1 1 0,-1-1 0,1 1 0,0-1 0,0-1 0,0 1 0,0-1 0,1 0 0,0 0 0,-1 0 0,1-1 0,12 3 0,-16-4 0,-1-1 0,1 0 0,0 1 0,-1-1 0,1 0 0,0 0 0,-1-1 0,1 1 0,0 0 0,0 0 0,-1-1 0,1 1 0,-1-1 0,4-1 0,-4 1 0,0 1 0,0-1 0,0 0 0,0 0 0,0 1 0,0-1 0,0 0 0,0 0 0,-1 0 0,1 0 0,0 0 0,-1 0 0,1-1 0,-1 1 0,1 0 0,-1 0 0,1 0 0,-1 0 0,0-1 0,1-1 0,-1-1 0,0 3 0,0 1 0,0-1 0,0 0 0,0 0 0,0 0 0,0 1 0,0-1 0,0 0 0,0 0 0,1-1 0,-1 2 0,0 0 0,0 0 0,0 0 0,1 0 0,-1 0 0,0 0 0,0 0 0,0 0 0,0 0 0,0 0 0,0 0 0,0 0 0,0 0 0,0 0 0,0 0 0,0 0 0,0 0 0,0 0 0,0 0 0,0 0 0,1 0 0,-1 0 0,0 0 0,0 0 0,0 0 0,0 0 0,0 0 0,0 0 0,0 0 0,0 0 0,0 0 0,0 0 0,0 1 0,0-1 0,0 0 0,0 0 0,0 0 0,0 0 0,0 0 0,0 0 0,0 0 0,0 0 0,0 0 0,0 0 0,0 0 0,0 0 0,0 0 0,0 0 0,0 0 0,0 0 0,0 1 0,2 3 0,-2-3 0,3 10 0,7 14 0,-9-22 0,1 0 0,-1 0 0,1 0 0,0-1 0,0 1 0,0 0 0,0-1 0,0 1 0,4 2 0,-1-2-1365,-1-2-5461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72 24575,'-9'-9'0,"-30"-25"0,32 29 0,1 0 0,-2 0 0,-12-6 0,19 10 0,0 1 0,0 0 0,0-1 0,0 1 0,0 0 0,0 0 0,0-1 0,0 1 0,1 0 0,-1 0 0,0 0 0,0 0 0,0 0 0,0 0 0,0 1 0,-2-1 0,3 1 0,-1-1 0,0 0 0,1 1 0,-1-1 0,1 1 0,-1-1 0,1 1 0,-1-1 0,1 1 0,-1 0 0,1-1 0,-1 1 0,1 0 0,0-1 0,-1 1 0,1 0 0,0-1 0,0 1 0,0 0 0,-1-1 0,1 2 0,0 4 0,-1-1 0,1 1 0,0 0 0,1-1 0,0 1 0,-1-1 0,4 11 0,1-2 0,11 24 0,5-1 0,1 0 0,-22-36 0,0-1 0,1 1 0,-1-1 0,0 0 0,0 1 0,0-1 0,0 1 0,1-1 0,-1 1 0,0-1 0,0 1 0,0-1 0,0 1 0,0-1 0,0 1 0,0-1 0,0 1 0,0-1 0,0 1 0,-1-1 0,1 1 0,0-1 0,0 1 0,0-1 0,-1 1 0,0 0 0,1-1 0,-1 1 0,0-1 0,1 1 0,-1-1 0,0 1 0,0-1 0,0 0 0,1 0 0,-1 1 0,0-1 0,0 0 0,0 0 0,-1 0 0,-14 1-90,1-2 1,0 0-1,0 0 0,-21-6 0,20 4-826,6 2-5910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24575,'-1'1'0,"-1"2"0,2 2 0,0 1 0,2 2 0,2 1 0,1 1 0,0 0 0,0-1 0,-1 0 0,1-1 0,-2-1-8191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24575,'0'1'0,"0"2"0,0 2 0,0 0 0,0 2 0,0 0 0,0-1-8191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24575,'7'9'0,"15"20"0,-20-26 0,1 0 0,0 0 0,1 0 0,-1 0 0,0 0 0,6 2 0,-8-5 0,-1 1 0,1-1 0,0 1 0,0-1 0,0 0 0,0 1 0,0-1 0,0 0 0,0 0 0,0 0 0,0 0 0,0 0 0,0 0 0,0 0 0,0 0 0,0 0 0,0 0 0,0 0 0,0-1 0,0 1 0,-1 0 0,3-1 0,-2 0 0,1 0 0,-1-1 0,0 1 0,0 0 0,1 0 0,-1-1 0,0 1 0,0 0 0,-1-1 0,1 1 0,0-1 0,1-2 0,-2 3 0,1-1 0,-1 1 0,1 0 0,0-1 0,0 1 0,0 0 0,-1-1 0,1 1 0,2-2 0,-2 3 0,0-1 0,-1 1 0,1 0 0,-1-1 0,1 1 0,0 0 0,-1 0 0,1 0 0,0-1 0,-1 1 0,1 0 0,0 0 0,0 0 0,-1 0 0,1 0 0,0 0 0,-1 0 0,1 1 0,0-1 0,-1 0 0,1 0 0,0 0 0,1 1 0,1 1-136,0 0-1,1 0 1,-1 0-1,0 1 1,-1-1-1,1 1 1,0 0-1,-1-1 0,5 7 1,-3-3-6690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51 24575,'36'112'0,"-20"-63"0,-11-33 0,-4-9 0,-1-6 0,0-1 0,-11-23 0,-19-46 0,26 59 0,1-1 0,0 1 0,1-1 0,-2-19 0,4 26 0,0 0 0,0 0 0,1 0 0,-1 0 0,1 0 0,0 0 0,0 0 0,0 0 0,0 0 0,1 1 0,2-5 0,-3 7 0,0-1 0,0 1 0,0-1 0,0 1 0,0 0 0,0-1 0,0 1 0,1 0 0,-1 0 0,1 0 0,-1 0 0,0 0 0,1 0 0,0 1 0,-1-1 0,1 0 0,-1 1 0,1 0 0,0-1 0,0 1 0,-1 0 0,1-1 0,0 1 0,0 0 0,-1 0 0,1 1 0,0-1 0,1 1 0,-1-1 0,0 1 0,0-1 0,0 1 0,0 0 0,0 0 0,0 0 0,0 0 0,-1 0 0,1 0 0,0 0 0,-1 1 0,1-1 0,-1 1 0,1-1 0,-1 1 0,0 0 0,2 2 0,-2-3 0,0 1 0,-1-1 0,1 0 0,-1 0 0,0 1 0,1-1 0,-1 0 0,0 1 0,0-1 0,0 0 0,0 1 0,0-1 0,0 0 0,0 1 0,0-1 0,0 0 0,-1 0 0,1 1 0,0-1 0,-1 0 0,1 0 0,-1 1 0,0-1 0,1 0 0,-1 0 0,0 0 0,0 0 0,-1 2 0,0-1 0,-1-1 0,1 1 0,0 0 0,-1-1 0,1 0 0,-1 1 0,1-1 0,-5 1 0,-22 5 0,29-6 0,-15 1-1365,9-2-5461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9 24575,'-1'-1'0,"-3"-5"0,4 4 0,3 4 0,12 12 0,-11-10 0,1 0 0,0 0 0,10 7 0,-10-8 0,0-1 0,9 4 0,-13-6 0,1 1 0,0-1 0,-1 0 0,1 1 0,0-1 0,-1 0 0,1 0 0,0 0 0,-1 0 0,1 0 0,0 0 0,-1-1 0,3 0 0,-4 1 5,1 0 0,-1 0 0,1-1-1,0 1 1,-1-1 0,1 1 0,-1 0 0,1-1-1,-1 1 1,0-1 0,1 1 0,-1-1 0,1 0-1,-1 1 1,0-1 0,0 1 0,1-1-1,-1 1 1,0-1 0,0 0 0,0 1 0,1-1-1,-1 0 1,0 0 0,0-1-191,0 0 1,0 0-1,0 0 0,-1 0 1,1 0-1,0 0 1,-2-2-1,1 0-6640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24575,'1'0'0,"0"0"0,0 0 0,0 1 0,0-1 0,0 0 0,-1 1 0,1-1 0,0 0 0,0 1 0,0-1 0,-1 1 0,1-1 0,0 1 0,0 0 0,-1-1 0,2 2 0,8 13 0,-5-7 0,-1 0 0,-1 0 0,0 0 0,3 11 0,7 37 0,-9-36 0,5 29-682,4 92-1,-12-134-6143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24575,'0'0'-8191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9 24575,'-1'-3'0,"0"-1"0,0 2 0,2 3 0,1 1 0,0 1 0,0 2 0,1 0 0,0 2 0,-1 0 0,-1 0 0,0 0 0,0 1 0,-1-2-8191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56 24575,'-2'-10'0,"0"-3"0,-3 1 0,0 2 0,-2 3 0,0 4 0,-1 2 0,-2 2 0,-2 1 0,-1 1 0,-1 0 0,0 0 0,-1 0 0,3-1-8191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 24575,'-3'-2'0,"4"5"0,3 4 0,1-2 0,0 0 0,0 0 0,0 0 0,8 5 0,26 14 0,-12-8 0,31 18 0,-3-2 0,-48-26 0,-6-3 0,-5-5 0,-7-6-682,-18-14-1,22 16-6143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0 24575,'-1'0'0,"0"0"0,0 1 0,-1-1 0,1 0 0,0 0 0,0 1 0,-1-1 0,1 1 0,0-1 0,0 1 0,0 0 0,0-1 0,0 1 0,0 0 0,0 0 0,0 0 0,0 0 0,0 0 0,0 0 0,0 0 0,1 0 0,-2 1 0,-1 4 0,0-1 0,1 1 0,-3 9 0,-1 1 0,5-13 0,0 0 0,-1-1 0,1 1 0,0-1 0,-1 1 0,0-1 0,0 0 0,1 1 0,-1-1 0,-1 0 0,1 0 0,0 0 0,0-1 0,-1 1 0,1-1 0,-1 1 0,1-1 0,-4 2 0,3-2-82,0 0-34,0 0-1,0 0 0,0 0 1,0 0-1,0 0 0,0-1 1,0 1-1,-1-1 0,1 0 1,-5 0-1,3-2-6709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24575,'0'6'0,"0"3"0,1 2 0,1-1 0,1 0 0,-1 1 0,2-1 0,1-1 0,-1 0 0,1-1 0,-1-1 0,0-1 0,-1 0 0,0-1 0,0 0 0,0-1 0,-3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33 24575,'-4'-3'0,"-6"-3"0,1 1 0,-19-9 0,25 13 0,1 0 0,-1 1 0,0-1 0,1 0 0,-1 1 0,0-1 0,0 1 0,0 0 0,1 0 0,-1 0 0,0 0 0,0 1 0,1-1 0,-1 1 0,0 0 0,-3 1 0,0 1 0,-16 7 0,21-9 0,-1 0 0,1 0 0,-1 0 0,1 0 0,-1 1 0,1-1 0,0 0 0,0 1 0,-1-1 0,0 3 0,2-4 0,0 1 0,-1 0 0,1 0 0,0-1 0,0 1 0,0 0 0,0 0 0,-1 0 0,1-1 0,0 1 0,1 0 0,-1 0 0,0 0 0,0 0 0,0-1 0,0 1 0,1 0 0,-1 0 0,1 0 0,0 2 0,1 1 0,0-1 0,3 3 0,2 4 0,-4-3 0,0 0 0,0 1 0,0-1 0,-1 1 0,0 0 0,0 0 0,-1 0 0,0 0 0,0 15 0,0-13 0,2 17 0,0-7 0,-2-15 0,0 0 0,0 1 0,0-1 0,0 0 0,1-1 0,2 7 0,-3-10 0,0 1 0,0-1 0,0 1 0,0-1 0,0 1 0,0-1 0,0 0 0,0 0 0,0 1 0,1-1 0,-1 0 0,1 0 0,-1 0 0,1 0 0,-1-1 0,1 1 0,-1 0 0,1-1 0,0 1 0,-1-1 0,4 1 0,8 0 0,19-2 0,-6 1 0,-24 0 15,1 0 0,-1-1 0,0 1 0,1 0 0,-1-1 0,0 1 0,4-2 0,-5 1-83,0 1 1,0-1-1,0 1 1,-1-1-1,1 1 1,0-1-1,0 1 1,-1-1-1,1 0 1,0 0-1,-1 1 1,1-1-1,-1 0 1,1 0-1,-1 0 1,1 1-1,-1-1 1,0 0-1,1 0 1,-1 0-1,0-1 1,1-4-6759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24575,'7'14'0,"-1"-5"0,-1 0 0,1-1 0,9 11 0,-5-7 0,-8-9 0,0 0 0,1-1 0,-1 0 0,0 1 0,1-1 0,-1 0 0,1 0 0,0 0 0,0-1 0,4 3 0,-6-4 0,-1 0 0,1 0 0,-1 0 0,1 0 0,0 0 0,-1 0 0,1 0 0,-1 0 0,1 0 0,-1 0 0,1 0 0,0 0 0,-1-1 0,1 1 0,-1 0 0,1 0 0,-1-1 0,1 1 0,-1 0 0,1-1 0,-1 1 0,0-1 0,1 1 0,-1-1 0,1 1 0,-1 0 0,0-1 0,1 1 0,-1-1 0,0 0 0,2-3 0,0 0 0,-1 1 0,2-7 0,-2 7 0,0-1 0,0 0 0,1 0 0,0 0 0,-1 0 0,1 0 0,3-3 0,-4 6 0,-1 0 0,1 0 0,0 0 0,0 0 0,0 0 0,0 1 0,-1-1 0,1 0 0,0 1 0,0-1 0,1 1 0,-1-1 0,0 1 0,0-1 0,0 1 0,0 0 0,0-1 0,0 1 0,0 0 0,1 0 0,-1 0 0,0 0 0,0 0 0,0 0 0,0 0 0,3 1 0,-1 0 0,1 0 0,-1 1 0,0-1 0,0 1 0,0 0 0,0-1 0,3 4 0,20 17 0,-16-11 0,18 14 0,-26-24-1365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24575,'11'-4'0,"-1"1"0,1 0 0,0 1 0,12-2 0,-18 4 0,-1-1 0,1 1 0,0 1 0,-1-1 0,1 1 0,0-1 0,-1 2 0,1-1 0,-1 0 0,1 1 0,-1 0 0,6 2 0,27 16 0,-36-19 0,0 0 0,0-1 0,-1 1 0,1 0 0,0 0 0,0 0 0,-1 0 0,1-1 0,0 1 0,-1 0 0,1 0 0,-1 0 0,0 0 0,1 0 0,-1 0 0,0 0 0,1 1 0,-1 1 0,0 2 0,1 0 0,-2 10 0,0 1 0,9 38 0,-2-18 0,-3-16 0,-1-9 0,-1 1 0,0 0 0,-1 21 0,0-32 3,0 0-1,0-1 1,0 1-1,-1 0 1,1-1-1,0 1 1,0 0-1,-1-1 1,1 1 0,0 0-1,-1-1 1,1 1-1,-1-1 1,1 1-1,-1-1 1,1 1-1,-1-1 1,1 1-1,-1-1 1,1 0-1,-1 1 1,0-1-1,1 0 1,-1 1-1,0-1 1,1 0 0,-1 0-1,0 0 1,0 1-1,-3-1-114,0 0 0,0 1-1,0-1 1,-4-1 0,1 1-768,-1-1-5946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5 24575,'0'0'0,"1"-1"0,-1 1 0,0-1 0,1 1 0,-1 0 0,0-1 0,1 1 0,-1 0 0,0 0 0,1-1 0,-1 1 0,1 0 0,-1 0 0,1 0 0,-1 0 0,1-1 0,-1 1 0,0 0 0,1 0 0,-1 0 0,1 0 0,-1 0 0,1 0 0,-1 0 0,1 0 0,-1 0 0,1 0 0,-1 1 0,1-1 0,0 0 0,-1 0 0,0 0 0,0 1 0,1-1 0,-1 0 0,0 0 0,0 1 0,0-1 0,0 0 0,0 0 0,0 0 0,1 1 0,-1-1 0,0 0 0,0 0 0,0 1 0,0-1 0,0 0 0,0 0 0,0 1 0,0-1 0,0 1 0,0-1 0,0 1 0,-1 0 0,1-1 0,0 1 0,0 0 0,-1-1 0,1 1 0,0 0 0,-1-1 0,1 1 0,-1 0 0,-2 2 0,1-1 0,-1 1 0,0-1 0,0 1 0,0-1 0,0 0 0,0 0 0,-7 2 0,-1 1 0,-16 3 0,-95 26-1365,114-32-5461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3 24575,'1'-3'0,"-3"4"0,-5 3 0,-10 8 0,0-1 0,-1 0 0,-1-1 0,1-1 0,-26 8 0,28-12-1365,9-4-5461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24575,'101'16'0,"-55"-8"0,-6-2 0,1-2 0,43-2 0,-68-2 0,-8-1 0,-1 1 0,12 1 0,-19-1 0,0 0 0,0 0 0,0 0 0,0 0 0,0 0 0,1 0 0,-1 0 0,0 0 0,0 0 0,0 1 0,0-1 0,0 0 0,0 0 0,0 0 0,0 0 0,0 0 0,1 0 0,-1 0 0,0 0 0,0 1 0,0-1 0,0 0 0,0 0 0,0 0 0,0 0 0,0 0 0,0 0 0,0 0 0,0 1 0,0-1 0,0 0 0,0 0 0,0 0 0,0 0 0,0 0 0,0 0 0,0 1 0,0-1 0,0 0 0,0 0 0,0 0 0,0 0 0,0 0 0,-1 0 0,1 0 0,0 1 0,0-1 0,0 0 0,0 0 0,0 0 0,0 0 0,0 0 0,-1 0 0,-5 8 0,4-6 0,-9 13 0,-14 22 0,-1 3 0,21-33 0,0 0 0,-1-1 0,-10 9 0,7-8-341,-1 0 0,1 0-1,-16 6 1,18-9-6485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7 24575,'-1'-1'0,"-4"-5"0,4 7 0,0 5 0,1 1 0,0-1 0,-2 10 0,1-13 0,0 0 0,1-1 0,-1 1 0,-1 0 0,1-1 0,0 0 0,0 1 0,-4 3 0,-5 5 0,0 0 0,-14 10 0,20-17 0,0-1 0,0 1 0,0 0 0,-5 8 0,8-11 0,0 0 0,0 0 0,1 1 0,-1-1 0,0 0 0,1 0 0,-1 1 0,1-1 0,0 0 0,-1 1 0,1-1 0,0 1 0,0-1 0,-1 0 0,1 1 0,0-1 0,1 1 0,-1-1 0,1 3 0,-1-3 0,1 0 0,-1 0 0,1-1 0,-1 1 0,1 0 0,0 0 0,0-1 0,-1 1 0,1 0 0,0-1 0,0 1 0,0-1 0,0 1 0,-1-1 0,1 0 0,0 1 0,0-1 0,2 1 0,1 0 0,1 0 0,6 0 0,90 0 0,-54-1 0,-38 0-119,1-1-296,0 2-1,18 1 1,-21 0-6411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85 24575,'-1'-3'0,"1"1"0,0-1 0,-1 0 0,-1-4 0,-1-3 0,2 6 0,1 0 0,-1 1 0,0-1 0,-1 0 0,1 1 0,-1-1 0,1 1 0,-1-1 0,0 1 0,-1 0 0,1 0 0,0 0 0,-5-4 0,1 2 0,4 5 0,4 4 0,2 5 0,1-1 0,0 0 0,12 13 0,22 19 0,-30-31 0,24 22 0,50 36 0,-72-60 0,53 44 0,-61-49-70,-3-1 244,-6-3-1643,2-1-5357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9 24575,'-2'-7'0,"1"5"0,-2 6 0,-2 11 0,0 1 0,-5 25 0,0 5 0,0-8 0,4-15 0,-1 0 0,-10 25 0,8-29-1365,6-14-5461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24575,'0'6'0,"1"0"0,-1 0 0,1 0 0,0 0 0,0-1 0,1 1 0,0 0 0,0-1 0,0 1 0,4 7 0,10 7 64,-12-15-422,0 1 1,-1-1 0,5 9 0,-5-8-6469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22 24575,'1'-1'0,"-1"0"0,-1-1 0,1 1 0,0 0 0,0 0 0,0-1 0,-1 1 0,1 0 0,-1 0 0,1 0 0,-1-1 0,1 1 0,-1 0 0,0 0 0,1 0 0,-3-2 0,3 3 0,0 0 0,-1 0 0,1 0 0,0 0 0,0 0 0,0 0 0,-1 0 0,1 0 0,0 0 0,0 0 0,0 1 0,-1-1 0,1 0 0,0 0 0,0 0 0,0 0 0,-1 0 0,1 0 0,0 1 0,0-1 0,0 0 0,0 0 0,-1 0 0,1 0 0,0 1 0,0-1 0,0 0 0,0 0 0,0 0 0,0 1 0,0-1 0,0 0 0,0 0 0,-1 0 0,1 1 0,-3 8 0,3-9 0,-2 11 0,1 0 0,-1 14 0,0 0 0,-1 0 0,2 0 0,2 33 0,0-48 0,0 1 0,1-1 0,0 0 0,0 0 0,1 0 0,1 0 0,0 0 0,7 12 0,-8-17 11,0-1 0,1 1 0,0-1 0,0 0 0,0 0 0,0 0-1,0 0 1,1-1 0,-1 0 0,11 5 0,-8-4-197,0-1 1,1-1-1,-1 0 0,0 0 1,1 0-1,-1-1 1,13 1-1,-13-1-6640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71 24575,'41'-3'0,"-6"-1"0,-31 4 0,6 0 0,13-3 0,-21 3 0,1 0 0,-1-1 0,0 0 0,0 1 0,1-1 0,-1 0 0,0 0 0,0 0 0,0 0 0,0-1 0,3-1 0,-5 2 0,1 1 0,-1-1 0,1 0 0,-1 1 0,1-1 0,-1 0 0,1 1 0,-1-1 0,1 0 0,-1 1 0,0-1 0,1 0 0,-1 0 0,0 1 0,0-1 0,0 0 0,0 0 0,0 1 0,1-1 0,-1 0 0,-1 0 0,1 0 0,0 1 0,0-1 0,0 0 0,0 0 0,0 1 0,-1-1 0,1 0 0,0 0 0,-1 1 0,1-1 0,-1 0 0,1 1 0,0-1 0,-1 0 0,0 1 0,0-1 0,-1-1 0,0 0 0,0 0 0,-1 0 0,1 0 0,-1 1 0,1 0 0,-1-1 0,0 1 0,-2-1 0,2 1 0,0 0 0,0 1 0,1-1 0,-1 1 0,0-1 0,0 1 0,0 0 0,0 0 0,0 1 0,0-1 0,1 0 0,-1 1 0,-4 1 0,6-1 0,-1-1 0,0 1 0,1 0 0,-1 0 0,0 0 0,1 1 0,0-1 0,-1 0 0,1 1 0,0-1 0,-1 0 0,1 1 0,0 0 0,0-1 0,0 1 0,0-1 0,1 1 0,-1 0 0,0 0 0,1 0 0,-1 1 0,0 1 0,1 0 0,-1-1 0,1 1 0,0-1 0,0 1 0,1-1 0,-1 1 0,1 0 0,0-1 0,0 1 0,0-1 0,0 0 0,0 1 0,1-1 0,-1 0 0,1 0 0,4 6 0,-1-3 0,1 1 0,0-1 0,0 0 0,0 0 0,1-1 0,10 8 0,-13-11 0,-1 0 0,1 0 0,0 0 0,0-1 0,0 1 0,0-1 0,0 0 0,0 0 0,0 0 0,0 0 0,0-1 0,0 0 0,0 0 0,1 0 0,-1 0 0,0-1 0,0 1 0,5-2 0,-3 0-117,-2 1-61,-1 0-1,0-1 1,0 1 0,1 0 0,-1-1-1,5-3 1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24575,'1'14'0,"0"-1"0,1 1 0,1-1 0,0 0 0,0 0 0,2 0 0,-1 0 0,2-1 0,-1 0 0,2 0 0,0 0 0,9 11 0,30 30 0,-23-28 0,-22-24 0,0 0 0,-1-1 0,1 1 0,-1 0 0,1 0 0,-1-1 0,1 1 0,-1 0 0,1 0 0,-1 1 0,0-1 0,0-1 0,0 0 0,0 0 0,0 0 0,0 0 0,0 0 0,0 0 0,0 0 0,0 1 0,0-1 0,0 0 0,0 0 0,0 0 0,0 0 0,0 0 0,0 0 0,0 0 0,0 1 0,0-1 0,0 0 0,0 0 0,-1 0 0,1 0 0,0 0 0,0 0 0,0 0 0,0 0 0,0 0 0,0 0 0,0 0 0,-7 0 0,-2-4 0,0 1 0,0-2 0,-15-9 0,22 13 0,-4-3 0,-28-19 0,30 20 0,1 1 0,0-1 0,0 0 0,1 0 0,-1 0 0,1 0 0,-4-7 0,5 10 0,1-1 0,-1 1 0,1-1 0,0 1 0,0-1 0,-1 0 0,1 1 0,0-1 0,0 1 0,0-1 0,0 0 0,0 1 0,-1-1 0,1 0 0,0 1 0,1-1 0,-1 0 0,0 1 0,0-1 0,0 1 0,0-1 0,0 0 0,1 1 0,-1-1 0,0 1 0,0-1 0,1 1 0,-1-1 0,0 0 0,1 1 0,-1-1 0,1 1 0,-1 0 0,1-1 0,-1 1 0,1-1 0,-1 1 0,1 0 0,-1-1 0,2 1 0,1-2 0,1 1 0,0 0 0,0 0 0,0 0 0,5 0 0,0 0 0,15-4-1365,-17 3-5461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19 24575,'0'-6'0,"0"-1"0,0 2 0,0 4 0,-2 4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94 24575,'-1'-1'0,"0"1"0,0-1 0,1 1 0,-2-1 0,1 1 0,0-1 0,0 1 0,-2-1 0,3 1 0,0 0 0,0 0 0,-1 0 0,1 0 0,0 0 0,0 0 0,0 0 0,0 0 0,-1 0 0,1 1 0,0-1 0,0 0 0,0 0 0,0 0 0,-1 0 0,1 0 0,0 0 0,0 0 0,0 0 0,0 0 0,-1 1 0,1-1 0,0 0 0,0 1 0,0-1 0,0 0 0,0 1 0,0-1 0,0 0 0,-1 1 0,1-1 0,0 0 0,0 1 0,0-1 0,1 0 0,-1 1 0,0-1 0,0 0 0,0 1 0,1 3 0,1-1 0,-1 1 0,1-1 0,-1 0 0,1 0 0,0 0 0,1 0 0,-1 0 0,0 0 0,1-1 0,4 5 0,-3-4 0,1 1 0,-1-1 0,1 0 0,-1-1 0,1 1 0,0-1 0,7 2 0,-10-3 0,0-1 0,-1 1 0,1-1 0,-1 0 0,1 0 0,0 0 0,-1 0 0,1 0 0,-1 0 0,1 0 0,0-1 0,-1 1 0,1-1 0,-1 1 0,1-1 0,-1 1 0,1-1 0,-1 0 0,0 0 0,1 0 0,0-1 0,0 1 0,-1 0 0,1-1 0,-1 1 0,0-1 0,0 0 0,0 1 0,0-1 0,0 0 0,0 0 0,0 0 0,0 1 0,-1-1 0,1 0 0,-1 0 0,0 0 0,1-3 0,-2-29 0,1 34 0,0 0 0,0 0 0,0 0 0,0 0 0,0 0 0,0 0 0,1 0 0,-1 0 0,0-1 0,0 1 0,0 0 0,0 0 0,0 0 0,0 0 0,0 0 0,0 0 0,0 0 0,0 0 0,0 0 0,0 0 0,0 0 0,0 0 0,0 0 0,0 0 0,1 0 0,-1 0 0,0 0 0,0 0 0,0 0 0,0 0 0,0 0 0,0 0 0,0 0 0,0 0 0,0 0 0,0 0 0,0 0 0,1 0 0,-1 0 0,0 0 0,0 0 0,0 0 0,0 0 0,0 0 0,0 0 0,0 0 0,0 0 0,0 0 0,0 0 0,0 0 0,0 0 0,0 0 0,0 0 0,0 1 0,1-1 0,-1 0 0,4 4 0,-4-4 0,5 5 0,0-1 0,0 0 0,1 0 0,5 3 0,-8-5 0,1 0 0,-1-1 0,0 1 0,1-1 0,-1 0 0,1 0 0,-1 0 0,1 0 0,3-1 0,-5 0 0,-1 0 0,1 0 0,-1 0 0,0 0 0,1-1 0,-1 1 0,0-1 0,0 1 0,1-1 0,-1 1 0,0-1 0,0 0 0,0 1 0,1-1 0,-1 0 0,0 0 0,0 0 0,0 0 0,-1 0 0,1 0 0,0 0 0,0 0 0,0-1 0,-1 1 0,1 0 0,-1 0 0,1-1 0,0-1 0,0 0 0,-1 0 0,1 0 0,-1 0 0,1 0 0,-1 0 0,0 0 0,0 1 0,0-1 0,-1 0 0,1 0 0,-1 0 0,-1-5 0,0 4 0,0 0 0,0 0 0,0 0 0,0 0 0,-1 1 0,0-1 0,0 0 0,0 1 0,-7-6 0,7 7 0,0 0 0,0 0 0,0 0 0,0 0 0,0 1 0,-1-1 0,1 1 0,-1 0 0,1 0 0,-1 0 0,0 0 0,-5 0 0,0 1-1365,1 0-5461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24575,'16'12'-39,"-1"-1"-1,0 2 0,-1 0 0,0 1 1,-1 0-1,-1 1 0,0 1 1,-1 0-1,-1 0 0,0 1 0,-1 0 1,-1 1-1,-1-1 0,0 2 1,-2-1-1,7 34 0,-10-39 194,-1 1 0,0 0-1,-2 17 1,1-26-273,-1 1 1,0-1-1,0 1 0,0-1 1,-1 0-1,1 1 1,-1-1-1,-1 0 0,1 0 1,-6 8-1,2-6-6707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372 17 24575,'5'-4'0,"0"1"0,0 0 0,10-4 0,-15 7 0,0 0 0,0 0 0,0 0 0,0 0 0,0 0 0,0 0 0,0 0 0,0 1 0,0-1 0,0 0 0,0 0 0,0 0 0,0 0 0,0 0 0,0 0 0,0 0 0,0 0 0,0 0 0,0 0 0,0 0 0,0 0 0,0 0 0,0 0 0,0 0 0,0 0 0,0 0 0,0 0 0,0 0 0,0 0 0,0 0 0,0 0 0,0 0 0,0 0 0,1 0 0,-1 0 0,0 0 0,0 0 0,0 0 0,0 0 0,0 0 0,0 0 0,0 0 0,0 0 0,0 0 0,0 0 0,0 0 0,0 0 0,0 0 0,0 0 0,0 0 0,0 0 0,0 0 0,0 0 0,0 0 0,0 0 0,0 0 0,0 0 0,0 0 0,0 0 0,0 0 0,0 0 0,0 0 0,0 0 0,0 0 0,1 0 0,-4 4 0,-5 4 0,-3 0 0,1 1 0,-25 12 0,-26 9 0,30-15 0,-24 11 0,-36 18 0,50-18 99,-6 2-1563,36-22-5362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184 15 24575,'-1'-1'0,"1"0"0,-1 0 0,0 0 0,1 0 0,-1 0 0,0 0 0,0 0 0,0 0 0,1 0 0,-1 0 0,0 0 0,-2-1 0,2 2 0,0 0 0,1-1 0,-1 1 0,0 0 0,0 0 0,1 0 0,-1 0 0,0 0 0,0 0 0,0 0 0,1 0 0,-1 1 0,0-1 0,1 0 0,-1 0 0,0 1 0,0-1 0,1 0 0,-1 1 0,0-1 0,1 0 0,-2 2 0,-6 4 0,0 1 0,-11 11 0,-5 4 0,9-10 0,-26 24 0,34-29 0,1 0 0,0 0 0,-10 14 0,16-20 0,-1-1 0,1 1 0,0 0 0,-1 0 0,1 0 0,-1 0 0,1-1 0,0 1 0,0 0 0,0 0 0,-1 0 0,1 0 0,0 0 0,0 0 0,1 1 0,-1-1 0,0-1 0,0 1 0,0-1 0,1 1 0,-1-1 0,0 0 0,1 1 0,-1-1 0,0 1 0,1-1 0,-1 1 0,1-1 0,-1 0 0,0 1 0,1-1 0,-1 0 0,1 0 0,-1 1 0,1-1 0,-1 0 0,1 0 0,-1 0 0,1 1 0,0-1 0,-1 0 0,2 0 0,7 0 0,0 1 0,0-2 0,0 1 0,17-4 0,-10 1 0,20-2 0,113-12 0,-147 17-273,1 0 0,-1 0 0,0 0 0,5 1 0,-3 1-6553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147 60 24575,'-11'-9'0,"-25"-20"0,31 25 0,0 1 0,0 0 0,-1 0 0,0 0 0,-5-1 0,10 3 0,0 1 0,0 0 0,0 0 0,0 0 0,0 0 0,0-1 0,1 1 0,-1 1 0,0-1 0,0 0 0,0 0 0,0 0 0,0 0 0,0 1 0,0-1 0,0 0 0,0 1 0,1-1 0,-1 0 0,0 1 0,0-1 0,0 1 0,1 0 0,-1-1 0,0 1 0,1 0 0,-1 0 0,-2 2 0,1 1 0,-1 0 0,1 0 0,-3 6 0,1 1 0,0-5 0,1 0 0,1 1 0,-1-1 0,1 1 0,-1 9 0,2-11 0,0 0 0,1 0 0,0 0 0,0 0 0,1 0 0,-1 0 0,1 0 0,2 5 0,3 7 0,0 0 0,1-1 0,18 28 0,-1 1 0,-20-38 0,-1 1 0,-1-1 0,1 1 0,-1 0 0,-1-1 0,1 1 0,-1 0 0,-1 0 0,0 0 0,0 13 0,0-21 4,0 1-1,0-1 1,0 1-1,-1-1 1,1 1-1,0-1 1,0 1-1,0-1 1,0 1-1,0-1 1,-1 1 0,1-1-1,0 1 1,0-1-1,-1 0 1,1 1-1,0-1 1,-1 1-1,1-1 1,0 0-1,-1 1 1,1-1-1,0 0 1,-1 0-1,1 1 1,-1-1-1,1 0 1,-1 0-1,1 1 1,-1-1-1,1 0 1,-1 0-1,0 0 1,0 0-153,-1 0 1,0 0-1,1-1 1,-1 1-1,1 0 1,-1-1-1,1 1 1,-1-1-1,-1 0 1,-3-2-6678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 22 24575,'-17'-2'0,"-8"-1"0,-2-2 0,0 1 0,2 1 0,3 1 0,2 0 0,3 1 0,3 1 0,3 0 0,1 0 0,2 0 0,1 1 0,0 0 0,2 2 0,2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24575,'-2'1'0,"2"2"0,0 1 0,2 2 0,1 0 0,0 1 0,1 0 0,2-2 0,-2 1 0,1-1 0,-1 0 0,1-1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24575,'6'2'0,"2"0"0,1 3 0,0-1 0,0 1 0,-2-1-8191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2 24575,'-14'-1'0,"-15"0"0,24 2 0,0-1 0,0 1 0,1 0 0,-1 0 0,0 0 0,-8 4 0,12-5 0,0 0 0,0 1 0,0-1 0,1 1 0,-1-1 0,0 1 0,0 0 0,0-1 0,0 1 0,1 0 0,-1-1 0,0 1 0,1 0 0,-1 0 0,1 0 0,-1 0 0,1-1 0,-1 1 0,1 0 0,-1 0 0,1 0 0,0 0 0,-1 0 0,1 0 0,0 0 0,0 0 0,0 2 0,0-1 0,1-1 0,-1 1 0,1 0 0,-1 0 0,1 0 0,0-1 0,0 1 0,0 0 0,0-1 0,0 1 0,0-1 0,0 1 0,0-1 0,2 2 0,2 1 0,1 1 0,-1-1 0,1 0 0,0-1 0,0 0 0,0 0 0,0 0 0,8 2 0,-3-1 0,0-1 0,0-1 0,23 2 0,-30-3 0,-1-1 0,0 0 0,0-1 0,0 1 0,0-1 0,0 1 0,0-1 0,0 0 0,5-2 0,-7 3 0,0-1 0,0 1 0,0-1 0,0 0 0,0 1 0,0-1 0,0 0 0,0 0 0,0 0 0,-1 0 0,1 1 0,0-1 0,0 0 0,-1 0 0,1 0 0,-1-1 0,1 1 0,-1 0 0,0 0 0,1 0 0,-1 0 0,0 0 0,0 0 0,0-1 0,1 1 0,-1 0 0,0 0 0,-1-2 0,1 0-341,-1 0 0,0-1-1,-2-3 1,0-1-6485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 24575,'0'0'0,"0"-1"0,0 1 0,0-1 0,0 1 0,0-1 0,0 1 0,1-1 0,-1 1 0,0-1 0,0 1 0,0-1 0,1 0 0,-1 1 0,0 0 0,0 0 0,0 0 0,0 0 0,0 0 0,0 0 0,1 0 0,-1 0 0,0 0 0,0 0 0,0 0 0,0 0 0,0-1 0,0 1 0,0 0 0,1 0 0,-1 0 0,0 0 0,0 0 0,0 0 0,0 0 0,0 0 0,0 0 0,0 1 0,1-1 0,-1 0 0,0 0 0,0 0 0,0 0 0,0 0 0,0 0 0,0 0 0,1 1 0,1 0 0,-1 0 0,-1-1 0,1 1 0,0 0 0,0 1 0,0-1 0,0 1 0,30 61 0,-24-47 0,9 19 0,18 60 0,-34-95 0,0 1 0,0-1 0,1 1 0,-1 0 0,0-1 0,0 1 0,0-1 0,0 1 0,0 0 0,0-1 0,0 1 0,0-1 0,0 1 0,-1 0 0,1-1 0,0 1 0,0-1 0,0 1 0,-1-1 0,1 1 0,-1 0 0,1-1 0,-1 1 0,1-1 0,-1 0 0,1 1 0,-1-1 0,1 0 0,-1 0 0,1 0 0,-1 0 0,1 1 0,-1-1 0,1 0 0,-1 0 0,1 0 0,-1 0 0,0 0 0,1 0 0,-1 0 0,1-1 0,-1 1 0,1 0 0,-1 0 0,0 0 0,-6-3 0,0-1 0,0 1 0,1-1 0,-1 0 0,1-1 0,-11-9 0,15 13 0,-7-8 0,9 8 0,0 1 0,0 0 0,0 0 0,0 0 0,0 0 0,-1-1 0,1 1 0,0 0 0,0 0 0,0 0 0,0 0 0,0-1 0,0 1 0,0 0 0,0 0 0,0-1 0,0 1 0,0 0 0,0 0 0,0 0 0,0-1 0,0 1 0,0 0 0,0 0 0,0 0 0,0-1 0,0 1 0,0 0 0,0 0 0,0 0 0,0 0 0,1-1 0,-1 1 0,0 0 0,0 0 0,0 0 0,0 0 0,0-1 0,1 1 0,-1 0 0,0 0 0,0 0 0,0 0 0,0 0 0,1 0 0,-1 0 0,0-1 0,0 1 0,0 0 0,1 0 0,-1 0 0,0 0 0,4-1 0,0 1 0,0-1 0,0 1 0,0 0 0,5 0 0,22 3 0,-14 0 0,-2-1 0,0-1 0,0 0 0,0-1 0,17-2 0,-28 1 0,0-1 0,0 1 0,0 0 0,0-1 0,6-3 0,-6 3 0,-3 2 0,-1-1 0,0 1 0,1 0 0,-1 0 0,0 0 0,1 0 0,-1 0 0,1 0 0,-1 0 0,0 0 0,1 0 0,-1 0 0,0 0 0,1 0 0,-1 0 0,0 0 0,1 0 0,-1 0 0,0 0 0,1 1 0,-1-1 0,0 0 0,1 0 0,-1 0 0,0 1 0,1-1 0,-1 0 0,0 0 0,0 1 0,1-1 0,-1 0 0,0 0 0,0 1 0,0-1 0,1 0 0,-1 1 0,0 0 0,1 2 0,1 0 0,-1 0 0,1 5 0,0-2 0,3 8-1365,-2-7-5461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24575,'0'1'0,"0"3"0,0 2 0,0 1 0,0 0-8191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24575,'21'77'0,"26"47"0,-25-68 0,-21-54-227,0 0-1,0 0 1,0 0-1,0 0 1,3 4-1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151 45 24575,'-15'-8'0,"-5"-1"0,-1 0 0,1 1 0,3 3 0,2 2 0,3 1 0,3 1 0,0 2 0,2 1 0,1 1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24575,'0'2'0,"0"0"0,1 2 0,1 0 0,1-1 0,0 1 0,0 1 0,2 1 0,0 0 0,2 1 0,-1 0 0,1-1 0,-1-1 0,0 1 0,0-1 0,-1-2-8191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24575,'4'3'0,"1"1"0,0 2 0,1-1-8191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37 24575,'-3'-3'0,"-10"-11"0,12 13 0,0 0 0,0 0 0,0 0 0,0 0 0,-1 1 0,1-1 0,0 0 0,-1 1 0,-2-2 0,4 2 0,-1 0 0,1 0 0,0 0 0,-1 0 0,1 0 0,-1 0 0,1 0 0,-1 0 0,1 0 0,0 0 0,-1 0 0,1 0 0,-1 1 0,1-1 0,-1 0 0,1 0 0,0 0 0,-1 1 0,1-1 0,0 0 0,-1 1 0,1-1 0,0 0 0,-1 0 0,1 1 0,0-1 0,0 1 0,-1-1 0,1 0 0,0 1 0,0-1 0,0 1 0,-1-1 0,1 0 0,0 1 0,0-1 0,0 1 0,0-1 0,0 1 0,0 2 0,-1-1 0,1 0 0,0 1 0,0-1 0,1 5 0,0-2 0,0-1 0,1 1 0,0-1 0,-1 1 0,2-1 0,-1 0 0,0 0 0,1 0 0,0 0 0,0 0 0,0-1 0,0 1 0,0-1 0,1 0 0,0 0 0,0 0 0,-1 0 0,2-1 0,-1 0 0,0 1 0,7 1 0,-9-3 0,-1-1 0,0 1 0,0-1 0,0 0 0,1 0 0,-1 1 0,0-1 0,1 0 0,-1 0 0,0 0 0,0 0 0,1-1 0,-1 1 0,0 0 0,0 0 0,0-1 0,1 1 0,-1-1 0,0 1 0,0-1 0,0 0 0,0 1 0,0-1 0,0 0 0,0 0 0,0 1 0,0-1 0,0 0 0,0 0 0,0 0 0,-1 0 0,1 0 0,0 0 0,-1-1 0,1 1 0,-1 0 0,1 0 0,-1 0 0,0 0 0,1-1 0,-1 1 0,0 0 0,0 0 0,0-1 0,0-1 0,0 0 0,-1-1 0,1 1 0,-1 0 0,0 0 0,1-1 0,-2 1 0,1 0 0,0 0 0,-1 0 0,1 0 0,-4-3 0,-2-4 0,-14-14 0,21 23 0,-2 0-80,1-1 0,-1 1-1,1 0 1,-1 0 0,0 0-1,1-1 1,-1 2 0,0-1-1,0 0 1,0 0 0,0 0 0,1 1-1,-1-1 1,0 1 0,0 0-1,-3-1 1,-1 1-6746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24575,'9'8'0,"0"-1"0,0 0 0,14 8 0,-20-13 0,1 0 0,0 0 0,0-1 0,-1 1 0,1-1 0,0 0 0,7 1 0,-10-1 0,0-1 0,0 0 0,0 0 0,0 0 0,0 0 0,0 0 0,0 0 0,0 0 0,0-1 0,0 1 0,0 0 0,0-1 0,0 1 0,0 0 0,0-1 0,-1 1 0,1-1 0,0 1 0,0-1 0,0 0 0,-1 1 0,1-1 0,0 0 0,-1 1 0,1-1 0,0 0 0,-1 0 0,1 0 0,-1 0 0,0 1 0,1-1 0,-1 0 0,1 0 0,-1 0 0,0 0 0,0 0 0,0-1 0,1-1 0,-1 1 0,0-1 0,0 0 0,0 1 0,-1-1 0,1 1 0,0-1 0,-2-2 0,2 5 0,0-1 0,0 1 0,0 0 0,0 0 0,0 0 0,0 0 0,0 0 0,0 0 0,0-1 0,0 1 0,0 0 0,0 0 0,0 0 0,0 0 0,0 0 0,0 0 0,0-1 0,0 1 0,0 0 0,0 0 0,0 0 0,0 0 0,0 0 0,0-1 0,0 1 0,0 0 0,0 0 0,0 0 0,0 0 0,0 0 0,0 0 0,0 0 0,1-1 0,-1 1 0,5 2 0,6 7 0,-10-9 0,10 11-90,-5-5 193,8 6 1,-12-11-289,0 1 0,1-1-1,-1 0 1,0 0 0,1 0 0,-1 0-1,6 1 1,-2-1-6641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25 24575,'-2'-4'0,"1"2"0,0 0 0,1 1 0,-1-1 0,0 0 0,0 1 0,0-1 0,0 1 0,0 0 0,0-1 0,-1 1 0,1 0 0,-2-2 0,3 3 0,0 0 0,0 0 0,-1 0 0,1 0 0,0 0 0,0 0 0,0 0 0,-1 0 0,1 0 0,0 0 0,0 0 0,0 0 0,0 1 0,-1-1 0,1 0 0,0 0 0,0 0 0,0 0 0,0 0 0,0 0 0,-1 0 0,1 0 0,0 1 0,0-1 0,0 0 0,0 0 0,0 0 0,0 0 0,0 0 0,0 1 0,-1-1 0,1 0 0,0 0 0,0 0 0,0 0 0,0 1 0,0-1 0,0 0 0,0 0 0,0 0 0,0 0 0,0 1 0,0-1 0,0 0 0,0 0 0,0 1 0,1 8 0,-1-4 0,1 0 0,1 0 0,-1 0 0,0 0 0,1 0 0,0-1 0,0 1 0,1-1 0,-1 1 0,1-1 0,0 0 0,0 0 0,1 0 0,-1 0 0,1-1 0,-1 1 0,7 3 0,-9-6 0,41 25 0,-41-25 0,1 0 0,-1-1 0,0 1 0,0 0 0,0 0 0,1 0 0,-1 0 0,0 0 0,0 0 0,0 0 0,-1 1 0,1-1 0,0 0 0,1 2 0,-2-2 0,0 0 0,0 0 0,0-1 0,0 1 0,0 0 0,0 0 0,0 0 0,0-1 0,0 1 0,0 0 0,0 0 0,-1 0 0,1-1 0,0 1 0,0 0 0,-1 0 0,1-1 0,-1 1 0,1 0 0,-1-1 0,1 1 0,-1 0 0,1-1 0,-1 1 0,1-1 0,-1 1 0,0-1 0,0 1 0,-3 2 0,1-1 0,-1 0 0,0 0 0,0 0 0,-6 2 0,-23 5 0,25-7 0,-6 2-1365,3-2-5461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21 24575,'-5'-3'0,"-1"0"0,0 0 0,0 0 0,0 1 0,-8-2 0,11 3 0,-1 0 0,0 1 0,0-1 0,0 1 0,0 0 0,0 0 0,0 1 0,0-1 0,-7 3 0,8-2 0,0 0 0,0 0 0,0 1 0,0-1 0,0 1 0,0 0 0,0 0 0,0 0 0,1 0 0,-1 1 0,1-1 0,-1 1 0,1 0 0,-3 4 0,3-3 0,-1 0 0,1 0 0,1 0 0,-1 0 0,1 0 0,-1 1 0,1-1 0,0 1 0,1-1 0,-1 8 0,0-10 0,1 1 0,0-1 0,0 0 0,1 0 0,-1 0 0,0 0 0,1 0 0,-1 0 0,1 1 0,0-1 0,0 0 0,-1 0 0,1-1 0,1 1 0,-1 0 0,0 0 0,0 0 0,1-1 0,-1 1 0,1-1 0,-1 1 0,1-1 0,2 2 0,2 1 0,0-1 0,0 0 0,1 0 0,-1 0 0,7 1 0,36 7 0,-22-5 0,-13-3 0,1 0 0,0-1 0,0-1 0,0-1 0,19-1 0,-33 1-42,0 0-1,0 0 0,0 0 1,0 0-1,-1 0 0,1-1 1,0 1-1,0 0 0,0-1 1,0 1-1,0-1 0,-1 1 1,1-1-1,0 1 0,0-1 1,-1 0-1,1 1 0,0-1 1,-1 0-1,1 0 0,-1 1 1,1-1-1,-1 0 0,1 0 1,-1 0-1,1 0 0,-1 0 1,0 1-1,0-1 0,1 0 1,-1-2-1,0-3-6783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24575,'0'4'0,"0"2"0,2 2 0,-1 3 0,2 2 0,0-1 0,0 1 0,2 0 0,-1-1 0,1 0 0,0 0 0,0-2 0,-1-1 0,0-1 0,-1-1 0,1 1 0,-2-1 0,0-2-8191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36 24575,'-14'-5'0,"-8"-2"0,-2-1 0,1 2 0,1 1 0,3 2 0,1 1 0,2 3 0,0 0 0,-1 2 0,-1 1 0,-1 2 0,0-1 0,1 0 0,3 0-8191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32 24575,'-9'-4'0,"-6"-2"0,1 0 0,-1 1 0,-21-5 0,35 10 0,-1 0 0,1 0 0,0 0 0,0-1 0,-1 1 0,1 0 0,0 1 0,0-1 0,-1 0 0,1 0 0,0 0 0,0 1 0,0-1 0,-1 1 0,0 0 0,1-1 0,1 1 0,-1 0 0,1-1 0,-1 1 0,1 0 0,-1-1 0,1 1 0,-1 0 0,1 0 0,0-1 0,-1 1 0,1 0 0,0 0 0,0 0 0,0-1 0,-1 1 0,1 0 0,0 0 0,0 0 0,0 0 0,1 0 0,-1-1 0,0 3 0,1 1 0,0 0 0,0 0 0,1 0 0,-1 0 0,1 0 0,0 0 0,0-1 0,1 1 0,-1 0 0,1-1 0,-1 0 0,7 6 0,0 0 0,1-1 0,0-1 0,13 9 0,-1-4 0,11 7 0,-33-19 0,1 1 0,-1-1 0,1 0 0,-1 1 0,1-1 0,-1 0 0,1 1 0,-1-1 0,0 1 0,1-1 0,-1 1 0,0-1 0,1 1 0,-1-1 0,0 1 0,1 0 0,-1-1 0,0 1 0,-1-1 0,1 0 0,0 0 0,0 1 0,0-1 0,0 0 0,0 0 0,0 1 0,0-1 0,0 0 0,0 0 0,-1 0 0,1 1 0,0-1 0,0 0 0,0 0 0,0 0 0,-1 1 0,1-1 0,0 0 0,0 0 0,0 0 0,-1 0 0,1 1 0,-2-1 0,1 1 0,-1-1 0,0 1 0,1-1 0,-1 1 0,0-1 0,1 0 0,-1 0 0,-2 0 0,-42-7 0,31 5 0,1 0 0,-17-1 0,19 2-1365,7 0-5461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24575,'-1'0'0,"5"3"0,-4-2 0,21 24 0,-19-23 0,0 0 0,-1 0 0,2 0 0,-1-1 0,0 1 0,0-1 0,0 1 0,1-1 0,4 2 0,-7-3-42,1 0-1,-1 0 0,1 0 1,-1 0-1,1 0 0,-1 0 1,0 0-1,1 0 0,-1 0 1,1 0-1,-1 0 0,1 0 1,-1 0-1,0 0 0,1 0 1,-1 0-1,1 0 0,-1-1 1,0 1-1,1 0 0,-1 0 1,0-1-1,1 1 0,-1 0 1,0 0-1,1-1 0,-1 1 1,0 0-1,0-1 0,1 1 1,-1-1-1,2-3-6783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9 24575,'-2'-3'0,"1"-1"0,-1 2 0,1 3 0,0 2 0,1 2 0,-1 0-8191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59 24575,'-3'-6'0,"-1"-1"0,-1-1 0,1 1 0,-1 0 0,-9-10 0,14 16 0,-1 1 0,1-1 0,-1 1 0,1-1 0,-1 1 0,1-1 0,-1 1 0,0 0 0,1-1 0,-1 1 0,1 0 0,-1-1 0,0 1 0,1 0 0,-1 0 0,0-1 0,0 1 0,1 0 0,-1 0 0,0 0 0,-1 0 0,2 0 0,-1 1 0,0-1 0,1 1 0,-1-1 0,1 0 0,-1 1 0,0-1 0,1 1 0,-1 0 0,1-1 0,0 1 0,-1-1 0,1 1 0,-1 0 0,1-1 0,0 1 0,0 0 0,-1-1 0,1 1 0,0 1 0,-1 2 0,0 0 0,0 0 0,0 0 0,1 1 0,-1-1 0,1 5 0,1-6 0,-1-1 0,0 1 0,1-1 0,-1 1 0,1-1 0,0 0 0,-1 1 0,1-1 0,0 0 0,1 0 0,-1 0 0,2 3 0,-3-5 0,1 1 0,-1-1 0,0 0 0,0 1 0,1-1 0,-1 0 0,0 1 0,1-1 0,-1 0 0,1 1 0,-1-1 0,0 0 0,1 0 0,-1 1 0,1-1 0,-1 0 0,1 0 0,-1 0 0,1 0 0,-1 0 0,0 0 0,1 0 0,-1 0 0,1 0 0,-1 0 0,2 0 0,-1 0 0,0-1 0,0 1 0,0-1 0,0 0 0,0 0 0,0 1 0,0-1 0,1-1 0,0 0 0,-2 1 0,1 1 0,-1 0 0,0 0 0,1-1 0,-1 1 0,1 0 0,-1 0 0,0 0 0,1 0 0,-1-1 0,1 1 0,-1 0 0,1 0 0,-1 0 0,1 0 0,-1 0 0,0 0 0,1 0 0,-1 0 0,1 0 0,-1 0 0,1 1 0,-1-1 0,0 0 0,1 0 0,-1 0 0,1 0 0,-1 1 0,0-1 0,1 0 0,-1 0 0,1 1 0,-1-1 0,0 0 0,1 1 0,1 2 0,1-1 0,-1 1 0,3 5 0,-3-5 0,6 9 0,0 1 0,11 26 0,5 30 0,-24-67 0,0-1 0,1 0 0,-1 0 0,0 1 0,0-1 0,0 0 0,1 0 0,-2 1 0,1-1 0,0 0 0,0 1 0,0-1 0,-1 2 0,1-2 0,-1-1 0,1 1 0,-1 0 0,1-1 0,-1 1 0,1 0 0,-1-1 0,1 1 0,-1-1 0,0 1 0,1-1 0,-1 1 0,0-1 0,1 0 0,-1 1 0,0-1 0,0 0 0,1 0 0,-1 1 0,0-1 0,0 0 0,-1 0 0,-3 0 14,1 0-1,-1 0 0,1 0 0,-1 0 1,1-1-1,0 0 0,-1 0 1,-4-2-1,-3-1-756,-18-10 1,22 9-6084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24575,'0'6'0,"1"-1"0,0 1 0,0-1 0,0 1 0,1-1 0,-1 0 0,1 0 0,0 0 0,1 0 0,0 0 0,3 5 0,-6-9 0,1 0 0,-1 0 0,1-1 0,-1 1 0,1-1 0,-1 1 0,1-1 0,0 1 0,-1-1 0,1 1 0,0-1 0,-1 1 0,1-1 0,0 0 0,0 1 0,-1-1 0,1 0 0,0 0 0,0 1 0,0-1 0,-1 0 0,1 0 0,0 0 0,0 0 0,0 0 0,0 0 0,-1 0 0,1 0 0,0-1 0,0 1 0,-1 0 0,1 0 0,0-1 0,0 1 0,-1 0 0,1-1 0,0 1 0,0-1 0,0 0 0,2-1 0,0-1 0,-1 1 0,0-1 0,1 0 0,-1 1 0,0-1 0,3-6 0,1-5 0,-6 12 0,1-1 0,0 1 0,0-1 0,0 1 0,0-1 0,1 1 0,-1 0 0,1 0 0,-1 0 0,4-3 0,-5 5 0,0-1 0,1 1 0,-1 0 0,1 0 0,-1 0 0,0 0 0,1-1 0,-1 1 0,1 0 0,-1 0 0,1 0 0,-1 0 0,1 0 0,-1 0 0,0 0 0,1 0 0,-1 0 0,1 0 0,-1 0 0,1 0 0,-1 1 0,0-1 0,1 0 0,-1 0 0,1 0 0,-1 1 0,0-1 0,1 0 0,-1 0 0,1 1 0,-1-1 0,0 0 0,1 1 0,1 2 0,0-1 0,0 1 0,3 5 0,-2-3 0,2 3-112,-1-2-201,0-1 0,0 0-1,9 10 1,-9-12-6513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35 256 24575,'-1'-1'0,"0"1"0,0 0 0,0 0 0,0-1 0,0 1 0,0 0 0,0 0 0,0 0 0,0 0 0,0 0 0,0 1 0,0-1 0,0 0 0,-1 0 0,1 1 0,0-1 0,1 1 0,-1-1 0,0 1 0,0-1 0,0 1 0,0-1 0,0 1 0,0 0 0,1-1 0,-1 1 0,0 0 0,0 0 0,1 0 0,-1 0 0,1 0 0,-1-1 0,1 1 0,-1 0 0,1 0 0,0 0 0,-1 0 0,1 2 0,-1 1 0,0-1 0,1 1 0,-1 0 0,1-1 0,0 1 0,0 0 0,1 0 0,-1-1 0,3 8 0,-3-9 0,1 0 0,0 0 0,0 0 0,0 0 0,0 0 0,0 0 0,1-1 0,-1 1 0,1 0 0,-1-1 0,1 1 0,3 2 0,-5-4 0,1 1 0,0-1 0,-1 1 0,1-1 0,0 0 0,0 1 0,-1-1 0,1 0 0,0 0 0,0 1 0,-1-1 0,1 0 0,0 0 0,0 0 0,0 0 0,0 0 0,-1 0 0,1 0 0,0 0 0,0 0 0,0-1 0,-1 1 0,1 0 0,0 0 0,0-1 0,-1 1 0,1-1 0,0 1 0,-1 0 0,1-1 0,0 1 0,-1-1 0,1 0 0,-1 1 0,1-1 0,0 1 0,0-2 0,0 0 0,0 1 0,0-1 0,-1 0 0,1 0 0,0 0 0,-1 0 0,1 0 0,-1 0 0,1 0 0,-1-4 0,0-2 0,-1-11 0,1 10 0,0 15 0,0-1 0,1 0 0,0 8 0,0-11 0,-1 0 0,1 0 0,0 0 0,0 0 0,0 0 0,0 0 0,0-1 0,0 1 0,0 0 0,3 2 0,-2-2 0,0 0 0,0-1 0,0 1 0,1 0 0,-1-1 0,1 0 0,-1 1 0,1-1 0,0 0 0,-1 0 0,1-1 0,0 1 0,0-1 0,2 1 0,-3-1 0,-1 0 0,0 0 0,1 0 0,-1 0 0,1 0 0,-1 0 0,0 0 0,0-1 0,1 1 0,-1 0 0,0-1 0,1 1 0,-1-1 0,0 0 0,0 1 0,0-1 0,0 0 0,0 0 0,0 0 0,0 0 0,0 1 0,0-1 0,0-1 0,0 1 0,0 0 0,-1 0 0,1 0 0,0 0 0,-1 0 0,1-1 0,0-1 0,0-3 0,0 0 0,0-1 0,0 1 0,-1-13 0,-4-25 0,3 44 0,-2-21 0,-1 1 0,-8-22 0,-17-39 0,4 12 0,22 64 0,2 7 0,2 10 0,-1-9 0,0 10 0,1-1 0,0 1 0,1-1 0,1 0 0,0 1 0,0-1 0,1-1 0,1 1 0,0-1 0,9 16 0,-7-16 30,1 0 0,0-1 0,12 12 0,31 24-1515,-44-40-5341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24575,'-1'-9'0,"1"6"0,0-1 0,0 1 0,0-1 0,1 1 0,0-4 0,-1 7 0,0-1 0,0 1 0,0 0 0,0 0 0,0 0 0,0 0 0,0-1 0,0 1 0,0 0 0,0 0 0,0 0 0,0 0 0,1-1 0,-1 1 0,0 0 0,0 0 0,0 0 0,0 0 0,0 0 0,0 0 0,0-1 0,1 1 0,-1 0 0,0 0 0,2 3 0,0 8 0,14 102 0,-12-92 0,4 25 0,-5-39 0,-3-6 0,-2-5 0,-4-5-1365,3 4-5461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24575,'18'-7'0,"-1"1"0,1 0 0,25-4 0,-35 8 0,1 1 0,-1 1 0,0-1 0,1 2 0,-1-1 0,0 1 0,1 0 0,-1 1 0,16 5 0,-13-3 0,0 0 0,-1 2 0,1-1 0,-1 1 0,0 1 0,0-1 0,-1 2 0,0-1 0,-1 2 0,1-1 0,-2 1 0,10 12 0,-15-17 0,1 0 0,-1 0 0,1 1 0,-1-1 0,-1 1 0,1 0 0,-1 0 0,1 0 0,-1-1 0,-1 1 0,1 0 0,-1 0 0,0 0 0,0 0 0,0 0 0,-1 0 0,1 0 0,-1 0 0,-1 0 0,1 0 0,-1 0 0,1-1 0,-2 1 0,1-1 0,-5 8 0,3-6 0,0-2 0,-1 1 0,1-1 0,-1 1 0,0-1 0,0 0 0,-1-1 0,1 1 0,-1-1 0,1 0 0,-1-1 0,0 0 0,-10 3 0,-1-1 0,-1 0 0,0-1 0,-28 0 0,31-2-1365,3-1-5461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5 24575,'7'-5'0,"-6"6"0,-1 4 0,-4 4 0,-1 0 0,1 0 0,-1-1 0,-10 13 0,-2 4 0,-42 90 0,11-21 0,35-70 0,-85 135 0,98-158-63,-3 2-198,1 0 1,-1 1 0,1-1-1,-2 7 1,2-5-6566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14 24575,'6'-3'0,"-5"3"0,0 0 0,0-1 0,0 1 0,0-1 0,-1 1 0,1-1 0,0 0 0,0 1 0,0-1 0,-1 0 0,2-1 0,-2 2 0,0 0 0,0 0 0,0 0 0,0 0 0,0 0 0,0 0 0,0 0 0,0 0 0,0 0 0,0 0 0,0 0 0,0 0 0,0-1 0,0 1 0,0 0 0,0 0 0,0 0 0,0 0 0,0 0 0,0 0 0,0 0 0,0 0 0,0 0 0,0 0 0,0 0 0,0 0 0,0 0 0,0 0 0,0 0 0,0-1 0,-1 1 0,1 0 0,0 0 0,0 0 0,0 0 0,0 0 0,0 0 0,0 0 0,0 0 0,0 0 0,0 0 0,-5-1 0,-4 2 0,-8 2 0,9-2 0,-1 0 0,0 1 0,1 1 0,-1-1 0,1 1 0,-8 4 0,2 2 0,1 1 0,-15 14 0,12-10 0,15-13 0,-1 0 0,1 0 0,0 1 0,-1-1 0,1 1 0,0-1 0,0 1 0,0-1 0,0 1 0,0 0 0,0 0 0,0-1 0,0 1 0,1 0 0,-1 0 0,1 0 0,0 0 0,-1 0 0,1 0 0,0 0 0,0 0 0,0 0 0,0-1 0,0 1 0,2 4 0,-1 0 0,1 1 0,1 0 0,-1-1 0,1 0 0,0 0 0,0 0 0,1 0 0,8 10 0,-10-14 0,0 0 0,-1-1 0,1 1 0,0-1 0,0 0 0,0 1 0,0-1 0,1 0 0,-1 0 0,0-1 0,0 1 0,1 0 0,3 0 0,4 0 0,19 0 0,-23-1 0,1 1 0,116-2 0,-90-3-100,-23 3-1165,-3 0-5561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 24575,'0'-1'0,"0"1"0,0 0 0,0 0 0,0 0 0,1-1 0,-1 1 0,0 0 0,0 0 0,0 0 0,1-1 0,-1 1 0,0 0 0,0 0 0,1 0 0,-1 0 0,0 0 0,0 0 0,1 0 0,-1-1 0,0 1 0,0 0 0,1 0 0,-1 0 0,0 0 0,1 0 0,-1 0 0,0 0 0,0 0 0,1 1 0,-1-1 0,0 0 0,0 0 0,1 0 0,-1 0 0,0 0 0,0 0 0,1 0 0,-1 1 0,0-1 0,0 0 0,0 0 0,1 0 0,-1 1 0,0-1 0,0 0 0,0 0 0,1 0 0,-1 1 0,0-1 0,0 0 0,0 0 0,0 1 0,0-1 0,0 0 0,0 0 0,0 1 0,0-1 0,1 3 0,0 0 0,-1 0 0,1-1 0,-1 5 0,0 37 0,-10 69 0,3-48 0,4-34 0,2 0 0,2 1 0,1-1 0,1 0 0,12 52 0,-3-31-1365,-11-46-5461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1405 0 24575,'-13'0'0,"-18"3"0,-46 3 0,33-3 0,-24 3 0,-88 5 0,97-11 0,-83-1 0,89-2 0,-17-1 0,-36 9 0,12 3 0,-51-6 0,84-2 0,45-1 0,0-1 0,-30-7 0,1 1 0,29 6 0,-28 2 0,21 0 0,14 1-227,-1 0-1,0 0 1,1 1-1,-1 0 1,-16 6-1,20-6-6598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24575,'0'0'0,"1"0"0,-1-1 0,0 1 0,1 0 0,-1-1 0,0 1 0,1 0 0,-1 0 0,0 0 0,1-1 0,-1 1 0,0 0 0,1 0 0,-1 0 0,1 0 0,-1 0 0,0 0 0,1-1 0,0 1 0,-1 1 0,1-1 0,-1 0 0,0 0 0,0 0 0,1 0 0,-1 0 0,0 1 0,0-1 0,1 0 0,-1 0 0,0 1 0,0-1 0,1 0 0,-1 0 0,0 1 0,0-1 0,0 0 0,0 0 0,1 1 0,0 2 0,0 1 0,-1-1 0,1 0 0,0 4 0,0 0 0,20 137 0,-2-3 0,1 16 0,-17-128 0,2 41 0,-5-66-341,0 0 0,0-1-1,2 7 1,0-4-6485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1355 17 24575,'-40'-7'0,"-1"3"0,-45 0 0,-3 8 0,-13 0 0,75-4 0,-206-5 0,-10 2 0,158 3 0,-28 4 0,-2 0 0,-18-5 0,128 1-227,-1 0-1,0-1 1,1 0-1,-1 0 1,-7-2-1,6 0-6598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24575,'0'25'0,"1"28"0,1-35-66,-1-14 109,0 1-1,-1 0 1,1 4 0,-1-7-148,0-1 0,0 1 0,-1-1 0,1 1 0,0-1 0,-1 1 0,1-1 0,-1 1 0,1-1 0,-1 1 0,0-1 0,0 0 0,-1 2 0,-2 2-6721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24575,'0'0'0,"0"0"0,0 0 0,0 0 0,0 0 0,0 0 0,0 0 0,0 0 0,0 0 0,0 0 0,0 0 0,0 0 0,0 0 0,0 0 0,0 0 0,0 0 0,0 0 0,0 0 0,0 0 0,0 0 0,0 0 0,0 0 0,0 0 0,0 0 0,0 0 0,0 0 0,0 0 0,0 0 0,0-1 0,0 1 0,0 0 0,0 0 0,0 0 0,0 0 0,1 0 0,-1 0 0,0 0 0,0 0 0,0 0 0,0 0 0,0 0 0,0 0 0,0 0 0,0 0 0,0 0 0,0 0 0,0 0 0,0 0 0,0 0 0,0 0 0,0 0 0,0 0 0,0 0 0,0 0 0,0 0 0,0 0 0,0 0 0,0 0 0,0 0 0,0 0 0,0 0 0,0 0 0,0 0 0,0 0 0,0 0 0,0 0 0,3 3 0,0 3 0,2 5 0,-1-1 0,0 0 0,4 23 0,-7-26-682,-1 14-1,0-15-6143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73 24575,'-3'-2'0,"0"0"0,1 0 0,-1 1 0,0 0 0,0-1 0,0 1 0,0 0 0,-5-1 0,1 0 0,-169-53 0,175 54 0,1 1 0,0 0 0,-1 0 0,1 0 0,-1 0 0,1 0 0,0-1 0,-1 1 0,1 0 0,-1 0 0,1 0 0,-1 0 0,1 0 0,0 0 0,-2 1 0,2-1 0,0 0 0,0 0 0,0 1 0,1-1 0,-1 0 0,0 0 0,0 0 0,0 1 0,0-1 0,0 0 0,0 0 0,0 0 0,1 0 0,-1 1 0,0-1 0,0 0 0,0 0 0,0 0 0,1 0 0,-1 1 0,14 8 0,105 57 0,-104-59 0,-11-6 0,-1 0 0,0 1 0,1-1 0,-1 1 0,0 0 0,0 0 0,0 0 0,3 3 0,-6-5 0,0 0 0,0 0 0,0 1 0,1-1 0,-1 0 0,0 0 0,0 1 0,0-1 0,0 0 0,0 0 0,1 1 0,-1-1 0,0 0 0,0 1 0,0-1 0,0 0 0,0 0 0,0 1 0,0-1 0,0 0 0,0 1 0,0-1 0,0 0 0,0 1 0,0-1 0,0 0 0,0 0 0,-1 1 0,1-1 0,0 1 0,-1-1 0,1 1 0,-1-1 0,1 1 0,-1-1 0,1 0 0,-1 1 0,1-1 0,-1 0 0,0 1 0,1-1 0,-2 0 0,-2 2 0,0-1 0,0 0 0,-4 0 0,8-1 0,-96 11-1365,85-10-5461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65 24575,'-4'-20'0,"4"14"0,-1 1 0,-1 0 0,1 0 0,-1-1 0,0 1 0,-2-6 0,4 11 0,0 0 0,0 0 0,0 0 0,0 0 0,0 0 0,-1 0 0,1 0 0,0 0 0,0 0 0,0 0 0,0-1 0,0 1 0,0 0 0,0 0 0,0 0 0,0 0 0,0 0 0,0 0 0,0 0 0,0 0 0,0 0 0,0 0 0,0 0 0,0 0 0,-1 0 0,1 0 0,0 0 0,0 0 0,0-1 0,0 1 0,0 0 0,0 0 0,0 0 0,0 0 0,0 0 0,0 0 0,-1 0 0,1 0 0,0 0 0,0 0 0,0 0 0,0 0 0,0 1 0,0-1 0,0 0 0,0 0 0,0 0 0,-2 5 0,1 9 0,1-14 0,5 85 0,0-20 0,-3-15 0,2-2 0,1 18 0,-5-61 0,8 44 0,-8-47-41,0-3 143,-1-2-1528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42 24575,'0'-3'0,"-1"0"0,1 1 0,0-1 0,0 0 0,1-4 0,-1 7 0,0-1 0,0 0 0,0 1 0,0-1 0,1 0 0,-1 1 0,0-1 0,0 0 0,1 1 0,-1-1 0,1-1 0,0 2 0,-1 0 0,0 0 0,0 0 0,1-1 0,-1 1 0,0 0 0,1 0 0,-1 0 0,0 0 0,1-1 0,-1 1 0,0 0 0,1 0 0,-1 0 0,1 0 0,-1 0 0,0 0 0,1 0 0,-1 0 0,0 0 0,1 0 0,-1 0 0,0 0 0,1 1 0,4 1 0,0 0 0,0 1 0,0 0 0,-1 0 0,1 0 0,-1 1 0,7 6 0,2 1 0,4 2 0,-12-10 0,0 1 0,0 0 0,0 0 0,4 5 0,-23-16 0,-52-39 0,43 30 0,15 10 0,7 4 0,-1 1 0,1-1 0,-1 1 0,0 0 0,0 0 0,0 0 0,0 0 0,0 0 0,0 0 0,-2-1 0,4 2 0,-1 0 0,1 0 0,-1 0 0,1 0 0,-1 0 0,1 1 0,0-1 0,-1 0 0,1 0 0,0 0 0,-1 0 0,1 1 0,-1-1 0,1 0 0,0 0 0,-1 0 0,1 1 0,0-1 0,0 0 0,-1 1 0,1-1 0,0 0 0,-1 1 0,1-1 0,0 1 0,-6 12 0,3-5 0,2-5-28,-1-1-1,0 0 0,0 0 0,0 0 1,-3 3-1,0-1-1164,1 0-5633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18 24575,'-2'-1'0,"1"0"0,-1-1 0,0 0 0,-2-2 0,-1-2 0,5 6 0,0-1 0,0 1 0,0 0 0,-1 0 0,1 0 0,0 0 0,0 0 0,0 0 0,0 0 0,0 0 0,0 0 0,0 0 0,0 0 0,0 0 0,0 0 0,0 0 0,0 0 0,-1-1 0,1 1 0,0 0 0,0 0 0,0 0 0,0 0 0,0 0 0,0 0 0,0 0 0,0 0 0,0 0 0,0 0 0,-1 0 0,1 0 0,0 0 0,0 0 0,0 0 0,0 1 0,0-1 0,0 0 0,-1 4 0,3 8 0,-2-10 0,20 81 0,-3-18 0,-9-22 0,-7-43-1,-1 0-1,0 1 0,0-1 0,0 0 1,0 0-1,0 0 0,0 0 0,0 0 1,0 0-1,0 1 0,0-1 0,0 0 1,0 0-1,0 0 0,0 0 0,0 0 1,0 0-1,0 1 0,0-1 0,0 0 1,0 0-1,0 0 0,0 0 0,0 0 1,-1 0-1,1 1 0,0-1 0,0 0 1,0 0-1,0 0 0,0 0 0,0 0 1,0 0-1,0 0 0,0 0 0,-1 0 1,1 1-1,0-1 0,0 0 0,0 0 1,0 0-1,0 0 0,0 0 0,-1 0 1,1 0-1,-7-3 202,-8-9-1685,10 7-5341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22 24575,'14'-3'0,"13"-2"0,1 2 0,30-1 0,-65 4 0,-12 3 0,-8 1 0,-126-3 0,84-1 0,53 0 0,9 1 0,1-1 0,0 0 0,0-1 0,-11-1 0,17 2 7,-1 0 0,1 0 0,-1 0 0,1-1 0,-1 1 1,0 0-1,1-1 0,-1 1 0,1 0 0,-1-1 0,1 1 0,-1 0 0,1-1 0,0 1 0,-1-1 0,0 0 0,1 1-14,0 0-1,0 0 1,0 0-1,0 0 1,0 0-1,0-1 1,0 1-1,0 0 1,0 0 0,0 0-1,0 0 1,0 0-1,0 0 1,0-1-1,0 1 1,0 0-1,0 0 1,0 0 0,0 0-1,0 0 1,0 0-1,1-1 1,-1 1-1,0 0 1,0 0-1,0 0 1,6-3-1277,-1 2-5542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17 24575,'-9'-6'0,"7"4"0,1 1 0,-1 0 0,0 0 0,1 0 0,-1 0 0,0 0 0,0 0 0,-3 0 0,5 0 0,0 1 0,-1 0 0,1 0 0,0 0 0,-1 0 0,1 0 0,0 0 0,0 0 0,-1 0 0,1 0 0,0 0 0,0 1 0,-1-1 0,1 0 0,0 0 0,-1 0 0,1 0 0,0 0 0,0 0 0,0 0 0,-1 1 0,1-1 0,0 0 0,0 0 0,-1 0 0,1 1 0,0-1 0,-1 1 0,1 0 0,0-1 0,0 1 0,0 0 0,-1-1 0,1 1 0,0-1 0,0 1 0,0 1 0,0 2 0,1-1 0,-1 1 0,2 3 0,-2-6 0,4 13 0,9 21 0,-2-4 0,-11-31-68,1 1 0,-1-1-1,0 0 1,0 1 0,0-1 0,0 1-1,0-1 1,0 0 0,0 1 0,0-1-1,0 1 1,0-1 0,0 1 0,0-1-1,0 0 1,0 1 0,0-1 0,0 1-1,-1 0 1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24575,'-1'1'0,"3"2"0,4 2 0,-5-4 0,29 24 0,66 40 0,-87-60 0,4 3 0,1 0 0,18 8 0,-35-20 0,-4-2 0,-11-7-1365,13 10-5461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3 24575,'0'0'0,"0"0"0,0 0 0,0 0 0,0 0 0,0 0 0,0 0 0,0-1 0,0 1 0,0 0 0,0 0 0,0 0 0,0 0 0,0 0 0,0 0 0,0 0 0,0 0 0,0 0 0,0-1 0,0 1 0,0 0 0,0 0 0,0 0 0,0 0 0,-1 0 0,1 0 0,0 0 0,0 0 0,0 0 0,0 0 0,0 0 0,0 0 0,0-1 0,0 1 0,0 0 0,0 0 0,0 0 0,-1 0 0,1 0 0,0 0 0,0 0 0,-4 3 0,-2 4 0,3-1 0,-8 10 0,-20 27 0,25-37 40,0 1 0,-7 5 0,10-10-205,0 0 0,1 0 0,-1 0 0,0-1 0,0 1 0,0-1 0,0 0 0,-6 2 0,3-2-6661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0 24575,'-10'1'0,"-1"1"0,0 0 0,-10 3 0,18-5 0,0 1 0,1 0 0,-1 0 0,1 0 0,0 1 0,-1-1 0,1 0 0,0 1 0,0 0 0,0-1 0,0 1 0,0 0 0,-3 4 0,5-5 0,-1 0 0,1-1 0,0 1 0,-1 0 0,1 0 0,0 0 0,0 0 0,0 0 0,-1-1 0,1 1 0,0 0 0,0 0 0,0 0 0,1 0 0,-1 0 0,0 0 0,0 0 0,0-1 0,1 1 0,-1 0 0,0 0 0,1 0 0,-1 0 0,1-1 0,-1 1 0,1 0 0,-1-1 0,1 1 0,-1 0 0,1-1 0,1 2 0,0 0 0,1 1 0,0-1 0,0 0 0,1 0 0,-1 0 0,4 2 0,4 0 0,0 0 0,0 0 0,0-1 0,1 0 0,17 1 0,-26-3-85,-1-1 0,0 0-1,0 0 1,0-1 0,0 1-1,0 0 1,0-1 0,0 1-1,0-1 1,0 0 0,0 1-1,0-1 1,0 0 0,0 0-1,2-2 1,0-1-6741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1 24575,'0'0'0,"0"0"0,0 0 0,-1 0 0,1 0 0,0-1 0,0 1 0,0 0 0,-1 0 0,1 0 0,0 0 0,0 0 0,-1 0 0,1 0 0,0 0 0,0 0 0,-1 0 0,1 0 0,0 1 0,0-1 0,-1 0 0,1 0 0,0 0 0,0 0 0,0 0 0,-1 0 0,1 0 0,0 1 0,0-1 0,0 0 0,0 0 0,-1 0 0,1 0 0,0 1 0,0-1 0,0 0 0,0 1 0,-7 9 0,6-9 0,-12 18 0,6-10 0,1 1 0,-7 14 0,9-16 0,1 1 0,1-1 0,-1 1 0,1 0 0,1 0 0,-1 0 0,1 0 0,1 1 0,0-1 0,0 0 0,1 0 0,2 10 0,-2-16 0,0 0 0,0 0 0,0 0 0,1 0 0,-1 0 0,1-1 0,0 1 0,-1 0 0,1-1 0,1 1 0,-1-1 0,0 0 0,3 3 0,1-1 0,-1-1 0,1 1 0,0-1 0,0 0 0,8 3 0,-13-6-195,0 1 0,1-1 0,-1 1 0,1-1 0,-1 0 0,3 0 0,1 0-6631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24575,'0'-1'0,"0"1"0,0 0 0,1-1 0,-1 1 0,0-1 0,0 1 0,0 0 0,0-1 0,0 1 0,0-1 0,1 1 0,-1 0 0,0-1 0,1 1 0,0-1 0,1 5 0,-1 5 0,0 0 0,0 12 0,1 8 0,1 13 0,-2-27 0,0 1 0,1-1 0,1 0 0,5 17 0,-8-31 0,1 1 0,-1-1 0,1 0 0,0 1 0,0-1 0,-1 0 0,1 1 0,0-1 0,0 0 0,0 0 0,0 0 0,1 0 0,-1 0 0,0 0 0,0 0 0,1 0 0,-1 0 0,2 0 0,-1 0 0,0-1 0,0 1 0,-1-1 0,1 0 0,0 0 0,0 0 0,0 0 0,-1 0 0,1 0 0,0 0 0,0 0 0,0-1 0,-1 1 0,1-1 0,2 0 0,2-2-1365,0 1-5461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10 24575,'-13'-2'0,"-6"-1"0,-1 0 0,2 1 0,3 4 0,3 1 0,1 2 0,4 0-8191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24575,'10'11'0,"59"70"0,-62-71 0,-1 0 0,1 0 0,-2 1 0,1 0 0,-2 0 0,7 21 0,-10-27 0,0 0 0,0 1 0,0-1 0,-1 1 0,0-1 0,0 0 0,-1 9 0,0-11 0,0 1 0,1-1 0,-2 1 0,1-1 0,0 0 0,-1 0 0,1 0 0,-1 0 0,0 0 0,0 0 0,0 0 0,-4 3 0,1-1-341,-1 0 0,1-1-1,-9 5 1,6-4-6485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4 24575,'1'-4'0,"1"6"0,1 7 0,-1 5 0,-1 0 0,-2 24 0,1-11 0,-2-8 0,0-1 0,-6 31 0,-1-5 0,5-17 0,0 45 0,4 61 0,0-126 0,-3 14 0,2-17 0,0 1 0,1-1 0,-1 1 0,1 0 0,0-1 0,0 1 0,2 6 0,9 31 0,-9-34 0,0 0 0,-1 0 0,0-1 0,1 12 0,-2 4 0,-1 32 0,-2-31 68,1-15-785,0 14 1,2-16-6110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50 24575,'0'-1'0,"-1"1"0,1 0 0,0-1 0,0 1 0,0 0 0,0-1 0,0 1 0,0 0 0,-1-1 0,1 1 0,0 0 0,0-1 0,0 1 0,0 0 0,0-1 0,0 1 0,1 0 0,-1-1 0,0 1 0,0 0 0,0-1 0,0 1 0,0 0 0,1-1 0,-1 1 0,0-1 0,1 1 0,-1 0 0,1-1 0,-1 1 0,1 0 0,-1-1 0,1 1 0,-1 0 0,1 0 0,-1-1 0,1 1 0,0 0 0,3-1 0,0 0 0,0 1 0,6 0 0,-5 0 0,20-3 0,-15 1 0,13 0 0,19-1 0,-3-1 0,159 4 0,-95 0 0,-56-3 0,-3-1 0,176 4 0,-105 0 0,-67-4 0,-3 1 0,-24 2 0,84 2 0,-79 2 0,-20-1 0,0-1 0,0-1 0,0 1 0,1-1 0,-1 0 0,11-2 0,20-9-1365,-32 10-5461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24575,'0'0'0,"0"0"0,0 0 0,0 0 0,0 0 0,0 0 0,0 0 0,0 0 0,0 0 0,0 0 0,-1-1 0,1 1 0,0 0 0,0 0 0,0 0 0,0 0 0,0 0 0,0 0 0,0 0 0,0 0 0,-1 0 0,1 0 0,0 0 0,0 0 0,0 0 0,0 0 0,0 0 0,0 0 0,0 0 0,-1 0 0,1 0 0,0 0 0,0 0 0,0 0 0,0 0 0,-2 4 0,0 7 0,2-11 0,0 6 0,1 1 0,-1-1 0,3 10 0,0 11 0,1 15 0,0 11 0,0 15 0,-1-37 0,0 2 0,1 23 0,-4-44 0,3 13 0,1 13 0,-4-31 0,0 1 0,-1-1 0,0 1 0,-2 7 0,2-10 0,1 0 0,-1 0 0,1 0 0,0 0 0,0 0 0,0 0 0,2 6 0,9 35 0,-9-42 0,8 27 0,-5-17 0,5 19 0,-9-26 0,8 43 0,-6-28 0,-2-16 0,0 1 0,0 0 0,-1 0 0,0 8 0,0-14-151,0 0-1,0 0 0,0 0 0,-1 0 1,1 0-1,-1 1 0,1-1 1,-2 1-1,-1 3-6674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1412 50 24575,'-3'-2'0,"1"0"0,-1 0 0,0 0 0,1 0 0,-1 1 0,0-1 0,0 1 0,0 0 0,0 0 0,0 0 0,0 0 0,-4-1 0,-4 1 0,0 0 0,-14 1 0,-11-2 0,-38-4 0,34 3 0,-65-1 0,15 1 0,-105 1 0,53 2 0,72-4 0,-23 0 0,-101 5 0,185-1 0,-16 3 0,15-1 0,-11 0 0,-16 1 0,-4 1 0,-2-5 0,-34 2 0,62 2-1365,8-2-5461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8 24575,'-10'-1'0,"-16"-2"0,15 1 0,-13 0 0,21 2 0,0 0 0,0 0 0,0 1 0,0-1 0,0 0 0,0 1 0,0 0 0,1 0 0,-1 0 0,0 0 0,0 0 0,1 0 0,-1 1 0,1-1 0,-5 4 0,5-3 0,-5 3 0,1 0 0,-9 11 0,13-14 0,1 0 0,-1 0 0,1 0 0,0 1 0,0-1 0,0 0 0,0 1 0,0-1 0,0 0 0,0 1 0,1-1 0,0 1 0,-1 2 0,1 4 0,-1 0 0,3 16 0,-1-22 0,0 0 0,-1-1 0,1 1 0,0 0 0,0 0 0,1-1 0,-1 1 0,0-1 0,1 1 0,0-1 0,-1 1 0,4 2 0,-3-3 0,1 0 0,-1 0 0,1-1 0,-1 1 0,1-1 0,0 1 0,-1-1 0,1 0 0,0 0 0,0 0 0,0-1 0,4 1 0,5 1 0,21-1 0,-25-2 0,10 1-82,-8 0-239,1 0 0,-1 0 1,15 3-1,-19-2-6505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3 24575,'1'-3'0,"-4"5"0,-6 8 0,5-6 0,-35 32 0,26-25 0,1 0 0,-1 2 0,-15 20 0,12-8 0,-19 39 0,12-16 0,-6 12 0,24-51-170,0-1-1,0 0 0,-1 0 1,0-1-1,0 1 0,-1-1 1,-11 9-1,13-13-6655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5 24575,'-10'-5'0,"10"5"0,0 0 0,-1 0 0,1 0 0,0 0 0,0 0 0,0 0 0,-1 0 0,1 0 0,0 0 0,0 0 0,0 0 0,-1 0 0,1 0 0,0 0 0,0 1 0,0-1 0,-1 0 0,1 0 0,0 0 0,0 0 0,0 0 0,0 0 0,0 1 0,-1-1 0,1 0 0,0 0 0,0 0 0,0 0 0,0 1 0,0-1 0,0 0 0,0 0 0,-1 0 0,1 1 0,0-1 0,0 0 0,0 0 0,0 0 0,0 1 0,0-1 0,0 0 0,0 0 0,0 0 0,0 1 0,0-1 0,0 0 0,1 9 0,-1 0 0,1 0 0,1 0 0,2 10 0,-2-10 0,0-1 0,0 0 0,-1 0 0,0 17 0,-1-24-124,0-1 0,0 1 0,0 0 0,0 0 0,-1-1 0,1 1-1,0 0 1,0-1 0,-1 1 0,0 1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6 24575,'12'-2'0,"0"0"0,0 1 0,0 0 0,0 1 0,21 3 0,-27-2 0,1 0 0,-1 1 0,0 0 0,0 0 0,0 0 0,0 1 0,0 0 0,0 0 0,-1 1 0,1-1 0,-1 1 0,6 6 0,-8-7 0,0 0 0,0 0 0,0 1 0,-1 0 0,1-1 0,-1 1 0,1 0 0,-1 0 0,-1 1 0,1-1 0,1 6 0,-2-7 0,-1 0 0,1 0 0,-1 0 0,0 0 0,0 0 0,0 0 0,-1 0 0,1 0 0,-1 0 0,1 0 0,-1 0 0,0 0 0,0 0 0,-1 0 0,1 0 0,0-1 0,-4 5 0,1-2 0,1-1 0,-1 0 0,0 0 0,0-1 0,-1 1 0,1-1 0,-1 0 0,-9 5 0,4-3 0,-1-1 0,1 0 0,-17 4 0,7-5 0,-1 0 0,-23 0 0,42-3 0,-8 1-1365,1 1-5461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24575,'0'0'0,"1"0"0,-1 1 0,0-1 0,0 0 0,0 1 0,0-1 0,1 0 0,-1 0 0,0 1 0,0-1 0,0 0 0,1 0 0,-1 1 0,0-1 0,0 0 0,1 0 0,-1 0 0,0 1 0,1-1 0,-1 0 0,0 0 0,1 0 0,-1 0 0,0 0 0,1 0 0,-1 0 0,1 0 0,10 2 0,-9-2 0,108 1 0,-56-2 0,-11 1 0,50 0 0,-52-4 0,10 1 0,293 2 0,-166 2 0,140-1 0,-275 3 0,-3 1 0,19 0 0,5-1 0,324-3 0,-330 4 0,-4-1 0,19 1 0,12-1 0,-70-2 0,-10-1 0,-1 1 0,1-1 0,0 0 0,-1-1 0,1 1 0,-1-1 0,8-2 0,-11 3 0,-1 0 0,1 0 0,-1-1 0,1 1 0,-1 0 0,1 0 0,-1-1 0,0 1 0,1 0 0,-1-1 0,1 1 0,-1 0 0,0-1 0,1 1 0,-1-1 0,0 1 0,1 0 0,-1-1 0,0 1 0,0-1 0,1 1 0,-1-1 0,0 1 0,0-1 0,0 1 0,0-1 0,0 1 0,0-1 0,0 1 0,0-1 0,0 1 0,0-1 0,0 0 0,0 0 0,-1 0 0,1 0 0,-1 0 0,1 0 0,-1 0 0,1 0 0,-1 0 0,0 0 0,1 0 0,-1 1 0,0-1 0,0 0 0,1 0 0,-1 1 0,0-1 0,-2 0 0,-12-6 0,-21-7 0,6 3 0,-42-15 0,71 25 0,1 2 0,7 1 0,10 3 0,10 8 0,40 15 0,2-4 0,-68-24 0,0 1 0,-1-1 0,1 0 0,0 1 0,0-1 0,0 1 0,-1-1 0,1 1 0,0-1 0,-1 1 0,2 0 0,-2-1 0,0 1 0,0-1 0,0 0 0,0 0 0,0 0 0,0 0 0,0 0 0,0 0 0,0 1 0,0-1 0,0 0 0,0 0 0,0 0 0,0 0 0,0 0 0,0 1 0,0-1 0,0 0 0,0 0 0,0 0 0,0 0 0,0 0 0,0 0 0,0 1 0,0-1 0,0 0 0,0 0 0,-6 4 0,-10 1 2,-23 5 0,18-5-1371,10-2-5457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57 24575,'-2'-2'0,"2"0"0,-1 1 0,0-1 0,0 0 0,1 0 0,-2-3 0,2 3 0,0 2 0,0 0 0,0 0 0,0 0 0,0 0 0,0 0 0,0 0 0,0 0 0,0 0 0,0 0 0,0 0 0,0 0 0,0 0 0,0 0 0,0 0 0,0 0 0,0 0 0,0 0 0,0 0 0,0 0 0,0 0 0,0 0 0,0 0 0,0-1 0,0 1 0,0 0 0,0 0 0,0 0 0,0 0 0,-1 0 0,1 0 0,0 0 0,0 0 0,0 0 0,0 0 0,0 0 0,0 0 0,0 0 0,0 0 0,0 0 0,0 0 0,0 0 0,0 0 0,0 0 0,0 0 0,0 0 0,0 0 0,0 0 0,0 0 0,0 0 0,0 0 0,0 0 0,0 0 0,0 0 0,0 0 0,0 0 0,0 0 0,0 0 0,0 0 0,0 1 0,0-1 0,0 0 0,0 0 0,0 0 0,0 0 0,0 0 0,-2 3 0,0 3 0,0 2 0,1 1 0,1-1 0,-1 0 0,2 14 0,7 32 0,-4-30 0,6 30 0,-5-31 0,-1 0 0,1 41 0,-5-57 0,1-3 0,-1-1 0,0 1 0,-1 0 0,1 0 0,-1-1 0,1 1 0,-3 6 0,3-10 0,0 0 0,0 0 0,0 0 0,0 0 0,0 0 0,0 0 0,0 0 0,0 0 0,-1 0 0,1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0,-1 0 0,1 0 0,0 0 0,0 0 0,0 0 0,0 0 0,0 0 0,0 0 0,0 0 0,-1-3 0,0-6 0,1 8 0,-2-20 0,-2-27 0,0-8 0,0-10 0,5 29 0,-2-33 0,1 65 0,-1 0 0,-1 0 0,1 0 0,-1 1 0,-3-10 0,1 7 0,7 12 0,1 0 0,0-1 0,-1 1 0,1-1 0,1 0 0,4 4 0,2 3 0,-3-3 0,1-1 0,-1 0 0,1 0 0,10 6 0,-19-13 0,0 0 0,1 0 0,-1 0 0,0 1 0,0-1 0,1 0 0,-1 0 0,0 0 0,1 0 0,-1 0 0,0 1 0,0-1 0,1 0 0,-1 0 0,0 0 0,1 0 0,-1 0 0,0 0 0,1 0 0,-1 0 0,0 0 0,1 0 0,-1 0 0,0 0 0,1-1 0,-1 1 0,1 0 0,-1 0 0,0-1 0,0 1 0,0-1 0,0 1 0,0 0 0,1-1 0,-1 1 0,0-1 0,0 1 0,0-1 0,0 1 0,0 0 0,-1-1 0,1 1 0,0-1 0,0 1 0,0-1 0,-1-3 0,-1 0 0,1 1 0,-3-5 0,-4-6 0,-1 0 0,0 0 0,-21-23 0,29 35 0,-1 1 0,1 0 0,-1-1 0,0 1 0,1 0 0,-1 0 0,0 0 0,0 0 0,0 1 0,0-1 0,0 0 0,0 1 0,0-1 0,-3 0 0,3 1 0,1 0 0,-1 1 0,0-1 0,1 0 0,-1 0 0,1 1 0,-1-1 0,1 1 0,-1-1 0,1 1 0,-1 0 0,1 0 0,-1-1 0,1 1 0,0 0 0,-1 0 0,1 0 0,-2 3 0,-2 1-170,1 1-1,0-1 0,0 1 1,1 0-1,0 1 0,0-1 1,-3 10-1,3-10-6655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24575,'7'-7'0,"-1"0"0,0 0 0,9-17 0,-13 22 0,-1 5 0,-1 9 0,0-8 0,0 4 0,1 0 0,0 0 0,5 14 0,9 24 0,1-1 0,-14-37 0,0-2 0,-1-1 0,1 0 0,-1 0 0,0 1 0,-1-1 0,1 10 0,-1-15-5,0 0 0,0 1 0,0-1 0,0 0 0,0 1 0,-1-1 0,1 0 1,0 0-1,0 1 0,0-1 0,0 0 0,0 0 0,0 1 0,0-1 0,-1 0 0,1 0 0,0 0 0,0 1 0,-1-1 12,1 0 0,0 0 0,0 0 0,0 0 1,0 0-1,0 0 0,-1 0 0,1 0 0,0 0 0,0 0 1,0 0-1,0 0 0,0 0 0,-1 0 0,1 0 0,0 0 0,0 0 1,0 0-1,0 0 0,0 0 0,-1 0 0,1 0 0,0-1 1,-8-7-645,7 6-169,-4-3-6020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41 24575,'-22'-8'0,"1"1"0,-2 1 0,1 0 0,0 2 0,-24-1 0,28 3 0,-1 0 0,0 1 0,-29 2 0,-71 10-1365,106-11-5461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38 24575,'-1'-2'0,"0"1"0,0 0 0,-1-1 0,1 0 0,0 1 0,0-1 0,0 0 0,1 1 0,-2-4 0,2 4 0,0 1 0,-1-1 0,1 1 0,0-1 0,0 1 0,0-1 0,0 1 0,0-1 0,0 0 0,0 1 0,1-1 0,-1 1 0,0-1 0,0 1 0,0-1 0,0 1 0,1-1 0,-1 1 0,0-1 0,0 1 0,1 0 0,-1-1 0,0 1 0,1-1 0,-1 1 0,1 0 0,-1-1 0,0 1 0,1 0 0,-1-1 0,1 1 0,-1 0 0,1 0 0,-1-1 0,1 1 0,-1 0 0,1 0 0,0 0 0,4-1 0,1 0 0,-1 0 0,0 1 0,1 0 0,-1 0 0,0 1 0,1-1 0,-1 1 0,0 0 0,0 1 0,9 2 0,-13-3 0,0-1 0,0 1 0,0-1 0,0 1 0,0-1 0,0 1 0,-1 0 0,1 0 0,0-1 0,0 1 0,0 0 0,-1 0 0,1 0 0,0 0 0,-1 0 0,1 0 0,-1 0 0,1 0 0,-1 0 0,0 0 0,1 0 0,-1 1 0,0-1 0,0 0 0,0 0 0,0 0 0,0 0 0,0 0 0,0 0 0,0 1 0,0-1 0,0 0 0,-1 0 0,0 2 0,0 1 0,-1 0 0,0 1 0,0-1 0,0 0 0,0 0 0,-1 0 0,-3 4 0,-2 0 0,6-6 0,0 1 0,0-1 0,0 1 0,0 0 0,0-1 0,0 1 0,1 0 0,-3 4 0,4-7 0,0 1 0,0-1 0,0 0 0,0 1 0,0-1 0,0 1 0,0-1 0,0 0 0,0 1 0,0-1 0,0 1 0,0-1 0,0 0 0,0 1 0,0-1 0,1 1 0,-1-1 0,0 0 0,0 1 0,0-1 0,0 0 0,1 1 0,0 0 0,-1-1 0,1 1 0,-1-1 0,1 0 0,0 1 0,-1-1 0,1 0 0,0 1 0,0-1 0,-1 0 0,2 1 0,3-1 0,-1 0 0,0 1 0,8-2 0,-8 1 0,6-1 0,13-2 0,-16 1 0,0 1 0,1 0 0,-1 1 0,10 0 0,-11 1-1365,-2 1-5461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8 24575,'0'0'0,"0"0"0,0 0 0,0 0 0,0 0 0,0 0 0,0 0 0,0 0 0,0 0 0,0 0 0,0 0 0,0 0 0,0 0 0,1 0 0,-1 0 0,0 0 0,0 0 0,0 0 0,0 0 0,0 0 0,0 0 0,0 0 0,0 0 0,0 0 0,0 0 0,0 0 0,0 0 0,1 0 0,-1 0 0,0 0 0,0 0 0,0 0 0,0 0 0,0 0 0,0 0 0,0 0 0,0 1 0,0-1 0,0 0 0,0 0 0,0 0 0,0 0 0,0 0 0,0 0 0,0 0 0,0 0 0,0 0 0,0 0 0,0 0 0,0 0 0,0 1 0,0-1 0,0 0 0,0 0 0,0 0 0,0 0 0,0 0 0,0 0 0,0 0 0,0 0 0,0 0 0,0 0 0,0 0 0,0 1 0,-5 2 0,3-3 0,-1 1 0,0-1 0,0 0 0,0 0 0,0 0 0,-5-1 0,-19-5 0,0 0 0,17 5 40,0 0 0,-11 1 0,17 0-205,0 1 0,0-1 0,0 1 0,1 0 0,-1 0 0,0 0 0,0 1 0,-4 1 0,4-1-6661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14 24575,'-5'-3'0,"-1"1"0,1 0 0,-1 0 0,0 1 0,0 0 0,1 0 0,-1 0 0,0 0 0,0 1 0,0 0 0,0 1 0,-11 1 0,-4 2-455,1-1 0,-39 1 0,49-4-6371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79 24575,'-6'16'0,"6"-13"0,-1 1 0,1 0 0,1 0 0,-1 0 0,0 0 0,1-1 0,0 1 0,0 0 0,2 5 0,3 5 0,7 14 0,-9-21 0,2 5 0,-2-5 0,6 14 0,-29-46 0,9 10 0,0-1 0,1 0 0,1 0 0,-10-28 0,-6-36 0,17 65 0,13 24 0,-1-1 0,12 11 0,-12-14 0,0 0 0,0-1 0,11 8 0,19 8 0,-34-20 0,8 5 0,-1-1 0,2 0 0,-1-1 0,0 0 0,20 3 0,-28-6 0,0 1 0,0-1 0,1 0 0,-1 0 0,0 0 0,1 0 0,-1-1 0,0 1 0,0 0 0,1 0 0,-1-1 0,0 1 0,0-1 0,0 1 0,0-1 0,1 1 0,-1-1 0,0 0 0,0 0 0,1-1 0,-1 1 0,0 0 0,0-1 0,0 1 0,0-1 0,0 1 0,-1-1 0,1 1 0,0-1 0,-1 0 0,1 1 0,-1-1 0,0 0 0,0 1 0,1-4 0,-2-29 0,0 20 0,2 17 0,-1-1 0,1 0 0,0 1 0,-1-1 0,1 0 0,1 2 0,10 18 0,-8-13 0,5 7 0,22 31 0,-30-45 0,30 43 0,-26-34-1365,-4-6-5461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24575,'0'-1'0,"0"0"0,0 2 0,0 3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24575,'2'4'0,"-1"0"0,1 0 0,0 5 0,2 5 0,2 5 0,2-1 0,0-1 0,1 1 0,12 17 0,-17-27 120,-4-5-321,-3-5-1083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63 24575,'-13'-11'0,"-1"0"0,-1 1 0,-27-15 0,40 24 0,0 0 0,-1 0 0,1 0 0,0 1 0,0-1 0,-1 1 0,1 0 0,0-1 0,0 1 0,-1 0 0,1 0 0,0 1 0,-4-1 0,0 2 0,0 0 0,0 0 0,-9 6 0,12-6 0,-15 5-227,1 0-1,-1-1 1,0-1-1,0 0 1,-24 2-1,27-5-6598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24575,'0'2'0,"0"0"0,0 3 0,0 0 0,1 2 0,1 0 0,1 0 0,0 1 0,-1-1 0,1-1 0,0 0 0,0-1 0,0 1 0,1-1 0,-1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13 24575,'0'-1'0,"1"1"0,-1-1 0,0 1 0,0-1 0,0 0 0,0 1 0,0-1 0,1 1 0,-1-1 0,0 0 0,0 1 0,0-1 0,-1 1 0,1-1 0,0 0 0,0 0 0,-1 1 0,1-1 0,0 1 0,0 0 0,-1 0 0,1 0 0,0 0 0,-1 0 0,1-1 0,0 1 0,-1 0 0,1 0 0,-1 0 0,1 0 0,0 0 0,-1 0 0,1 0 0,0 0 0,-1 0 0,1 0 0,0 0 0,-1 1 0,1-1 0,0 0 0,-1 0 0,1 0 0,0 0 0,-1 0 0,1 1 0,-13 5 0,-21 7 0,29-11 0,0-1 0,0 0 0,0 0 0,-1 0 0,-5 0 0,-2-1 0,-37-1 0,44 0-1365,1-1-5461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24575,'-1'0'0,"1"0"0,0 0 0,-1-1 0,1 1 0,0 0 0,-1 1 0,1-1 0,0 0 0,-1 0 0,1 0 0,-1 0 0,1 0 0,0 0 0,-1 0 0,1 0 0,0 1 0,0-1 0,-1 0 0,1 0 0,0 0 0,-1 1 0,1-1 0,0 0 0,-1 1 0,1-1 0,0 1 0,0-1 0,0 0 0,0 1 0,0-1 0,0 1 0,0-1 0,0 1 0,0-1 0,0 0 0,0 1 0,1-1 0,-1 0 0,0 1 0,0-1 0,0 1 0,1 0 0,1 2 0,0 0 0,0 0 0,4 4 0,-5-7 0,14 15 0,1 0 0,21 13 0,-7-5 0,-26-18 120,-2-2-321,-2-3 176,0 0 0,0 0-1,0 0 1,0 0 0,0 0 0,0 0 0,0 0 0,0 0-1,0 0 1,0 0 0,0 0 0,0 0 0,0 0 0,0 0-1,0 0 1,0 0 0,0 0 0,0 0 0,-1 0-1,1 0 1,0 1 0,0-1 0,0 0 0,0 0 0,0 0-1,0 0 1,0 0 0,0 0 0,0 0 0,0 0-1,0 0 1,0 0 0,0 0 0,0 0 0,0 0 0,0 0-1,0 0 1,0 0 0,0 0 0,0 0 0,0 0 0,0 0-1,0 0 1,0 0 0,0 0 0,0 0 0,-1 0-1,1 0 1,0 0 0,0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8 24575,'0'-1'0,"0"-5"0,-1 5 0,-1 4 0,0 4 0,-1 0 0,-1 0 0,1 0 0,-1-1 0,0 0 0,-9 12 0,-2-4 0,-28 22 0,27-24-1365,11-9-5461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24575,'0'-1'0,"0"1"0,1-1 0,-1 0 0,0 1 0,0-1 0,0 1 0,1-1 0,-1 1 0,0-1 0,1 1 0,-1-1 0,0 1 0,1 0 0,-1-1 0,0 1 0,1-1 0,-1 1 0,1 0 0,-1-1 0,1 1 0,-1 0 0,1 0 0,-1-1 0,1 1 0,-1 0 0,2 0 0,1-1 0,0 0 0,0 0 0,5 1 0,-6-1 0,0 1 0,0 0 0,1 0 0,-1 0 0,0 0 0,0 1 0,0-1 0,4 2 0,-5-2 0,0 1 0,0-1 0,0 0 0,-1 1 0,1 0 0,0-1 0,0 1 0,-1-1 0,1 1 0,0 0 0,-1 0 0,1-1 0,-1 1 0,1 0 0,-1 0 0,1 0 0,-1 0 0,0-1 0,1 1 0,-1 0 0,0 0 0,1 2 0,-1-1 0,0 0 0,0 1 0,0-1 0,0 0 0,0 0 0,0 0 0,-1 1 0,1-1 0,-1 0 0,1 0 0,-1 0 0,0 0 0,0 0 0,0 0 0,-1 2 0,-3 2 0,1 0 0,-1-1 0,-6 7 0,9-10 0,2-2 0,0 0 0,-1 0 0,1 1 0,0-1 0,0 0 0,-1 0 0,1 1 0,0-1 0,0 0 0,-1 1 0,1-1 0,0 1 0,0-1 0,0 0 0,0 1 0,0-1 0,-1 0 0,1 1 0,0-1 0,0 1 0,0 0 0,0-1 0,1 0 0,-1 0 0,0 1 0,0-1 0,0 0 0,1 0 0,-1 1 0,0-1 0,0 0 0,1 0 0,-1 0 0,0 1 0,0-1 0,1 0 0,-1 0 0,0 0 0,1 0 0,-1 0 0,0 0 0,1 1 0,3-1 0,-1 1 0,1-1 0,6 0 0,-7 0 0,55-1-1365,-52 1-5461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15 24575,'0'-1'0,"0"1"0,0-1 0,0 1 0,0-1 0,-1 1 0,1-1 0,0 1 0,0-1 0,0 1 0,0 0 0,-1-1 0,1 1 0,0-1 0,0 1 0,-1 0 0,1-1 0,0 1 0,-1-1 0,1 1 0,-1-1 0,0 1 0,0-1 0,-1 0 0,1 1 0,0-1 0,0 1 0,0 0 0,-1-1 0,0 1 0,-2-1 0,1 1 0,0 0 0,-1 0 0,1 0 0,-5 1 0,5 0 0,0-1 0,0 1 0,0 0 0,0 0 0,0 0 0,0 0 0,-3 3 0,5-4 0,1 1 0,-1-1 0,0 1 0,1 0 0,-1-1 0,0 1 0,1 0 0,-1 0 0,1-1 0,0 1 0,-1 0 0,1 0 0,-1 0 0,1-1 0,0 1 0,0 0 0,-1 0 0,1 0 0,0 0 0,0 0 0,0 0 0,0 0 0,0-1 0,0 1 0,0 0 0,1 0 0,-1 0 0,0 0 0,1 1 0,1 4 0,1 1 0,0-1 0,7 12 0,-6-12 0,0 1 0,-1 0 0,3 7 0,-1 3 0,-1 1 0,2 18 0,1 9 0,-5-37 0,8 46 0,-10-53 0,0 0 0,0 0 0,1 0 0,-1 0 0,0 0 0,0 0 0,1-1 0,-1 1 0,1 0 0,-1 0 0,1 0 0,-1 0 0,1-1 0,-1 1 0,1 0 0,0 0 0,-1-1 0,1 1 0,0-1 0,0 1 0,1 0 0,0 0 0,0 0 0,0-1 0,0 1 0,1-1 0,-1 1 0,0-1 0,0 0 0,4 0 0,5-1 0,1 0 0,15-3 0,-20 3-110,-3 1-69,0-1 0,-1 0-1,1 0 1,-1 0 0,0 0-1,5-3 1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24575,'1'2'0,"-1"0"0,0 0 0,1 0 0,0 0 0,-1 0 0,1 0 0,1 2 0,2 3 0,-2 0 0,9 13 0,-10-18 0,1 0 0,-1 0 0,1 0 0,-1 0 0,1 0 0,-1-1 0,1 1 0,0 0 0,0-1 0,3 2 0,-5-3 0,1 1 0,-1-1 0,1 0 0,-1 0 0,1 0 0,-1 0 0,0 1 0,1-1 0,-1 0 0,1 0 0,-1 0 0,1 0 0,-1 0 0,1 0 0,-1 0 0,1 0 0,-1 0 0,1-1 0,-1 1 0,0 0 0,1 0 0,-1 0 0,1 0 0,0-1 0,-1 0 0,1 1 0,0-1 0,-1 0 0,1 1 0,-1-1 0,1 0 0,-1 0 0,1 1 0,-1-1 0,0 0 0,1 0 0,-1-1 0,1-2 0,0 0 0,-1 0 0,1-1 0,-1-4 0,0 2 0,-1 3 0,1 1 0,0-1 0,0 1 0,1-1 0,0-4 0,-1 7 0,0 1 0,0-1 0,1 1 0,-1-1 0,0 1 0,0-1 0,1 1 0,-1-1 0,0 1 0,1-1 0,-1 1 0,1-1 0,-1 1 0,0-1 0,1 1 0,-1 0 0,1-1 0,-1 1 0,1 0 0,-1 0 0,1-1 0,0 1 0,-1 0 0,1 0 0,-1 0 0,1-1 0,-1 1 0,1 0 0,0 0 0,-1 0 0,1 0 0,-1 0 0,1 0 0,0 0 0,-1 1 0,1-1 0,-1 0 0,2 0 0,3 2 0,0 0 0,-1 0 0,1 1 0,0-1 0,-1 1 0,6 4 0,10 6 0,-15-10 0,-2-2 0,0 1 0,0 0 0,0-1 0,0 1 0,0 0 0,-1 1 0,1-1 0,2 3 0,-4-2-1365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24575,'8'-5'0,"0"0"0,1 0 0,0 1 0,9-3 0,-16 6 0,1 0 0,0 1 0,0-1 0,-1 1 0,1 0 0,0-1 0,0 1 0,0 0 0,0 1 0,-1-1 0,1 0 0,0 1 0,0 0 0,-1 0 0,1 0 0,0 0 0,-1 0 0,4 2 0,-1 0 0,1 1 0,-1 0 0,0 0 0,0 0 0,0 1 0,-1-1 0,0 1 0,1 1 0,-2-1 0,1 0 0,-1 1 0,0 0 0,0 0 0,0 0 0,2 10 0,-1 0 0,-1 0 0,1 24 0,1 8 0,-3-40 0,0 0 0,0 0 0,5 14 0,-4-17 0,0 0 0,-1-1 0,7 8 0,-5-8 0,-1 0 0,0 0 0,4 10 0,-6-14 0,-1 1 0,0-1 0,0 1 0,1 0 0,-1-1 0,0 1 0,0 0 0,0-1 0,0 1 0,0 0 0,0-1 0,0 1 0,0 0 0,0-1 0,0 1 0,0 0 0,0-1 0,0 1 0,-1 0 0,1-1 0,0 1 0,-1-1 0,1 1 0,0-1 0,-1 1 0,1 0 0,0-1 0,-1 1 0,1-1 0,-1 0 0,1 1 0,-1-1 0,1 1 0,-1-1 0,0 0 0,1 1 0,-1-1 0,1 0 0,-1 1 0,-1-1 0,-2 1 0,-1 1 0,0-1 0,0 0 0,-7 0 0,5 0 0,-15 1-1365,13-1-5461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7 24575,'-72'-3'0,"1"-1"0,-27 4-1365,91 0-5461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23 24575,'-14'-3'0,"-8"-1"0,-2-1 0,2 1 0,2 1 0,2 1 0,3 1 0,1 0 0,3 1 0,0 0 0,0 1 0,1-1 0,0 0 0,1 1 0,0 1 0,1 0 0,2-1-8191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24575,'59'31'0,"-30"-14"0,2-1 0,37 12 0,-13-12 0,-28-9 0,-21-4 0,-6-3 0,0 0 0,0 0 0,0 0 0,0 0 0,0 0 0,0 0 0,0 0 0,0 0 0,0 0 0,0 0 0,1 0 0,-1 0 0,0 1 0,0-1 0,0 0 0,0 0 0,0 0 0,0 0 0,0 0 0,0 0 0,0 0 0,0 0 0,0 0 0,0 0 0,0 0 0,0 0 0,0 0 0,0 0 0,0 0 0,-1 0 0,1 0 0,0 0 0,0 1 0,0-1 0,0 0 0,0 0 0,0 0 0,0 0 0,0 0 0,0 0 0,0 0 0,0 0 0,0 0 0,0 0 0,0 0 0,0 0 0,0 0 0,-10 3 0,6-2 0,-15 4 0,-1 1 0,1 1 0,-20 10 0,13-3-84,14-7-172,0 0 0,0-1-1,-1 0 1,-22 6 0,26-10-6570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8 24575,'0'0'0,"0"0"0,0 0 0,0-1 0,1 1 0,-1 0 0,0-1 0,0 1 0,0 0 0,0 0 0,0-1 0,0 1 0,0 0 0,0-1 0,0 1 0,0 0 0,0-1 0,0 1 0,0 0 0,0-1 0,0 1 0,0-1 0,0 1 0,-1 0 0,1 0 0,0 0 0,0 0 0,0 0 0,-1 0 0,1-1 0,0 1 0,0 0 0,0 0 0,-1 0 0,1 0 0,0 0 0,0 0 0,-1 0 0,1 0 0,0 0 0,0 0 0,0 0 0,-1 0 0,1 1 0,-16 4 0,14-3 0,-24 10 0,-17 7 0,29-15 0,1 1 0,1-1 0,-14 8 0,24-11 0,0 0 0,1 1 0,-1-1 0,1 0 0,-1 1 0,1-1 0,-1 1 0,1 0 0,0-1 0,0 1 0,0 0 0,0 0 0,0-1 0,0 1 0,0 0 0,0 0 0,1 0 0,-1 0 0,1 0 0,0 1 0,-1-1 0,1 0 0,0 0 0,0 0 0,1 0 0,-1 0 0,0 0 0,1 0 0,-1 0 0,1 0 0,-1 0 0,2 2 0,-1-2 0,0 0 0,1 0 0,-1 0 0,1 0 0,-1 0 0,1 0 0,0 0 0,-1-1 0,1 1 0,0 0 0,0-1 0,0 0 0,4 2 0,3 2 0,0-2 0,10 4 0,108 36 0,-114-40-106,13 6 337,-24-8-367,0 0 1,0 0-1,0 0 1,-1 0 0,1 0-1,0 0 1,-1 1-1,1-1 1,0 1-1,0 1 1,1 2-6691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 24575,'-4'-4'0,"4"4"0,0 0 0,0 0 0,0 0 0,0 0 0,0 0 0,0 0 0,0 0 0,0 0 0,0 0 0,0 0 0,0 0 0,0 0 0,0 0 0,0 0 0,1 0 0,-1 0 0,0 0 0,0 0 0,0 0 0,0 0 0,0 0 0,0 0 0,0 0 0,0-1 0,0 1 0,0 0 0,0 0 0,0 0 0,0 0 0,0 0 0,0 0 0,0 0 0,0 0 0,0 0 0,0 0 0,0 0 0,0 0 0,0 0 0,0 0 0,0 0 0,0 0 0,0 0 0,0 0 0,0 0 0,0 0 0,7 7 0,27 35 0,38 48 0,-23-27 0,71 69 0,-116-128 0,-1-1 0,-1 0 0,1-1 0,-1 0 0,6 4 0,-12-13 0,-20-21-1365,19 21-5461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22 24575,'3'-6'0,"-2"5"0,0-1 0,-1 1 0,1-1 0,0 0 0,-1 1 0,0-1 0,1 1 0,-1-3 0,-5 11 0,-10 23 0,-15 28 0,-17 20 0,37-58 0,-16 43 0,25-60-124,0 0 0,0 1 0,-1-1 0,1 0 0,-1 0 0,1 1-1,-1-1 1,0-1 0,-1 1 0,-3 4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24575,'21'-6'0,"30"-5"0,-50 10 0,-1 1 0,1 0 0,0 0 0,0 0 0,-1 0 0,1 0 0,0 0 0,0 0 0,-1 0 0,1 1 0,0-1 0,-1 0 0,1 0 0,0 1 0,0-1 0,-1 0 0,1 1 0,0-1 0,-1 0 0,2 2 0,-2-2 0,1 1 0,-1 0 0,1 0 0,0 0 0,-1 0 0,1 0 0,-1 0 0,0 0 0,1 0 0,-1 0 0,0 0 0,0 0 0,1 1 0,-1 2 0,0 1 0,0-1 0,-1 1 0,1-1 0,-3 8 0,0 6 0,2-13 0,1-1 0,-1 1 0,0-1 0,-1 0 0,-2 7 0,4-11 0,0 0 0,0 1 0,-1-1 0,1 0 0,0 0 0,0 1 0,0-1 0,0 0 0,-1 1 0,1-1 0,0 0 0,0 1 0,0-1 0,0 0 0,0 1 0,0-1 0,0 0 0,0 1 0,0-1 0,0 0 0,0 1 0,0-1 0,0 1 0,0-1 0,0 0 0,1 0 0,-1 1 0,0-1 0,0 0 0,0 1 0,0-1 0,1 0 0,-1 1 0,0-1 0,1 0 0,0 1 0,0-1 0,0 1 0,1-1 0,-1 0 0,0 1 0,0-1 0,0 0 0,1 0 0,0 0 0,84-1 0,-74-2-1365,-8 2-5461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18 24575,'-5'-18'0,"5"19"0,0-1 0,0 0 0,0 0 0,0 0 0,0 0 0,0 0 0,0 0 0,0 0 0,0 0 0,0 0 0,0 0 0,0 0 0,0 0 0,0 0 0,0 0 0,0 0 0,0 0 0,0 0 0,0 0 0,0 0 0,0 0 0,0 0 0,0 0 0,0 0 0,0 0 0,0 0 0,0 0 0,0 0 0,0 0 0,0 0 0,0 0 0,0 0 0,0 0 0,0 0 0,0 0 0,0 0 0,0 0 0,0 0 0,0 0 0,0 0 0,0 0 0,0 0 0,0 0 0,-1 0 0,1 0 0,0 0 0,0 0 0,0 0 0,0 0 0,0 0 0,0 0 0,0 0 0,0 0 0,0 0 0,0 0 0,0 0 0,0 0 0,0 0 0,0 0 0,0 0 0,0 0 0,0 0 0,0 0 0,0 0 0,0 0 0,0 0 0,0 0 0,0-1 0,-1 5 0,-1 6 0,2-9 0,-23 146 0,18-116 0,-7 70 0,12-96 0,0 0 0,0-1 0,1 1 0,0-1 0,0 1 0,0-1 0,0 1 0,0-1 0,1 0 0,0 1 0,0-1 0,0 0 0,4 5 0,-2-5 0,-1 0 0,1 0 0,0 0 0,0 0 0,0 0 0,1-1 0,-1 0 0,1 0 0,0 0 0,9 3 0,-7-3-170,0-1-1,0 0 0,1 0 1,-1-1-1,1 0 0,-1 0 1,14 0-1,-14-1-6655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24575,'22'-6'0,"-8"4"0,-1-2 0,0 0 0,19-8 0,-31 11 0,1 0 0,-1 0 0,1 0 0,-1 0 0,0 0 0,0 0 0,1 0 0,-1-1 0,0 1 0,0 0 0,0-1 0,0 1 0,0-1 0,-1 1 0,1-1 0,0-2 0,0 4 0,-1-1 0,0 0 0,0 0 0,0 0 0,0 1 0,0-1 0,0 0 0,0 0 0,0 0 0,0 0 0,0 0 0,0 1 0,-1-1 0,1 0 0,0 0 0,-1 0 0,1 1 0,0-1 0,-1 0 0,1 1 0,-1-1 0,1 0 0,-1 1 0,1-1 0,-1 0 0,0 1 0,1-1 0,-1 1 0,0-1 0,1 1 0,-1-1 0,0 1 0,0 0 0,-1-1 0,0 0 0,-1 0 0,0 0 0,0 1 0,0-1 0,1 1 0,-1-1 0,0 1 0,0 0 0,0 0 0,0 1 0,0-1 0,0 0 0,1 1 0,-1 0 0,0 0 0,0 0 0,-4 2 0,5-2 0,0 0 0,0 0 0,0 1 0,0-1 0,0 1 0,0 0 0,0-1 0,1 1 0,-1 0 0,1 0 0,-1 0 0,1 0 0,0 0 0,0 0 0,0 0 0,0 1 0,0-1 0,0 0 0,1 0 0,-1 1 0,0 3 0,1-3 0,0 0 0,0 0 0,0 0 0,1 0 0,-1 1 0,1-1 0,-1 0 0,1 0 0,0 0 0,1 0 0,-1 0 0,0-1 0,1 1 0,-1 0 0,1 0 0,0-1 0,0 1 0,0-1 0,0 0 0,1 1 0,-1-1 0,0 0 0,1-1 0,0 1 0,-1 0 0,1-1 0,0 1 0,0-1 0,3 1 0,14 4 0,1 0 0,-1-2 0,39 4 0,-45-8-1365,-7 0-5461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24575,'0'2'0,"0"-1"0,1 0 0,-1 0 0,1 1 0,-1-1 0,2 2 0,1 3 0,7 19 0,14 27 0,10 22 0,-28-58 0,-1-1 0,-1 1 0,3 22 0,-7-37 0,0 1 0,0 0 0,0 0 0,0-1 0,0 1 0,0 0 0,0-1 0,-1 1 0,1 0 0,-1-1 0,1 1 0,-1 0 0,0-1 0,1 1 0,-2 1 0,1-2 0,0 0 0,0 0 0,0 0 0,0 0 0,0 0 0,0-1 0,0 1 0,-1 0 0,1-1 0,0 1 0,0-1 0,0 1 0,-1-1 0,1 0 0,0 1 0,-1-1 0,1 0 0,0 0 0,-1 0 0,-1 0 0,0 0 0,-1-1 0,0 1 0,0-1 0,0 0 0,0 0 0,1-1 0,-1 1 0,0-1 0,1 1 0,-4-4 0,2 2 0,0 0 0,1-1 0,0 1 0,0-1 0,0 0 0,-5-7 0,8 9 0,-1 0 0,1 0 0,0 0 0,1 0 0,-1-1 0,0 1 0,0 0 0,1 0 0,0 0 0,-1-1 0,1 1 0,0 0 0,0 0 0,0-1 0,0 1 0,1 0 0,-1 0 0,2-5 0,-2 5 0,1 0 0,0 0 0,0 0 0,0-1 0,0 1 0,0 0 0,1 0 0,-1 0 0,1 1 0,-1-1 0,1 0 0,0 0 0,-1 1 0,1-1 0,0 1 0,0 0 0,4-2 0,1 0 30,1 0 0,0 1-1,14-2 1,-14 3-401,0 0 0,0-1 0,14-5 0,-17 5-6455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26 24575,'-1'-7'0,"-1"-1"0,1 1 0,0 4 0,-2 2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24575,'0'2'0,"1"0"0,0 0 0,-1 0 0,1 0 0,0 0 0,0 0 0,0 0 0,0-1 0,2 4 0,1 1 0,0 1 0,1 1 0,11 11 0,-12-15 0,-1-1 0,1 1 0,0-1 0,0 0 0,1 0 0,5 3 0,-9-6 0,-1 1 0,1-1 0,0 1 0,0-1 0,-1 0 0,1 0 0,0 1 0,0-1 0,0 0 0,0 0 0,-1 0 0,1 0 0,0 0 0,0 0 0,0 0 0,0 0 0,-1-1 0,1 1 0,0 0 0,0 0 0,0-1 0,0 0 0,0 1 0,0-1 0,0 0 0,0 0 0,-1 1 0,1-1 0,0 0 0,0 0 0,-1 0 0,1 0 0,-1 0 0,1 0 0,0-2 0,0-2 0,0 0 0,0-1 0,0 1 0,0 0 0,-1-8 0,0 10 0,0 1 0,0 0 0,0 0 0,0 0 0,0 0 0,1-2 0,-1 4 0,0 0 0,0-1 0,0 1 0,0 0 0,0 0 0,1 0 0,-1 0 0,0 0 0,0 0 0,0-1 0,0 1 0,0 0 0,0 0 0,0 0 0,0 0 0,0 0 0,0 0 0,1 0 0,-1 0 0,0 0 0,0 0 0,0 0 0,0-1 0,0 1 0,0 0 0,1 0 0,-1 0 0,0 0 0,0 0 0,0 0 0,1 0 0,-1 1 0,1-1 0,-1 0 0,1 0 0,-1 1 0,1-1 0,-1 0 0,1 1 0,-1-1 0,0 0 0,1 1 0,-1-1 0,1 1 0,11 14 0,-8-9 0,8 8 0,-4-6 0,-1-1 0,11 8 0,-15-14 0,0 1 0,-1 0 0,1-1 0,0 1 0,0-1 0,0 0 0,0 0 0,0 0 0,1 0 0,-1-1 0,5 1 0,-7-1 0,1 0 0,-1 0 0,0 0 0,0 0 0,0 0 0,0-1 0,0 1 0,0 0 0,0-1 0,0 1 0,0 0 0,0-1 0,-1 1 0,1-1 0,0 0 0,0 1 0,1-2 0,-1 1 0,0-1 0,0 1 0,0-1 0,0 1 0,-1-1 0,1 1 0,0-1 0,-1 1 0,2-4 0,-1-1 0,-1 0 0,1 0 0,-1 0 0,0 0 0,-1-6 0,1 8-80,-1 1 0,0 0-1,1 0 1,-1-1 0,0 1-1,-1 0 1,1 0 0,0 0-1,-1 0 1,0 0 0,1 1 0,-1-1-1,0 0 1,-1 1 0,1-1-1,-4-2 1,0 0-6746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24575,'26'22'0,"31"33"0,-47-44 0,-1 1 0,0 0 0,-1 0 0,0 0 0,9 22 0,-11-19 0,0 1 0,-1-1 0,0 1 0,-2 0 0,4 32 0,-7-43-57,0 1 0,0-1 1,-1 0-1,0 1 0,0-1 0,0 0 0,0 0 0,-1 1 0,0-1 0,0 0 0,-1 0 1,1-1-1,-1 1 0,0-1 0,0 1 0,-1-1 0,1 0 0,-1 0 0,0 0 1,0-1-1,0 1 0,0-1 0,-10 5 0,6-3-6769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631 57 24575,'259'-21'0,"-247"20"0,107-10 0,-113 9 0,-6 2 0,1 0 0,-1 0 0,0 0 0,0 0 0,0 0 0,0 0 0,0 0 0,0 0 0,0 0 0,0 0 0,0 0 0,0 0 0,0 0 0,0 0 0,0 0 0,0 0 0,0 0 0,0 0 0,0 0 0,0 0 0,0 0 0,0 0 0,0 0 0,0 0 0,0 0 0,0 0 0,0 0 0,0 0 0,0 0 0,0 0 0,0 0 0,0 0 0,0 0 0,0 0 0,0-1 0,0 1 0,0 0 0,0 0 0,0 0 0,0 0 0,0 0 0,0 0 0,0 0 0,0 0 0,0 0 0,0 0 0,0 0 0,0 0 0,0 0 0,0 0 0,0 0 0,0 0 0,0 0 0,0 0 0,0 0 0,0 0 0,-10-3 0,-187-12-76,175 14 3,-354-1-673,212 9 689,-49 0 967,202-7-875,8 0-34,0-1-1,0 1 1,0 0 0,0 0 0,0 0-1,0 1 1,0-1 0,0 1 0,-4 1-1,7-2 0,0 0 0,0 0 0,0 0 0,0 0 0,0 0 0,0 0 0,0 0 0,0 0 0,0 0 0,0 0 0,0 0 0,0 0 0,-1 0 0,1 0 0,0 0 0,0 0 0,0 0 0,0 0 0,0 0 0,0 1 0,0-1 0,0 0 0,0 0 0,0 0 0,0 0 0,0 0 0,0 0 0,0 0 0,0 0 0,0 0 0,0 0 0,0 0 0,0 0 0,0 0 0,0 0 0,0 0 0,0 0 0,0 0 0,0 0 0,0 0 0,0 0 0,0 0 0,0 0 0,0 0 0,0 0 0,0 0 0,1 0 0,-1 0 0,0 0 0,0 1 0,0-1 0,0 0 0,0 0 0,0 0 0,0 0 0,0 0 0,3 1 0,6 1 0,-9-2 0,28 5 0,45 1 0,-35-3 0,722 25-3401,-733-27 3094,-11-1 308,0 1-1,0-2 1,27-4-1,-43 5 20,0 0 0,0 0-1,0 0 1,0 0 0,1 0-1,-1 0 1,0 0-1,0 0 1,0 0 0,0 0-1,0 0 1,0 0 0,0 0-1,0 0 1,0 0 0,0 0-1,0 0 1,0 0 0,0 0-1,0 0 1,1 0-1,-1 0 1,0 0 0,0 0-1,0 0 1,0 0 0,0-1-1,0 1 1,0 0 0,0 0-1,0 0 1,0 0 0,0 0-1,0 0 1,0 0-1,0 0 1,0 0 0,0 0-1,0 0 1,0 0 0,0 0-1,0 0 1,0 0 0,0-1-1,0 1 1,0 0 0,0 0-1,-3-2 602,-8 0 466,-176-17-1155,178 18 64,-408-12-1946,319 16 1008,-149 21 0,222-20-2288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1044 37 24575,'14'-3'0,"3"0"0,0 0 0,29-11 0,-46 14 0,1 0 0,-1 0 0,1 0 0,-1 0 0,1-1 0,-1 1 0,1 0 0,-1 0 0,0-1 0,1 1 0,-1 0 0,1-1 0,-1 1 0,0-1 0,1 1 0,-1 0 0,0-1 0,1 1 0,-1-2 0,0 2 0,0 0 0,0 0 0,0-1 0,0 1 0,0 0 0,-1-1 0,1 1 0,0 0 0,0 0 0,0-1 0,-1 1 0,1 0 0,0 0 0,0 0 0,-1-1 0,1 1 0,0 0 0,0 0 0,-1 0 0,1 0 0,0-1 0,0 1 0,-1 0 0,1 0 0,0 0 0,-1 0 0,1 0 0,0 0 0,-1 0 0,1 0 0,-1 0 0,-5-1 0,1 1 0,-1-1 0,0 1 0,-9 1 0,-24 6 0,14-2 0,-20 2 0,-188 24 0,-38-12-484,-44 5 378,169-10 696,120-9-590,38-11 0,-5 4 0,0 0 0,0 1 0,0 0 0,0 0 0,12 0 0,3-1 0,182-2-78,-102 4-954,37-3 1032,39-1 0,184 4-353,-355 0 519,-7-1-151,0 1 0,0 0 0,0 0-1,0 0 1,0 0 0,0 0 0,0 0 0,0 0 0,0 0 0,0 0 0,0 0 0,0 0 0,0 0 0,0-1-1,0 1 1,0 0 0,0 0 0,0 0 0,0 0 0,0 0 0,0 0 0,0 0 0,0 0 0,0 0-1,0 0 1,0 0 0,0 0 0,-1 0 0,1 0 0,0 0 0,0 0 0,0 0 0,0 0 0,0 0 0,0 0-1,0 0 1,0 0 0,0 0 0,0 0 0,0 0 0,0 0 0,-1 0 0,-13-4 579,-43-6-554,-77-1 0,-59 10-200,-26 20-1909,175-14-2131,21-2 2420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48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24575,'-1'0'0,"1"0"0,0 0 0,0 0 0,0 0 0,0 0 0,0 1 0,0-1 0,0 0 0,0 0 0,-1 0 0,1 0 0,0 0 0,0 0 0,0 0 0,0 0 0,0 0 0,0 0 0,0 0 0,0 0 0,0 0 0,0 0 0,0 1 0,0-1 0,-1 0 0,1 0 0,0 0 0,0 0 0,0 0 0,0 0 0,0 0 0,0 0 0,0 1 0,0-1 0,0 0 0,0 0 0,0 0 0,0 0 0,0 0 0,0 0 0,0 0 0,0 0 0,0 1 0,0-1 0,1 0 0,2 8 0,5 6 0,39 42 0,56 76 0,45 58 0,12-10 0,-156-176 0,111 129 0,-179-213-1365,50 65-5461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48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 24575,'-17'39'0,"9"-22"0,4-8 0,-51 117 0,43-94 0,1 0 0,-6 35 0,13-40 0,2 0 0,0 1 0,4 39 0,-2 39 0,0-101 15,-1 0 0,0 0 0,0-1 0,0 1 0,-1 0 0,0-1 0,-2 7 0,3-9-98,0 0 1,-1 0-1,1-1 1,0 1-1,-1 0 1,1 0-1,-1-1 1,0 1-1,1-1 1,-1 1-1,0-1 1,0 0-1,0 0 1,0 0-1,0 0 1,0 0-1,-3 1 1,-5 0-6744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49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24575,'-3'7'0,"2"-1"0,-1 1 0,1 0 0,0-1 0,0 1 0,1 0 0,0 0 0,0 0 0,0 0 0,2 8 0,2-3 0,-1-1 0,1 1 0,1 0 0,10 18 0,34 50 0,-47-76 0,-1-4-47,-1 1 0,1 0 0,0-1 0,-1 1 0,0 0 0,1 0 0,-1-1 0,0 1 0,1 0-1,-1 0 1,0-1 0,0 1 0,1 0 0,-1 0 0,0 0 0,0 0 0,0-1 0,0 1 0,0 0 0,0 0 0,0 0 0,-1 0-1,1-1 1,0 1 0,0 0 0,-1 0 0,1 0 0,-1 1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50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33 24575,'-3'-4'0,"0"0"0,0 1 0,0 0 0,0 0 0,-1 0 0,1 0 0,-6-3 0,8 5 0,0 1 0,1-1 0,-1 1 0,0 0 0,0-1 0,0 1 0,0 0 0,0 0 0,0-1 0,0 1 0,0 0 0,0 0 0,0 0 0,0 0 0,0 1 0,1-1 0,-1 0 0,0 0 0,0 0 0,0 1 0,0-1 0,0 0 0,0 1 0,0-1 0,1 1 0,-1-1 0,0 1 0,0 0 0,1-1 0,-1 1 0,0 0 0,1-1 0,-1 1 0,1 0 0,-1 0 0,1-1 0,-1 1 0,1 0 0,-1 0 0,1 1 0,-44 104 0,27-72 0,-14 45 0,26-62 0,1 0 0,0-1 0,1 1 0,1 0 0,0 20 0,2-25 0,0-1 0,1 0 0,0 1 0,1-1 0,0 0 0,1 0 0,0 0 0,1 0 0,0 0 0,7 11 0,0 0 0,1-1 0,1-1 0,1 0 0,1-1 0,0-1 0,29 26 0,53 37 0,-84-73-1365,-2-1-5461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50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2 160 24575,'15'-6'0,"-1"0"0,1 1 0,25-4 0,-28 7 0,0-1 0,-1 0 0,1 0 0,-1-1 0,0 0 0,0-1 0,15-10 0,-25 14 0,0 1 0,1-1 0,-1 0 0,1 0 0,-1-1 0,0 1 0,0 0 0,0 0 0,0-1 0,0 1 0,0 0 0,0-1 0,0 1 0,0-1 0,-1 1 0,1-1 0,-1 0 0,1 1 0,-1-1 0,1 0 0,-1 1 0,0-1 0,0 0 0,0 1 0,0-1 0,-1-3 0,0 3 0,0-1 0,0 0 0,0 1 0,-1 0 0,1-1 0,-1 1 0,0 0 0,1 0 0,-1 0 0,0 0 0,0 0 0,-1 0 0,1 1 0,0-1 0,-5-2 0,3 1 0,-1 1 0,0 0 0,-1 0 0,1 0 0,0 0 0,-1 1 0,1 0 0,0 0 0,-1 0 0,1 1 0,-1-1 0,0 1 0,1 1 0,-1-1 0,1 1 0,-1 0 0,1 0 0,0 1 0,-8 2 0,9-2 0,0 0 0,0 1 0,0-1 0,0 1 0,0-1 0,1 1 0,-1 1 0,1-1 0,0 0 0,0 1 0,0-1 0,0 1 0,1 0 0,-1 0 0,1 0 0,0 0 0,0 1 0,1-1 0,-1 0 0,1 1 0,0 0 0,0-1 0,0 6 0,0-2 0,1-1 0,0 1 0,1-1 0,0 0 0,0 1 0,0-1 0,1 0 0,0 0 0,1 0 0,-1 0 0,1 0 0,1 0 0,-1-1 0,1 0 0,0 1 0,1-1 0,7 8 0,-3-5 0,1 0 0,0-1 0,0 0 0,1-1 0,-1 0 0,2 0 0,-1-1 0,1-1 0,15 6 0,-13-6 0,0-1 0,0 0 0,0-1 0,0 0 0,0-1 0,1-1 0,23 0 0,-35-2 12,1 1 0,-1-1 0,0 0 0,0 0 0,0 0 0,0-1 0,0 1 0,0-1 0,3-1 0,-4 2-83,-1 0 1,0 0-1,1 0 0,-1 0 0,0 0 1,0 0-1,0-1 0,0 1 1,0 0-1,0-1 0,0 1 0,0 0 1,-1-1-1,1 1 0,0-1 1,-1 1-1,1-1 0,-1 0 0,0 1 1,1-3-1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51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0 24575,'1'5'0,"0"1"0,0-1 0,0 0 0,1 1 0,0-1 0,0 0 0,0 0 0,5 6 0,2 8 0,25 61 0,63 128 0,-80-180 0,-8-15 0,-1 0 0,8 19 0,-16-32 0,0 0 0,0 1 0,0-1 0,1 1 0,-1-1 0,0 0 0,0 1 0,0-1 0,0 1 0,0-1 0,0 1 0,0-1 0,0 0 0,0 1 0,0-1 0,0 1 0,0-1 0,0 1 0,0-1 0,0 0 0,0 1 0,-1-1 0,1 1 0,0-1 0,0 0 0,0 1 0,-1-1 0,1 1 0,0-1 0,-1 0 0,1 0 0,-1 1 0,0 0 0,0-1 0,0 1 0,0-1 0,0 0 0,-1 1 0,1-1 0,0 0 0,0 0 0,-1 0 0,1 0 0,-2 0 0,-3 0 0,1-1 0,-1 0 0,0 0 0,-5-3 0,-16-7 0,1-1 0,-34-20 0,46 23 0,1-1 0,0 0 0,0-1 0,1 0 0,-17-20 0,26 28 0,1 0 0,0-1 0,0 1 0,0 0 0,0-1 0,1 1 0,-1-1 0,1 1 0,0-1 0,0 0 0,-1-4 0,2 7 0,0-1 0,0 1 0,0-1 0,1 1 0,-1-1 0,0 1 0,0-1 0,1 1 0,-1 0 0,1-1 0,-1 1 0,1-1 0,0 1 0,0 0 0,-1-1 0,1 1 0,0 0 0,0 0 0,0 0 0,0 0 0,0 0 0,1 0 0,-1 0 0,0 0 0,0 0 0,1 0 0,-1 1 0,0-1 0,1 0 0,1 0 0,6-1-41,1 0 1,-1 1-1,0-1 0,1 2 0,-1-1 0,1 1 0,9 2 0,-2-1-997,-3-1-5788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51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24575,'2'-2'0,"2"1"0,-1 3 0,-1 5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52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24575,'0'9'0,"0"0"0,1 0 0,1 0 0,0 0 0,0 0 0,0 0 0,1 0 0,1-1 0,-1 1 0,1-1 0,1 0 0,-1 0 0,11 11 0,-11-14 0,0 0 0,1 0 0,0-1 0,0 1 0,0-1 0,1 0 0,-1-1 0,1 0 0,0 1 0,0-2 0,0 1 0,0-1 0,0 0 0,1 0 0,-1-1 0,1 1 0,-1-2 0,1 1 0,10-1 0,-14 0 0,-1 0 0,1 0 0,-1-1 0,0 1 0,1-1 0,-1 0 0,1 0 0,-1 1 0,0-2 0,0 1 0,0 0 0,0 0 0,0-1 0,0 1 0,0-1 0,0 1 0,0-1 0,0 0 0,-1 0 0,1 0 0,-1 0 0,0 0 0,1 0 0,-1 0 0,0 0 0,0-1 0,0 1 0,0-3 0,1-1 0,-1 0 0,0 0 0,0 0 0,-1-1 0,0 1 0,0 0 0,0-1 0,-1 1 0,-2-12 0,2 16 0,-2-17 0,6 14 0,5 7 0,22 18 0,-14-9 0,-1-1 0,1-1 0,32 14 0,-35-18 0,0 0 0,0-2 0,0 1 0,0-2 0,0 1 0,28-1 0,-40-2 0,1 0 0,0 0 0,-1 0 0,1-1 0,0 1 0,-1-1 0,1 1 0,-1-1 0,1 0 0,0 0 0,-1 1 0,0-1 0,1 0 0,-1 0 0,0 0 0,1-1 0,-1 1 0,0 0 0,0 0 0,0-1 0,0 1 0,0 0 0,0-1 0,-1 1 0,1-1 0,0 0 0,-1 1 0,1-1 0,-1 1 0,1-1 0,-1 0 0,0 1 0,0-1 0,0-2 0,0-2 0,0 0 0,0 0 0,-1 0 0,0 0 0,0 0 0,-1 0 0,1 0 0,-5-7 0,3 6-170,0 1-1,0 0 0,-1 0 1,0 0-1,-1 1 0,1-1 1,-11-8-1,3 4-6655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53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24575,'25'15'0,"-1"1"0,0 1 0,-1 2 0,-1 0 0,-1 1 0,0 1 0,-2 1 0,0 1 0,23 38 0,-26-34 0,-2 1 0,0 1 0,-2 1 0,-1 0 0,-1 0 0,-2 1 0,-1 0 0,-1 0 0,-2 1 0,0 55 0,-4-70 0,-1-1 0,-1 0 0,-1 0 0,0 0 0,-10 27 0,9-33 0,0 0 0,-1 0 0,0-1 0,0 1 0,-1-1 0,0-1 0,0 1 0,-1-1 0,-14 13 0,9-12-1365,1-3-5461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57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31 24575,'0'-1'0,"0"0"0,-1 0 0,1 1 0,0-1 0,0 0 0,0 0 0,0 1 0,-1-1 0,1 0 0,0 1 0,-1-1 0,1 0 0,-1 1 0,1-1 0,0 1 0,-1-1 0,1 0 0,-1 1 0,0-1 0,1 1 0,-1 0 0,1-1 0,-1 1 0,0-1 0,1 1 0,-1 0 0,0-1 0,1 1 0,-1 0 0,0 0 0,0 0 0,1 0 0,-1-1 0,0 1 0,0 0 0,1 0 0,-1 0 0,0 1 0,0-1 0,1 0 0,-1 0 0,0 0 0,1 0 0,-1 1 0,0-1 0,0 0 0,1 1 0,-1-1 0,1 0 0,-1 1 0,0-1 0,1 1 0,-1-1 0,1 1 0,-1 0 0,-2 4 0,1-1 0,0 1 0,0 0 0,1-1 0,0 1 0,-1 0 0,2 0 0,-1 0 0,0 0 0,1 0 0,0 0 0,0 0 0,1 0 0,-1 0 0,1 0 0,0-1 0,0 1 0,1 0 0,0 0 0,3 7 0,-4-11 0,-1 0 0,1 0 0,-1-1 0,1 1 0,0 0 0,-1 0 0,1-1 0,0 1 0,0 0 0,-1-1 0,1 1 0,0-1 0,0 1 0,0-1 0,1 1 0,-2-1 0,1 0 0,-1 0 0,1 0 0,-1 0 0,1 0 0,-1 0 0,1 0 0,-1 0 0,1 0 0,-1 0 0,1 0 0,-1-1 0,0 1 0,1 0 0,-1 0 0,1 0 0,-1-1 0,0 1 0,1 0 0,-1-1 0,1 1 0,-1-1 0,2 0 0,-1-1 0,0 0 0,0 0 0,0 0 0,-1 1 0,1-1 0,0 0 0,-1 0 0,1 0 0,-1 0 0,0 0 0,1 0 0,-1-3 0,-1-4 0,0 1 0,0 0 0,0-1 0,-1 1 0,-1 0 0,0-1 0,0 1 0,0 1 0,-1-1 0,-6-10 0,3 11 0,4 13 0,6 15 0,9 11 0,29 56 0,-30-59-1365,-8-17-5461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04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30 24575,'30'0'0,"-26"0"0,-20 0 0,-15-2 0,-32-5 0,13 1 0,-1 1-52,-75-5-1261,112 10-5513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04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12 24575,'-17'-3'0,"-8"0"0,-3 0 0,2 0 0,2 4 0,3 1 0,3 1 0,2-1 0,-2 2 0,0 1 0,1-2 0,1 0 0,0-1 0,4-1-8191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05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 24575,'-5'-7'0,"2"7"0,2 1 0,1 0 0,0 0 0,0 0 0,0 0 0,0 0 0,-1 0 0,1 0 0,1 0 0,-1 0 0,0 0 0,0 0 0,0 0 0,1 1 0,3 16 0,-1 1 0,0 21 0,4 20 0,-4-42-682,0 36-1,-3-42-6143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05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691 1 24575,'-21'1'0,"0"2"0,-26 7 0,-12 2 0,-135 5 0,-2-16 0,95-2 0,64 3-1365,22 2-5461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06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24575,'48'119'0,"-41"-104"0,0 0 0,-2 1 0,0 0 0,-1 0 0,0 0 0,-1 0 0,-1 0 0,0 1 0,-2 19 0,0-33-1365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06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446 42 24575,'-25'-7'0,"-10"-3"0,0 1 0,-67-7 0,89 17 0,0-1 0,1 2 0,-1 0 0,1 0 0,0 1 0,-21 8 0,16-5 0,0-1 0,-22 3 0,-14 1-1365,39-6-5461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07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24575,'-1'7'0,"1"-1"0,1 0 0,-1 0 0,1 0 0,1 0 0,-1 1 0,1-2 0,0 1 0,0 0 0,0 0 0,1-1 0,0 1 0,6 8 0,3 2 0,18 29 0,-27-40 0,-1 0 0,0-1 0,0 1 0,0 0 0,0 0 0,-1 0 0,0 0 0,1 6 0,-2-10-85,0 0 0,0 0-1,0 1 1,0-1 0,-1 0-1,1 0 1,0 1 0,0-1-1,-1 0 1,1 0 0,-1 0-1,1 0 1,-1 0 0,1 1-1,-2 0 1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10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764 30 24575,'29'-9'0,"-27"8"0,0 0 0,0 0 0,0 1 0,0-1 0,0 0 0,0-1 0,-1 1 0,1 0 0,0-1 0,-1 1 0,2-2 0,-22 6 0,-21 2 0,0-2 0,-70-4 0,44 0 0,-38 2 0,-105-2 0,155-6 0,44 4 0,-1 1 0,1 1 0,-1 0 0,1 0 0,-1 1 0,0 1 0,1 0 0,-18 3 0,16-1 0,6-2 0,0 0 0,1 1 0,-1 0 0,-10 4 0,16-5 0,-1-1 0,0 1 0,1-1 0,-1 0 0,0 1 0,1-1 0,-1 1 0,1 0 0,-1-1 0,1 1 0,-1-1 0,1 1 0,-1 0 0,1-1 0,-1 1 0,1 0 0,0 0 0,-1-1 0,1 1 0,0 0 0,0 0 0,0-1 0,0 1 0,0 0 0,0 0 0,0 0 0,0-1 0,0 1 0,0 0 0,0 0 0,0 0 0,0-1 0,1 1 0,-1 0 0,0 0 0,0-1 0,1 1 0,-1 0 0,1-1 0,-1 1 0,1 0 0,0 0 0,1 2 0,0-1 0,1 0 0,-1 0 0,0 1 0,1-2 0,-1 1 0,1 0 0,0 0 0,5 2 0,32 9 0,-25-8 0,22 9 0,0 1 0,-2 2 0,66 42 0,-95-55 0,-1 0 0,1 0 0,-1 0 0,0 1 0,0 0 0,-1 0 0,0 0 0,1 0 0,3 9 0,-6-11 0,-1 1 0,1-1 0,-1 0 0,0 0 0,0 1 0,0-1 0,-1 1 0,1-1 0,-1 0 0,0 1 0,0-1 0,0 1 0,0-1 0,-1 1 0,1-1 0,-1 1 0,0-1 0,0 0 0,0 0 0,-3 5 0,3-6 0,0 0 0,-1 0 0,1 0 0,-1 0 0,0 0 0,0 0 0,0-1 0,0 1 0,0-1 0,0 1 0,-4 1 0,-30 13 0,17-9 0,-48 19 0,-12 6 0,69-27 0,1 0 0,-1 1 0,1 0 0,1 1 0,-16 14 0,12-10 0,9-8 0,-1 0 0,0 1 0,1-1 0,0 1 0,0 0 0,0 0 0,0 0 0,0 0 0,-2 6 0,5-10 0,0 0 0,0 0 0,0 1 0,0-1 0,0 0 0,0 0 0,0 1 0,0-1 0,0 0 0,0 0 0,0 1 0,0-1 0,0 0 0,0 0 0,0 1 0,0-1 0,0 0 0,0 0 0,0 1 0,0-1 0,1 0 0,-1 0 0,0 0 0,0 1 0,0-1 0,0 0 0,0 0 0,1 0 0,-1 1 0,0-1 0,0 0 0,1 0 0,8 1 0,17-10 0,-21 7 0,32-8 0,1 1 0,59-7 0,79 3 0,-131 11 0,-40 2 0,173-8 0,-121 8 0,63 8 0,-114-7-111,-2-1 15,-1 0-1,1 1 1,-1-1-1,1 1 1,-1 0-1,1 0 1,-1 0-1,0 0 1,0 1-1,1-1 1,-1 1-1,3 2 1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11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9 24575,'-2'-1'0,"1"0"0,0 0 0,-1 0 0,1 0 0,-1 1 0,1-1 0,-1 0 0,1 1 0,-1 0 0,1-1 0,-1 1 0,0 0 0,1 0 0,-4 0 0,4 0 0,1 0 0,-1 0 0,0 1 0,1-1 0,-1 1 0,0-1 0,1 1 0,-1-1 0,1 1 0,-1-1 0,1 1 0,-1-1 0,1 1 0,-1-1 0,1 1 0,-1 0 0,1-1 0,0 1 0,-1 0 0,1-1 0,0 1 0,0 0 0,0 0 0,-1-1 0,1 1 0,0 0 0,0 0 0,0-1 0,0 1 0,0 0 0,0 0 0,0 0 0,1 0 0,1 12 0,0-1 0,1 0 0,1 0 0,0-1 0,0 1 0,12 19 0,-4-5 0,5 11 0,-2 2 0,-1 0 0,17 81 0,-30-111-118,-1-5-6,1 0-1,-1 0 0,1 1 0,0-1 1,0 0-1,0 0 0,1 0 0,0 0 1,3 7-1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11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4 24575,'-2'-1'0,"0"0"0,-1 1 0,1-1 0,-1 1 0,1 0 0,0 0 0,-1 0 0,1 0 0,-1 0 0,1 0 0,0 1 0,-1-1 0,1 1 0,0-1 0,-1 1 0,1 0 0,0 0 0,0 0 0,0 0 0,0 1 0,0-1 0,0 0 0,0 1 0,0 0 0,0-1 0,1 1 0,-1 0 0,1 0 0,-1 0 0,1 0 0,0 0 0,-1 0 0,1 0 0,0 0 0,1 1 0,-1-1 0,-1 4 0,0 7 0,1-10 0,0 1 0,0-1 0,1 1 0,-1-1 0,1 1 0,0 5 0,0-8 0,1 0 0,-1 0 0,0-1 0,0 1 0,1 0 0,-1 0 0,1 0 0,-1-1 0,1 1 0,-1 0 0,1 0 0,-1-1 0,1 1 0,0 0 0,-1-1 0,1 1 0,0-1 0,-1 1 0,1-1 0,0 1 0,0-1 0,0 1 0,0-1 0,-1 0 0,1 0 0,0 1 0,0-1 0,0 0 0,0 0 0,1 0 0,95 6 0,-51-2-95,107 15-1175,-134-14-5556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14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24575,'0'0'0,"0"0"0,0 0 0,0 0 0,0 0 0,-1-1 0,1 1 0,0 0 0,0 0 0,0 0 0,0 0 0,0 0 0,1-1 0,-1 1 0,0 0 0,0 0 0,0 0 0,0 0 0,0-1 0,0 1 0,0 0 0,0 0 0,0 0 0,0 0 0,0 0 0,0 0 0,0-1 0,1 1 0,-1 0 0,0 0 0,0 0 0,0 0 0,0 0 0,0 0 0,0 0 0,1 0 0,-1 0 0,0 0 0,0-1 0,0 1 0,0 0 0,1 0 0,-1 0 0,0 0 0,0 0 0,0 0 0,0 0 0,0 0 0,1 0 0,8 6 0,7 11 0,240 272 0,-180-209 0,-40-42 0,1-3 0,2-1 0,1-1 0,2-3 0,1-1 0,54 26 0,-88-50-76,-12-6 266,-15-7-1669,6 2-5347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15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51 24575,'-1'-10'0,"-2"-13"0,2 21 0,1 1 0,0 0 0,0 0 0,-1 0 0,1 0 0,-1 0 0,1 0 0,-1 0 0,1 0 0,-1 0 0,1 0 0,-1 0 0,0 0 0,0 1 0,0-2 0,0 2 0,0 0 0,1 0 0,-1 0 0,1 0 0,-1 0 0,1 0 0,-1 0 0,1 1 0,-1-1 0,0 0 0,1 0 0,-1 0 0,1 1 0,-1-1 0,1 0 0,-1 1 0,1-1 0,0 0 0,-1 1 0,1-1 0,-1 1 0,1-1 0,0 0 0,-1 1 0,1-1 0,0 1 0,0-1 0,-1 2 0,-10 17 0,10-17 0,-23 52 0,3 0 0,-21 85 0,-2 5 0,32-117-224,0-1 1,-2 0-1,-21 29 0,30-46-246,-1 0-6356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15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0 24575,'-3'1'0,"1"0"0,-1 0 0,1 0 0,0 0 0,0 0 0,0 1 0,0-1 0,0 1 0,0 0 0,0-1 0,0 1 0,0 0 0,1 0 0,-3 3 0,-2 3 0,-19 15 0,16-15 0,0 1 0,-14 17 0,21-25 0,1 1 0,0 0 0,0 0 0,0 0 0,0-1 0,0 1 0,0 0 0,0 0 0,1 0 0,-1 0 0,1 1 0,-1-1 0,1 0 0,0 0 0,0 0 0,0 0 0,0 0 0,0 0 0,1 3 0,0-3 0,0 1 0,0-1 0,0 0 0,1 1 0,-1-1 0,1 0 0,-1 0 0,1 0 0,0 0 0,0 0 0,0 0 0,0 0 0,3 1 0,5 3 0,1 0 0,0 0 0,1-1 0,-1-1 0,14 4 0,7 2-273,-1-2 0,1 0 0,1-3 0,52 4 0,-70-9-6553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16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8 24575,'6'-8'0,"-3"11"0,-3-1 0,1-1 0,-1 1 0,0 0 0,0 0 0,0-1 0,-1 1 0,1 0 0,-1 2 0,-4 9 0,0-1 0,-1 0 0,0-1 0,-1 1 0,0-1 0,-11 11 0,9-9 0,0-1 0,0 1 0,1 1 0,-7 16 0,10-15 0,0 0 0,1 1 0,1-1 0,1 1 0,-2 24 0,4-17 0,1 0 0,0 0 0,7 28 0,-3-24 0,1 0 0,2 0 0,14 34 0,-18-52 0,0-1 0,1 1 0,0-1 0,0 1 0,1-2 0,0 1 0,1-1 0,-1 1 0,2-2 0,-1 1 0,1-1 0,15 9 0,9 3 0,1-2 0,1-2 0,1-1 0,53 12 0,-74-22-1365,-2-1-5461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18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12 24575,'-9'-10'0,"9"10"0,0 0 0,0 0 0,0 0 0,0 0 0,0 0 0,0 0 0,0 0 0,0 0 0,0 0 0,1 0 0,-1 0 0,0 0 0,0 0 0,0 0 0,0 0 0,0 0 0,0 0 0,0 0 0,0 0 0,0 0 0,0 0 0,0 0 0,0 0 0,0 0 0,0 0 0,0 0 0,0 0 0,0 0 0,0-1 0,0 1 0,0 0 0,0 0 0,0 0 0,0 0 0,0 0 0,0 0 0,0 0 0,0 0 0,0 0 0,0 0 0,0 0 0,0 0 0,0 0 0,0 0 0,0 0 0,0 0 0,0 0 0,0 0 0,0 0 0,0 0 0,0 0 0,0-1 0,0 1 0,0 0 0,2 2 0,0-1 0,0 0 0,0 1 0,0 0 0,-1-1 0,1 1 0,2 3 0,2 5 0,-1 0 0,0 1 0,-1-1 0,0 1 0,0 0 0,2 15 0,6 17 0,10 13 0,53 92 0,-42-86 0,-24-46 0,-3-5 0,0 0 0,-1 1 0,0-1 0,5 19 0,-10-29 0,1 1 0,-1-1 0,0 0 0,1 1 0,-1-1 0,0 0 0,0 1 0,0-1 0,0 0 0,-1 1 0,1-1 0,0 0 0,0 1 0,-1-1 0,1 0 0,-1 0 0,1 1 0,-1-1 0,0 0 0,-1 2 0,1-2 0,0 0 0,0 0 0,0-1 0,0 1 0,-1-1 0,1 1 0,0-1 0,0 1 0,-1-1 0,1 1 0,0-1 0,-1 0 0,1 0 0,0 0 0,-1 0 0,-2 0 0,-3-1 0,0 0 0,-1-1 0,1 0 0,0 0 0,0-1 0,-7-3 0,0-2 0,0-1 0,1 0 0,0 0 0,0-2 0,1 1 0,0-2 0,1 0 0,1 0 0,-13-19 0,20 27 0,0 0 0,1 0 0,0 0 0,0 0 0,0-1 0,1 1 0,-1 0 0,1-1 0,0 0 0,1 1 0,-1-1 0,1 0 0,-1 1 0,2-9 0,0 10 0,-1 0 0,1-1 0,0 1 0,0 0 0,1 0 0,-1 0 0,1 0 0,-1 0 0,1 0 0,0 0 0,0 0 0,0 1 0,1-1 0,-1 1 0,1-1 0,-1 1 0,1 0 0,0 0 0,-1 0 0,6-2 0,16-7-341,1 1 0,0 1-1,45-10 1,-57 16-6485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19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15 24575,'-7'-7'0,"-3"-1"0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0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40 24575,'0'-1'0,"-1"0"0,1 0 0,0-1 0,-1 1 0,1 0 0,0 0 0,-1 0 0,0 0 0,1 0 0,-1 0 0,0 0 0,1 0 0,-1 1 0,0-1 0,0 0 0,-1-1 0,-18-12 0,11 7 0,9 6 0,2 2 0,10 5 0,15 10 0,-22-13 0,6 4 0,-1 0 0,-1 0 0,1 1 0,-1 0 0,12 14 0,-21-22 0,0 0 0,0 0 0,0 0 0,0 0 0,-1 0 0,1 0 0,0 0 0,0 0 0,0 0 0,0 0 0,0 0 0,0 0 0,0 1 0,0-1 0,0 0 0,0 0 0,0 0 0,0 0 0,0 0 0,0 0 0,0 0 0,0 0 0,0 0 0,0 0 0,0 0 0,0 0 0,0 0 0,-1 0 0,1 0 0,0 0 0,0 0 0,0 0 0,0 0 0,0 0 0,0 1 0,0-1 0,0 0 0,0 0 0,0 0 0,0 0 0,0 0 0,0 0 0,0 0 0,0 0 0,0 0 0,1 0 0,-1 0 0,0 0 0,0 0 0,0 0 0,0 0 0,0 0 0,-9-4 0,-11-9 0,-40-32 0,53 41 11,11 9-31,0 1-1336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1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27 24575,'1'-1'0,"0"0"0,-1-1 0,1 1 0,0 0 0,-1-1 0,0 1 0,1 0 0,-1-1 0,0 1 0,0 0 0,0-1 0,0 1 0,0-1 0,0 1 0,0-3 0,0 4 0,0 0 0,-1 0 0,1-1 0,0 1 0,0 0 0,0 0 0,0 0 0,0 0 0,0 0 0,-1 0 0,1-1 0,0 1 0,0 0 0,0 0 0,0 0 0,0 0 0,-1 0 0,1 0 0,0 0 0,0 0 0,0 0 0,-1 0 0,1 0 0,0 0 0,0 0 0,0 0 0,0 0 0,-1 0 0,1 0 0,0 0 0,0 0 0,0 0 0,0 0 0,-1 0 0,1 0 0,0 0 0,0 0 0,-12 11 0,-3 9 0,2 2 0,0-1 0,0 1 0,2 1 0,1 0 0,1 1 0,1 0 0,1 0 0,1 0 0,2 1 0,-4 38 0,6-42 0,-2 27 0,1 0 0,7 91 0,1-101 0,19 73 0,-17-88 0,2 0 0,0-1 0,1 0 0,17 26 0,-26-46-26,9 14 76,0-1 0,16 17-1,-22-27-184,0-1 0,1 0-1,-1 0 1,1-1 0,0 1-1,0-1 1,0 0 0,1 0 0,-1-1-1,11 4 1,-1-2-6691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2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10 121 24575,'0'0'0,"-1"0"0,1 0 0,-1 0 0,1 1 0,-1-1 0,1 0 0,-1 0 0,1 1 0,-1-1 0,1 0 0,0 1 0,-1-1 0,1 1 0,0-1 0,-1 1 0,1-1 0,0 0 0,-1 1 0,1-1 0,0 1 0,0-1 0,-1 1 0,1 0 0,0-1 0,0 1 0,0-1 0,0 1 0,0-1 0,0 1 0,0-1 0,0 1 0,0 0 0,0-1 0,0 1 0,0-1 0,0 1 0,4 23 0,-4-23 0,3 7 0,-1-1 0,1 1 0,1-1 0,-1 0 0,1 0 0,0 0 0,1 0 0,0-1 0,0 1 0,0-1 0,8 6 0,-9-8 0,1 1 0,0-1 0,1-1 0,-1 1 0,1-1 0,-1 1 0,1-2 0,0 1 0,0-1 0,0 0 0,1 0 0,-1 0 0,0-1 0,9 1 0,-13-2 0,0 0 0,-1 0 0,1 0 0,0 0 0,-1-1 0,1 1 0,0 0 0,0-1 0,-1 0 0,1 1 0,-1-1 0,1 0 0,-1 1 0,1-1 0,-1 0 0,1 0 0,-1-1 0,2 0 0,-1 0 0,-1-1 0,1 1 0,-1 0 0,0 0 0,0 0 0,0-1 0,0 1 0,0-1 0,-1 1 0,1 0 0,0-5 0,0-1 0,-1-1 0,0 0 0,-1 0 0,0 0 0,0 0 0,-3-10 0,3 17 0,0 0 0,1 0 0,0 0 0,-1 0 0,1 0 0,0 0 0,0 0 0,0 0 0,1-3 0,-1 4 0,0 1 0,0 0 0,0-1 0,0 1 0,1 0 0,-1-1 0,0 1 0,0 0 0,0 0 0,1-1 0,-1 1 0,0 0 0,0 0 0,1-1 0,-1 1 0,0 0 0,1 0 0,-1 0 0,0 0 0,0-1 0,1 1 0,0 0 0,13 2 0,2 5 0,26 15 0,-30-14 0,0-2 0,1 0 0,0 0 0,16 4 0,-23-8 0,1-1 0,0 1 0,0-1 0,0-1 0,13 0 0,-18 0 0,0 0 0,0 0 0,-1 0 0,1-1 0,0 1 0,0-1 0,-1 1 0,1-1 0,0 0 0,-1 0 0,1 0 0,-1 0 0,1 0 0,-1 0 0,0 0 0,1 0 0,-1 0 0,0-1 0,0 1 0,0 0 0,0-1 0,0 1 0,0-1 0,0 0 0,0 1 0,0-1 0,0-3 0,0 0 0,0 0 0,-1 0 0,1-1 0,-1 1 0,-1 0 0,1 0 0,-1 0 0,1-1 0,-1 1 0,-1 0 0,1 0 0,-1 0 0,0 0 0,-5-8 0,-1-2 0,-1 0 0,-1 1 0,-13-15 0,0 6-1365,12 14-5461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2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24575,'-2'5'0,"1"4"0,1 3 0,3 2 0,4 1 0,0 0 0,1 1 0,3-1 0,1 0 0,-2 0 0,1 0 0,-2-1 0,0 1 0,-2-3-8191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3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909 30 24575,'0'0'0,"1"0"0,-1 0 0,0 0 0,0 0 0,0-1 0,0 1 0,0 0 0,1 0 0,-1 0 0,0 0 0,0-1 0,0 1 0,0 0 0,0 0 0,0 0 0,0 0 0,0-1 0,0 1 0,1 0 0,-1 0 0,0 0 0,0-1 0,0 1 0,0 0 0,0 0 0,0 0 0,0-1 0,0 1 0,-1 0 0,1 0 0,0 0 0,0-1 0,0 1 0,0 0 0,0 0 0,0 0 0,0-1 0,0 1 0,-1 0 0,-8-4 0,-16 1 0,25 3 0,-65-2 0,-39-2 0,-203-5 0,233 9 0,-23 8 0,9-1 0,-40-7-1365,115 0-5461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5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 24575,'-1'-1'0,"1"1"0,-1 0 0,0-1 0,1 1 0,-1 0 0,1 0 0,-1 0 0,0-1 0,1 1 0,-1 0 0,0 0 0,1 0 0,-1 0 0,0 0 0,1 0 0,-1 0 0,0 0 0,1 0 0,-1 1 0,0-1 0,1 0 0,-1 0 0,1 1 0,-1-1 0,0 0 0,1 1 0,-1-1 0,0 1 0,0 1 0,0-1 0,0 0 0,0 0 0,0 1 0,1-1 0,-1 0 0,1 1 0,-1-1 0,1 1 0,-1 2 0,-1 5 0,1 0 0,1 0 0,0 11 0,0-16 0,0 9 0,1 0 0,0 0 0,2 0 0,-1-1 0,1 1 0,1-1 0,0 0 0,1 0 0,0 0 0,1-1 0,10 15 0,-3-3 0,15 34 0,-25-48-78,-6-7 272,-9-11-1675,5 1-5345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5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61 24575,'-23'-13'0,"0"2"0,-38-15 0,54 24 0,0 0 0,-1 0 0,1 0 0,-1 1 0,0 0 0,1 1 0,-1 0 0,0 0 0,0 0 0,1 1 0,-1 1 0,1-1 0,-9 3 0,-6 5 0,0-2 0,-1-1 0,0 0 0,0-2 0,-43 3 0,49-7-1365,3 0-5461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6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24575,'-5'12'0,"-2"7"0,4 2 0,1 1 0,4-2 0,4-2 0,3-3 0,3-2 0,0-1 0,-1 0 0,1 0 0,1 1 0,-2-1-8191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7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30 24575,'-27'-4'0,"-11"-3"0,-2 1 0,4 1 0,5 1 0,5 2 0,3 1 0,3 0 0,1 1 0,5 1-8191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8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24575,'9'-9'0,"22"-17"0,-27 23 0,0 0 0,1 1 0,-1-1 0,1 1 0,0 0 0,0 0 0,0 1 0,7-2 0,37-2 0,-44 5 0,1 0 0,-1 0 0,0 1 0,1 0 0,-1 0 0,10 2 0,-14-2 0,1 0 0,-1 0 0,0 0 0,1 0 0,-1 0 0,0 1 0,0-1 0,0 0 0,0 0 0,0 1 0,0-1 0,0 1 0,0-1 0,0 1 0,-1-1 0,1 1 0,-1-1 0,1 1 0,-1 0 0,1-1 0,-1 1 0,0 3 0,1 5 0,-1 1 0,-2 16 0,1-12 0,-1 9 0,0-1 0,-2 0 0,-1 0 0,-14 42 0,17-61 0,0 0 0,0 0 0,0 0 0,-1-1 0,-5 7 0,-2 4 0,9-14 0,1 1 0,0-1 0,0 0 0,-1 0 0,1 1 0,0-1 0,0 0 0,0 1 0,0-1 0,0 0 0,-1 1 0,1-1 0,0 0 0,0 1 0,0-1 0,0 0 0,0 1 0,0-1 0,0 0 0,0 1 0,0-1 0,0 1 0,0-1 0,1 0 0,-1 1 0,0-1 0,0 0 0,0 1 0,0-1 0,1 1 0,10 4 0,18-3 0,-26-2 0,25 0 0,-13 1 0,0-1 0,0 0 0,0-1 0,0-1 0,16-4 0,-28 5-195,1 0 0,-1-1 0,0 1 0,0-1 0,0 0 0,4-2 0,2-4-6631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8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 24575,'-3'-2'0,"0"1"0,3 4 0,0 3 0,4 4 0,3 2 0,1 1 0,1 2 0,1 0 0,2 0 0,2 0 0,-1 0 0,2 0 0,0 0 0,-3-3-8191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8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24575,'2'5'0,"1"4"0,3 3 0,0 2 0,1 1 0,2 0 0,0 1 0,1-1 0,0 0 0,2 0 0,-2 0 0,1-1 0,0 1 0,-1-1 0,-1-2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9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46 24575,'-30'-7'0,"-14"-3"0,-4 1 0,2 1 0,6 3 0,6 1 0,6 3 0,6 0 0,2 1 0,2 0 0,1 1 0,1-1 0,1 0 0,1 1 0,2-1-8191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9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24575,'1'-1'0,"0"1"0,0-1 0,0 1 0,0 0 0,0-1 0,0 1 0,0 0 0,0 0 0,0 0 0,0 0 0,0 0 0,1 0 0,-1 0 0,0 0 0,0 1 0,0-1 0,0 0 0,0 1 0,1 0 0,1 0 0,-1 0 0,0 1 0,1-1 0,-1 1 0,0 0 0,0 0 0,3 3 0,1 2 0,-1 1 0,1 0 0,5 13 0,53 122 0,-29-58 0,-30-76-195,-1 1 0,0 0 0,-1 0 0,0 0 0,-1 0 0,2 14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9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10 24575,'-7'-2'0,"0"0"0,0 0 0,0 1 0,0 0 0,-1 0 0,1 1 0,-12 0 0,17 0 0,1 1 0,-1-1 0,1 0 0,-1 0 0,1 1 0,-1-1 0,1 1 0,-1-1 0,1 1 0,0-1 0,-1 1 0,1 0 0,0 0 0,0 0 0,-1 0 0,1 0 0,0 0 0,0 0 0,0 0 0,0 0 0,0 0 0,1 1 0,-1-1 0,0 0 0,0 1 0,1-1 0,-1 1 0,1-1 0,-1 0 0,1 1 0,0-1 0,0 1 0,-1-1 0,1 1 0,0-1 0,0 1 0,0-1 0,1 1 0,-1-1 0,0 1 0,1-1 0,0 3 0,0-1 0,0 0 0,0 1 0,1-1 0,-1 0 0,1 0 0,0-1 0,-1 1 0,2 0 0,-1 0 0,0-1 0,0 0 0,1 1 0,-1-1 0,1 0 0,0 0 0,0 0 0,0-1 0,0 1 0,0 0 0,6 1 0,6 2 0,-1-1 0,1 0 0,19 1 0,-32-4 0,140 13 0,-58-8-1365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32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1226 0 24575,'-617'0'0,"595"1"0,-32 6 0,31-4 0,-28 1 0,-22-5 0,-55 2 0,114 1 0,0 1 0,0 0 0,-23 10 0,23-8 0,1 0 0,-1-1 0,-25 3 0,-46 6-1365,72-12-5461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33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27 24575,'-15'-26'0,"14"34"0,3 7 0,10 31 0,-6-18 0,1-1 0,21 49 0,-13-45 0,-1 0 0,10 37 0,-24-68-44,0 1 0,1 0 0,-1 0 0,0-1 0,0 1 0,0 0 0,1 0 0,-1 0 0,0-1 0,0 1 0,0 0 0,0 0 0,0 0 0,-1 0 0,1-1 0,0 1 0,0 0 0,0 0-1,-1-1 1,1 1 0,0 0 0,-1 0 0,1-1 0,-1 1 0,1 0 0,-1-1 0,1 1 0,-1 0 0,1-1 0,-2 1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33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5 24575,'-29'-2'0,"1"0"0,0 2 0,-1 0 0,1 3 0,-41 7 0,38-6 0,-1-1 0,1-2 0,-46-3 0,26-7-1365,37 6-5461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34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24575,'0'2'0,"0"4"0,0 3 0,0 2 0,3 0 0,0 0 0,3 1 0,2 0 0,2 1 0,3 1 0,-2 1 0,0-3 0,-1-1 0,-1-2 0,-2 0 0,-4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35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41 24575,'0'-2'0,"-1"0"0,1 0 0,-1 0 0,1 0 0,0-1 0,0 1 0,0 0 0,0 0 0,1-1 0,-1 1 0,0 0 0,2-3 0,-2 4 0,1 1 0,-1-1 0,1 0 0,-1 1 0,1-1 0,-1 1 0,1-1 0,-1 1 0,1-1 0,-1 1 0,1-1 0,0 1 0,-1 0 0,1-1 0,0 1 0,-1 0 0,1-1 0,0 1 0,0 0 0,-1 0 0,1 0 0,0 0 0,0 0 0,-1 0 0,1 0 0,0 0 0,0 0 0,-1 0 0,1 0 0,0 0 0,0 0 0,-1 1 0,1-1 0,0 0 0,-1 1 0,1-1 0,0 0 0,-1 1 0,2 0 0,9 5 0,-1 1 0,1 1 0,-1 0 0,-1 0 0,12 13 0,1 0 0,0 2 0,0 1 0,-1 0 0,-2 2 0,0 1 0,-2 0 0,-1 1 0,-1 1 0,-1 0 0,-2 1 0,-1 1 0,-2 0 0,0 0 0,-2 0 0,-2 1 0,2 38 0,-6-60 0,-1 0 0,-1-1 0,0 1 0,0 0 0,-1 0 0,0 0 0,0-1 0,-1 1 0,-1-1 0,-8 18 0,7-19 0,0-1 0,0 0 0,0 0 0,-1 0 0,0-1 0,0 0 0,-1 0 0,0-1 0,0 1 0,0-1 0,-1-1 0,-12 7 0,-10 2-1365,19-9-5461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36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24575,'3'-1'0,"1"-1"0,0 0 0,0 1 0,-1-1 0,1 1 0,0 0 0,0 1 0,0-1 0,0 1 0,0-1 0,1 1 0,-1 1 0,0-1 0,0 0 0,0 1 0,0 0 0,0 0 0,4 2 0,0 1 0,0 0 0,-1 0 0,1 1 0,-1 0 0,0 1 0,0-1 0,7 10 0,1 1 0,-1 0 0,-1 0 0,0 2 0,-2-1 0,0 2 0,-1-1 0,0 2 0,-2-1 0,0 1 0,-1 0 0,6 36 0,36 320 0,-48-359 0,0 1 0,-2 0 0,0-1 0,-1 1 0,-1-1 0,0 0 0,-11 31 0,10-37 0,0 0 0,-2-1 0,1 0 0,-1 1 0,-1-2 0,1 1 0,-2-1 0,1 0 0,-1 0 0,-1-1 0,0 0 0,-15 11 0,-3-2-1365,18-10-5461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2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79 24575,'-44'-76'0,"44"76"0,0 0 0,0 0 0,0 0 0,0 0 0,0 0 0,0 0 0,1 0 0,-1 0 0,0 0 0,0 0 0,0 0 0,0 0 0,0 0 0,0 0 0,0 0 0,0 0 0,0 0 0,0 0 0,0 0 0,0 0 0,0 0 0,0 0 0,0 0 0,0 0 0,1 0 0,-1 0 0,0 0 0,0 0 0,0 0 0,0-1 0,0 1 0,0 0 0,0 0 0,0 0 0,0 0 0,0 0 0,0 0 0,0 0 0,0 0 0,0 0 0,0 0 0,0 0 0,0 0 0,0 0 0,0 0 0,0-1 0,0 1 0,0 0 0,0 0 0,0 0 0,0 0 0,0 0 0,0 0 0,0 0 0,0 0 0,0 0 0,0 0 0,0 0 0,0 0 0,-1 0 0,10 5 0,8 9 0,9 14 0,-16-16 0,16 15 0,5 3 0,48 61 0,-22-23 0,44 57 0,-60-69 0,-31-39 0,2 0 0,0-1 0,1-1 0,1 0 0,19 17 0,-2-8 0,-1 1 0,33 37 0,-61-58 0,-8-7 0,-9-6 0,-14-11-1365,16 10-5461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3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57 24575,'0'-3'0,"-1"-1"0,2 1 0,-1-1 0,0 1 0,1-1 0,-1 1 0,1 0 0,0-1 0,0 1 0,0 0 0,1 0 0,-1 0 0,1 0 0,2-4 0,-4 7 0,0 0 0,1-1 0,-1 1 0,0 0 0,0 0 0,0 0 0,0-1 0,0 1 0,1 0 0,-1 0 0,0 0 0,0 0 0,0-1 0,0 1 0,1 0 0,-1 0 0,0 0 0,0 0 0,1 0 0,-1 0 0,0 0 0,0 0 0,0 0 0,1 0 0,-1 0 0,0 0 0,0 0 0,1 0 0,-1 0 0,0 0 0,0 0 0,1 0 0,-1 0 0,0 0 0,0 0 0,1 0 0,-1 0 0,0 0 0,0 0 0,0 0 0,1 1 0,-1-1 0,0 0 0,0 0 0,0 0 0,0 0 0,1 1 0,-1-1 0,0 0 0,0 0 0,0 0 0,0 1 0,0-1 0,0 0 0,1 0 0,-1 0 0,0 1 0,0-1 0,0 0 0,0 0 0,0 1 0,0-1 0,0 1 0,1 15 0,-3-10 0,-1 0 0,0-1 0,1 0 0,-2 1 0,1-1 0,0 0 0,-1 0 0,0-1 0,0 1 0,-1-1 0,-7 6 0,5-4 0,0 1 0,0 0 0,-10 14 0,9-8 0,1 1 0,0 1 0,1-1 0,0 1 0,-4 19 0,-12 80 0,14-65 0,-22 79 0,23-109 0,0 1 0,-1-1 0,-1-1 0,-16 25 0,19-35-227,0 0-1,-1 0 1,0-1-1,0 0 1,-10 7-1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4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74 24575,'-1'-1'0,"0"0"0,0 1 0,-1-1 0,1 0 0,0 0 0,0 0 0,0 0 0,0 0 0,1 0 0,-1 0 0,0 0 0,0 0 0,0 0 0,1 0 0,-1-1 0,1 1 0,-1 0 0,1-1 0,-1 1 0,1 0 0,0-1 0,0 1 0,0 0 0,0-1 0,-1 1 0,2 0 0,-1-1 0,0-1 0,1 1 0,0 0 0,0 0 0,0 0 0,0 1 0,0-1 0,0 0 0,1 1 0,-1-1 0,0 1 0,1-1 0,-1 1 0,1-1 0,0 1 0,-1 0 0,1 0 0,0 0 0,0 0 0,3-1 0,0 0 0,1 0 0,0 1 0,0-1 0,0 1 0,0 1 0,0-1 0,0 1 0,0 0 0,0 0 0,0 0 0,0 1 0,0 0 0,0 1 0,0-1 0,0 1 0,0 0 0,9 5 0,-13-5 0,0-1 0,-1 1 0,1-1 0,-1 1 0,0 0 0,1-1 0,-1 1 0,0 0 0,0 0 0,0 0 0,-1 0 0,1 0 0,0 0 0,-1 0 0,1 0 0,-1 0 0,0 1 0,1-1 0,-1 0 0,0 0 0,0 0 0,-1 0 0,1 0 0,-1 5 0,-1 1 0,0 0 0,0-1 0,-1 1 0,0 0 0,-5 9 0,-28 44 0,30-54 0,1 1 0,-1-2 0,-1 1 0,1 0 0,-13 9 0,17-16 0,1 1 0,0 0 0,0 0 0,0 0 0,0 0 0,0 0 0,0 0 0,0 0 0,0 0 0,-1 2 0,5 0 0,8-3 0,94-5 0,-39 3 0,-60 2-227,-1-1-1,1 1 1,-1-1-1,0-1 1,7-2-1,2-2-6598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5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42 24575,'-5'-12'0,"3"8"0,1 1 0,-1-1 0,0 1 0,0 0 0,0-1 0,-4-3 0,6 7 0,0-1 0,0 1 0,0 0 0,-1 0 0,1 0 0,0 0 0,0 0 0,0 0 0,0 0 0,-1 0 0,1 0 0,0 0 0,0 0 0,0 0 0,0 0 0,-1 0 0,1 0 0,0 0 0,0 0 0,0 0 0,0 0 0,-1 0 0,1 0 0,0 0 0,0 0 0,0 0 0,0 0 0,-1 0 0,1 1 0,0-1 0,0 0 0,0 0 0,0 0 0,0 0 0,0 0 0,-1 0 0,1 1 0,0-1 0,0 0 0,0 0 0,0 0 0,0 0 0,0 0 0,0 1 0,0-1 0,0 0 0,0 0 0,0 0 0,0 1 0,0-1 0,0 0 0,0 0 0,0 0 0,0 0 0,0 1 0,0-1 0,0 0 0,-2 15 0,2-12 0,-14 102 0,-1-4 0,10-58 0,1-16 0,-1 29 0,7-17 0,1 0 0,2-1 0,1 1 0,2-1 0,22 61 0,-24-81 0,2-1 0,0 0 0,1-1 0,1 0 0,0 0 0,1-1 0,0-1 0,2 1 0,0-2 0,0 0 0,1-1 0,1 0 0,0-1 0,0 0 0,1-2 0,31 15 0,-41-21-227,1-1-1,-1 0 1,1-1-1,-1 1 1,8 0-1,-1-1-6598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5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15 242 24575,'194'-44'0,"-190"43"0,-1 0 0,0 0 0,0 0 0,0 0 0,1-1 0,-2 0 0,1 1 0,0-1 0,0 0 0,0-1 0,-1 1 0,1 0 0,-1-1 0,4-4 0,-5 5 0,0 0 0,0 0 0,-1 0 0,1-1 0,0 1 0,-1 0 0,1 0 0,-1-1 0,0 1 0,0 0 0,0 0 0,0-1 0,0 1 0,-1 0 0,1-1 0,0 1 0,-1 0 0,0 0 0,0 0 0,1 0 0,-1 0 0,-3-4 0,0-1 0,0 1 0,-1 0 0,0 0 0,0 0 0,0 1 0,-1-1 0,0 1 0,0 0 0,0 1 0,-13-8 0,-2 2 0,-1 0 0,-28-8 0,46 16 0,1 1 0,0 0 0,-1 0 0,1 1 0,-1-1 0,1 1 0,-1-1 0,1 1 0,-1 0 0,1 1 0,-1-1 0,-3 1 0,5 0 0,0 0 0,0 0 0,0 0 0,0 0 0,0 1 0,0-1 0,0 0 0,0 1 0,1-1 0,-1 1 0,1 0 0,-1-1 0,1 1 0,0 0 0,0 0 0,0 0 0,0 0 0,0 0 0,-1 4 0,0 0 0,0 1 0,1-1 0,0 0 0,0 0 0,1 1 0,0-1 0,0 0 0,0 1 0,1-1 0,0 0 0,0 1 0,3 7 0,3 9 0,21 42 0,-17-40 0,-4-11 0,-1-1 0,2 1 0,-1-2 0,12 15 0,-12-20 0,-1 0 0,1 0 0,0-1 0,0 0 0,0 0 0,1-1 0,15 8 0,-8-6 11,1-1-1,-1 0 1,1-2 0,0 0-1,1 0 1,22 1-1,101-2-548,-95-4-363,-32 1-5925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6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0 24575,'-3'1'0,"0"0"0,0 0 0,1 0 0,-1 0 0,0 0 0,1 0 0,-1 1 0,1-1 0,-1 1 0,1 0 0,0-1 0,0 1 0,-1 0 0,2 1 0,-1-1 0,0 0 0,0 0 0,1 1 0,-1-1 0,1 1 0,-1 0 0,1-1 0,0 1 0,-1 5 0,1-3 0,1 1 0,-1-1 0,1 1 0,0-1 0,0 1 0,1-1 0,0 1 0,0-1 0,0 1 0,1-1 0,-1 0 0,4 7 0,4 7 0,1 0 0,1-1 0,1 0 0,18 22 0,63 60 0,-43-48 0,-49-51 0,0 1 0,0-1 0,0 0 0,0 0 0,0 1 0,0-1 0,0 1 0,-1-1 0,1 1 0,0 1 0,-1-2 0,0-1 0,0 1 0,0 0 0,0-1 0,0 1 0,0-1 0,0 1 0,0 0 0,0-1 0,0 1 0,0 0 0,0-1 0,0 1 0,-1-1 0,1 1 0,0-1 0,-1 1 0,1 0 0,-1 0 0,0 0 0,0 0 0,0-1 0,-1 1 0,1 0 0,0 0 0,-1-1 0,1 1 0,0-1 0,-1 1 0,1-1 0,-1 1 0,1-1 0,-1 0 0,1 0 0,-1 0 0,1 0 0,-1 0 0,1 0 0,-1 0 0,-2-1 0,-16-2 0,0-1 0,-32-12 0,43 13 0,0-1 0,0 0 0,1 0 0,-1-1 0,1 0 0,0-1 0,-12-11 0,19 16 0,0 1 0,0-1 0,0 0 0,0 0 0,0 0 0,1 0 0,-1 0 0,0 0 0,0 0 0,1 0 0,-1 0 0,1 0 0,-1-1 0,1 1 0,0 0 0,-1 0 0,1 0 0,0-1 0,0 1 0,0 0 0,0 0 0,0-1 0,0 1 0,0 0 0,0 0 0,0-1 0,1 1 0,-1 0 0,0 0 0,1-2 0,1 1 0,0-1 0,0 1 0,1-1 0,-1 1 0,0 0 0,1 0 0,0 0 0,-1 0 0,1 0 0,5-2 0,46-24-1365,-44 22-5461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6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24575,'8'-3'0,"1"3"0,1 2 0,-3 4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7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10 103 24575,'-2'3'0,"1"0"0,0 1 0,-1-1 0,1 0 0,0 1 0,1-1 0,-1 0 0,1 1 0,-1-1 0,1 1 0,0-1 0,0 1 0,1-1 0,-1 1 0,2 4 0,-1-4 0,1 1 0,0-1 0,0 1 0,0-1 0,1 0 0,0 0 0,-1 0 0,1 0 0,7 6 0,4 1 0,0 0 0,0 0 0,1-2 0,29 15 0,-32-18 0,0-1 0,1 0 0,0 0 0,-1-2 0,16 3 0,-23-5 0,0 0 0,0-1 0,0 0 0,0 0 0,-1 0 0,1-1 0,8-2 0,-10 3 0,-1-1 0,1 0 0,-1 0 0,0 0 0,0-1 0,1 1 0,-1 0 0,0-1 0,0 0 0,0 1 0,-1-1 0,1 0 0,0 0 0,-1 0 0,3-4 0,-3 4 0,0 1 0,0-1 0,0 0 0,-1 0 0,1 0 0,0 0 0,-1 0 0,0 0 0,1 0 0,-1 0 0,0 0 0,0 0 0,0 0 0,0 1 0,-1-1 0,0-4 0,-1 1 0,0-1 0,0 1 0,-1 0 0,-3-7 0,-4-5 0,10 17 0,0 0 0,0 0 0,0 0 0,0 0 0,0 0 0,0 0 0,0 0 0,0 0 0,0 0 0,0 0 0,0 0 0,0 0 0,0 0 0,0-1 0,0 1 0,0 0 0,0 0 0,0 0 0,0 0 0,0 0 0,0 0 0,0 0 0,0 0 0,0 0 0,0 0 0,0 0 0,0 0 0,0-1 0,0 1 0,0 0 0,0 0 0,0 0 0,0 0 0,0 0 0,0 0 0,0 0 0,0 0 0,0 0 0,0 0 0,0 0 0,0 0 0,1 0 0,-1 0 0,0 0 0,0 0 0,0 0 0,0 0 0,0 0 0,0 0 0,0 0 0,0 0 0,0 0 0,0 0 0,0 0 0,0 0 0,0 0 0,1 0 0,-1 0 0,0 0 0,0 0 0,7 2 0,9 4 0,-5 0 0,3 2 0,1-1 0,14 5 0,-25-11 0,0 0 0,0 0 0,0 0 0,0 0 0,0-1 0,0 0 0,1 1 0,-1-2 0,0 1 0,0 0 0,0-1 0,0 0 0,4-1 0,-5 1 0,-1 0 0,0 0 0,0 0 0,0 0 0,-1-1 0,1 1 0,0-1 0,0 1 0,-1-1 0,1 0 0,-1 0 0,1 0 0,-1 0 0,0 0 0,0 0 0,0 0 0,0 0 0,0 0 0,0 0 0,-1-1 0,1 1 0,-1 0 0,1-1 0,-1 1 0,0 0 0,0-1 0,0-2 0,0-1 0,-1 0 0,0-1 0,0 1 0,0 0 0,0 1 0,-1-1 0,0 0 0,0 0 0,-5-8 0,-1 3 30,0-1 0,0 1 0,-17-17 0,19 23-195,1 0 0,-1 0 0,0 1 0,0-1 0,0 1 0,0 1 0,-1-1 0,-10-3 0,4 3-6661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7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24575,'7'-2'0,"0"0"0,0 1 0,0 0 0,0 0 0,0 1 0,0 0 0,0 0 0,0 0 0,0 1 0,0 0 0,0 1 0,9 2 0,-1 1 0,-1 1 0,0 1 0,0 0 0,21 14 0,-34-20 0,1 0 0,-1 0 0,1 0 0,-1 1 0,1-1 0,-1 1 0,1-1 0,-1 1 0,0-1 0,0 1 0,0 0 0,0-1 0,0 1 0,0 0 0,-1 0 0,1 0 0,0-1 0,0 4 0,-1-2 0,0 0 0,0 0 0,-1 0 0,1 0 0,0 0 0,-1 0 0,0 0 0,0 0 0,0 0 0,0-1 0,-2 4 0,-4 6 0,0 0 0,-1-1 0,-1 0 0,-12 12 0,16-18 0,4-4 0,-1 1 0,1-1 0,0 1 0,-1-1 0,1 1 0,0 0 0,0 0 0,0-1 0,1 1 0,-1 0 0,0 0 0,1 0 0,-1 0 0,1 0 0,0 0 0,-1 0 0,1 3 0,1-3 0,-1-1 0,0 1 0,1-1 0,0 1 0,-1-1 0,1 1 0,0-1 0,0 1 0,0-1 0,0 0 0,0 1 0,0-1 0,0 0 0,0 0 0,0 0 0,1 0 0,-1 0 0,0 0 0,1 0 0,-1 0 0,3 0 0,4 3-72,-1-1 1,1 0-1,0 0 0,0-1 0,1 0 0,-1-1 0,0 0 0,1 0 1,-1 0-1,1-1 0,-1-1 0,0 1 0,1-1 0,-1-1 0,0 0 1,1 0-1,-1 0 0,14-7 0,-13 4-6754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8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24575,'147'94'0,"-117"-71"0,-2 0 0,44 46 0,-41-33 0,-1 2 0,-2 0 0,-2 2 0,-2 1 0,22 46 0,-30-49 0,-1 0 0,-2 1 0,-2 1 0,-1 0 0,-2 0 0,3 50 0,-9-71 0,-2 0 0,0 0 0,-1 1 0,-1-1 0,-1 0 0,-1 0 0,0-1 0,-1 1 0,-1-1 0,-1 0 0,-1-1 0,0 1 0,-1-1 0,-1-1 0,-1 0 0,0 0 0,-1-1 0,0-1 0,-27 24 0,15-19 0,-1-2 0,-42 22 0,48-29 0,5-1-1365,4-1-5461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4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1 24575,'-13'3'0,"0"-1"0,0 0 0,0 0 0,0-2 0,0 1 0,0-2 0,0 0 0,-14-2 0,12 0 0,0 2 0,0 0 0,0 1 0,0 0 0,-26 5 0,25-2-682,-25 3-1,29-5-6143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4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35 24575,'-27'-8'0,"-12"-1"0,-1-1 0,4 5 0,5 3 0,6 2 0,6 3 0,5 1 0,5 3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5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41 24575,'-1'-2'0,"1"0"0,-1 0 0,0-1 0,1 1 0,0 0 0,-1 0 0,1 0 0,0-1 0,0 1 0,1 0 0,-1 0 0,0-1 0,1 1 0,-1 0 0,2-4 0,-2 6 0,0 0 0,0 0 0,0 0 0,1 0 0,-1 0 0,0 0 0,0-1 0,0 1 0,0 0 0,0 0 0,0 0 0,0 0 0,0 0 0,1 0 0,-1 0 0,0 0 0,0 0 0,0 0 0,0 0 0,0 0 0,1 0 0,-1 0 0,0 0 0,0 0 0,0 0 0,0 0 0,0 0 0,1 0 0,-1 0 0,0 0 0,0 0 0,0 0 0,0 0 0,0 0 0,0 0 0,1 0 0,-1 0 0,0 0 0,0 0 0,0 0 0,4 7 0,0 9 0,-1 43 0,-4-49 0,1 1 0,1-1 0,0 1 0,0 0 0,1-1 0,0 0 0,8 20 0,-7-22-113,2 1-137,-1 0-1,-1 0 1,0 1-1,4 17 1,-5-15-6576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5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468 1 24575,'-25'0'0,"-10"0"0,-4 0 0,1 0 0,4 0 0,4 0 0,2 0 0,2 0 0,-1 0 0,1 0 0,-2 2 0,1 2 0,-2-1 0,1-1 0,1 0 0,7-1-8191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6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24575,'-3'6'0,"0"-1"0,0 1 0,1 0 0,-1 0 0,1 0 0,1 0 0,-1 0 0,1 1 0,0-1 0,0 0 0,1 1 0,0-1 0,0 0 0,0 1 0,1-1 0,0 0 0,0 1 0,5 11 0,3 6 0,1 0 0,1-1 0,20 32 0,-12-23 0,-15-25-116,3 6-300,-1-1-1,7 17 1,-10-16-6410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6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60 24575,'-27'-12'0,"-11"-4"0,-2 0 0,6 6 0,6 5 0,6 5 0,4 5 0,2 2 0,2 2 0,-2 2 0,0-1 0,-3-2 0,-3 0 0,0-1 0,1-2 0,5-2-8191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7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24575,'46'0'0,"52"1"0,-95-1 0,0 1 0,1-1 0,-1 1 0,0 0 0,0 0 0,0 1 0,0-1 0,0 0 0,0 1 0,0 0 0,0 0 0,0 0 0,-1 0 0,1 0 0,-1 1 0,1-1 0,-1 1 0,0-1 0,0 1 0,0 0 0,-1 0 0,1 0 0,-1 0 0,1 0 0,-1 0 0,0 0 0,0 0 0,0 1 0,-1-1 0,1 0 0,-1 1 0,0-1 0,0 0 0,0 1 0,0-1 0,0 0 0,-1 1 0,0-1 0,1 0 0,-1 1 0,-1-1 0,1 0 0,0 0 0,-1 0 0,1 0 0,-1 0 0,0 0 0,0-1 0,0 1 0,0-1 0,-4 4 0,-19 9 0,-2 0 0,26-14 0,0 0 0,0 0 0,0-1 0,0 1 0,0 0 0,0 0 0,0 0 0,0 0 0,1 0 0,-1 1 0,0-1 0,1 0 0,-1 0 0,1 0 0,-1 1 0,1-1 0,-1 2 0,1-2 0,0 0 0,0 0 0,1 0 0,-1 0 0,0-1 0,0 1 0,1 0 0,-1 0 0,1 0 0,-1 0 0,1-1 0,-1 1 0,1 0 0,-1 0 0,1-1 0,-1 1 0,1 0 0,0-1 0,0 1 0,-1-1 0,1 1 0,0-1 0,0 1 0,0-1 0,-1 1 0,3-1 0,25 9 0,-24-8 0,33 5-341,0-1 0,0-2-1,59-2 1,-84-1-6485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8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828 38 24575,'2'-2'0,"15"-12"0,-16 14 0,0-1 0,0 0 0,-1 0 0,1 1 0,-1-1 0,1 0 0,0 0 0,-1 0 0,1 0 0,-1 0 0,0 0 0,1 0 0,-1 0 0,0 0 0,0 0 0,1-2 0,-2 3 0,1 0 0,0-1 0,0 1 0,0 0 0,-1-1 0,1 1 0,0 0 0,0 0 0,-1 0 0,1-1 0,0 1 0,-1 0 0,1 0 0,0 0 0,-1 0 0,1-1 0,0 1 0,-1 0 0,1 0 0,0 0 0,-1 0 0,1 0 0,0 0 0,-1 0 0,1 0 0,0 0 0,-1 0 0,1 0 0,-1 0 0,1 0 0,0 0 0,-1 1 0,1-1 0,-1 0 0,-15 5 0,14-5 0,-18 5 0,0 0 0,0-2 0,-32 2 0,-63-5 0,57-1 0,-288 1 0,334 0 0,1 1 0,0 1 0,-1 0 0,1 0 0,-12 4 0,-52 24 0,54-21 0,20-9 0,0 1 0,0-1 0,0 0 0,0 1 0,0-1 0,0 1 0,0-1 0,0 1 0,0 0 0,1-1 0,-1 1 0,0 0 0,0 0 0,1-1 0,-1 1 0,1 0 0,-1 0 0,0 0 0,1 0 0,-1 0 0,1 0 0,0 0 0,-1 1 0,1-1 0,0 0 0,1 0 0,-1 0 0,0 0 0,1 0 0,-1 0 0,1 0 0,-1 0 0,1 0 0,0 0 0,-1 0 0,1 0 0,0-1 0,-1 1 0,1 0 0,0-1 0,0 1 0,0 0 0,0-1 0,-1 1 0,1-1 0,0 1 0,0-1 0,2 1 0,44 18 0,53 14 0,-30-11 0,-36-11 0,46 17 0,-70-24 0,1 1 0,-1 1 0,0 0 0,-1 0 0,12 10 0,-20-15 0,1 0 0,-1 0 0,0 0 0,0 0 0,0 0 0,0 0 0,0 1 0,0-1 0,0 0 0,0 1 0,0-1 0,-1 1 0,1-1 0,0 1 0,-1-1 0,0 1 0,1-1 0,-1 1 0,0-1 0,0 1 0,1 0 0,-1-1 0,0 1 0,-1-1 0,1 1 0,0 0 0,0-1 0,-1 1 0,1-1 0,-1 1 0,1-1 0,-1 1 0,0-1 0,0 0 0,1 1 0,-1-1 0,0 0 0,0 1 0,-2 0 0,-2 4 0,-1-1 0,0 0 0,0 0 0,-1-1 0,1 0 0,-13 6 0,-59 27 0,-80 44 0,156-80 0,0 0 0,0 1 0,0-1 0,0 1 0,0 0 0,0 0 0,0 0 0,1 0 0,-1 0 0,1 0 0,-1 0 0,1 0 0,0 1 0,-2 3 0,3-4 0,0-1 0,-1 1 0,1-1 0,0 1 0,0-1 0,0 1 0,0 0 0,0-1 0,1 1 0,-1-1 0,0 1 0,1-1 0,-1 1 0,1-1 0,0 1 0,-1-1 0,1 1 0,0-1 0,0 0 0,0 1 0,0-1 0,0 0 0,0 0 0,0 0 0,2 1 0,1 1 0,0 0 0,0 0 0,0-1 0,1 0 0,-1 0 0,1 0 0,-1-1 0,1 1 0,5 0 0,44 6 0,225-3 0,-168-7 0,50-6 126,-55 2-1617,-88 5-5335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9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15 24575,'0'-1'0,"-1"0"0,1 0 0,0 0 0,0 0 0,-1 0 0,1 1 0,-1-1 0,1 0 0,-1 0 0,1 0 0,-1 0 0,1 1 0,-1-1 0,0 0 0,1 0 0,-2 0 0,2 1 0,0 1 0,-1-1 0,1 0 0,0 0 0,-1 1 0,1-1 0,0 0 0,0 1 0,-1-1 0,1 0 0,0 1 0,0-1 0,-1 0 0,1 1 0,0-1 0,0 1 0,0-1 0,0 0 0,0 1 0,0-1 0,0 1 0,0-1 0,0 1 0,0-1 0,-2 38 0,4-22 0,0 0 0,1-1 0,1 1 0,7 20 0,29 58 0,-14-51 0,-21-35 0,0 0 0,0 0 0,0 0 0,-1 1 0,0-1 0,-1 1 0,0 0 0,0 0 0,1 10 0,-4-18 4,0 0 0,1 1 0,-1-1 0,0 0 0,0 0-1,0 0 1,0 0 0,0 0 0,-1 0 0,1 0 0,0 0 0,0 0-1,-1 1 1,1-1 0,-1 0 0,1 0 0,-1 0 0,1-1 0,-1 1-1,0 0 1,1 0 0,-1 0 0,0 0 0,0 0 0,1-1 0,-1 1 0,0 0-1,0-1 1,0 1 0,-2 0 0,2-1-59,0 0 0,-1 0 0,1 0 0,0 0 0,0 0 0,-1 0 0,1 0 0,0-1 0,0 1 0,0-1 0,-1 1 0,1-1 0,0 1 0,0-1 0,0 1 0,0-1 0,0 0 0,0 0 0,0 0 0,0 1 0,0-1 0,0 0 0,1 0 0,-1 0 0,0 0 0,0-2 0,-6-7-6771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9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0 24575,'-43'9'0,"18"-5"0,0 2 0,0 1 0,-40 16 0,63-22 0,0 0 0,0 0 0,0 0 0,0 0 0,0 0 0,0 1 0,1-1 0,-1 1 0,0-1 0,1 1 0,-1 0 0,1 0 0,-1-1 0,1 1 0,0 0 0,-1 3 0,1-3 0,1 0 0,0-1 0,0 1 0,0 0 0,0 0 0,0-1 0,0 1 0,0 0 0,0 0 0,1-1 0,-1 1 0,1 0 0,-1-1 0,1 1 0,0 0 0,0-1 0,0 1 0,0-1 0,0 0 0,0 1 0,1 1 0,4 3 0,-1-1 0,1 0 0,0 0 0,0 0 0,1-1 0,-1 1 0,1-2 0,0 1 0,0-1 0,0 0 0,14 4 0,8 0 0,52 6 0,-46-9 0,-2 1-682,46-1-1,-66-4-6143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0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 24575,'-3'-5'0,"8"7"0,9 5 0,15 20 0,44 48 0,-7-4 0,204 174 0,-217-200 0,196 154 0,-233-188 0,0 1 0,1 0 0,-2 1 0,18 18 0,-37-33-1365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1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445 42 24575,'-1'-7'0,"0"4"0,1-1 0,-1 1 0,0 0 0,0 0 0,0 0 0,-3-6 0,4 9 0,-1-1 0,1 1 0,-1-1 0,1 1 0,-1-1 0,1 1 0,-1-1 0,0 1 0,1-1 0,-1 1 0,0 0 0,1 0 0,-1-1 0,0 1 0,1 0 0,-1 0 0,0 0 0,0-1 0,1 1 0,-1 0 0,0 0 0,0 0 0,1 1 0,-1-1 0,0 0 0,0 0 0,1 0 0,-1 0 0,0 1 0,1-1 0,-1 0 0,0 1 0,1-1 0,-1 0 0,0 1 0,-9 6 0,1 0 0,-1 0 0,2 0 0,-1 1 0,1 1 0,0-1 0,-8 13 0,-1 0 0,-2 1 0,2 0 0,1 1 0,1 1 0,1 0 0,-19 44 0,-37 139 0,67-195 0,-4 10 0,-14 35 0,18-50 0,-1 0 0,0 0 0,0-1 0,0 0 0,-1 1 0,0-2 0,0 1 0,-12 9 0,11-10-341,0-1 0,0 0-1,-13 7 1,6-7-6485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2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57 24575,'-1'-5'0,"-1"0"0,-1 1 0,1-1 0,-1 1 0,1-1 0,-1 1 0,-7-7 0,8 9 0,1 1 0,-1 0 0,0-1 0,0 1 0,0 0 0,0 0 0,0 0 0,0 1 0,0-1 0,0 0 0,0 1 0,0-1 0,0 1 0,0 0 0,-1-1 0,1 1 0,0 0 0,0 0 0,0 1 0,-4 0 0,-122 28 0,124-28 0,1 0 0,-1 1 0,1-1 0,0 1 0,-1 0 0,1 0 0,0 0 0,0 1 0,0-1 0,0 1 0,1 0 0,-1-1 0,1 1 0,0 0 0,0 1 0,0-1 0,0 0 0,0 0 0,0 1 0,1-1 0,0 1 0,0 0 0,0-1 0,0 1 0,0 4 0,0-3 0,1 0 0,0 1 0,0-1 0,1 0 0,-1 0 0,1 0 0,0 1 0,0-1 0,1 0 0,-1 0 0,1 0 0,1-1 0,-1 1 0,0 0 0,1-1 0,0 0 0,6 7 0,-2-3 0,1-2 0,0 1 0,0-1 0,1 0 0,-1-1 0,1 0 0,1-1 0,-1 1 0,1-2 0,-1 1 0,18 2 0,-9-2 0,1-1 0,0-1 0,-1-1 0,1-1 0,27-3 0,-23-2-1365,-14 1-5461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3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35 24575,'-1'-2'0,"0"-1"0,-1 0 0,1 1 0,-1-1 0,0 1 0,0 0 0,0-1 0,0 1 0,0 0 0,0 0 0,-1 0 0,-4-2 0,6 3 0,0 1 0,-1-1 0,1 1 0,0 0 0,0 0 0,-1 0 0,1 0 0,0 0 0,-1 0 0,1 0 0,0 0 0,0 0 0,-1 1 0,1-1 0,0 1 0,0-1 0,-1 1 0,1-1 0,0 1 0,0-1 0,0 1 0,0 0 0,0 0 0,0 0 0,0 0 0,0-1 0,0 1 0,0 0 0,1 0 0,-1 1 0,0-1 0,0 1 0,-5 7 0,1 0 0,1 1 0,-1-1 0,1 1 0,1 0 0,0 0 0,-3 15 0,1 8 0,-2 35 0,4-12 0,6 86 0,0-111 0,2 0 0,1-1 0,1 1 0,15 40 0,-6-36 0,1 0 0,2-1 0,1 0 0,1-2 0,2-1 0,35 37 0,-52-61-105,0 0 0,1-1 0,-1 1 0,1-2 0,1 1 0,-1-1 0,1 0 0,0-1 0,0 0 0,1 0 0,-1 0 0,18 4 0,-13-7-6721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4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39 24575,'-4'-4'0,"0"0"0,0 1 0,0 0 0,0-1 0,0 1 0,-1 0 0,1 1 0,-1-1 0,0 1 0,1 0 0,-1 0 0,-9-2 0,13 4 0,1 0 0,-1 0 0,1 0 0,0 0 0,-1 0 0,1 0 0,-1 0 0,1 0 0,-1 0 0,1 0 0,0 0 0,-1 1 0,1-1 0,-1 0 0,1 0 0,0 0 0,-1 0 0,1 1 0,0-1 0,-1 0 0,1 0 0,0 1 0,-1-1 0,1 0 0,0 1 0,-1-1 0,1 0 0,0 1 0,0-1 0,0 0 0,-1 1 0,1 1 0,0-1 0,0 0 0,0 0 0,0 0 0,0 0 0,0 0 0,0 1 0,0-1 0,1 0 0,-1 0 0,1 2 0,15 26 0,-15-28 0,46 75 0,-4 2 0,-3 1 0,57 164 0,-94-234 0,2 6 0,5 24 0,-9-35 0,0-1 0,-1 1 0,0 0 0,0-1 0,0 1 0,0-1 0,0 1 0,-1 0 0,1-1 0,-1 1 0,0-1 0,-2 6 0,2-8 0,0 1 0,1-2 0,-1 1 0,0 0 0,0 0 0,0 0 0,0 0 0,0 0 0,1-1 0,-1 1 0,-1 0 0,1-1 0,0 1 0,0-1 0,0 1 0,0-1 0,0 0 0,0 1 0,-1-1 0,1 0 0,0 0 0,0 0 0,0 0 0,-1 0 0,1 0 0,0 0 0,0 0 0,0 0 0,0 0 0,-1-1 0,1 1 0,-2-2 0,-5-1 0,0 0 0,1-1 0,-13-8 0,12 7 0,-6-3 0,0-1 0,1-1 0,1 0 0,0-1 0,0 0 0,1-1 0,-14-18 0,20 23 0,0 0 0,1-1 0,0 1 0,0-1 0,0 0 0,1-1 0,0 1 0,1 0 0,0-1 0,0 0 0,1 1 0,0-1 0,0 0 0,1 0 0,1-9 0,0 15 0,-1 0-1,1 0 1,0 0-1,0 1 0,0-1 1,0 0-1,1 1 1,-1-1-1,1 1 1,-1 0-1,1-1 0,0 1 1,0 0-1,4-3 1,3-3 24,1 1 1,14-8-1,-16 10-500,1 0-1,13-12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4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24575,'-4'0'0,"-3"3"0,1 3 0,-2 2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6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34 24575,'0'-7'0,"0"5"0,1 0 0,-1 1 0,0-1 0,0 0 0,0 0 0,0 1 0,0-1 0,-1 0 0,1 0 0,0 1 0,-1-1 0,1 0 0,-2-2 0,1 4 0,1 0 0,-1 0 0,1 0 0,-1 0 0,1 1 0,-1-1 0,1 0 0,-1 0 0,1 0 0,-1 0 0,1 1 0,-1-1 0,1 0 0,-1 0 0,1 1 0,-1-1 0,1 1 0,0-1 0,-1 0 0,1 1 0,0-1 0,-1 1 0,1-1 0,0 0 0,-1 1 0,-9 13 0,10-14 0,-11 17 0,-18 17 0,21-26 0,1 1 0,0 0 0,0 0 0,0 0 0,1 1 0,1 0 0,-9 21 0,8-8 0,1-1 0,1 1 0,-1 35 0,5 72 0,1-72 0,0-7 0,2 1 0,3-1 0,2 0 0,26 91 0,-28-127 0,-1-1 0,2 0 0,0 0 0,0-1 0,1 0 0,1 0 0,0-1 0,1 0 0,0-1 0,1 0 0,0 0 0,1-1 0,0-1 0,1 0 0,0 0 0,17 8 0,-24-15-170,0 0-1,0 0 0,0-1 1,0 1-1,0-1 0,1 0 1,8-1-1,-3 0-6655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6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38 156 24575,'-1'0'0,"-1"0"0,1 0 0,0 0 0,-1 0 0,1 0 0,-1 0 0,1 0 0,0 0 0,-1 1 0,1-1 0,0 1 0,-1-1 0,1 1 0,0-1 0,0 1 0,-1 0 0,1-1 0,0 1 0,0 0 0,0 0 0,0 0 0,0 0 0,0 0 0,0 0 0,0 0 0,1 0 0,-1 1 0,0-1 0,1 0 0,-1 0 0,0 1 0,1-1 0,0 0 0,-1 1 0,1-1 0,0 0 0,0 1 0,0 2 0,0-1 0,0 1 0,1 0 0,-1-1 0,1 1 0,0-1 0,0 1 0,1-1 0,-1 1 0,1-1 0,-1 0 0,1 0 0,0 0 0,5 5 0,5 5 0,1-1 0,0-1 0,1 0 0,1-1 0,-1-1 0,2 0 0,16 7 0,-27-13 0,0-2 0,0 1 0,1 0 0,-1-1 0,0 0 0,1 0 0,-1-1 0,1 1 0,-1-1 0,1 0 0,-1-1 0,6 0 0,-9 0 0,1 1 0,-1-1 0,0 0 0,0 0 0,0 0 0,0 0 0,0 0 0,0 0 0,0-1 0,0 1 0,0 0 0,0-1 0,-1 0 0,1 1 0,0-1 0,-1 0 0,0 0 0,1 0 0,-1 0 0,0 0 0,0 0 0,0 0 0,0 0 0,-1-1 0,1 1 0,0 0 0,-1-1 0,0 1 0,1 0 0,-1-3 0,-1-5 0,0 0 0,0 1 0,-1-1 0,0 0 0,-1 1 0,0 0 0,-1-1 0,-5-9 0,-3-13 0,11 32 0,1 0 0,0 0 0,0 0 0,0 0 0,0 0 0,0-1 0,0 1 0,0 0 0,0 0 0,0 0 0,0 0 0,0 0 0,0 0 0,0 0 0,0-1 0,0 1 0,0 0 0,0 0 0,-1 0 0,2 0 0,-1 0 0,0 0 0,0-1 0,0 1 0,0 0 0,0 0 0,0 0 0,0 0 0,0 0 0,0 0 0,0-1 0,0 1 0,0 0 0,0 0 0,0 0 0,0 0 0,0 0 0,0 0 0,1 0 0,-1 0 0,0-1 0,0 1 0,0 0 0,0 0 0,7 3 0,7 8 0,4 5 0,1-1 0,1 0 0,0-2 0,23 12 0,-32-19 0,0-1 0,1 0 0,0-1 0,0 0 0,0-1 0,0-1 0,0 0 0,1 0 0,20 0 0,-31-2 0,1 0 0,-1 0 0,0-1 0,1 1 0,-1 0 0,0-1 0,1 1 0,-1-1 0,0 0 0,0 0 0,1 0 0,-1 0 0,0 0 0,0 0 0,0-1 0,-1 1 0,1-1 0,0 1 0,0-1 0,-1 0 0,1 1 0,-1-1 0,1 0 0,-1 0 0,0 0 0,0 0 0,0-1 0,0 1 0,0 0 0,0 0 0,-1 0 0,1-1 0,-1 1 0,1 0 0,-1-1 0,0 1 0,0-5 0,-1-2 0,0 0 0,0 1 0,-1-1 0,0 0 0,-1 1 0,1-1 0,-2 1 0,1 0 0,-6-8 0,2 4-124,-1 0 0,0 0 0,-1 1 0,0 0 0,-1 1 0,0 0-1,-1 0 1,0 1 0,0 0 0,-25-13 0,23 16-6702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7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24575,'6'-7'0,"-1"0"0,1 0 0,1 1 0,-1 0 0,1 1 0,0-1 0,13-6 0,-16 10 0,0 0 0,0 0 0,0 1 0,0 0 0,0 0 0,1 0 0,-1 0 0,0 1 0,1-1 0,-1 1 0,1 0 0,-1 0 0,0 1 0,1-1 0,-1 1 0,0 0 0,6 2 0,-2 0 0,0 0 0,0 1 0,-1 0 0,1 0 0,-1 1 0,0 0 0,0 0 0,10 10 0,-16-13 0,1-1 0,-1 1 0,1 0 0,-1-1 0,0 1 0,0 0 0,0 0 0,0 0 0,0 0 0,0 0 0,-1 0 0,1 0 0,0 0 0,-1 0 0,0 0 0,1 0 0,-1 0 0,0 0 0,0 1 0,0-1 0,-1 0 0,1 0 0,0 0 0,-1 0 0,0 0 0,1 0 0,-1 0 0,0 0 0,0 0 0,0 0 0,0 0 0,0 0 0,-1-1 0,1 1 0,0 0 0,-1-1 0,1 1 0,-1-1 0,-2 2 0,-5 4 0,-1-1 0,1 1 0,-1-2 0,-1 1 0,1-1 0,-1-1 0,-17 5 0,-10 5 0,37-14 0,0 0 0,0 0 0,1 0 0,-1 1 0,0-1 0,0 0 0,1 1 0,-1-1 0,0 1 0,1-1 0,-1 1 0,0-1 0,1 1 0,-1-1 0,1 1 0,-1 0 0,1-1 0,-1 1 0,1 0 0,-1 0 0,1 0 0,0-1 0,0 1 0,1-1 0,-1 1 0,0-1 0,0 1 0,0-1 0,1 1 0,-1-1 0,0 0 0,0 1 0,1-1 0,-1 1 0,0-1 0,1 0 0,-1 1 0,1-1 0,-1 0 0,0 0 0,1 1 0,-1-1 0,1 0 0,0 0 0,4 3 0,1-1 0,0 0 0,10 2 0,32 4-455,1-3 0,93-1 0,-128-4-6371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8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1053 47 24575,'-21'-7'0,"-92"-23"0,97 26 0,0 2 0,0 0 0,0 1 0,-1 1 0,-18 1 0,-7 6 0,24-3 0,-27 1 0,-249-4 0,150-2 0,60-5 0,62 3 0,-1 1 0,1 1 0,-35 4 0,20 2-1365,23-3-5461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8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 24575,'-1'-1'0,"0"1"0,0 0 0,0-1 0,1 1 0,-1 0 0,0 0 0,0-1 0,0 1 0,0 0 0,0 0 0,0 0 0,0 0 0,0 0 0,1 0 0,-1 1 0,0-1 0,0 0 0,0 0 0,-1 1 0,2-1 0,0 1 0,-1-1 0,1 1 0,0-1 0,0 0 0,0 1 0,-1-1 0,1 1 0,0-1 0,0 1 0,0-1 0,0 1 0,0-1 0,0 1 0,0-1 0,0 1 0,0-1 0,0 1 0,0-1 0,0 1 0,1-1 0,-1 0 0,0 1 0,1 0 0,1 4 0,1 1 0,0-1 0,0 0 0,4 5 0,19 22 0,-9-11 0,0 1 0,-1 1 0,-1 0 0,14 31 0,-27-51-170,-1-1-1,0 1 0,-1 0 1,1 0-1,0-1 0,-1 1 1,0 4-1,0 2-6655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9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519 9 24575,'-5'-2'0,"-1"0"0,1 1 0,-1 0 0,0 0 0,0 0 0,0 1 0,1-1 0,-1 1 0,0 1 0,0-1 0,0 1 0,-5 2 0,-25 1 0,-197-3 0,119-2 0,106 1-341,0 1 0,0 0-1,-12 3 1,8-1-6485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9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24575,'29'0'0,"-12"-1"0,-1 1 0,0 0 0,1 1 0,-1 2 0,17 3 0,-31-6 0,-1 0 0,0 1 0,0-1 0,0 0 0,0 1 0,0-1 0,0 0 0,0 1 0,0 0 0,0-1 0,0 1 0,0-1 0,-1 1 0,1 0 0,0 0 0,0-1 0,-1 1 0,1 0 0,0 0 0,-1 0 0,1 0 0,-1 0 0,1 0 0,-1 0 0,1 0 0,-1 0 0,0 0 0,1 0 0,-1 1 0,0 0 0,-1 0 0,1 0 0,-1 0 0,1 0 0,-1 0 0,0 0 0,0 0 0,1-1 0,-2 1 0,1 0 0,0-1 0,0 1 0,0 0 0,-1-1 0,-1 2 0,-2 2 0,0 1 0,1 0 0,0 0 0,0 0 0,0 0 0,1 0 0,0 1 0,0 0 0,0 0 0,-1 8 0,4-15 0,-1 1 0,1 0 0,0 0 0,0-1 0,0 1 0,0 0 0,0 0 0,0-1 0,0 1 0,0 0 0,1 0 0,-1-1 0,0 1 0,0 0 0,0-1 0,1 1 0,-1 0 0,1-1 0,-1 1 0,0 0 0,1-1 0,-1 1 0,1-1 0,-1 1 0,1-1 0,-1 1 0,1-1 0,0 1 0,-1-1 0,1 1 0,0-1 0,-1 0 0,1 1 0,0-1 0,-1 0 0,1 0 0,0 0 0,0 1 0,-1-1 0,1 0 0,1 0 0,4 1 0,1-1 0,0 1 0,11-2 0,-11 1 0,20 0 65,38 6-1,19 1-1558,-71-7-5332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1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61 24575,'-2'-3'0,"1"-1"0,-1 0 0,1 0 0,-2-6 0,3 9 0,0 0 0,-1 0 0,1 0 0,0 0 0,0 1 0,0-1 0,0 0 0,0 0 0,0 0 0,1 0 0,-1 0 0,0 1 0,0-1 0,1 0 0,-1 0 0,0 0 0,1 0 0,-1 1 0,1-1 0,-1 0 0,1 1 0,-1-1 0,1 0 0,-1 1 0,1-1 0,1 0 0,-19-5 0,-9 2 0,0 2 0,0 1 0,-30 2 0,5 1 0,43-2-341,0 1 0,0 0-1,-11 2 1,7 1-6485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5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24575,'6'-6'0,"-1"0"0,1 1 0,0 0 0,0 1 0,0-1 0,1 1 0,0 0 0,0 1 0,0-1 0,0 1 0,0 1 0,1-1 0,-1 1 0,1 1 0,-1-1 0,1 1 0,0 1 0,15 0 0,-18 0 0,1 0 0,-1 0 0,1 1 0,-1 0 0,1 0 0,-1 1 0,0-1 0,8 4 0,-10-3 0,-1-1 0,0 1 0,0-1 0,0 1 0,-1-1 0,1 1 0,0 0 0,0 0 0,-1 0 0,0 0 0,1 0 0,-1 0 0,0 1 0,0-1 0,0 0 0,0 1 0,0-1 0,-1 0 0,1 1 0,-1-1 0,1 3 0,0 8 0,-1 0 0,0 0 0,0-1 0,-1 1 0,-1 0 0,0-1 0,-1 1 0,-1-1 0,0 0 0,0 0 0,-1 0 0,0-1 0,-1 1 0,-1-1 0,0-1 0,-13 17 0,20-27 0,-1 1 0,1-1 0,0 0 0,0 0 0,-1 1 0,1-1 0,0 0 0,0 0 0,0 1 0,-1-1 0,1 0 0,0 1 0,0-1 0,0 0 0,0 1 0,0-1 0,0 1 0,0-1 0,0 0 0,0 1 0,0-1 0,0 1 0,6 1 0,19-8 0,-17 4 0,28-5 0,-15 2 0,38-2 0,-47 6-455,0-1 0,11-2 0,-10 1-6371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5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24575,'2'2'0,"4"4"0,0 3 0,2-1 0,2 2 0,0 1 0,-1 2 0,2 0 0,1-2 0,1 1 0,1-1 0,0 1 0,0 1 0,1-2 0,0-3 0,-3-2-8191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5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24575,'10'20'0,"5"9"0,3 1 0,-1-1 0,-2-3 0,-3-4 0,-1-6 0,-3-2 0,-2-5-8191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6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472 30 24575,'-29'-2'0,"-15"-4"0,-5 0 0,-1 0 0,2 2 0,6 1 0,4 1 0,6 1 0,4 4 0,4 0 0,4 0 0,2 3 0,0-1 0,1-1 0,2-1-8191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6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24575,'11'47'0,"2"-2"0,2 0 0,2-1 0,27 51 0,34 44 0,-78-138 7,1 0 0,0 0 0,-1 0 0,1 1 0,-1-1 1,0 0-1,1 0 0,-1 0 0,0 0 0,0 1 0,0-1 0,1 0 0,-1 0 0,0 0 0,-1 1 0,1 0 0,0-2-14,0 1 0,0-1 0,0 0 0,-1 0 0,1 0 0,0 0 0,0 1 1,0-1-1,0 0 0,-1 0 0,1 0 0,0 0 0,0 0 0,0 0 0,-1 0 0,1 1 0,0-1 0,0 0 0,0 0 0,-1 0 0,1 0 1,0 0-1,0 0 0,-1 0 0,1 0 0,0 0 0,0 0 0,-1 0 0,-11-6-1277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6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65 24575,'-20'-8'0,"-9"-5"0,-1 1 0,-1 1 0,-41-8 0,69 19 0,0-1 0,0 1 0,0 0 0,0 0 0,0 0 0,0 0 0,1 0 0,-1 0 0,0 1 0,0 0 0,0-1 0,0 1 0,1 0 0,-4 2 0,4-2 0,1 0 0,-1 1 0,1-1 0,-1 1 0,1-1 0,0 1 0,-1-1 0,1 1 0,0 0 0,0 0 0,0-1 0,0 1 0,1 0 0,-1 0 0,0 0 0,1 0 0,-1 0 0,1 0 0,0 0 0,0 3 0,0-1 0,0 1 0,0-1 0,0 0 0,1 1 0,0-1 0,0 0 0,0 0 0,1 0 0,-1 0 0,1 0 0,0 0 0,0 0 0,0-1 0,1 1 0,-1-1 0,1 1 0,0-1 0,0 0 0,0 0 0,0 0 0,1-1 0,4 4 0,4 2 0,0-1 0,1 0 0,-1-1 0,1-1 0,22 7 0,-6-5 0,0-2 0,-1-1 0,34 0 0,1 0 0,-19-1 43,-27-3-512,-1 1-1,19 3 1,-23-1-6357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7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1154 0 24575,'0'0'0,"0"0"0,1 0 0,-1 0 0,0 1 0,0-1 0,0 0 0,0 0 0,0 0 0,0 0 0,1 0 0,-1 1 0,0-1 0,0 0 0,0 0 0,0 0 0,0 0 0,0 1 0,0-1 0,0 0 0,0 0 0,0 0 0,0 1 0,0-1 0,0 0 0,0 0 0,0 0 0,0 1 0,0-1 0,0 0 0,0 0 0,0 0 0,0 0 0,0 1 0,0-1 0,0 0 0,0 0 0,-1 0 0,1 0 0,0 1 0,0-1 0,0 0 0,0 0 0,-11 4 0,-14-1 0,24-3 0,-131 1 0,79-3 0,-83 9 0,64 0 0,-144-5 0,132-8 0,48 2 0,-1 2 0,-70 5 0,9 14 67,60-9-783,-59 5 0,85-12-6110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9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8 24575,'0'-1'0,"-1"0"0,0 1 0,0-1 0,0 0 0,0 1 0,0-1 0,0 1 0,0-1 0,0 1 0,0 0 0,0-1 0,0 1 0,0 0 0,0 0 0,0-1 0,0 1 0,-1 0 0,1 0 0,0 0 0,0 1 0,0-1 0,0 0 0,0 0 0,0 0 0,0 1 0,0-1 0,-1 1 0,1 0 0,0 0 0,0 1 0,0-1 0,1 0 0,-1 0 0,1 0 0,-1 1 0,1-1 0,-1 0 0,1 1 0,0-1 0,0 0 0,-1 1 0,1-1 0,0 1 0,0-1 0,0 0 0,1 1 0,-1-1 0,0 0 0,1 3 0,8 28 0,19 50 0,-5-19 0,-17-44-682,18 34-1,-18-41-6143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9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486 38 24575,'-36'-10'0,"-62"-13"0,84 21 0,1 1 0,-1-1 0,1 2 0,-1 0 0,-16 3 0,22-2 0,1 1 0,0 0 0,0 1 0,-11 5 0,12-5 0,-1 0 0,1 0 0,-1-1 0,-13 3 0,-10-2-126,-54-2 0,57-2-987,8 1-5713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20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24575,'2'-1'0,"0"-1"0,1 1 0,-1-1 0,0 1 0,0 0 0,1 0 0,-1 0 0,1 0 0,-1 0 0,1 1 0,-1-1 0,4 1 0,35-2 0,-30 2 0,-3 0 0,-1 0 0,1 1 0,-1 0 0,1 0 0,-1 0 0,8 3 0,-13-3 0,-1-1 0,0 0 0,0 1 0,1 0 0,-1-1 0,0 1 0,0 0 0,0-1 0,0 1 0,0 0 0,0 0 0,0 0 0,0 0 0,0 0 0,0 0 0,-1 0 0,1 0 0,0 0 0,-1 0 0,1 1 0,0-1 0,-1 0 0,0 0 0,1 1 0,-1-1 0,0 0 0,0 0 0,1 1 0,-1-1 0,0 0 0,-1 1 0,1-1 0,0 0 0,0 1 0,0-1 0,-1 0 0,1 0 0,0 1 0,-1-1 0,0 0 0,1 0 0,-2 2 0,-5 10 0,-14 21 0,1-4 0,19-29 0,1 0 0,-1 1 0,0-1 0,1 0 0,-1 0 0,1 0 0,-1 1 0,1-1 0,-1 0 0,1 0 0,0 1 0,0-1 0,-1 0 0,1 1 0,0-1 0,0 0 0,1 1 0,-1-1 0,0 0 0,0 1 0,1-1 0,0 2 0,0-2 0,0 1 0,0-1 0,0 0 0,0 0 0,1 0 0,-1-1 0,0 1 0,1 0 0,-1 0 0,0-1 0,1 1 0,-1-1 0,1 1 0,-1-1 0,1 1 0,-1-1 0,1 0 0,-1 0 0,3 0 0,89-1 110,-38 0-1585,-42 1-5351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20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24575,'0'-1'0,"1"0"0,-1 0 0,0 0 0,1 1 0,-1-1 0,1 0 0,-1 0 0,1 0 0,-1 0 0,1 1 0,-1-1 0,1 0 0,0 0 0,0 1 0,-1-1 0,1 1 0,0-1 0,0 0 0,0 1 0,0 0 0,-1-1 0,3 0 0,-2 1 0,1 0 0,0 0 0,-1 0 0,1 0 0,0 0 0,-1 0 0,1 1 0,-1-1 0,1 0 0,-1 1 0,1-1 0,2 2 0,3 2 0,1 1 0,-1 0 0,0 0 0,6 6 0,-12-10 0,15 14 0,0 1 0,-1 1 0,0 1 0,13 21 0,43 81 0,-67-114 0,7 16 0,0 0 0,-1 1 0,-1 0 0,-1 0 0,-1 1 0,-1 0 0,3 30 0,-7-42 0,-1-1 0,-1 1 0,0-1 0,-1 1 0,0-1 0,-1 1 0,0-1 0,0 0 0,-2 1 0,1-1 0,-1-1 0,-1 1 0,0-1 0,0 1 0,-1-2 0,-1 1 0,-11 14 0,-1-5-273,0-2 0,-1 0 0,0-1 0,-29 16 0,37-24-6553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21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24575,'4'-1'0,"0"1"0,0-1 0,0 1 0,1 0 0,-1 0 0,0 0 0,0 0 0,0 1 0,0-1 0,1 1 0,6 3 0,-4-1 0,0 0 0,-1 0 0,0 1 0,0 0 0,0 0 0,8 7 0,-2 1 0,0 1 0,-1 0 0,0 1 0,17 29 0,-13-17 0,-2 0 0,-1 1 0,-1 0 0,-1 1 0,-2 0 0,0 0 0,5 45 0,-11-50 0,-1-1 0,-1 1 0,0-1 0,-2 1 0,-1-1 0,0 0 0,-2 0 0,0 0 0,-2 0 0,-12 28 0,11-33-95,-43 87 322,43-92-476,0 0-1,0 0 1,-1-1-1,0 0 0,-21 19 1,18-20-6577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29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 24575,'-1'0'0,"0"0"0,1 0 0,-1 1 0,1-1 0,-1 0 0,0 1 0,1-1 0,-1 1 0,1-1 0,-1 0 0,1 1 0,-1-1 0,1 1 0,-1 0 0,1-1 0,0 1 0,-1-1 0,1 1 0,0-1 0,-1 1 0,1 0 0,0-1 0,0 1 0,0 0 0,0-1 0,0 1 0,-1 1 0,-1 22 0,2-22 0,-2 13 0,2 1 0,0-1 0,1 0 0,0 0 0,5 20 0,-5-30 0,1 0 0,0 0 0,0 0 0,0 0 0,0 0 0,1 0 0,0-1 0,0 1 0,0-1 0,1 0 0,-1 0 0,1 0 0,0 0 0,0-1 0,0 0 0,1 0 0,-1 0 0,9 4 0,-10-5 0,0-1 0,0 0 0,1 0 0,-1 1 0,1-2 0,-1 1 0,0 0 0,1-1 0,-1 0 0,1 0 0,-1 0 0,1 0 0,-1 0 0,1-1 0,-1 1 0,1-1 0,-1 0 0,1 0 0,-1 0 0,0-1 0,4-1 0,-1-1 0,-1 0 0,0 0 0,0-1 0,0 1 0,0-1 0,-1 0 0,1 0 0,-1-1 0,-1 1 0,5-8 0,-8 12 0,1 0 0,-1 0 0,1 0 0,0 0 0,0 0 0,-1 0 0,1 0 0,0 0 0,0 0 0,0 0 0,0 0 0,0 0 0,0 1 0,0-1 0,0 0 0,0 1 0,1-1 0,-1 1 0,0-1 0,0 1 0,0 0 0,1 0 0,-1-1 0,0 1 0,0 0 0,1 0 0,-1 0 0,0 0 0,0 0 0,3 1 0,2 1 0,-1 0 0,1 1 0,-1-1 0,0 1 0,8 6 0,11 4 0,-13-8 0,1 0 0,0-1 0,0-1 0,1 0 0,-1 0 0,22 1 0,-28-4 0,0 0 0,0 0 0,0 0 0,0-1 0,0 0 0,0 0 0,0-1 0,0 1 0,0-1 0,0 0 0,-1-1 0,1 0 0,-1 0 0,0 0 0,9-7 0,-11 8 0,-1 0 0,0-1 0,0 1 0,0-1 0,0 1 0,0-1 0,-1 0 0,1 0 0,-1 0 0,1 0 0,-1 0 0,0 0 0,-1 0 0,1 0 0,0 0 0,-1 0 0,0-1 0,1 1 0,-1 0 0,-1 0 0,1-1 0,0 1 0,-1 0 0,0 0 0,1 0 0,-1 0 0,0 0 0,-1 0 0,1 0 0,-4-5 0,2 1 0,-1 1 0,-1 0 0,1 0 0,-1 1 0,0-1 0,0 1 0,-1 0 0,1 1 0,-1-1 0,0 1 0,0 0 0,-11-5 0,2 3-1365,2 1-5461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0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4 24575,'-5'-2'0,"-1"1"0,2 1 0,5 3 0,4 4 0,4 2 0,3 0 0,-1 2 0,1-2 0,-2 0 0,-1-2 0,-1 2 0,0 0 0,-1 2 0,1 1 0,-2 2 0,-1-3-8191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0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6 24575,'-10'-2'0,"-6"-1"0,1 2 0,-1 2 0,1 0 0,0 1 0,0-1 0,0 0 0,1-1 0,-1 1 0,-2-1 0,0 0 0,2-3 0,4 0-8191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1.0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9 24575,'-14'-2'0,"-8"-2"0,-3 1 0,1 3 0,2 2 0,0 0 0,1 0 0,2-1 0,1 0 0,2 0 0,3-1-8191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3.4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0 480 24575,'248'68'0,"-246"-68"0,37 6 0,-37-6 0,0 0 0,0 0 0,0 0 0,0 0 0,0 0 0,0 0 0,0-1 0,0 1 0,0-1 0,0 1 0,-1-1 0,1 0 0,0 0 0,0 0 0,-1 0 0,4-2 0,-5 3 0,1-1 0,-1 1 0,0-1 0,0 1 0,1-1 0,-1 1 0,0-1 0,0 1 0,0-1 0,0 0 0,1 1 0,-1-1 0,0 1 0,0-1 0,0 0 0,0 1 0,0-1 0,-1 1 0,1-1 0,0 0 0,0 1 0,0-1 0,0 1 0,-1-1 0,1 1 0,0-1 0,0 1 0,-1-1 0,1 1 0,-1-1 0,1 1 0,0-1 0,-2 0 0,-16-15 0,14 13 0,-3-3 0,1-1 0,0 1 0,0-1 0,1 0 0,-1-1 0,1 1 0,-4-11 0,-26-62 0,25 55 0,4 9 0,1 1 0,1-1 0,0 0 0,0-1 0,2 1 0,0-1 0,1 1 0,1-1 0,2-18 0,-1 27 0,0-1 0,1 1 0,0 0 0,0 0 0,1 0 0,0 1 0,1-1 0,7-12 0,-7 15 0,0 0 0,0 0 0,1 0 0,-1 1 0,1-1 0,0 1 0,0 0 0,1 0 0,-1 1 0,1 0 0,0 0 0,8-3 0,-4 3 0,1 0 0,-1 0 0,1 1 0,0 1 0,0 0 0,-1 0 0,1 1 0,0 1 0,0-1 0,0 2 0,-1 0 0,16 4 0,-18-4 0,0 1 0,0 0 0,-1 0 0,1 0 0,-1 1 0,0 0 0,0 1 0,-1-1 0,1 1 0,-1 1 0,0-1 0,0 1 0,-1 0 0,1 0 0,-1 1 0,-1 0 0,5 7 0,-6-7 0,-1 0 0,0 0 0,0 0 0,0 0 0,-1 0 0,0 1 0,-1-1 0,1 0 0,-2 0 0,1 1 0,-1-1 0,0 0 0,0 1 0,-5 12 0,0-1 0,-2 0 0,0-1 0,-1 0 0,-13 20 0,21-36 0,0-1 0,1 0 0,-1 0 0,1 0 0,-1 1 0,1-1 0,-1 0 0,1 1 0,0-1 0,-1 0 0,1 1 0,0-1 0,0 0 0,0 1 0,0-1 0,0 1 0,0-1 0,1 0 0,-1 1 0,1 2 0,0-2 0,1 0 0,-1 0 0,0 0 0,1 0 0,-1 0 0,1 0 0,0 0 0,0-1 0,-1 1 0,5 2 0,2 1 0,-1-1 0,1-1 0,0 1 0,0-1 0,16 4 0,13 0-455,0-1 0,40 1 0,-63-7-6371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3.8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24575,'0'7'0,"3"5"0,0 3 0,2 4 0,4 1 0,-1 0 0,1-2 0,2 2 0,-2-1 0,1 0 0,-2-2 0,1-1 0,0 0 0,0-2 0,0-2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4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540 22 24575,'-29'-5'0,"-13"-2"0,-3 1 0,2 3 0,5 3 0,3 1 0,3 0 0,5 3 0,-1 0 0,-1 0 0,1-1 0,-1-1 0,0 0 0,0-2 0,0 0 0,2 0 0,7 0-8191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4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 24575,'-3'4'0,"0"5"0,0 3 0,3 2 0,4 1 0,4-2 0,0-1 0,1 0 0,3 1 0,-2 0 0,0-2 0,-2 0 0,1 0 0,-2 1 0,1-2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5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56 24575,'0'-1'0,"-1"1"0,0-1 0,1 1 0,-1 0 0,0 0 0,1-1 0,-1 1 0,0 0 0,1 0 0,-1 0 0,0 0 0,0 0 0,1 0 0,-1 0 0,0 0 0,1 0 0,-1 0 0,0 0 0,1 0 0,-1 0 0,0 1 0,1-1 0,-1 0 0,0 0 0,0 1 0,0 0 0,0 0 0,1 0 0,-1-1 0,1 1 0,-1 0 0,0 0 0,1 0 0,-1 0 0,1 0 0,0 0 0,-1 0 0,1 0 0,0 0 0,-1 2 0,1 1 0,0 0 0,0-1 0,0 1 0,0 0 0,0 0 0,1-1 0,0 1 0,2 7 0,2-2 0,0 0 0,0 0 0,1 0 0,1-1 0,-1 1 0,2-2 0,9 10 0,5 2 0,34 22 0,-47-35 0,0-1 0,0 0 0,11 4 0,-16-7 0,0-1 0,1 0 0,-1 1 0,0-1 0,1-1 0,-1 1 0,1 0 0,-1-1 0,7-1 0,-10 1 0,0 0 0,0 0 0,0 0 0,0-1 0,0 1 0,0-1 0,0 1 0,-1 0 0,1-1 0,0 1 0,0-1 0,0 0 0,-1 1 0,1-1 0,0 0 0,-1 1 0,1-1 0,0 0 0,-1 0 0,1-1 0,0 0 0,0 0 0,-1 0 0,1 0 0,0 0 0,-1 0 0,0 0 0,1-1 0,-1-3 0,-1-2 0,0 0 0,0-1 0,-4-12 0,-2 1 0,6 16 0,-1 0 0,1-1 0,-1 1 0,1 0 0,0-1 0,0-5 0,1 9 0,0 1 0,0 0 0,0-1 0,0 1 0,1 0 0,-1-1 0,0 1 0,0 0 0,0-1 0,0 1 0,0 0 0,1-1 0,-1 1 0,0 0 0,0 0 0,1-1 0,-1 1 0,0 0 0,0 0 0,1-1 0,-1 1 0,0 0 0,1 0 0,-1 0 0,0 0 0,0-1 0,1 1 0,-1 0 0,1 0 0,-1 0 0,0 0 0,1 0 0,-1 0 0,0 0 0,1 0 0,-1 0 0,0 0 0,1 0 0,-1 0 0,0 0 0,1 0 0,-1 0 0,0 1 0,1-1 0,-1 0 0,0 0 0,1 0 0,-1 0 0,1 1 0,17 8 0,2 3 0,0 0 0,45 16 0,-54-24 0,-1-1 0,2 0 0,-1-1 0,0 0 0,0 0 0,1-2 0,-1 1 0,15-2 0,-25 0 0,1 1 0,-1 0 0,0 0 0,1 0 0,-1-1 0,0 1 0,0 0 0,0-1 0,1 1 0,-1-1 0,0 0 0,0 1 0,0-1 0,0 0 0,0 1 0,0-1 0,0 0 0,0 0 0,0 0 0,0 0 0,-1 0 0,1 0 0,1-2 0,-2 1 0,1 0 0,-1 0 0,1-1 0,-1 1 0,0 0 0,0 0 0,0-1 0,0 1 0,0 0 0,0 0 0,0-1 0,-2-2 0,0-3 0,-1-1 0,-1 1 0,1-1 0,-1 1 0,-8-12 0,4 9-136,0 1-1,0 0 1,-1 0-1,0 0 1,-1 1-1,0 1 1,0 0-1,-1 0 0,-16-8 1,17 11-6690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6.4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24575,'0'-1'0,"0"-1"0,0 1 0,0-1 0,0 1 0,0-1 0,0 1 0,0 0 0,1-1 0,-1 1 0,1-1 0,-1 1 0,1 0 0,-1-1 0,1 1 0,0 0 0,0 0 0,0-1 0,-1 1 0,1 0 0,0 0 0,0 0 0,3-2 0,-2 3 0,0-1 0,0 0 0,0 1 0,0-1 0,0 1 0,0-1 0,0 1 0,0 0 0,0 0 0,0 0 0,0 0 0,0 0 0,0 1 0,3 0 0,5 1 0,-1 2 0,1-1 0,-1 1 0,1 1 0,10 6 0,-17-9 0,7 4 0,0 0 0,0 1 0,-1 0 0,16 15 0,-24-20 0,1 0 0,-1-1 0,1 1 0,-1 0 0,0 0 0,0 0 0,0 0 0,0 0 0,0 0 0,0 0 0,0 0 0,-1 0 0,1 0 0,-1 1 0,1-1 0,-1 0 0,0 0 0,0 1 0,0-1 0,0 0 0,-1 0 0,1 1 0,0-1 0,-1 0 0,0 0 0,1 0 0,-1 0 0,0 0 0,0 0 0,0 0 0,0 0 0,-2 2 0,-3 3 0,1-1 0,-1 0 0,0-1 0,-1 1 0,-13 7 0,-13 13 0,32-25 0,0-1 0,0 1 0,0 0 0,1-1 0,-1 1 0,0 0 0,1 0 0,-1-1 0,1 1 0,-1 0 0,1 0 0,-1 0 0,1 0 0,-1 0 0,1 0 0,0 0 0,0 0 0,-1 0 0,1 0 0,0 0 0,0 0 0,0 1 0,1-1 0,-1 0 0,1 0 0,-1 0 0,1 0 0,-1 0 0,1 0 0,0 0 0,-1-1 0,1 1 0,0 0 0,0 0 0,-1-1 0,1 1 0,0 0 0,0-1 0,0 1 0,1 0 0,4 1 0,0 0 0,0 0 0,1 0 0,-1-1 0,12 1 0,90-1 75,-54-2-1515,-41 1-5386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7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41 24575,'-27'-7'0,"-11"-3"0,-2 1 0,4 1 0,5 3 0,5 4 0,6 2 0,2 2 0,6 2 0,1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7.3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32 24575,'-27'-7'0,"-11"-3"0,-2 3 0,3 3 0,6 1 0,6 3 0,7 0-8191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8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74 380 24575,'18'2'0,"29"0"0,-42-2 0,0-1 0,-1 1 0,1-1 0,0 0 0,0 0 0,0 0 0,-1-1 0,1 1 0,-1-1 0,9-5 0,-13 7 0,1 0 0,-1-1 0,1 1 0,-1 0 0,0-1 0,1 1 0,-1-1 0,1 1 0,-1 0 0,0-1 0,0 1 0,1-1 0,-1 1 0,0-1 0,0 1 0,1-1 0,-1 1 0,0-1 0,0 1 0,0-1 0,0 1 0,0-1 0,0 1 0,0-1 0,0 0 0,0 0 0,-1 0 0,1 0 0,0 0 0,-1-1 0,1 1 0,-1 0 0,0 0 0,1 0 0,-1 1 0,0-1 0,-1-1 0,-3-3 0,-1 0 0,1 1 0,-9-5 0,9 6 0,-15-10 0,0-2 0,1 0 0,-29-29 0,42 38 0,1-1 0,-1 0 0,1 0 0,1-1 0,-1 0 0,1 1 0,1-1 0,0-1 0,0 1 0,0 0 0,1-1 0,0 1 0,-1-16 0,3 19 0,-1 1 0,1-1 0,1 0 0,-1 1 0,1-1 0,0 1 0,0-1 0,0 0 0,0 1 0,1 0 0,2-5 0,-2 6 0,0 0 0,-1 0 0,2 1 0,-1-1 0,0 1 0,0 0 0,1-1 0,-1 1 0,1 0 0,0 0 0,0 1 0,0-1 0,0 1 0,0-1 0,0 1 0,5-1 0,10-2 0,0 1 0,0 2 0,1-1 0,-1 2 0,26 3 0,2-2 0,24 4 0,-63-4 0,-1 0 0,0 0 0,1 1 0,-1 0 0,0 0 0,0 0 0,0 1 0,9 5 0,-13-7 0,-1 1 0,1 0 0,0-1 0,-1 1 0,0 0 0,1 0 0,-1 0 0,0 0 0,0 0 0,0 0 0,0 0 0,0 0 0,-1 0 0,1 1 0,-1-1 0,1 0 0,-1 0 0,0 1 0,0-1 0,0 0 0,0 1 0,0-1 0,0 0 0,-1 3 0,-2 7 0,0 0 0,-1 0 0,-6 15 0,4-11 0,-3 8 0,4-13 0,1 1 0,0 0 0,0 0 0,1 0 0,1 0 0,0 1 0,0 23 0,2-33 0,0-1 0,1 0 0,-1 0 0,1 0 0,-1 0 0,1-1 0,0 1 0,0 0 0,0 0 0,0 0 0,0 0 0,1-1 0,-1 1 0,0-1 0,1 1 0,-1-1 0,1 1 0,-1-1 0,1 0 0,0 0 0,0 0 0,-1 0 0,1 0 0,0 0 0,0 0 0,0-1 0,0 1 0,0-1 0,4 1 0,6 1 0,0-1 0,0 0 0,0-1 0,12-1 0,-6 0 0,111-12 0,-100 10-1365,-17 2-5461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9.2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24575,'-2'0'0,"3"6"0,3 12 0,-3-12 0,7 20 0,1 0 0,2 0 0,0-1 0,1-1 0,2 0 0,30 41 0,3 7-1365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9.7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537 29 24575,'-1'-1'0,"0"-1"0,0 1 0,0-1 0,0 1 0,-1-1 0,1 1 0,-1 0 0,1-1 0,-1 1 0,0 0 0,1 0 0,-1 0 0,0 0 0,0 1 0,1-1 0,-1 0 0,0 1 0,0-1 0,0 1 0,0 0 0,0-1 0,0 1 0,0 0 0,-2 1 0,-7-1 0,0 1 0,0 1 0,-13 3 0,10-2 0,-8 1 0,1-2 0,0 0 0,-36-3 0,-62-11 0,10-1 0,104 13-124,0 0 0,-1 0 0,1 0 0,0 0 0,0 1 0,-1 0-1,1 0 1,0 0 0,0 1 0,-6 2 0,0 2-6702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40.4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43 24575,'1'-3'0,"0"1"0,0 0 0,0 0 0,0-1 0,0 1 0,1 0 0,-1 0 0,1 0 0,-1 0 0,1 1 0,0-1 0,-1 0 0,1 1 0,0-1 0,0 1 0,4-2 0,-2 1 0,0 1 0,0-1 0,-1 1 0,1 0 0,0 1 0,1-1 0,-1 1 0,0-1 0,5 2 0,7 0 0,0 2 0,0 0 0,31 10 0,-42-11 0,-3-1 0,5 0 0,-2 1 0,1 1 0,0-1 0,7 5 0,-12-7 0,-1 1 0,1-1 0,0 0 0,-1 1 0,1-1 0,-1 1 0,1-1 0,-1 1 0,1-1 0,-1 1 0,1-1 0,-1 1 0,1-1 0,-1 1 0,0-1 0,1 1 0,-1 0 0,0-1 0,0 1 0,0 0 0,1-1 0,-1 1 0,0 0 0,0-1 0,0 1 0,0 0 0,0-1 0,0 1 0,0 0 0,0-1 0,0 1 0,0 0 0,-1-1 0,1 1 0,0 0 0,0-1 0,-1 1 0,1 0 0,0-1 0,-1 1 0,1-1 0,-1 1 0,1-1 0,-1 1 0,1-1 0,-1 1 0,1-1 0,-1 1 0,1-1 0,-2 1 0,-7 5 0,0 1 0,0-2 0,-15 7 0,16-8 0,0-1 0,1 1 0,0 1 0,0-1 0,0 1 0,0 0 0,-7 8 0,13-12 0,1 0 0,-1 0 0,0 0 0,0 0 0,1 0 0,-1 0 0,1 0 0,-1 0 0,1 0 0,-1 0 0,1 0 0,0 0 0,0 0 0,-1 0 0,1 0 0,0 1 0,0-1 0,0 0 0,0 0 0,0 0 0,0 0 0,1 2 0,0-1 0,0 0 0,-1-1 0,1 1 0,1 0 0,-1-1 0,0 1 0,0 0 0,0-1 0,1 0 0,-1 1 0,1-1 0,1 1 0,3 2 0,0 0 0,0-1 0,0 0 0,1 0 0,-1-1 0,11 3 0,17 2-455,-1-2 0,52 2 0,-70-7-6371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5.7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417 12 24575,'0'-1'0,"0"1"0,0-1 0,-1 0 0,1 1 0,0-1 0,-1 0 0,1 1 0,0-1 0,-1 1 0,1-1 0,-1 1 0,1-1 0,-1 1 0,0-1 0,1 1 0,-1 0 0,1-1 0,-1 1 0,0 0 0,1-1 0,-1 1 0,0 0 0,1 0 0,-1-1 0,0 1 0,1 0 0,-1 0 0,0 0 0,1 0 0,-2 0 0,-22 0 0,-15 8 0,1 1 0,-72 27 0,96-31 20,1 2 0,0-1 0,1 2 0,0 0 0,-21 17 0,11-5-763,-34 41 1,43-45-6084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6.5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149 3 24575,'-1'0'0,"0"-1"0,0 1 0,-1-1 0,1 1 0,0 0 0,0 0 0,0-1 0,0 1 0,-1 0 0,1 0 0,0 0 0,0 0 0,0 0 0,0 1 0,-1-1 0,1 0 0,0 1 0,0-1 0,0 0 0,0 1 0,0-1 0,0 1 0,0 0 0,0-1 0,0 1 0,0 0 0,0 0 0,0-1 0,0 1 0,1 0 0,-1 0 0,0 0 0,0 1 0,-2 4 0,1-1 0,0 1 0,0 0 0,1-1 0,-2 11 0,-5 15 0,2-19 0,-2 1 0,0-1 0,0-1 0,-1 1 0,0-1 0,-1-1 0,-13 12 0,19-19 0,4-3 0,-1 1 0,1-1 0,-1 0 0,1 1 0,0-1 0,-1 0 0,1 1 0,-1-1 0,1 1 0,0-1 0,-1 1 0,1-1 0,0 1 0,-1-1 0,1 1 0,0-1 0,0 1 0,0-1 0,-1 1 0,1 0 0,0-1 0,0 1 0,0-1 0,0 1 0,0 0 0,0-1 0,0 1 0,0-1 0,0 1 0,0-1 0,1 1 0,-1 0 0,1 0 0,0 0 0,0 0 0,0-1 0,0 1 0,0 0 0,0-1 0,1 1 0,-1-1 0,0 1 0,0-1 0,1 0 0,-1 0 0,3 1 0,7 0 0,0-1 0,15-1 0,-26 1 0,143-14 96,25-1-1557,-152 14-5365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7.3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273 129 24575,'-166'-110'0,"165"109"0,-4-2 0,0 0 0,-1 1 0,1-1 0,-8-2 0,12 5 0,0 0 0,0 0 0,0-1 0,0 1 0,0 0 0,0 0 0,0 0 0,0 0 0,0 0 0,0 0 0,0 0 0,0 0 0,0 1 0,0-1 0,0 0 0,0 1 0,0-1 0,0 0 0,0 1 0,0-1 0,0 1 0,0 0 0,0-1 0,1 1 0,-1 0 0,0-1 0,0 1 0,1 0 0,-1 0 0,1 0 0,-1-1 0,0 2 0,-4 12 0,0-1 0,1 1 0,1-1 0,0 1 0,-1 19 0,-3 8 0,3-21 0,1 0 0,1 1 0,1-1 0,1 1 0,0-1 0,1 1 0,2-1 0,7 35 0,1-24-325,1-1 0,1 0 1,32 52-1,-44-80 259,6 10-6760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7.5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278 45 24575,'-27'-5'0,"-13"-2"0,-4 1 0,5-2 0,5 2 0,7 0 0,5 3 0,4 0 0,3 2 0,4 3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7.7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24575,'0'3'0,"0"2"0,3 2 0,0 1 0,3 2 0,-1 2 0,3-2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7.9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24575,'5'7'0,"2"5"0,-1 1-8191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8.2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138 0 24575,'-4'1'0,"-15"0"0,-29 8 0,43-8 0,1 0 0,-1 1 0,1-1 0,-1 1 0,1 0 0,0 0 0,0 1 0,0-1 0,0 1 0,0 0 0,-6 6 0,9-8 0,0 0 0,0 0 0,0 1 0,1-1 0,-1 0 0,0 0 0,1 1 0,-1-1 0,0 0 0,1 1 0,0-1 0,-1 1 0,1-1 0,0 1 0,0-1 0,0 1 0,0-1 0,0 1 0,0-1 0,0 3 0,1-2 0,0 1 0,0-1 0,1 1 0,-1-1 0,0 1 0,1-1 0,-1 0 0,1 0 0,0 0 0,3 3 0,2 2 0,1-1 0,0-1 0,0 1 0,1-1 0,10 4 0,-2-2-170,0 0-1,0-2 0,1 0 1,-1-1-1,1-1 0,0 0 1,35-1-1,-39-2-6655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8.89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24575,'35'102'0,"41"136"0,-72-223 0,-3-10 0,-1 0 0,2 0 0,-1 0 0,0 0 0,1 0 0,0 0 0,0-1 0,1 1 0,3 5 0,-6-26 0,-2 3 0,-1-1 0,-7-16 0,-3-17 0,13 45 0,0 1 0,0 0 0,-1 0 0,1 0 0,0 0 0,0 0 0,0 0 0,0 0 0,1 0 0,-1 0 0,0 0 0,0 0 0,1 0 0,-1 0 0,0 0 0,1 0 0,-1 0 0,1 0 0,0 0 0,-1 0 0,1 0 0,0 0 0,-1 0 0,1 1 0,0-1 0,0 0 0,0 1 0,0-1 0,-1 0 0,1 1 0,0-1 0,0 1 0,0 0 0,0-1 0,0 1 0,0 0 0,1-1 0,-1 1 0,0 0 0,0 0 0,0 0 0,0 0 0,1 0 0,7 0 0,-1 1 0,1-1 0,-1 1 0,11 3 0,-17-4 0,26 7 0,-1-1 0,1-1 0,46 3 0,-71-8 0,-1 0 0,1 0 0,-1 0 0,0 1 0,0-1 0,1 1 0,-1-1 0,0 1 0,1 0 0,-1 0 0,0 0 0,0 0 0,2 1 0,-3-1 0,1 1 0,-1-1 0,0 0 0,0 1 0,0-1 0,0 1 0,0 0 0,-1-1 0,1 1 0,0 0 0,-1-1 0,1 1 0,-1 0 0,0 0 0,0-1 0,1 1 0,-1 3 0,0 0-227,0 1-1,0-1 1,0 0-1,-1 0 1,-2 10-1,-1-5-6598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9.0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24575,'5'5'0,"2"4"0,1 2 0,1 3 0,-3 1 0,-1-2-8191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9.3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24575,'5'18'0,"4"9"0,3 4 0,2 1 0,1 0 0,-2-3 0,-1-4 0,0-1 0,1-3 0,0-1 0,0-3 0,-1-1 0,-1-4 0,-3-1 0,1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9.7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24575,'194'8'0,"-158"-5"0,49-2 0,19 2 0,-103-3-124,1 0 0,0 0 0,-1 0 0,1 1 0,-1-1 0,1 0-1,-1 1 1,1 0 0,-1-1 0,2 2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9.9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24575,'20'25'0,"8"10"0,0 1 0,-2-4 0,-6-6 0,-4-5 0,-4-6-8191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20.2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 21 24575,'-5'-7'0,"-4"0"0,-1 1-8191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20.6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158 32 24575,'1'0'0,"-1"0"0,1 1 0,0-1 0,0 0 0,0 1 0,0-1 0,0 0 0,0 1 0,-1-1 0,1 1 0,0-1 0,0 1 0,-1 0 0,1-1 0,0 1 0,-1 0 0,1 0 0,-1-1 0,1 1 0,-1 0 0,1 1 0,-1-1 0,0 0 0,0 0 0,0 0 0,0-1 0,0 1 0,0 0 0,0 0 0,-1 0 0,1-1 0,0 1 0,-1 0 0,1 0 0,0-1 0,-1 1 0,1 0 0,-1-1 0,1 1 0,-1 0 0,0 0 0,-4 3 0,0 0 0,1 0 0,-2 0 0,1-1 0,-6 3 0,4-3 0,0 0 0,0 0 0,0-1 0,0 0 0,-1 0 0,1 0 0,-13 0 0,17-2 0,1 0 0,0 0 0,-1 0 0,1 0 0,0 0 0,-1 0 0,1-1 0,0 1 0,0-1 0,-1 1 0,1-1 0,0 0 0,0 0 0,0 0 0,0 0 0,0 0 0,0-1 0,0 1 0,0-1 0,1 1 0,-1-1 0,0 0 0,1 1 0,-1-1 0,1 0 0,0 0 0,0 0 0,-2-4 0,2 4 5,1 0-1,-1 0 1,1 0-1,-1 0 0,1 0 1,0 0-1,0 0 1,0 1-1,0-1 1,0 0-1,1 0 0,-1 0 1,0 0-1,1 0 1,-1 0-1,1 0 1,0 1-1,0-1 1,0 0-1,0 0 0,0 1 1,0-1-1,0 1 1,0-1-1,1 1 1,2-3-1,-1 2-118,0-1 0,0 1-1,1 0 1,-1 0 0,1 1 0,-1-1-1,1 1 1,0 0 0,0 0 0,0 0-1,-1 0 1,6 0 0,4 0-6712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21.0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21 24575,'0'0'0,"0"0"0,0-1 0,0 1 0,0 0 0,0 0 0,0-1 0,1 1 0,-1 0 0,0 0 0,0 0 0,0-1 0,1 1 0,-1 0 0,0 0 0,0 0 0,0 0 0,1 0 0,-1 0 0,0-1 0,0 1 0,1 0 0,-1 0 0,0 0 0,0 0 0,1 0 0,-1 0 0,0 0 0,0 0 0,1 0 0,-1 0 0,0 0 0,0 0 0,1 0 0,-1 0 0,0 1 0,0-1 0,1 0 0,-1 0 0,0 0 0,0 0 0,1 0 0,-1 0 0,0 1 0,0-1 0,13 6 0,4 4 0,-12-6 0,1 0 0,0 0 0,0-1 0,0 0 0,12 4 0,-17-7 0,0 0 0,1 0 0,-1 1 0,0-1 0,1 0 0,-1 0 0,0 0 0,1-1 0,-1 1 0,0 0 0,1 0 0,-1-1 0,0 1 0,0-1 0,1 1 0,-1-1 0,0 1 0,0-1 0,0 0 0,1 1 0,-1-1 0,0 0 0,0 0 0,0 0 0,-1 0 0,1 0 0,0 0 0,0 0 0,0 0 0,-1-1 0,1 1 0,-1 0 0,1 0 0,0-3 0,2-4 0,-2 4 0,0 1 0,0 0 0,0 0 0,1 0 0,3-5 0,-5 8 0,0-1 0,1 1 0,-1 0 0,0-1 0,1 1 0,-1 0 0,1-1 0,-1 1 0,1 0 0,-1-1 0,1 1 0,-1 0 0,1 0 0,-1 0 0,1 0 0,-1-1 0,1 1 0,0 0 0,-1 0 0,1 0 0,-1 0 0,1 0 0,-1 0 0,1 0 0,-1 0 0,1 1 0,-1-1 0,1 0 0,0 0 0,-1 0 0,1 1 0,-1-1 0,0 0 0,1 0 0,-1 1 0,1-1 0,-1 0 0,1 1 0,-1-1 0,1 1 0,8 8-167,0 1-1,0-1 0,7 13 1,-12-17-528,2 3-6131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21.3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3 24575,'3'-3'0,"2"6"0,5 6 0,155 198 0,-162-204 0,-1 0 0,0 0 0,0 0 0,0 1 0,0-1 0,2 8 0,-3-10 0,-1-1 0,0 1 0,0 0 0,1 0 0,-1 0 0,0 0 0,0-1 0,0 1 0,0 0 0,0 0 0,0 0 0,-1 0 0,1-1 0,0 1 0,0 0 0,0 0 0,-1 0 0,1-1 0,-1 1 0,1 0 0,0 0 0,-1-1 0,1 1 0,-1 0 0,1-1 0,-1 1 0,0-1 0,1 1 0,-1 0 0,0-1 0,1 0 0,-1 1 0,0-1 0,0 1 0,1-1 0,-1 0 0,-1 1 0,-16 4 0,0-1 0,-1 0 0,-29 1 0,9-1 0,13 0-1365,4-2-5461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41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30 24575,'6'0'0,"1"0"0,-9 0 0,-19-2 0,-151-22 0,92 21-1365,68 3-5461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41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28 24575,'-15'-4'0,"-7"-3"0,-2 1 0,0 1 0,2 1 0,0 2 0,3 3 0,1 2 0,0 0 0,1 0 0,1 1 0,3 1-8191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46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24575,'0'5'0,"1"0"0,0 0 0,0-1 0,0 1 0,1 0 0,2 6 0,19 36 0,-2-3 0,0 5-80,-9-22-241,0 1 0,-2 0-1,9 42 1,-17-58-6505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47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1034 15 24575,'-4'1'0,"-87"12"0,-150-22 0,216 7 0,-45-3 0,-29-4 0,-136 6 0,180 9-455,-1 2 0,-85 26 0,125-30-6371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48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97 24575,'-1'-1'0,"1"1"0,-1 0 0,0-1 0,1 1 0,-1 0 0,1 0 0,-1-1 0,0 1 0,1 0 0,-1 0 0,1 0 0,-1 0 0,0 0 0,1 0 0,-1 0 0,0 0 0,1 0 0,-1 0 0,0 0 0,1 0 0,-1 0 0,0 0 0,0 1 0,1-1 0,-1 1 0,1-1 0,0 1 0,-1 0 0,1-1 0,0 1 0,-1-1 0,1 1 0,0-1 0,0 1 0,0 0 0,0-1 0,-1 1 0,1-1 0,0 1 0,0 0 0,0-1 0,0 1 0,0 0 0,1 4 0,0 0 0,0-1 0,0 1 0,4 8 0,6 12 0,18 25 0,-18-31 0,0 0 0,-2 0 0,8 22 0,-5-9 0,-6-15 0,0 0 0,5 29 0,-10-46 0,-1 0 0,0 0 0,0 0 0,0 0 0,0 1 0,0-1 0,0 0 0,0 0 0,0 0 0,0 0 0,0 0 0,0 0 0,0 0 0,0 0 0,0 0 0,0 0 0,0 0 0,0 1 0,0-1 0,0 0 0,0 0 0,0 0 0,0 0 0,0 0 0,0 0 0,0 0 0,0 0 0,0 0 0,0 0 0,0 1 0,0-1 0,0 0 0,0 0 0,0 0 0,0 0 0,0 0 0,0 0 0,0 0 0,-1 0 0,1 0 0,0 0 0,0 0 0,0 0 0,0 0 0,0 0 0,0 0 0,0 0 0,0 1 0,0-1 0,0 0 0,0 0 0,-1 0 0,1 0 0,0 0 0,0 0 0,0 0 0,0 0 0,0 0 0,0 0 0,0 0 0,0 0 0,0 0 0,-1-1 0,1 1 0,0 0 0,0 0 0,0 0 0,0 0 0,0 0 0,-8-7 0,-6-13 0,-8-19 0,-50-96 0,42 81 0,20 38 0,0-1 0,2 0 0,0 0 0,-6-21 0,10 26 0,2 9 0,1 0 0,0 0 0,0 0 0,0 0 0,1 0 0,-1 0 0,1 0 0,0 0 0,-1 0 0,1-1 0,1-3 0,-1 7 0,0 0 0,1 0 0,-1-1 0,0 1 0,0 0 0,0 0 0,1 0 0,-1 0 0,0-1 0,0 1 0,1 0 0,-1 0 0,0 0 0,0 0 0,1 0 0,-1 0 0,0 0 0,1-1 0,-1 1 0,0 0 0,1 0 0,-1 0 0,0 0 0,0 0 0,1 1 0,-1-1 0,0 0 0,1 0 0,-1 0 0,0 0 0,0 0 0,1 0 0,-1 0 0,0 0 0,0 1 0,1-1 0,-1 0 0,0 0 0,1 1 0,11 7 0,-12-7 0,60 55 0,-43-38 0,2 0 0,0-2 0,24 17 0,-22-20 0,36 16 0,-48-25 0,0-1 0,1 0 0,-1 0 0,1 0 0,0-1 0,17 1 0,-25-3 0,0 0 0,-1 0 0,1 0 0,0 0 0,-1-1 0,1 1 0,0 0 0,-1-1 0,1 1 0,0-1 0,-1 0 0,1 1 0,-1-1 0,1 0 0,-1 0 0,0 0 0,1 0 0,-1 0 0,0 0 0,3-3 0,-3 2 0,0 0 0,0 0 0,0-1 0,0 1 0,0 0 0,-1-1 0,1 1 0,-1-1 0,1 1 0,-1-1 0,0 1 0,0-5 0,-2-5 0,0 0 0,0 0 0,-1 0 0,-7-18 0,-27-68 0,54 128 0,0-1 0,38 46 0,-19-33 0,54 52 0,-65-73 51,11 11-1467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48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24575,'16'19'0,"0"0"0,-2 1 0,14 22 0,-13-17 0,31 37 0,-34-48 0,-9-9 0,1-1 0,0 1 0,1-1 0,-1 1 0,6 3 0,-11-11-1365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49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518 136 24575,'-29'-20'0,"-15"-6"0,-8-2 0,1 5 0,4 6 0,8 5 0,4 6 0,8 3 0,2 2 0,3 4 0,3 2 0,0 1 0,0 1 0,-1 1 0,1 2 0,0-1 0,1 1 0,5-2-8191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49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24575,'0'5'0,"2"2"0,1 1 0,3 1 0,0 0 0,1 1 0,0 2 0,1-2 0,-1 1 0,-2 0 0,2 1 0,-2 1 0,2 1 0,-1 0 0,-1-2-8191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55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 24575,'-1'0'0,"1"0"0,0 0 0,0 0 0,0-1 0,0 1 0,0 0 0,0 0 0,-1 0 0,1 0 0,0 0 0,0-1 0,0 1 0,-1 0 0,1 0 0,0 0 0,0 0 0,0 0 0,-1 0 0,1 0 0,0 0 0,0 0 0,0 0 0,-1 0 0,1 0 0,0 0 0,0 0 0,0 0 0,-1 0 0,1 0 0,0 0 0,0 0 0,-1 0 0,1 0 0,0 0 0,0 0 0,0 0 0,0 0 0,-1 1 0,-2 8 0,2 13 0,5 0 0,0-1 0,2 0 0,0 0 0,1 0 0,12 23 0,59 93 0,-76-136-118,4 9 370,-6-10-298,0 1 1,0-1 0,0 0-1,0 0 1,0 1-1,1-1 1,-1 0 0,0 0-1,0 1 1,0-1-1,0 0 1,0 0-1,0 1 1,0-1 0,0 0-1,0 0 1,0 1-1,0-1 1,0 0-1,0 0 1,0 1 0,0-1-1,0 0 1,0 0-1,0 1 1,-1-1-1,1 0 1,0 0 0,0 1-1,0-1 1,0 0-1,-1 0 1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56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565 33 24575,'5'-7'0,"1"-6"0,-6 12 0,-1 1 0,1-1 0,0 1 0,0 0 0,0-1 0,-1 1 0,1-1 0,0 1 0,-1 0 0,1-1 0,0 1 0,-1 0 0,1-1 0,0 1 0,-1 0 0,1-1 0,-1 1 0,1 0 0,-1 0 0,1 0 0,0-1 0,-1 1 0,1 0 0,-1 0 0,1 0 0,-1 0 0,1 0 0,-1 0 0,1 0 0,-1 0 0,0 0 0,-27-3 0,-1 2 0,-37 2 0,11 1 0,-260-2 0,304 1-341,0 0 0,0 0-1,-15 5 1,15-3-6485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56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24575,'22'0'0,"0"2"0,0 0 0,-1 2 0,1 0 0,-1 2 0,0 0 0,30 13 0,-49-18 0,-1 0 0,1-1 0,0 1 0,-1 0 0,1 0 0,-1 0 0,0 0 0,1 0 0,-1 1 0,0-1 0,1 0 0,-1 1 0,0-1 0,0 1 0,0-1 0,0 1 0,-1-1 0,1 1 0,0-1 0,-1 1 0,1 0 0,-1 0 0,1 1 0,-1 0 0,0 0 0,-1-1 0,1 1 0,0 0 0,-1-1 0,0 1 0,0-1 0,0 1 0,0-1 0,0 1 0,0-1 0,-1 0 0,1 1 0,-4 3 0,-24 22 0,23-23 0,1 0 0,0 0 0,-1 1 0,2 0 0,-7 8 0,11-14 0,-1 1 0,1 0 0,0-1 0,-1 1 0,1 0 0,0 0 0,0-1 0,-1 1 0,1 0 0,0 0 0,0-1 0,0 1 0,0 0 0,0 0 0,0-1 0,0 1 0,0 0 0,0 0 0,0-1 0,1 1 0,-1 0 0,0 0 0,0-1 0,1 1 0,0 1 0,0-1 0,0 1 0,0-1 0,1 0 0,-1 0 0,0 0 0,1 0 0,-1 0 0,1 0 0,-1 0 0,1-1 0,2 2 0,5 0 0,0 1 0,0-1 0,13 0 0,-22-2 0,18 3 0,0-2 0,-1 0 0,1-1 0,0-1 0,24-4 0,-40 5-170,0-1-1,0 0 0,0 1 1,0-1-1,1 0 0,-1 0 1,2-3-1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56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14 24575,'-14'-4'0,"-8"-1"0,-3 3 0,1 0 0,2 3 0,3 2 0,1 0 0,2 0 0,3-1-8191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57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38 24575,'-27'-8'0,"-11"-1"0,-2-1 0,1 3 0,5 4 0,6 3 0,4 4 0,5 1 0,5-1-8191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58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44 129 24575,'118'178'0,"-32"-60"0,-104-140 0,-22-21 0,-14-17 0,27 26 0,-31-52 0,50 72 0,1 0 0,0-1 0,1 0 0,0 0 0,1 0 0,1-1 0,-3-17 0,7 31 0,0 0 0,0 0 0,-1 0 0,1 0 0,0 0 0,0 0 0,1 0 0,-1 0 0,0 0 0,1 0 0,-1 0 0,1 0 0,0 1 0,0-1 0,-1 0 0,3-2 0,-2 3 0,0 0 0,0 0 0,0 1 0,0-1 0,0 0 0,0 1 0,0-1 0,0 1 0,0-1 0,1 1 0,-1 0 0,0-1 0,0 1 0,0 0 0,1 0 0,-1 0 0,0 0 0,0 0 0,0 0 0,1 0 0,-1 1 0,0-1 0,0 0 0,0 1 0,0-1 0,1 0 0,-1 1 0,1 0 0,10 6 0,0-1 0,0 2 0,0 0 0,-1 0 0,-1 1 0,1 0 0,9 12 0,27 23 0,-38-37 0,0 0 0,1-1 0,-1 0 0,1 0 0,0-1 0,14 5 0,-21-9 0,0 0 0,-1 0 0,1 0 0,0-1 0,0 1 0,0-1 0,0 0 0,0 0 0,0 0 0,0 0 0,-1-1 0,1 1 0,0-1 0,0 0 0,0 1 0,0-1 0,-1-1 0,1 1 0,-1 0 0,1-1 0,-1 1 0,1-1 0,-1 0 0,0 1 0,1-1 0,-1 0 0,0-1 0,-1 1 0,4-5 0,12-25 0,-7 10 0,-10 22 0,0-1 0,0 1 0,0 0 0,0-1 0,0 1 0,1 0 0,-1-1 0,0 1 0,0 0 0,1-1 0,-1 1 0,0 0 0,0 0 0,1-1 0,-1 1 0,0 0 0,1 0 0,-1 0 0,0-1 0,1 1 0,-1 0 0,0 0 0,1 0 0,-1 0 0,0 0 0,1 0 0,-1 0 0,1 0 0,-1 0 0,0 0 0,1 0 0,-1 0 0,0 0 0,1 0 0,-1 0 0,1 0 0,-1 0 0,0 0 0,1 0 0,-1 0 0,0 1 0,1-1 0,-1 0 0,0 0 0,1 0 0,-1 1 0,0-1 0,0 0 0,1 1 0,13 18 0,-10-12 0,29 42 0,-25-35 0,0-1 0,2 0 0,-1 0 0,2-1 0,19 19 0,-16-20-455,0 1 0,14 16 0,-21-19-6371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58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24575,'28'34'0,"-2"1"0,-1 1 0,21 44 0,21 63 0,-65-138-59,-4-6 206,-4-6-1600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59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484 77 24575,'-20'-14'0,"-9"-6"0,-4 1 0,1 7 0,1 4 0,3 5 0,2 4 0,0 3 0,0 2 0,-4 1 0,-1-1 0,-2-1 0,-4 0 0,0 0 0,1-1 0,7-1-8191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59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24575,'10'12'0,"5"7"0,3 2 0,1 1 0,-3-2 0,-1-1 0,-4-2 0,-4-4-8191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0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24575,'7'15'0,"3"5"-8191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1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24575,'-4'8'0,"-3"4"0,3 3 0,5 1 0,2 1 0,3-3 0,0-1 0,2-1 0,2-2 0,-1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1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24575,'2'0'0,"2"2"0,-1 4 0,-1 3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1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 24575,'-14'29'0,"-3"15"0,4 8 0,6 1 0,10 0 0,10-2 0,6 0 0,6-1 0,3-2 0,2-4 0,-2-5 0,0-3 0,-4-4 0,1-5 0,-3-4 0,-5-3 0,-2-4 0,-4-3-8191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2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2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24575,'40'32'0,"-21"-15"0,41 24 0,-53-37 0,1 0 0,-1 0 0,1-1 0,0 0 0,0-1 0,0 1 0,0-2 0,1 1 0,13 0 0,-14-2 0,0 0 0,0 0 0,0-1 0,0 0 0,12-4 0,-17 4 0,0 0 0,0 0 0,0 0 0,-1 0 0,1-1 0,-1 0 0,1 1 0,-1-1 0,1 0 0,-1 0 0,0 0 0,0 0 0,0-1 0,0 1 0,-1-1 0,1 1 0,2-6 0,-3 7 0,-1-1 0,1 1 0,0-1 0,0 1 0,0-1 0,0 1 0,0-1 0,0 1 0,2-2 0,-3 3 0,1-1 0,-1 1 0,1 0 0,0 0 0,-1 0 0,1 0 0,-1 0 0,1 0 0,-1 0 0,1 0 0,0 0 0,-1 0 0,1 0 0,-1 0 0,1 0 0,0 0 0,-1 0 0,1 0 0,-1 1 0,1-1 0,-1 0 0,1 1 0,-1-1 0,1 0 0,-1 1 0,1-1 0,-1 0 0,0 1 0,1-1 0,-1 1 0,1 0 0,13 12 0,-5-4 0,0-1 0,1 0 0,20 13 0,-26-19 0,-1 0 0,1-1 0,0 1 0,0-1 0,0 0 0,0 0 0,0 0 0,0-1 0,0 1 0,0-1 0,0 0 0,0 0 0,0 0 0,0-1 0,0 1 0,5-3 0,-7 3 0,0 0 0,-1-1 0,1 0 0,0 1 0,-1-1 0,1 0 0,0 0 0,-1 0 0,1 0 0,-1 0 0,1 0 0,-1 0 0,0-1 0,0 1 0,1 0 0,-1-1 0,0 1 0,0-1 0,1-2 0,-1 1 0,0 0 0,-1 1 0,1-1 0,-1 0 0,1 0 0,-1 0 0,0 1 0,0-1 0,-1 0 0,1 0 0,-1-4 0,-2-2 0,0-1 0,0 1 0,-1 0 0,0 0 0,-1 0 0,-6-9 0,6 11-85,0 0 0,0 1-1,-1 0 1,1 0 0,-1 0-1,-1 1 1,1 0 0,-1 0-1,0 0 1,0 1 0,0 0-1,-1 1 1,1-1 0,-1 1-1,-8-1 1,3 1-6741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3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102 196 24575,'-7'-23'0,"-17"-62"0,19 71 0,-1-1 0,0 1 0,-13-20 0,19 34 0,-1-1 0,1 0 0,0 1 0,-1-1 0,1 0 0,-1 1 0,1-1 0,-1 1 0,1-1 0,-1 1 0,1-1 0,-1 1 0,0-1 0,1 1 0,-1-1 0,0 1 0,1 0 0,-1-1 0,0 1 0,1 0 0,-1 0 0,-1-1 0,1 2 0,1-1 0,-1 0 0,0 0 0,1 1 0,-1-1 0,1 0 0,-1 1 0,1-1 0,-1 1 0,1-1 0,-1 1 0,1-1 0,-1 1 0,1-1 0,0 1 0,-1-1 0,1 1 0,0-1 0,-1 2 0,-1 4 0,0-1 0,0 1 0,1-1 0,-1 9 0,1-5 0,0 0 0,1 0 0,0 0 0,1 0 0,0 0 0,0 0 0,1 0 0,0 0 0,1-1 0,0 1 0,0-1 0,0 1 0,7 9 0,-6-13 0,-1 1 0,1 0 0,1-1 0,-1 0 0,1 0 0,0-1 0,0 1 0,1-1 0,-1 0 0,1 0 0,0-1 0,0 1 0,0-2 0,0 1 0,1 0 0,-1-1 0,1 0 0,8 1 0,0-1 0,28 0 0,-36-2 0,-1 0 0,1 0 0,-1-1 0,1 0 0,-1-1 0,0 1 0,6-3 0,-2-2-1365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4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142 377 24575,'-2'0'0,"-48"2"0,45-1 0,0-1 0,1 1 0,-1 1 0,1-1 0,0 0 0,-1 1 0,1 0 0,-6 3 0,9-4 0,0-1 0,1 1 0,-1 0 0,0-1 0,0 1 0,0 0 0,1-1 0,-1 1 0,0 0 0,1 0 0,-1 0 0,1 0 0,-1 0 0,1 0 0,-1 0 0,1-1 0,0 1 0,-1 0 0,1 1 0,0-1 0,0 0 0,-1 1 0,2-1 0,-1 1 0,0-1 0,1 1 0,-1 0 0,1-1 0,-1 1 0,1-1 0,0 0 0,-1 1 0,1-1 0,0 1 0,2 1 0,2 2 0,-1 0 0,2 0 0,-1-1 0,0 0 0,10 5 0,-7-4 0,0-1 0,1-1 0,-1 1 0,1-2 0,0 1 0,12 1 0,-16-3 0,1 0 0,0-1 0,-1 0 0,1 0 0,0 0 0,0 0 0,-1-1 0,1 0 0,-1-1 0,1 1 0,6-3 0,-10 3 0,0 0 0,0 0 0,-1 0 0,1-1 0,0 1 0,0 0 0,-1-1 0,1 1 0,-1-1 0,1 0 0,-1 0 0,0 1 0,1-1 0,-1 0 0,0 0 0,1-3 0,-1 2 0,0-1 0,0 1 0,-1-1 0,1 1 0,-1-1 0,0 0 0,0 1 0,0-1 0,-1-4 0,-1-4 0,-1 0 0,0 0 0,-1 0 0,-9-19 0,-14-24 0,-3 0 0,-2 2 0,-68-86 0,96 133 0,-13-14 0,16 20 0,1-1 0,-1 0 0,0 0 0,0 1 0,1-1 0,-1 0 0,0 1 0,0-1 0,0 0 0,0 1 0,0-1 0,0 1 0,0 0 0,0-1 0,0 1 0,0 0 0,-2 0 0,3 0 0,0 0 0,0 0 0,-1 0 0,1 0 0,0 0 0,0 1 0,-1-1 0,1 0 0,0 0 0,0 1 0,0-1 0,-1 0 0,1 0 0,0 1 0,0-1 0,0 0 0,0 0 0,0 1 0,0-1 0,0 0 0,-1 1 0,1-1 0,0 0 0,0 0 0,0 1 0,0-1 0,0 0 0,0 1 0,1 11 0,0-11 0,2 17 0,1 1 0,2-1 0,11 30 0,30 51 0,-34-73 0,11 21-455,3-1 0,54 74 0,-71-109-6371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4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113 134 24575,'-7'-6'0,"0"1"0,0-1 0,0 1 0,0 1 0,0-1 0,-1 1 0,0 0 0,0 1 0,-16-5 0,24 8 0,-1 0 0,0-1 0,0 1 0,1 0 0,-1 0 0,0 0 0,0 0 0,1 0 0,-1 0 0,0 0 0,0 0 0,1 1 0,-1-1 0,0 0 0,0 0 0,1 0 0,-1 1 0,0-1 0,1 1 0,-1-1 0,0 0 0,1 1 0,-1-1 0,1 1 0,-1-1 0,1 1 0,-1 0 0,0 1 0,1-1 0,-1 0 0,1 1 0,-1-1 0,1 1 0,0-1 0,0 0 0,0 1 0,0-1 0,0 1 0,0-1 0,0 1 0,1 1 0,1 5 0,0-1 0,0 1 0,1 0 0,4 7 0,0-1 0,1-1 0,0-1 0,1 1 0,16 16 0,-20-24 0,1 1 0,-1-1 0,1 0 0,0 0 0,1-1 0,-1 0 0,1 0 0,0 0 0,0-1 0,13 4 0,-18-6 0,0 0 0,-1-1 0,1 0 0,0 1 0,-1-1 0,1 0 0,0 0 0,0 0 0,0 0 0,-1 0 0,1 0 0,0 0 0,0-1 0,-1 1 0,1-1 0,0 1 0,-1-1 0,1 0 0,-1 0 0,1 0 0,0 1 0,-1-1 0,0-1 0,1 1 0,-1 0 0,0 0 0,1 0 0,-1-1 0,0 1 0,0-1 0,0 1 0,0-1 0,0 1 0,-1-1 0,1 1 0,0-1 0,-1 0 0,1-2 0,0-2 0,0 0 0,0 0 0,-1 0 0,0 0 0,0 0 0,0 0 0,-1 0 0,0 0 0,0 1 0,-3-9 0,-1 0 0,-1 2 0,0-1 0,0 0 0,-15-19 0,-39-41 0,58 70-76,-1 0 1,0 1-1,1-1 0,-1 1 0,0 0 0,0 0 0,0 0 0,-1 0 1,1 1-1,0-1 0,-1 1 0,1 0 0,-1 0 0,1 0 1,-1 0-1,0 1 0,-5-1 0,-3 1-6750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5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24575,'0'2'0,"1"-1"0,0 1 0,0-1 0,0 0 0,0 1 0,0-1 0,0 0 0,0 0 0,0 0 0,0 0 0,0 0 0,1 0 0,-1 0 0,0 0 0,1 0 0,2 0 0,3 4 0,-1 0 0,8 5 0,0 1 0,28 13 0,-39-22 0,1 0 0,0 0 0,0-1 0,0 0 0,-1 1 0,1-1 0,0-1 0,1 1 0,-1-1 0,0 1 0,0-1 0,0 0 0,0-1 0,0 1 0,0-1 0,0 0 0,7-2 0,-10 2 0,1 0 0,-1 0 0,0 0 0,1 0 0,-1 0 0,0 0 0,0 0 0,0-1 0,0 1 0,0 0 0,0-1 0,0 1 0,0-1 0,-1 1 0,1-1 0,-1 1 0,1-1 0,-1 0 0,1 1 0,-1-1 0,0 1 0,0-1 0,0 0 0,0 1 0,0-1 0,0 0 0,0 1 0,-1-3 0,0-4 0,-1 1 0,0 0 0,-4-12 0,5 17 0,3 5 0,-2-3 0,3 6 0,1-1 0,0 1 0,0-1 0,0 0 0,1-1 0,7 8 0,36 22 0,-36-25 0,-3-3 0,0 0 0,0-1 0,1 0 0,-1-1 0,1 0 0,0 0 0,0-1 0,17 3 0,-24-6 0,0 1 0,0-1 0,0 0 0,0 0 0,0 0 0,0 0 0,1-1 0,-1 1 0,0-1 0,0 0 0,0 0 0,-1 0 0,1 0 0,0 0 0,0-1 0,0 1 0,-1-1 0,1 0 0,-1 0 0,1 0 0,-1 0 0,0 0 0,0 0 0,0-1 0,0 1 0,0-1 0,0 1 0,-1-1 0,1 0 0,-1 0 0,0 0 0,2-5 0,-2 3 0,0 1 0,-1-1 0,1 1 0,-1-1 0,0 0 0,0 1 0,0-1 0,-2-6 0,2 8 0,-1 0 0,1 0 0,-1 0 0,0 0 0,0 0 0,0 0 0,-1 0 0,1 0 0,-1 0 0,0 1 0,1-1 0,-5-4 0,5 7 0,0 0 0,0 0 0,0 0 0,0 0 0,0 0 0,0 0 0,0 1 0,0-1 0,0 0 0,0 0 0,0 1 0,0-1 0,0 1 0,0-1 0,1 0 0,-2 2 0,-6 1 0,-3-2-1365,0-2-5461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5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24575,'4'6'0,"-1"0"0,1 0 0,-1-1 0,2 1 0,-1-1 0,1 1 0,0-1 0,0-1 0,6 6 0,-8-8 0,-1-1 0,0 1 0,1-1 0,-1 0 0,1 0 0,-1 0 0,1 0 0,-1 0 0,1 0 0,0-1 0,0 0 0,-1 1 0,1-1 0,0 0 0,0 0 0,-1 0 0,1-1 0,0 1 0,0-1 0,-1 1 0,1-1 0,0 0 0,-1 0 0,1 0 0,4-3 0,-4 2 0,8-4 0,0-1 0,17-6 0,-23 12 0,-1-1 0,1 1 0,-1 0 0,1 0 0,-1 1 0,1 0 0,0-1 0,-1 2 0,1-1 0,6 1 0,3 3-136,0 0-1,0 0 1,0 1-1,-1 1 1,0 0-1,0 1 1,0 0-1,-1 1 0,21 19 1,-24-18-6690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7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28 24575,'-38'-6'0,"-12"-3"0,-73-4 0,121 13 0,0 0 0,0 0 0,0 0 0,0 1 0,0-1 0,0 0 0,0 1 0,1-1 0,-1 1 0,0-1 0,0 1 0,0 0 0,1 0 0,-1 0 0,-2 2 0,3-2 0,0-1 0,1 1 0,-1 0 0,1 0 0,-1 0 0,1 0 0,0 0 0,-1 0 0,1 0 0,0 0 0,0 0 0,-1 0 0,1 0 0,0 0 0,0 0 0,0 0 0,0 0 0,0 0 0,1 0 0,-1 0 0,0 0 0,0 0 0,1 0 0,-1 0 0,1 0 0,-1 0 0,1 0 0,-1 0 0,2 1 0,0 2 0,1 0 0,0 0 0,0 0 0,0-1 0,1 0 0,-1 1 0,1-1 0,0 0 0,0-1 0,5 4 0,8 3 0,22 8 0,-13-6 0,2 1 0,2 1 0,-1 1 0,0 1 0,42 31 0,-69-45 0,1 1 0,-1 0 0,0 1 0,0-1 0,0 0 0,0 1 0,0-1 0,0 1 0,1 4 0,-2-6 0,-1 0 0,0-1 0,0 1 0,0 0 0,0 0 0,0 0 0,1-1 0,-2 1 0,1 0 0,0 0 0,0 0 0,0-1 0,0 1 0,0 0 0,-1 0 0,1 0 0,0-1 0,-1 1 0,1 0 0,0-1 0,-1 1 0,1 0 0,-1-1 0,1 1 0,-1 0 0,0-1 0,1 1 0,-1-1 0,0 1 0,1-1 0,-1 1 0,0-1 0,1 0 0,-1 1 0,0-1 0,0 0 0,0 0 0,1 1 0,-1-1 0,-1 0 0,-6 2 0,0 0 0,0 0 0,0-1 0,-1-1 0,1 1 0,0-1 0,0 0 0,-15-3 0,-6-3 0,-31-9 0,35 8 0,13 4 0,-26-8 0,35 10 0,1 0 0,-1 0 0,1 0 0,-1 0 0,1-1 0,0 1 0,0-1 0,0 1 0,0-1 0,0 0 0,-3-3 0,5 5-34,0-1 0,-1 1 0,1-1 0,0 1 0,0-1-1,0 1 1,-1-1 0,1 1 0,0-1 0,0 0 0,0 1 0,0-1 0,0 1-1,0-1 1,0 1 0,0-1 0,0 0 0,1 1 0,-1-1 0,0 1-1,0-1 1,0 1 0,1-1 0,-1 1 0,0-1 0,0 1 0,1-1 0,-1 1-1,1-1 1,-1 1 0,0 0 0,1-1 0,-1 1 0,1 0 0,-1-1 0,1 1-1,-1 0 1,1-1 0,0 1 0,7-4-6792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8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76 24575,'-182'-71'0,"178"70"0,1 0 0,-1 0 0,0 1 0,1-1 0,-1 1 0,0-1 0,0 1 0,-4 1 0,7-1 0,1 0 0,-1 0 0,1 0 0,0 0 0,-1 0 0,1 1 0,-1-1 0,1 0 0,0 0 0,-1 0 0,1 1 0,0-1 0,-1 0 0,1 0 0,0 1 0,-1-1 0,1 0 0,0 1 0,-1-1 0,1 0 0,0 1 0,0-1 0,0 0 0,-1 1 0,1-1 0,0 1 0,0 0 0,0 0 0,0 0 0,0 0 0,0 1 0,1-1 0,-1 0 0,1 0 0,-1 0 0,1 0 0,-1 1 0,1-1 0,-1 0 0,1 0 0,0 0 0,1 1 0,5 6 0,0-2 0,0 1 0,1-1 0,-1 0 0,1 0 0,0-1 0,1 0 0,0 0 0,17 5 0,7 2 0,47 9 0,-73-20 0,0 1 0,0 0 0,1-1 0,-1 0 0,1-1 0,12 0 0,-18 0 0,-1 0 0,0 0 0,0 0 0,1-1 0,-1 1 0,0 0 0,1-1 0,-1 1 0,0-1 0,0 1 0,0-1 0,0 0 0,1 0 0,-1 1 0,0-1 0,0 0 0,0 0 0,-1 0 0,1 0 0,0 0 0,0 0 0,0 0 0,-1 0 0,1-1 0,-1 1 0,1 0 0,-1 0 0,1-1 0,-1 1 0,0 0 0,1 0 0,-1-1 0,0 1 0,0 0 0,0-1 0,0 1 0,0 0 0,0-1 0,-1 1 0,1-2 0,-2-4 0,1 0 0,-1 0 0,-1 0 0,1 1 0,-1-1 0,0 1 0,-1-1 0,-5-7 0,16 21 0,0 0 0,0 0 0,1-1 0,0 0 0,0-1 0,1 1 0,13 5 0,-6-3 0,1-1 0,1 0 0,33 7 0,-49-13 0,1-1 0,0 1 0,-1-1 0,1 0 0,0 0 0,0 0 0,-1 0 0,1 0 0,0-1 0,-1 1 0,1-1 0,0 0 0,3-1 0,-4 1 0,-1 0 0,1 0 0,-1 0 0,0 0 0,1-1 0,-1 1 0,0 0 0,0-1 0,0 1 0,0-1 0,0 1 0,0-1 0,-1 1 0,1-1 0,0 0 0,-1 1 0,1-1 0,-1 0 0,0 0 0,1 1 0,-1-4 0,0-2 0,0 1 0,0 0 0,-1-1 0,1 1 0,-2 0 0,-1-8 0,3 14 0,0 0 0,0 0 0,0 0 0,0-1 0,0 1 0,0 0 0,0 0 0,-1 0 0,1 0 0,0 0 0,0 0 0,0 0 0,0-1 0,0 1 0,0 0 0,0 0 0,0 0 0,0 0 0,0 0 0,0 0 0,0-1 0,0 1 0,0 0 0,0 0 0,0 0 0,0 0 0,0 0 0,0 0 0,1 0 0,-1-1 0,0 1 0,0 0 0,0 0 0,0 0 0,0 0 0,0 0 0,0 0 0,0 0 0,0 0 0,0 0 0,1 0 0,-1-1 0,0 1 0,0 0 0,0 0 0,0 0 0,7 4 0,12 14 0,-13-12 0,1 0 0,0 0 0,1-1 0,-1 1 0,1-1 0,0-1 0,0 0 0,1 0 0,-1 0 0,1-1 0,0 0 0,0-1 0,0 0 0,0 0 0,0-1 0,0-1 0,18 0 0,-24 0 0,0-1 0,1 0 0,-1 0 0,0 0 0,1 0 0,-1 0 0,0-1 0,0 0 0,0 1 0,0-1 0,-1 0 0,1-1 0,0 1 0,-1 0 0,3-4 0,-1 2 0,0 0 0,1 0 0,0 0 0,6-3 0,-10 6 0,1 0 1,-1 1-1,1-1 0,-1 1 0,1-1 1,-1 1-1,1 0 0,-1-1 0,1 1 1,-1 0-1,1 0 0,0 0 0,-1 0 1,1 0-1,-1 1 0,1-1 0,-1 0 1,1 1-1,-1-1 0,1 1 0,-1 0 1,1-1-1,1 2 0,3 2 2,-1 1 1,1-1-1,-1 1 0,6 6 1,14 13-1386,-15-18-5443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8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117 192 24575,'5'15'0,"0"0"0,-2 1 0,0-1 0,-1 1 0,0 0 0,-2 0 0,0 0 0,-2 17 0,2-32 0,0 0 0,0 0 0,0 0 0,0 0 0,0 0 0,0 0 0,-1 0 0,1 0 0,0 0 0,-1-1 0,1 1 0,0 0 0,-1 0 0,1 0 0,-1-1 0,0 1 0,1 0 0,-1 0 0,0-1 0,1 1 0,-1-1 0,-1 2 0,1-2 0,0 0 0,0 0 0,0 0 0,1 0 0,-1 0 0,0 0 0,0 0 0,0-1 0,0 1 0,1 0 0,-1-1 0,0 1 0,0 0 0,1-1 0,-1 1 0,0-1 0,0 1 0,1-1 0,-2-1 0,-4-4 0,-1-1 0,1-1 0,-7-10 0,11 14 0,-8-11 0,0-2 0,2 1 0,0-1 0,0 0 0,2-1 0,0 0 0,1 0 0,1 0 0,0 0 0,2-1 0,0 1 0,1-27 0,1 40 0,1 1 0,-1 0 0,1 0 0,0-1 0,0 1 0,0 0 0,1 0 0,1-4 0,-2 6 0,0 1 0,0-1 0,0 1 0,1-1 0,-1 1 0,0-1 0,1 1 0,-1 0 0,1 0 0,-1 0 0,1 0 0,-1 0 0,1 0 0,0 0 0,-1 0 0,1 1 0,0-1 0,0 1 0,0-1 0,3 1 0,1-1 0,1 1 0,-1-1 0,0 2 0,0-1 0,0 1 0,1 0 0,-1 0 0,0 0 0,0 1 0,0 0 0,0 1 0,-1-1 0,1 1 0,-1 0 0,1 0 0,-1 1 0,0-1 0,0 1 0,4 5 0,-8-8 0,0 1 0,0-1 0,1 0 0,-1 1 0,0-1 0,-1 1 0,1 0 0,0-1 0,0 1 0,-1 0 0,1-1 0,-1 1 0,1 0 0,-1 0 0,0-1 0,0 1 0,0 0 0,0 0 0,0 0 0,0-1 0,0 1 0,-1 0 0,1 0 0,0 0 0,-1-1 0,0 1 0,1 0 0,-1-1 0,0 1 0,0-1 0,0 1 0,0-1 0,-2 3 0,0-1 0,-1 1 0,0-1 0,0 1 0,0-1 0,-1-1 0,1 1 0,-1 0 0,1-1 0,-1 0 0,-8 2 0,-4 0-455,0 0 0,-24 1 0,19-3-6371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9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146 568 24575,'16'-34'0,"-2"-2"0,17-58 0,-28 81 0,-1 0 0,0 0 0,-1 0 0,0 0 0,-1 0 0,0 0 0,-1-1 0,0 1 0,-1 0 0,-1 1 0,-5-17 0,-1 4 0,-1 1 0,-1 0 0,-2 1 0,0 1 0,-1 0 0,-1 0 0,-28-30 0,41 50 0,0 0 0,0 1 0,0-1 0,0 0 0,0 1 0,0-1 0,0 1 0,-1 0 0,-4-2 0,6 3 0,0 0 0,1 0 0,-1 0 0,0 0 0,0 0 0,0 0 0,0 0 0,0 0 0,0 0 0,1 0 0,-1 1 0,0-1 0,0 0 0,0 1 0,0-1 0,1 1 0,-1-1 0,0 1 0,1-1 0,-1 1 0,0-1 0,1 1 0,-1 0 0,0-1 0,1 1 0,-1 0 0,1-1 0,0 1 0,-1 0 0,1 0 0,-1 0 0,1-1 0,0 2 0,-5 10 0,1-1 0,0 1 0,1 0 0,1 0 0,-2 23 0,3 62 0,1-62 0,0-28 0,1-1 0,-1 0 0,1 1 0,0-1 0,1 0 0,-1 0 0,1 0 0,1 0 0,-1 0 0,1 0 0,0-1 0,0 1 0,1-1 0,-1 0 0,1 0 0,9 9 0,-5-7 0,0-1 0,1 1 0,0-1 0,1-1 0,-1 0 0,1 0 0,0-1 0,0 0 0,12 3 0,-7-3 0,1 0 0,-1-1 0,1-1 0,0 0 0,0-2 0,0 1 0,17-3 0,-27 1 0,0 0 0,1 0 0,-1-1 0,0 0 0,0 0 0,0-1 0,0 0 0,10-6 0,-12 6 0,-1 0 0,1 0 0,-1 0 0,1-1 0,-1 1 0,0-1 0,0 0 0,-1 0 0,1 0 0,-1 0 0,0-1 0,0 1 0,2-6 0,-4 7 0,1 1 0,-1-1 0,1 0 0,-1 0 0,0 0 0,0 0 0,0 0 0,-1 0 0,1 0 0,-1 0 0,0 0 0,0 0 0,1 0 0,-2 0 0,0-2 0,1 4 0,1-1 0,-1 1 0,0 0 0,0 0 0,1-1 0,-1 1 0,0 0 0,0 0 0,0 0 0,0 0 0,0 0 0,-1 0 0,1 1 0,0-1 0,0 0 0,0 1 0,-1-1 0,1 0 0,0 1 0,-1 0 0,1-1 0,-1 1 0,1 0 0,0 0 0,-1-1 0,1 1 0,-1 0 0,1 0 0,0 1 0,-1-1 0,1 0 0,-1 0 0,-1 1 0,1 0 0,1 1 0,-1-1 0,1 0 0,-1 0 0,1 1 0,-1-1 0,1 1 0,0-1 0,0 1 0,-1 0 0,1-1 0,0 1 0,1 0 0,-1 0 0,0 0 0,0-1 0,1 1 0,-1 0 0,1 0 0,0 0 0,-1 0 0,1 0 0,0 3 0,0 6 0,-1 0 0,4 19 0,-3-27 0,1-1 0,0 1 0,-1-1 0,1 1 0,0-1 0,1 0 0,-1 1 0,0-1 0,1 0 0,-1 0 0,1 0 0,-1 0 0,1 0 0,0 0 0,0-1 0,0 1 0,0-1 0,0 1 0,0-1 0,1 0 0,-1 0 0,4 2 0,6 2 0,1-1 0,0-1 0,15 4 0,-8-3 0,10 2 0,0 0 0,1-2 0,58-1 0,-63 0-1365,-17 0-5461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10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24575,'4'14'0,"4"22"0,2 0 0,26 59 0,-21-61 0,-8-17 0,1-1 0,0 0 0,1 0 0,1 0 0,15 19 0,-24-34 0,-1-1 0,1 1 0,-1-1 0,1 0 0,0 1 0,-1-1 0,1 1 0,0-1 0,-1 0 0,1 1 0,0-1 0,-1 0 0,1 0 0,0 0 0,-1 1 0,1-1 0,0 0 0,0 0 0,-1 0 0,1 0 0,0 0 0,0 0 0,-1 0 0,1-1 0,0 1 0,-1 0 0,1 0 0,0-1 0,-1 1 0,1 0 0,0-1 0,-1 1 0,1 0 0,0-1 0,-1 1 0,1-1 0,0 0 0,3-3 0,0-1 0,0 1 0,7-10 0,0-1 0,-10 14 0,0 0 0,0 0 0,1 0 0,-1 0 0,1 0 0,-1 0 0,1 0 0,-1 1 0,1-1 0,-1 0 0,1 1 0,0 0 0,-1-1 0,1 1 0,-1 0 0,1 0 0,2 0 0,-1 0 0,0 0 0,0 1 0,0-1 0,0 1 0,0 0 0,0 0 0,-1 0 0,6 4 0,-1-1 0,0 1 0,0 0 0,-1 0 0,1 1 0,-2 0 0,8 8 0,-11-11 0,0 0 0,1 0 0,-1 1 0,-1-1 0,1 0 0,0 1 0,-1-1 0,0 1 0,0-1 0,0 1 0,0 0 0,-1 0 0,1-1 0,-1 6 0,0-7 0,0 0 0,-1 1 0,1-1 0,-1 0 0,1 1 0,-1-1 0,0 0 0,0 0 0,0 0 0,0 0 0,0 0 0,-1 0 0,1 0 0,-1 0 0,1-1 0,-1 1 0,1 0 0,-1-1 0,0 1 0,0-1 0,0 0 0,0 0 0,-4 2 0,0 0 0,-1 0 0,0-1 0,0 0 0,0-1 0,-1 1 0,-13 0 0,-47-4 0,32 1 0,29 1-195,0-1 0,0 0 0,0 0 0,0 0 0,0-1 0,-12-4 0,7 0-6631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11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28 24575,'-2'-3'0,"-12"-14"0,13 16 0,1 1 0,-1-1 0,1 1 0,-1-1 0,0 0 0,1 1 0,-1-1 0,0 1 0,1 0 0,-1-1 0,0 1 0,0 0 0,0-1 0,1 1 0,-1 0 0,0 0 0,0 0 0,0-1 0,1 1 0,-3 0 0,3 1 0,-1-1 0,1 0 0,-1 1 0,1-1 0,0 1 0,0-1 0,-1 1 0,1-1 0,0 0 0,-1 1 0,1-1 0,0 1 0,0-1 0,0 1 0,0-1 0,0 1 0,-1-1 0,1 1 0,0 0 0,0-1 0,0 1 0,0-1 0,0 1 0,1-1 0,-1 1 0,0-1 0,0 1 0,0-1 0,0 1 0,1-1 0,-1 1 0,0-1 0,0 1 0,1-1 0,8 20 0,-8-19 0,5 10 0,1 0 0,0-1 0,1 0 0,0 0 0,0-1 0,1 0 0,1 0 0,15 11 0,-18-15 0,0-1 0,1 0 0,-1 0 0,1 0 0,0-1 0,0 0 0,0 0 0,0-1 0,0 0 0,1-1 0,-1 0 0,0 0 0,16-1 0,-22 0 0,0 0 0,0-1 0,0 1 0,0-1 0,0 1 0,0-1 0,0 0 0,0 0 0,-1 0 0,1 0 0,0 0 0,-1 0 0,1 0 0,0-1 0,-1 1 0,1-1 0,-1 1 0,0-1 0,1 1 0,-1-1 0,0 0 0,0 1 0,0-1 0,0 0 0,-1 0 0,1 0 0,0 0 0,0-3 0,-1 2 0,1-1 0,-1 1 0,1-1 0,-1 1 0,0-1 0,0 1 0,-1-1 0,1 1 0,-1-1 0,0 1 0,0 0 0,0-1 0,0 1 0,-1 0 0,-2-6 0,4 8 0,-1 1 0,1 0 0,0-1 0,0 1 0,0-1 0,-1 1 0,1-1 0,0 1 0,0 0 0,-1-1 0,1 1 0,0 0 0,-1-1 0,1 1 0,0 0 0,-1 0 0,1-1 0,-1 1 0,1 0 0,0 0 0,-1-1 0,1 1 0,-1 0 0,1 0 0,-1 0 0,1 0 0,-1 0 0,1 0 0,-1 0 0,1 0 0,-1 0 0,1 0 0,-1 0 0,1 0 0,0 0 0,-1 0 0,1 0 0,-1 1 0,1-1 0,-1 0 0,1 0 0,0 0 0,-1 1 0,1-1 0,-1 0 0,1 1 0,0-1 0,-1 0 0,1 1 0,0-1 0,-1 0 0,1 1 0,0-1 0,0 0 0,0 1 0,-1 0 0,-1 2 0,1 1 0,-1-1 0,1 0 0,-1 1 0,0 7 0,-2 24 0,2 0 0,4 68 0,-1-79 0,3 23 0,3 0 0,25 91 0,-32-144 0,0 0 0,0 1 0,-2-11 0,0 4-114,-1 1 1,-1 0-1,0 0 0,-1 1 0,0-1 1,0 1-1,-1 0 0,0 0 0,-1 1 1,0 0-1,-17-16 0,15 17-6712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11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99 180 24575,'-1'64'0,"2"71"0,0-128 0,0 1 0,0-1 0,1 0 0,0 0 0,0-1 0,0 1 0,1 0 0,0-1 0,0 1 0,8 9 0,-11-16 0,0 1 0,0-1 0,0 0 0,0 0 0,1 1 0,-1-1 0,0 0 0,0 1 0,0-1 0,0 0 0,1 0 0,-1 0 0,0 1 0,0-1 0,1 0 0,-1 0 0,0 0 0,0 1 0,1-1 0,-1 0 0,0 0 0,1 0 0,-1 0 0,0 0 0,0 0 0,1 0 0,-1 1 0,0-1 0,1 0 0,-1 0 0,0 0 0,1 0 0,-1-1 0,1 1 0,2-11 0,-4-18 0,-12-24 0,-2 0 0,-34-75 0,-9-32 0,57 158 0,0 0 0,1 0 0,-1 0 0,1 0 0,-1 1 0,1-1 0,-1 0 0,1 0 0,0 0 0,0 0 0,0 0 0,0 0 0,0 0 0,1 1 0,-1-1 0,1-2 0,0 5 0,1 0 0,-1 0 0,1 0 0,-1 0 0,0 1 0,0-1 0,1 1 0,-1-1 0,1 3 0,-1-2 0,118 160 0,-115-157 0,1 0 0,-1 0 0,1-1 0,0 0 0,0 0 0,1 0 0,-1 0 0,1-1 0,0 0 0,0 0 0,0 0 0,0-1 0,0 0 0,11 2 0,-14-3 0,0-1 0,0 1 0,0-1 0,0 0 0,1 0 0,-1-1 0,0 1 0,0-1 0,-1 1 0,1-1 0,0 0 0,0 0 0,0 0 0,0-1 0,-1 1 0,1 0 0,0-1 0,-1 0 0,0 0 0,1 0 0,-1 0 0,0 0 0,0 0 0,0 0 0,0-1 0,0 1 0,-1-1 0,1 0 0,-1 1 0,0-1 0,1 0 0,-1 0 0,1-4 0,4-16 0,-2 0 0,4-32 0,-6 38 0,2 2 0,0 12 0,1 9 0,51 91 0,-37-61 0,42 61 0,-51-85-110,12 16-517,34 57-1,-52-76-6198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18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766 30 24575,'14'-1'0,"1"0"0,0-2 0,27-7 0,-28 6 0,1 1 0,-1 0 0,31-2 0,6 6 0,-132 13 0,-150-12 0,118-3 0,-163 1 0,258 1 0,1 0 0,-23 6 0,12-2 0,11-1 0,-21 7 0,22-6 0,-28 5 0,-7 1 0,89-8 0,6-1 0,-1 1 0,1 3 0,-2 1 0,45 13 0,-64-14 0,69 20 0,-78-21 0,0 0 0,-1 1 0,1 1 0,15 10 0,-26-14 0,1-1 0,-1 1 0,0 0 0,0 0 0,0 0 0,0 1 0,0-1 0,-1 1 0,0-1 0,0 1 0,0 0 0,0 0 0,0 0 0,-1 0 0,1 0 0,-1 0 0,0 1 0,-1-1 0,1 0 0,-1 1 0,0-1 0,0 0 0,-1 8 0,0-6 0,0-1 0,0 0 0,-1 0 0,1 0 0,-1 0 0,0 0 0,-1 0 0,1-1 0,-1 1 0,0-1 0,0 1 0,-1-1 0,1 0 0,-1 0 0,0-1 0,0 1 0,0-1 0,0 1 0,-5 1 0,-18 8 0,0-1 0,-39 12 0,-7 2 0,67-24 0,-151 67 0,128-55 0,14-7 0,-28 17 0,39-21 0,-1 0 0,1 0 0,0 1 0,1-1 0,-1 1 0,1 0 0,-1 0 0,1 1 0,0-1 0,-3 7 0,2-2 0,2-7 0,1 0 0,0 1 0,-1-1 0,1 0 0,1 1 0,-2 4 0,2-6 0,0-1 0,0 1 0,0-1 0,0 1 0,0-1 0,0 1 0,0-1 0,0 1 0,1-1 0,-1 1 0,0-1 0,0 1 0,1-1 0,-1 1 0,0-1 0,1 0 0,-1 1 0,0-1 0,1 1 0,-1-1 0,1 0 0,-1 1 0,0-1 0,1 0 0,-1 0 0,1 1 0,-1-1 0,1 0 0,-1 0 0,1 0 0,-1 0 0,1 0 0,-1 1 0,1-1 0,-1 0 0,1 0 0,0 0 0,-1 0 0,1-1 0,32 3 0,41-3 0,-14-1 0,401-17 0,-111 8-1365,-340 11-5461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0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54 369 24575,'0'-2'0,"1"0"0,0 0 0,0 0 0,0 0 0,0 0 0,0 0 0,0 0 0,0 0 0,1 1 0,-1-1 0,1 1 0,-1-1 0,4-2 0,7-8 0,-9 6 0,1 0 0,-1-1 0,1 0 0,-2 1 0,1-1 0,-1-1 0,0 1 0,-1 0 0,2-10 0,-2-1 0,0 0 0,-4-31 0,1 39 0,0 0 0,-1 0 0,0 1 0,-1-1 0,0 1 0,0 0 0,-1 0 0,-1 0 0,-9-13 0,2 2 0,7 7 0,-2-4 0,8 16 0,-1 0 0,1 1 0,0-1 0,-1 1 0,1-1 0,-1 1 0,1-1 0,-1 1 0,1-1 0,-1 1 0,1 0 0,-1-1 0,1 1 0,-1 0 0,0-1 0,1 1 0,-1 0 0,0 0 0,1-1 0,-1 1 0,-1 0 0,2 0 0,-1 0 0,1 0 0,-1 1 0,1-1 0,-1 0 0,1 0 0,-1 1 0,1-1 0,-1 0 0,1 1 0,0-1 0,-1 0 0,1 1 0,-1-1 0,1 0 0,0 1 0,-1-1 0,1 1 0,0-1 0,-1 1 0,1-1 0,0 1 0,0-1 0,-1 2 0,-4 15 0,4-11 0,-1 2 0,1-1 0,0 1 0,0-1 0,0 0 0,1 1 0,0 0 0,0-1 0,2 8 0,2 2 0,0 0 0,9 23 0,28 46 0,-19-42 0,-4-2 0,-10-23 0,0-1 0,17 28 0,-24-44 0,1-1 0,0 1 0,-1 0 0,1-1 0,0 1 0,0-1 0,0 0 0,0 1 0,0-1 0,0 0 0,1 0 0,-1-1 0,0 1 0,0 0 0,1-1 0,-1 1 0,4-1 0,6 1 0,-1 0 0,18-3 0,-11 1 0,83 0-1365,-89 1-5461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1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145 337 24575,'6'-33'0,"-1"1"0,-2-1 0,-2-60 0,-2 89 0,0-1 0,0 0 0,0 1 0,-1-1 0,0 1 0,0 0 0,0-1 0,0 1 0,-1 0 0,1 0 0,-1 0 0,-5-5 0,-6-5 0,-29-22 0,9 8 0,34 27 0,-1 0 0,1 1 0,-1 0 0,1-1 0,-1 1 0,1-1 0,-1 1 0,1 0 0,-1-1 0,1 1 0,-1 0 0,0-1 0,1 1 0,-1 0 0,1 0 0,-1 0 0,0 0 0,1-1 0,-1 1 0,0 0 0,1 0 0,-1 0 0,0 0 0,1 0 0,-1 1 0,1-1 0,-1 0 0,-1 0 0,1 1 0,0 0 0,0 0 0,1 0 0,-1 0 0,0 0 0,0 0 0,0 0 0,1 0 0,-1 0 0,0 0 0,1 0 0,-1 0 0,0 2 0,-1 5 0,0 0 0,0-1 0,-1 15 0,3-12 0,0 1 0,0-1 0,1 0 0,0 0 0,1 1 0,0-1 0,1 0 0,6 16 0,4 1 0,25 43 0,-17-34 0,-9-15-64,21 35-1237,-24-44-5525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2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5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23 24575,'0'-1'0,"0"-1"0,-1 1 0,1-1 0,-1 0 0,0 1 0,1 0 0,-1-1 0,0 1 0,0-1 0,0 1 0,0 0 0,0 0 0,0-1 0,-3 0 0,6 11 0,4 8 0,17 22 0,2 0 0,1-2 0,42 46 0,64 52 0,-80-86 0,33 27 0,-18-16 0,-61-54-73,-7-3 255,-12-4-1656,3-1-5352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6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49 24575,'0'-1'0,"7"-25"0,-6 24 0,-1 1 0,1 0 0,-1-1 0,1 1 0,0 0 0,-1-1 0,1 1 0,0 0 0,0 0 0,0 0 0,0 0 0,0 0 0,0 0 0,0 0 0,3-1 0,-4 2 0,0-1 0,0 1 0,1 0 0,-1 0 0,0 0 0,1 0 0,-1 0 0,1-1 0,-1 1 0,0 0 0,1 0 0,-1 0 0,0 0 0,1 0 0,-1 0 0,1 0 0,-1 0 0,0 0 0,1 0 0,-1 1 0,0-1 0,1 0 0,-1 0 0,0 0 0,1 0 0,-1 0 0,0 1 0,1-1 0,-1 0 0,0 0 0,1 1 0,-1-1 0,1 1 0,-1 0 0,0 0 0,1 0 0,-1 0 0,0 0 0,1 0 0,-1 0 0,0 0 0,0 0 0,0 0 0,0 2 0,0 1 0,-1 1 0,0-1 0,1 0 0,-4 8 0,-8 11 0,0-2 0,-2 1 0,-20 23 0,-19 31 0,47-65 0,0-1 0,1 2 0,0-1 0,1 1 0,-5 18 0,-3 34 0,-25 94 0,30-136-455,1 0 0,-4 35 0,9-45-6371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6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24575,'-15'2'0,"-2"0"0,0 0 0,0 2 0,0 0 0,1 1 0,-20 7 0,34-10 0,-1 0 0,0 0 0,1 0 0,-1 1 0,1-1 0,0 1 0,-1-1 0,1 1 0,1 0 0,-1-1 0,0 1 0,1 0 0,-1 0 0,1 0 0,0 1 0,0-1 0,0 0 0,-1 6 0,1 2 0,-1 0 0,1-1 0,1 1 0,1 17 0,0-26 0,-1 1 0,0-1 0,1 0 0,-1 1 0,1-1 0,0 0 0,0 1 0,-1-1 0,2 0 0,-1 0 0,0 0 0,0 0 0,1 0 0,-1 0 0,1 0 0,0 0 0,-1-1 0,1 1 0,0-1 0,0 1 0,0-1 0,0 1 0,0-1 0,3 1 0,4 1 0,0 0 0,0-1 0,0 0 0,0-1 0,10 1 0,7 1 0,23 2-234,82-3 0,-101-2-663,-18 0-5929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7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8 24575,'0'0'0,"-1"-1"0,1 1 0,0 0 0,0-1 0,0 1 0,-1-1 0,1 1 0,0 0 0,0-1 0,-1 1 0,1 0 0,0-1 0,-1 1 0,1 0 0,0-1 0,-1 1 0,1 0 0,-1 0 0,1-1 0,0 1 0,-1 0 0,1 0 0,-1 0 0,1 0 0,-1 0 0,1 0 0,-1-1 0,0 1 0,1 1 0,-1-1 0,0 0 0,0 1 0,0-1 0,1 1 0,-1-1 0,0 1 0,0-1 0,1 1 0,-1-1 0,1 1 0,-1 0 0,0-1 0,0 2 0,-3 5 0,0-1 0,-6 15 0,6-14 0,-13 23 0,11-21 0,1 0 0,0 0 0,0 1 0,1-1 0,1 1 0,-1 0 0,-2 17 0,-8 105 0,13-107 0,2 0 0,0 1 0,6 29 0,4 1 0,31 93 0,-31-117 0,2-2 0,2 1 0,0-2 0,26 37 0,-22-42 0,0 0 0,36 31 0,-51-52-195,0 1 0,0-1 0,0 0 0,1 0 0,-1 0 0,9 3 0,-1-2-6631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8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4 24575,'0'-1'0,"-1"1"0,0-1 0,0 1 0,0 0 0,0-1 0,0 1 0,0 0 0,0 0 0,0 0 0,0 0 0,0 0 0,0 0 0,0 0 0,0 0 0,0 0 0,0 0 0,0 0 0,0 1 0,0-1 0,0 0 0,1 1 0,-1-1 0,0 0 0,0 1 0,0-1 0,0 1 0,1 0 0,-1-1 0,0 1 0,0 0 0,1-1 0,-1 1 0,0 0 0,1 0 0,-1 0 0,1-1 0,-1 1 0,1 0 0,0 0 0,-1 0 0,1 0 0,0 0 0,0 0 0,-1 0 0,1 0 0,0 0 0,0 1 0,0 5 0,0 0 0,0 0 0,1-1 0,-1 1 0,4 10 0,5 18 0,2-2 0,19 44 0,39 61 0,-16-32 0,-47-92 0,-1-7 0,-2 0 0,1 1 0,-1-1 0,-1 1 0,1 0 0,-1 0 0,0 0 0,0 9 0,-2-16 0,0 0 0,0 0 0,0 0 0,0 0 0,0 0 0,0 0 0,0 0 0,-1 0 0,1 0 0,0 0 0,-1 0 0,1 0 0,-1-1 0,1 1 0,-1 0 0,1 0 0,-1 0 0,1-1 0,-1 1 0,0 0 0,1-1 0,-1 1 0,-1 0 0,1 0 0,-1-1 0,1 1 0,-1-1 0,1 1 0,-1-1 0,1 0 0,-1 1 0,1-1 0,-1 0 0,0 0 0,1 0 0,-4-1 0,-3-1 0,0 0 0,1 0 0,-1-1 0,-9-4 0,-73-39 0,81 40 0,-1-1 0,1 0 0,0 0 0,1 0 0,0-1 0,-14-17 0,20 22 0,0-1 0,0 1 0,0-1 0,0 0 0,0 1 0,1-1 0,0 0 0,0 0 0,0 0 0,-1-7 0,2 9 0,0 0 0,0 0 0,0 0 0,0 1 0,1-1 0,-1 0 0,0 0 0,1 0 0,0 0 0,-1 0 0,1 0 0,0 0 0,0 1 0,0-1 0,0 0 0,0 1 0,0-1 0,0 1 0,1-1 0,-1 1 0,1-1 0,-1 1 0,3-1 0,4-3 19,1 1 0,0 0-1,-1 1 1,1 0 0,0 1 0,13-3-1,-11 3-317,0 0 0,-1-1 0,0-1-1,14-5 1,-10 1-6527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8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24575,'3'-2'0,"-2"1"0,-2 4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9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38 24575,'0'-35'0,"0"34"0,0 1 0,0 0 0,0 0 0,0 0 0,0 0 0,-1 0 0,1 0 0,0 0 0,0 0 0,0-1 0,0 1 0,0 0 0,0 0 0,0 0 0,0 0 0,0 0 0,0 0 0,0 0 0,0 0 0,0 0 0,0 0 0,0-1 0,-1 1 0,1 0 0,0 0 0,0 0 0,0 0 0,0 0 0,0 0 0,0 0 0,0 0 0,0 0 0,-1 0 0,1 0 0,0 0 0,0 0 0,0 0 0,0 0 0,0 0 0,0 0 0,0 0 0,0 0 0,-1 0 0,1 0 0,0 0 0,0 0 0,0 0 0,0 0 0,0 0 0,0 0 0,0 1 0,0-1 0,-1 0 0,-6 7 0,-5 9 0,-24 36 0,23-36 0,1 2 0,-15 28 0,17-22 0,2-1 0,1 2 0,1-1 0,1 1 0,-4 42 0,9-49 0,0 1 0,1 0 0,1-1 0,0 1 0,1-1 0,10 30 0,46 104 0,-45-121 0,-4-8 0,1 0 0,1-1 0,2-1 0,0 0 0,1 0 0,30 30 0,-34-39 0,2 0 0,-1-1 0,2-1 0,22 14 0,-18-13-682,24 8-1,-31-15-6143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34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12 101 24575,'-1'0'0,"1"0"0,-1 0 0,1 0 0,-1 1 0,1-1 0,-1 0 0,0 1 0,1-1 0,-1 0 0,1 1 0,-1-1 0,1 1 0,0-1 0,-1 0 0,1 1 0,-1-1 0,1 1 0,0 0 0,-1-1 0,1 1 0,0-1 0,0 1 0,-1-1 0,1 1 0,0 0 0,0-1 0,0 1 0,0 0 0,0-1 0,0 1 0,0-1 0,0 1 0,0 0 0,0 0 0,3 23 0,-1-18 0,0 0 0,1 0 0,0 0 0,0 0 0,0-1 0,1 0 0,0 1 0,0-1 0,0-1 0,1 1 0,-1 0 0,9 5 0,-7-5 0,1-1 0,-1 1 0,1-1 0,1-1 0,-1 1 0,0-1 0,1 0 0,-1-1 0,14 3 0,-19-5 0,1 1 0,-1-1 0,0 0 0,0 0 0,1 0 0,-1 0 0,0 0 0,0-1 0,1 1 0,-1-1 0,0 1 0,0-1 0,0 0 0,0 0 0,0 0 0,0 0 0,0 0 0,2-2 0,-2 1 0,0 0 0,-1 0 0,1 0 0,-1 0 0,1 0 0,-1 0 0,0 0 0,0-1 0,0 1 0,0 0 0,-1-1 0,1 1 0,-1-1 0,1 1 0,-1-1 0,0-2 0,0 2 0,0 0 0,0 1 0,1-1 0,-1 0 0,1 0 0,-1 0 0,1 1 0,1-4 0,-2 6 0,1-1 0,-1 0 0,0 1 0,1-1 0,-1 1 0,1-1 0,-1 1 0,1-1 0,0 1 0,-1-1 0,1 1 0,-1-1 0,1 1 0,0 0 0,-1 0 0,1-1 0,0 1 0,0 0 0,-1 0 0,1 0 0,0-1 0,-1 1 0,1 0 0,0 0 0,0 0 0,-1 0 0,1 1 0,0-1 0,0 0 0,-1 0 0,1 0 0,1 1 0,19 6 0,26 11 0,9 4 0,-46-19 0,0 0 0,1-1 0,-1 0 0,1 0 0,-1-1 0,19-1 0,-27 0 0,1 0 0,0-1 0,-1 1 0,1 0 0,-1-1 0,1 0 0,-1 0 0,1 0 0,-1 0 0,1 0 0,-1 0 0,0 0 0,0-1 0,1 1 0,-1-1 0,0 0 0,0 0 0,-1 1 0,1-1 0,0-1 0,-1 1 0,1 0 0,-1 0 0,1 0 0,-1-1 0,0 1 0,0-1 0,0 1 0,-1-1 0,1 1 0,0-6 0,0 2 0,-1-1 0,0 0 0,-1 0 0,1 1 0,-1-1 0,-1 0 0,1 1 0,-1-1 0,0 1 0,-1-1 0,1 1 0,-5-6 0,3 4 0,-1 0 0,0 0 0,0 1 0,-1 0 0,0 0 0,0 1 0,-1-1 0,-11-8 0,7 9-1365,1 2-5461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34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24575,'2'-5'0,"0"1"0,0-1 0,0 1 0,0 0 0,1 0 0,0 0 0,0 0 0,0 0 0,0 0 0,1 1 0,0 0 0,-1-1 0,6-2 0,-6 5 0,0-1 0,0 1 0,1 0 0,-1 0 0,1 0 0,-1 0 0,1 0 0,-1 1 0,1-1 0,-1 1 0,1 0 0,-1 0 0,1 1 0,-1-1 0,1 1 0,0-1 0,-1 1 0,6 2 0,-4-1 0,5 2 0,1 0 0,0 0 0,18 12 0,-27-15 0,0 0 0,0 1 0,-1-1 0,1 1 0,-1-1 0,1 1 0,-1 0 0,1-1 0,-1 1 0,0 0 0,2 4 0,-3-5 0,1 0 0,-1 0 0,0 1 0,0-1 0,0 0 0,0 1 0,0-1 0,0 0 0,0 0 0,0 1 0,0-1 0,-1 0 0,1 1 0,0-1 0,-1 0 0,1 0 0,-1 0 0,0 0 0,1 1 0,-1-1 0,-1 1 0,-2 3 0,0-1 0,-1 0 0,0 0 0,1 0 0,-1-1 0,0 0 0,-1 0 0,1 0 0,-9 3 0,9-4 0,0 0 0,-1 1 0,1 0 0,0 0 0,0 0 0,1 0 0,-1 1 0,1 0 0,-1 0 0,-3 5 0,8-9 0,0 0 0,-1 1 0,1-1 0,0 0 0,0 1 0,0-1 0,-1 1 0,1-1 0,0 0 0,0 1 0,0-1 0,0 1 0,0-1 0,0 1 0,0-1 0,0 0 0,0 1 0,0-1 0,0 1 0,0-1 0,0 1 0,0-1 0,0 0 0,0 1 0,1-1 0,-1 1 0,0-1 0,0 0 0,1 1 0,12 8 0,18 0 0,-3-6 1,0-2 1,33-2-1,-14 0-1370,-35 1-5457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35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750 59 24575,'80'-12'0,"1"3"0,93 1 0,-123 10 0,84-4 0,-134 2 0,0 0 0,0 0 0,0 0 0,0 0 0,0 0 0,0-1 0,0 1 0,0 0 0,0-1 0,0 1 0,0-1 0,1 0 0,-2 1 0,0 0 0,0 0 0,0-1 0,1 1 0,-1 0 0,0 0 0,0 0 0,0-1 0,0 1 0,0 0 0,0 0 0,0 0 0,0-1 0,0 1 0,0 0 0,0 0 0,0 0 0,0-1 0,0 1 0,0 0 0,0 0 0,0 0 0,0 0 0,-1-1 0,1 1 0,0 0 0,0 0 0,0 0 0,0 0 0,0-1 0,0 1 0,-1 0 0,1 0 0,0 0 0,0 0 0,0-1 0,-2 0 0,-1-1 0,1 1 0,0 0 0,-1-1 0,1 1 0,0 0 0,-1 0 0,-3 0 0,-10-2 0,-1 1 0,0 0 0,1 1 0,-1 1 0,0 1 0,0 0 0,-30 7 0,-251 32 0,257-36 0,-466 16 0,271-20-1365,224 0-5461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37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24575,'1'6'0,"-1"0"0,1 0 0,0 0 0,0 0 0,1 0 0,0 0 0,0 0 0,4 8 0,4 4 0,15 21 0,-17-28 0,-1 0 0,0 1 0,0 0 0,9 25 0,7 65 0,-22-100 0,-1 1 0,1 0 0,0-1 0,0 1 0,0-1 0,1 1 0,-1-1 0,1 0 0,1 3 0,-2-4 0,-1-1 0,0 0 0,0 0 0,1 1 0,-1-1 0,0 0 0,1 0 0,-1 1 0,0-1 0,1 0 0,-1 0 0,0 0 0,1 0 0,-1 0 0,0 1 0,1-1 0,-1 0 0,1 0 0,-1 0 0,0 0 0,1 0 0,-1 0 0,1 0 0,-1 0 0,0-1 0,1 1 0,0 0 0,0-1 0,0 0 0,0 0 0,-1 1 0,1-1 0,0 0 0,0 0 0,-1 0 0,1 0 0,-1 0 0,1 1 0,-1-1 0,1 0 0,0-2 0,0-2 0,0 0 0,0 0 0,0-1 0,-1 1 0,1 0 0,-1 0 0,0 0 0,-1-1 0,1 1 0,-1 0 0,0 0 0,0 0 0,-1 0 0,0 0 0,-2-6 0,-6-10 0,0 1 0,-16-21 0,23 35 0,-18-25 0,11 17 0,1 0 0,0-1 0,1 0 0,0-1 0,-8-24 0,12 27 0,3 9 0,-1 1 0,1 0 0,0-1 0,0 1 0,1-1 0,-1 1 0,1-1 0,0 0 0,0-6 0,0 10 0,0 0 0,0-1 0,1 1 0,-1 0 0,0-1 0,0 1 0,0-1 0,0 1 0,1 0 0,-1-1 0,0 1 0,0 0 0,1 0 0,-1-1 0,0 1 0,0 0 0,1 0 0,-1-1 0,0 1 0,1 0 0,-1 0 0,0 0 0,1-1 0,-1 1 0,1 0 0,-1 0 0,0 0 0,1 0 0,-1 0 0,0 0 0,1 0 0,-1 0 0,1 0 0,-1 0 0,0 0 0,1 0 0,-1 0 0,1 0 0,-1 0 0,0 0 0,1 1 0,-1-1 0,0 0 0,1 0 0,-1 0 0,0 1 0,1-1 0,-1 0 0,0 0 0,0 1 0,1-1 0,-1 0 0,1 1 0,16 16 0,25 39 0,-34-43 0,1 0 0,1-1 0,0 0 0,0 0 0,1-1 0,24 18 0,-29-25 0,1 0 0,-1-1 0,0 0 0,1 0 0,0-1 0,-1 1 0,1-1 0,0-1 0,0 0 0,0 0 0,11 1 0,-14-2 0,0-1 0,-1 1 0,1-1 0,0 1 0,-1-1 0,1 0 0,-1 0 0,1-1 0,-1 1 0,1-1 0,-1 1 0,0-1 0,0 0 0,0-1 0,0 1 0,0 0 0,0-1 0,-1 0 0,1 1 0,-1-1 0,1 0 0,-1 0 0,3-6 0,-1-1 0,-1 1 0,0-1 0,0 0 0,-1 0 0,0 0 0,0 0 0,-1 0 0,-1 0 0,0-1 0,-1-10 0,24 69 0,-13-30 0,-1 0 0,2 0 0,17 20 0,43 44 0,-39-46 0,-20-18-1365,-8-9-5461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38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50 24575,'-2'-9'0,"-3"-14"0,5 22 0,0 0 0,0 0 0,0 0 0,0 0 0,0 1 0,0-1 0,0 0 0,0 0 0,0 0 0,0 0 0,0 0 0,0 1 0,1-1 0,-1 0 0,0 0 0,1 1 0,-1-1 0,1 0 0,0-1 0,-1 2 0,0 0 0,1 0 0,-1 0 0,1 0 0,-1 0 0,0 0 0,1 0 0,-1 0 0,0 0 0,1 0 0,-1 0 0,0 0 0,1 1 0,-1-1 0,0 0 0,1 0 0,-1 0 0,0 0 0,1 0 0,-1 1 0,0-1 0,0 0 0,1 0 0,-1 1 0,0-1 0,0 0 0,1 0 0,-1 1 0,0-1 0,0 1 0,9 10 0,-9-9 0,11 17 0,16 39 0,-19-38 0,1 0 0,17 27 0,3-11 0,-20-26 0,-1 1 0,8 12 0,-29-37-1365,7 6-5461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38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564 53 24575,'-9'-7'0,"0"0"0,0 1 0,0-1 0,-1 2 0,-18-9 0,25 13 0,0 0 0,-1 0 0,1 0 0,-1 0 0,1 0 0,-1 1 0,0 0 0,1 0 0,-1 0 0,1 0 0,-1 0 0,1 1 0,-1 0 0,1 0 0,-1 0 0,1 0 0,0 0 0,-1 0 0,1 1 0,0 0 0,-5 3 0,-3 2 0,1-1 0,-1-1 0,0 1 0,0-2 0,0 0 0,0 0 0,-1-1 0,0 0 0,-17 1 0,-15 0 0,-53-2 0,75-2 0,9 0-118,-6 0-298,1 0 1,-37-7-1,42 4-6410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39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24575,'-2'0'0,"-1"3"0,-1 3 0,2 2 0,0 4 0,3 1 0,2 1 0,2-1 0,1-2 0,2-1 0,-1-1 0,1-2 0,-1 1 0,1 1 0,2 0 0,-2-1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1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30 24575,'-29'-4'0,"-16"-3"0,-1 1 0,2 1 0,5 1 0,8 2 0,6 1 0,2 0 0,4 1 0,1 1 0,2-1 0,1 0 0,4 3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2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24575,'14'-13'0,"0"0"0,1 0 0,1 1 0,18-10 0,-26 17 0,0 1 0,0 0 0,1 1 0,0 0 0,-1 0 0,1 1 0,1 0 0,-1 0 0,0 1 0,16 0 0,-23 1 0,2 0 0,1 0 0,-1 0 0,1 1 0,-1-1 0,8 3 0,-10-2 0,-1 0 0,0-1 0,0 1 0,0 0 0,1 0 0,-1-1 0,0 1 0,0 0 0,0 0 0,0 0 0,-1 0 0,1 0 0,0 1 0,0-1 0,-1 0 0,1 0 0,0 0 0,-1 1 0,1-1 0,-1 0 0,0 1 0,1-1 0,-1 2 0,1 6 0,1 0 0,-2 0 0,1 0 0,-2 0 0,1 0 0,-1 1 0,0-1 0,-1 0 0,0-1 0,0 1 0,-1 0 0,0-1 0,-1 1 0,0-1 0,0 0 0,-1 0 0,0 0 0,0-1 0,-1 0 0,0 0 0,0 0 0,-10 8 0,4-6 0,-1 1 0,-22 11 0,6-4 0,29-17 0,-1 1 0,1-1 0,-1 0 0,1 0 0,-1 1 0,1-1 0,-1 0 0,1 1 0,-1-1 0,1 0 0,-1 1 0,1-1 0,0 1 0,-1-1 0,1 1 0,0-1 0,-1 1 0,1-1 0,0 1 0,0-1 0,-1 1 0,1-1 0,0 1 0,0 1 0,0-2 0,1 1 0,-1-1 0,0 0 0,1 1 0,-1-1 0,1 1 0,-1-1 0,1 0 0,-1 1 0,1-1 0,-1 0 0,1 0 0,-1 0 0,1 1 0,0-1 0,-1 0 0,1 0 0,-1 0 0,2 0 0,36 2 0,-35-2 0,48 0 0,59-2 0,-108 2-105,-1 0 0,1-1 0,-1 1 0,1 0 0,-1-1 0,1 1 0,-1-1 0,1 1 0,-1-1 0,1 0 0,-1 0 0,2-1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3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24575,'2'5'0,"1"4"0,3 3 0,0 2 0,1 1 0,2-3 0,0 1 0,1-1 0,0 0 0,2-1 0,1-1 0,1-1 0,-3-1 0,1-1 0,-3 1 0,0-2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3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24575,'10'20'0,"6"6"0,0 1 0,-1-3 0,-2-5 0,-1-1 0,0-3 0,-3-1 0,1-2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3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376 41 24575,'-27'-8'0,"-14"-1"0,-3-1 0,2 3 0,6 1 0,6 6 0,5 1 0,5 4 0,2 1 0,0 1 0,1 3 0,1 2 0,1-2 0,1 1 0,2-2-8191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4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90 605 24575,'11'0'0,"0"0"0,0-1 0,0 0 0,-1-1 0,1 0 0,18-8 0,-26 9 0,1 0 0,-1-1 0,0 1 0,0-1 0,0 0 0,0 0 0,-1 0 0,1 0 0,0 0 0,-1-1 0,0 1 0,1-1 0,-1 0 0,0 0 0,0 0 0,-1 0 0,1 0 0,-1 0 0,1 0 0,-1 0 0,0-1 0,0 1 0,0-1 0,0-5 0,3-30 0,-2 26 0,-1-1 0,0 0 0,-1 1 0,-2-21 0,-4 1 0,-1 0 0,-2 1 0,-20-50 0,19 59 0,-1 1 0,-1 0 0,0 1 0,-2 0 0,-26-29 0,27 32 0,10 14 0,1-1 0,-2 1 0,1 0 0,0 0 0,-7-5 0,9 8 0,0 0 0,0 1 0,0-1 0,0 1 0,0-1 0,0 1 0,0-1 0,0 1 0,0 0 0,-1 0 0,1-1 0,0 1 0,0 0 0,0 0 0,0 0 0,-1 0 0,1 0 0,0 0 0,0 1 0,0-1 0,0 0 0,-1 1 0,1-1 0,0 0 0,0 1 0,0-1 0,0 1 0,0 0 0,-1 1 0,0-1 0,0 1 0,1-1 0,-1 1 0,0 0 0,1 0 0,0 0 0,-1 0 0,1 0 0,0 0 0,0 1 0,0-1 0,0 0 0,1 0 0,-1 1 0,1-1 0,-1 1 0,1 2 0,-1 7 0,0 1 0,3 14 0,-1-11 0,0 1 0,1 0 0,1 0 0,0-1 0,1 1 0,1-1 0,1 0 0,0 0 0,14 23 0,-6-10 0,1-1 0,38 48 0,-43-63 0,-5-6 0,1 0 0,-1 0 0,2 0 0,-1-1 0,1 0 0,0 0 0,0-1 0,10 6 0,-8-7 17,0 0-1,1 0 1,-1-1-1,1-1 0,-1 1 1,16 0-1,2-1-677,29-2-1,-52 0 505,8 0-6669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6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1370 16 24575,'1'0'0,"-1"0"0,1 0 0,0 0 0,-1 0 0,1 0 0,-1 0 0,1 0 0,0 0 0,-1 0 0,1 0 0,-1 0 0,1 0 0,-1-1 0,1 1 0,0 0 0,-1 0 0,1-1 0,-1 1 0,1 0 0,-1 0 0,1-1 0,-1 1 0,1-1 0,-1 1 0,0 0 0,1-1 0,-1 0 0,0 0 0,0 1 0,0-1 0,-1 1 0,1-1 0,-1 1 0,1 0 0,0-1 0,-1 1 0,1-1 0,-1 1 0,1 0 0,-1-1 0,0 1 0,1 0 0,-1 0 0,1-1 0,-1 1 0,1 0 0,-1 0 0,0 0 0,1 0 0,-1 0 0,1-1 0,-1 1 0,0 0 0,0 1 0,-29-4 0,-50 3 0,36 1 0,10 1 0,-56 10 0,0 0 0,-187-8 0,157-5 0,-374 1 0,479 1-273,0 0 0,0 1 0,0 0 0,-24 8 0,26-6-6553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9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75 24575,'1'11'0,"-1"-1"0,2 1 0,-1-1 0,2 1 0,-1-1 0,1 0 0,1 0 0,9 18 0,3 1 0,30 40 0,8 11 0,-44-59 0,-9-19 0,-8-12 0,-70-131 0,61 111 0,-17-48 0,27 62 0,1 0 0,1 0 0,1 0 0,-3-27 0,6 49 0,1 1 0,0-1 0,0 0 0,0 0 0,1 0 0,-1 0 0,1-1 0,1 1 0,-1 0 0,1-1 0,0 0 0,1 1 0,-1-1 0,1 0 0,0-1 0,0 1 0,0-1 0,1 0 0,0 0 0,0 0 0,0 0 0,0-1 0,0 0 0,1 0 0,-1-1 0,1 1 0,6 1 0,0 0 0,1 1 0,0-2 0,0 0 0,1-1 0,19 2 0,-30-4 0,0 0 0,0 0 0,0-1 0,0 1 0,0-1 0,0 1 0,0-1 0,0 0 0,0 0 0,0 0 0,0-1 0,0 1 0,-1-1 0,1 1 0,-1-1 0,1 0 0,-1 0 0,0 0 0,1 0 0,-1 0 0,0-1 0,0 1 0,-1-1 0,1 1 0,0-1 0,-1 0 0,0 0 0,0 1 0,0-1 0,1-4 0,0 1 0,0-1 0,-1 0 0,0-1 0,-1 1 0,0 0 0,0-11 0,-1 14 0,1-1 0,-1 1 0,0 0 0,0-1 0,0 1 0,-1 0 0,1 0 0,-1 0 0,0 0 0,0 0 0,-4-5 0,5 9 0,1 0 0,0-1 0,0 1 0,0 0 0,0 0 0,0-1 0,-1 1 0,1 0 0,0 0 0,0-1 0,0 1 0,-1 0 0,1 0 0,0 0 0,0 0 0,-1-1 0,1 1 0,0 0 0,-1 0 0,1 0 0,0 0 0,0 0 0,-1 0 0,1 0 0,0 0 0,-1 0 0,1 0 0,0 0 0,-1 0 0,1 0 0,-2 8 0,5 14 0,0-9 0,2 0 0,-1-1 0,2 0 0,0 0 0,0 0 0,1 0 0,9 10 0,65 69 0,-62-71 0,2 4 40,13 12-1445,-27-30-5421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9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24575,'24'41'0,"-14"-24"0,13 19 0,-20-32 0,15 20 0,31 32 0,-42-46 120,-6-10-148,-1 1 1,0-1-1,0 0 1,0 0-1,0 1 1,0-1-1,0 0 1,0 0-1,0 0 1,0 1-1,0-1 1,0 0-1,-1 0 1,1 0-1,0 1 1,0-1-1,0 0 1,0 0-1,0 0 1,0 1-1,0-1 1,0 0-1,-1 0 1,1 0-1,0 0 1,0 0-1,0 1 1,0-1-1,-1 0 1,1 0-1,0 0 1,0 0-1,0 0 1,-1 0-1,1 0 1,0 0-1,0 1 1,0-1-1,-1 0 1,1 0-1,0 0 1,0 0-1,0 0 1,-1 0-1,1 0 1,0 0-1,0 0 1,0-1-1,-1 1 1,1 0-1,0 0 1,0 0-1,-1 0 1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9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386 90 24575,'-8'-11'0,"-1"1"0,0 0 0,0 0 0,-1 1 0,-19-13 0,26 19 0,0 1 0,0 1 0,0-1 0,0 0 0,-1 1 0,1-1 0,-1 1 0,1 0 0,-1 0 0,1 1 0,-1-1 0,0 1 0,1 0 0,-1 0 0,0 0 0,1 0 0,-1 0 0,1 1 0,-1 0 0,0 0 0,1 0 0,0 0 0,-1 0 0,1 1 0,-7 3 0,-2 3 0,0 0 0,-1-1 0,0 0 0,0-1 0,-1-1 0,-23 7 0,19-8-455,-1-2 0,-29 2 0,31-4-6371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50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63 24575,'-1'1'0,"0"0"0,0 1 0,0-1 0,0 0 0,1 1 0,-1-1 0,1 1 0,-1-1 0,1 1 0,-1 0 0,1-1 0,0 1 0,0-1 0,0 1 0,0 0 0,0-1 0,0 1 0,0-1 0,1 1 0,-1 0 0,1-1 0,-1 1 0,1-1 0,-1 1 0,1-1 0,0 0 0,1 3 0,1 2 0,1 0 0,0 0 0,1 0 0,7 8 0,-11-12 0,21 17 0,-10-15 0,-12-4 0,1 0 0,-1 0 0,0 0 0,1 0 0,-1 0 0,1-1 0,-1 1 0,0 0 0,1 0 0,-1 0 0,0-1 0,1 1 0,-1 0 0,0-1 0,0 1 0,1 0 0,-1 0 0,0-1 0,0 1 0,1-1 0,-1 1 0,0 0 0,0-1 0,0 1 0,0 0 0,0-1 0,0 1 0,1-1 0,-1-1 0,0-1 0,0 1 0,0-1 0,0 1 0,-1-1 0,1 1 0,-1 0 0,1-1 0,-1 1 0,0 0 0,0-1 0,0 1 0,-2-3 0,-18-28 0,-36-34 0,42 51 0,14 15 0,1 0 0,-1 1 0,0-1 0,1 0 0,-1 1 0,0-1 0,1 0 0,-1 1 0,0-1 0,0 1 0,0-1 0,1 1 0,-1 0 0,0-1 0,0 1 0,0 0 0,0-1 0,-1 1 0,0 5 0,4 7 0,4 0 17,0 1 1,1-1-1,0 0 0,17 20 0,5 8-1468,-22-29-5375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51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52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24575,'4'-2'0,"-1"0"0,1 1 0,-1 0 0,1 0 0,0 0 0,-1 0 0,1 1 0,0-1 0,0 1 0,-1 0 0,1 0 0,0 0 0,6 2 0,-4-1 0,0 1 0,-1 0 0,1 0 0,0 1 0,-1 0 0,1 0 0,7 6 0,4 5 0,-1 1 0,0 0 0,22 30 0,-32-38 0,27 35 0,-1 1 0,28 51 0,-44-62 0,0 0 0,-2 0 0,-1 1 0,9 41 0,-15-46 0,-1 0 0,4 55 0,-9-73 0,-2-1 0,1 1 0,-1-1 0,0 1 0,-1-1 0,0 0 0,-1 0 0,0 0 0,0 0 0,-1 0 0,0 0 0,-9 13 0,-7 6-1365,12-16-5461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53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25 24575,'0'0'0,"-1"-1"0,1 1 0,-1-1 0,1 1 0,0-1 0,0 1 0,-1-1 0,1 0 0,0 1 0,0-1 0,0 1 0,0-1 0,0 0 0,0 1 0,0-1 0,0 0 0,0 1 0,0-1 0,0 1 0,0-1 0,0 0 0,0 1 0,0-1 0,1 1 0,-1-1 0,0 0 0,0 1 0,1-1 0,-1 1 0,1-1 0,-1 1 0,0-1 0,1 1 0,-1-1 0,1 1 0,-1 0 0,1-1 0,-1 1 0,1 0 0,-1-1 0,1 1 0,-1 0 0,1-1 0,0 1 0,-1 0 0,1 0 0,0 0 0,-1 0 0,1 0 0,1 0 0,1-1 0,0 1 0,1 0 0,-1 0 0,1 0 0,-1 0 0,1 1 0,-1 0 0,4 1 0,0 0 0,0 2 0,0-1 0,-1 1 0,1 0 0,10 8 0,28 31 0,-7-8 0,-3-3 0,0 1 0,-2 2 0,-2 1 0,-1 2 0,40 66 0,-42-50 0,-2 2 0,25 83 0,-35-95 0,0 5 0,-1 0 0,-3 0 0,-2 2 0,-2-1 0,-2 1 0,-1 62 0,-5-108 0,0 0 0,-1 0 0,1 0 0,-1 0 0,0 0 0,0 0 0,-2 5 0,2-9 0,0 1 0,0 0 0,0-1 0,0 1 0,-1 0 0,1-1 0,0 0 0,-1 1 0,1-1 0,-1 0 0,1 0 0,-1 0 0,0 1 0,1-2 0,-1 1 0,0 0 0,0 0 0,0-1 0,1 1 0,-1-1 0,-3 1 0,-4 0-455,0 0 0,-16 0 0,12-2-6371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18.1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13 24575,'0'0'0,"0"-1"0,0 1 0,0 0 0,0-1 0,0 1 0,0-1 0,0 1 0,0-1 0,0 1 0,0 0 0,0-1 0,0 1 0,0-1 0,0 1 0,0-1 0,-1 1 0,1 0 0,0-1 0,0 1 0,0-1 0,-1 1 0,1 0 0,0-1 0,0 1 0,-1 0 0,1-1 0,0 1 0,-1 0 0,1 0 0,0-1 0,-1 1 0,1 0 0,-1 0 0,0 0 0,1 0 0,-1 0 0,1 1 0,-1-1 0,1 1 0,0-1 0,-1 0 0,1 1 0,-1-1 0,1 1 0,0-1 0,-1 1 0,1-1 0,0 1 0,0-1 0,-1 1 0,1 0 0,0-1 0,0 1 0,0-1 0,0 1 0,0-1 0,0 1 0,0 1 0,-2 13 0,1 0 0,1 1 0,0-1 0,1 0 0,4 17 0,21 74 0,-1-6 0,-19-71 0,-1-1 0,-2 1 0,-1 0 0,-2 48 0,-5-56 0,4-18 0,0 1 0,1-1 0,-1 0 0,0 1 0,1-1 0,0 0 0,0 5 0,0-7 0,0 0 0,1 0 0,-1 0 0,0 0 0,1 0 0,-1 0 0,1 0 0,-1 0 0,1 0 0,0-1 0,-1 1 0,1 0 0,0 0 0,0-1 0,-1 1 0,1 0 0,0-1 0,0 1 0,0-1 0,0 1 0,0-1 0,0 1 0,0-1 0,0 0 0,0 0 0,0 1 0,0-1 0,0 0 0,1 0 0,17 2 0,1-1 0,-1 0 0,22-4 0,9 1 0,-12 3 0,-22 1 0,0-2 0,0-1 0,29-3 0,-42 3-124,-1 0 0,1 0 0,-1 1 0,1-1 0,-1-1 0,0 1-1,1 0 1,-1-1 0,0 1 0,2-2 0,4-6-6702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18.6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60 243 24575,'3'-2'0,"60"-58"0,-57 53 0,1-1 0,-1 0 0,0 0 0,-1 0 0,0-1 0,5-13 0,-9 20 0,0 0 0,-1-1 0,1 1 0,-1 0 0,1 0 0,-1-1 0,0 1 0,0 0 0,0-1 0,0 1 0,-1 0 0,1-1 0,-1 1 0,1 0 0,-1-1 0,0 1 0,0 0 0,0 0 0,0 0 0,0 0 0,0 0 0,-1 0 0,1 0 0,0 0 0,-1 1 0,0-1 0,1 0 0,-4-1 0,-4-4 0,-1 1 0,1-1 0,-2 2 0,-14-7 0,18 9 0,5 1 0,0 2 0,0-1 0,0 0 0,0 0 0,-1 0 0,1 1 0,0 0 0,0-1 0,-1 1 0,1 0 0,0 0 0,0 0 0,-1 0 0,1 0 0,0 1 0,0-1 0,-1 1 0,1-1 0,0 1 0,0 0 0,0 0 0,0 0 0,0 0 0,0 0 0,-2 2 0,2-1 0,0 0 0,0 1 0,0-1 0,0 1 0,0-1 0,1 1 0,-1 0 0,1-1 0,0 1 0,0 0 0,0 0 0,0 0 0,0 0 0,1 0 0,-1 0 0,1 0 0,0 0 0,0 5 0,0 0 0,2 0 0,-1 0 0,1 0 0,0 0 0,0-1 0,1 1 0,0-1 0,0 1 0,1-1 0,7 10 0,6 7 0,31 34 0,-43-53 0,9 10 0,0 0 0,1-1 0,1-1 0,21 13 0,-28-20 0,-1-1 0,1 0 0,0-1 0,0 0 0,1 0 0,-1-1 0,1 0 0,-1-1 0,1 0 0,17 1 0,-14-4-1365,-2-2-5461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19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34 24575,'0'-30'0,"0"26"0,0 20 0,0 13 0,-1-4 0,1 1 0,1 0 0,2-1 0,0 1 0,8 27 0,18 47 0,46 128 0,-74-225 0,0 0 0,1 0 0,-1-1 0,1 1 0,0-1 0,-1 1 0,1-1 0,0 0 0,1 0 0,-1 1 0,0-2 0,1 1 0,-1 0 0,1 0 0,-1-1 0,6 3 0,-6-3 0,1-1 0,-1 1 0,0-1 0,0 0 0,1 1 0,-1-1 0,0 0 0,0 0 0,1-1 0,-1 1 0,0 0 0,0-1 0,0 1 0,1-1 0,-1 0 0,0 0 0,0 0 0,0 0 0,0 0 0,0 0 0,0 0 0,-1-1 0,3-1 0,1-2-114,-1-1 1,0 1-1,0-1 0,-1 1 0,1-1 1,-1-1-1,-1 1 0,1 0 0,-1 0 1,0-1-1,1-7 0,1-2-6712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19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373 31 24575,'-30'-5'0,"-14"-1"0,-2-1 0,4 2 0,6 2 0,8 1 0,6 0 0,1 2 0,3 2 0,1 2 0,-2-1 0,1 0 0,1-1 0,3-1-8191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0.8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31 672 24575,'10'-6'0,"0"0"0,-1-1 0,1 0 0,-1 0 0,-1-1 0,0 0 0,0-1 0,12-16 0,-16 19 0,-1 1 0,0-1 0,0 0 0,0 0 0,-1 0 0,0-1 0,0 1 0,-1 0 0,0-1 0,0 1 0,0-1 0,-1 1 0,0-1 0,0 0 0,0 1 0,-1-1 0,-2-6 0,-10-40 0,3 19 0,-8-67 0,17 24 0,2 58 0,-1-1 0,-1 1 0,-5-33 0,4 42 0,0-1 0,0 1 0,-7-17 0,8 25 0,0 0 0,0-1 0,-1 1 0,1 0 0,0-1 0,-1 1 0,0 0 0,1 0 0,-1 0 0,0 1 0,0-1 0,0 0 0,0 1 0,0-1 0,-1 1 0,-2-2 0,5 3 0,-1 0 0,0-1 0,0 1 0,0 0 0,1 0 0,-1 0 0,0 0 0,0 0 0,0 0 0,1 0 0,-1 0 0,0 0 0,0 0 0,0 0 0,0 0 0,1 0 0,-1 1 0,0-1 0,0 0 0,1 1 0,-1-1 0,0 1 0,-1 0 0,1 0 0,-1 1 0,1-1 0,0 1 0,0-1 0,-1 1 0,1-1 0,0 1 0,-1 2 0,-1 3 0,1 0 0,0 1 0,-3 13 0,2-4 0,1 1 0,1-1 0,3 34 0,11 52 0,0-9 0,-7-39 0,21 97 0,-23-137 0,1-1 0,0 0 0,1-1 0,0 1 0,1-1 0,11 17 0,-12-22 0,1 1 0,1-1 0,-1 0 0,1 0 0,0-1 0,1 0 0,0-1 0,0 0 0,12 6 0,-11-7 20,1 0 0,0-1 0,0-1 0,0 0 0,18 3 0,-21-5-185,0 0 0,0-1 0,1 0 0,-1 0 0,0-1 0,0 0 0,0 0 0,13-5 0,-12 3-6661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4.5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316 2 24575,'-66'-1'0,"-71"2"0,92 6 87,29-4-813,-23 2 0,26-5-6100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4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286 21 24575,'-19'-5'0,"-10"-1"0,-2 0 0,3 3 0,2 3 0,4 1 0,3 0 0,2 0 0,2 0 0,-1 0 0,-2 0 0,2 2 0,-1 0 0,4 0-8191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5.6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0 24575,'-3'4'0,"0"0"0,0 0 0,0 0 0,0 0 0,1 1 0,-1-1 0,1 0 0,0 1 0,1 0 0,-1 0 0,1-1 0,0 1 0,0 0 0,1 0 0,-1 0 0,1 0 0,0 0 0,0 0 0,2 8 0,-1-4 0,1 0 0,1-1 0,-1 1 0,1-1 0,1 0 0,-1 0 0,2 0 0,-1 0 0,1-1 0,6 9 0,-6-10 24,0-1 0,1 1 0,0-1 0,7 6 0,-12-10-83,1 0-1,-1 0 1,1 0-1,-1 0 1,1 0 0,-1 0-1,1-1 1,-1 1-1,1 0 1,0-1 0,-1 0-1,1 1 1,0-1-1,0 0 1,-1 0 0,1 0-1,0 0 1,0 0-1,-1 0 1,1 0 0,0 0-1,-1-1 1,1 1-1,2-2 1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5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 24575,'-5'4'0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6.5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24575,'5'10'0,"4"5"0,0 3 0,2 4 0,-2-1 0,1 0 0,-2-2 0,-2-1 0,0-2 0,0-1 0,0-3 0,0-1 0,-1 0 0,-2 1 0,1 0 0,1 2 0,-2-1 0,0-1-8191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6.7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375 15 24575,'-30'0'0,"-11"-2"0,-5-1 0,2-1 0,5 2 0,6 0 0,8 1 0,4 0 0,4 1 0,3 0 0,0 0 0,1 0 0,0 1 0,0-1 0,2 0-8191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7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24575,'9'10'0,"0"1"0,-1 0 0,0 0 0,-1 1 0,10 18 0,23 69 0,-21-49 0,11 27 0,-4 1 0,16 84 0,-31-124-1365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7.6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0 24575,'-8'2'0,"1"0"0,-1 1 0,1-1 0,0 1 0,0 1 0,-12 6 0,17-8 0,0-1 0,1 0 0,-1 1 0,0 0 0,1-1 0,-1 1 0,1 0 0,0 0 0,-1 0 0,1 0 0,0 0 0,0 0 0,1 0 0,-1 0 0,0 0 0,0 0 0,1 0 0,0 1 0,-1-1 0,1 0 0,0 0 0,0 1 0,0-1 0,0 0 0,1 0 0,-1 1 0,2 3 0,-1-2 0,1 0 0,-1 0 0,1 1 0,0-1 0,1 0 0,-1 0 0,1-1 0,-1 1 0,1-1 0,1 1 0,-1-1 0,0 0 0,1 0 0,-1 0 0,1 0 0,0-1 0,0 0 0,0 0 0,0 0 0,0 0 0,9 2 0,6 1 0,0-1 0,0-1 0,35 1 0,-41-3 0,74 11-1365,-74-11-5461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8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59 144 24575,'37'114'0,"11"24"0,-40-120 0,1 0 0,1-1 0,1 0 0,15 18 0,-26-34 0,1-1 0,-1 1 0,1 0 0,0 0 0,-1 0 0,1-1 0,0 1 0,0 0 0,-1-1 0,1 1 0,0-1 0,0 1 0,0-1 0,1 1 0,-1-1 0,-1 0 0,0 0 0,0 0 0,1 0 0,-1 0 0,0 0 0,0-1 0,1 1 0,-1 0 0,0 0 0,0 0 0,0 0 0,1-1 0,-1 1 0,0 0 0,0 0 0,0 0 0,1-1 0,-1 1 0,0 0 0,0 0 0,0-1 0,0 1 0,0 0 0,0 0 0,0-1 0,0 1 0,0 0 0,0 0 0,0-1 0,1 1 0,-2-1 0,2-2 0,-1 0 0,0-1 0,-1 1 0,1 0 0,-1-1 0,1 1 0,-2-4 0,-15-33 0,-1 1 0,-2 0 0,-29-40 0,-12-25 0,49 81 0,0-1 0,-11-38 0,22 60 0,-1-2 0,1-1 0,0 1 0,-1-1 0,1 1 0,1-1 0,-1 1 0,1-1 0,0 1 0,0-1 0,1-9 0,-1 14 0,0 0 0,0 0 0,0-1 0,1 1 0,-1 0 0,0 0 0,0 0 0,0 0 0,0 0 0,0-1 0,1 1 0,-1 0 0,0 0 0,0 0 0,0 0 0,0 0 0,1 0 0,-1 0 0,0 0 0,0 0 0,0-1 0,1 1 0,-1 0 0,0 0 0,0 0 0,0 0 0,1 0 0,-1 0 0,0 0 0,0 0 0,0 0 0,1 1 0,-1-1 0,0 0 0,0 0 0,0 0 0,1 0 0,-1 0 0,0 0 0,0 0 0,0 0 0,0 0 0,1 1 0,-1-1 0,0 0 0,0 0 0,9 9 0,-8-8 0,121 148 0,-112-136 0,-3-5 0,0 0 0,0-1 0,1 0 0,0 0 0,0-1 0,1 0 0,0 0 0,9 5 0,-10-8 0,-1 1 0,0-1 0,1-1 0,0 1 0,0-1 0,-1-1 0,1 1 0,0-1 0,0-1 0,1 1 0,7-2 0,-14 1 0,1-1 0,0 1 0,0-1 0,-1 0 0,1 0 0,-1 0 0,1 0 0,-1 0 0,1 0 0,-1-1 0,0 1 0,1-1 0,-1 0 0,0 0 0,2-3 0,-1 1 0,0 0 0,0 0 0,0 0 0,-1 0 0,0-1 0,0 1 0,0-1 0,1-5 0,-1-1 0,1 1 0,-2-1 0,0 0 0,0 0 0,-1 0 0,0 1 0,-3-15 0,2 16 0,0 1 0,-1 0 0,0 0 0,0 0 0,-1 0 0,0 0 0,-1 0 0,-5-9 0,9 16 0,0 1 0,0 0 0,-1 0 0,1 0 0,0-1 0,0 1 0,0 0 0,0 0 0,0 0 0,-1-1 0,1 1 0,0 0 0,0 0 0,0 0 0,0 0 0,-1 0 0,1-1 0,0 1 0,0 0 0,-1 0 0,1 0 0,0 0 0,0 0 0,0 0 0,-1 0 0,1 0 0,0 0 0,0 0 0,-1 0 0,1 0 0,0 0 0,0 0 0,-1 0 0,1 0 0,0 0 0,0 0 0,0 0 0,-1 0 0,1 0 0,0 1 0,0-1 0,0 0 0,-1 0 0,1 0 0,0 0 0,0 0 0,0 1 0,-1-1 0,1 0 0,0 0 0,0 0 0,0 1 0,0-1 0,0 0 0,0 0 0,0 0 0,-1 1 0,1-1 0,0 0 0,0 0 0,0 1 0,0-1 0,0 0 0,0 0 0,0 1 0,0-1 0,0 0 0,0 0 0,0 1 0,-1 18 0,4-7 0,0 0 0,1 0 0,0 0 0,1-1 0,0 1 0,8 10 0,3 4 0,25 30 0,6 2-54,65 91-1257,-103-134-5515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2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26 24575,'-7'-7'0,"-5"-3"0,-3 3 0,1 6 0,3 2-8191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1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24575,'2'19'0,"4"7"0,0 2 0,0-3 0,0-2 0,1-2 0,0-6 0,-1-2 0,0-1 0,0-3 0,-1 0 0,2-2 0,1-2 0,3-2 0,1-3 0,-1-5 0,-3-4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2.8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199 30 24575,'-20'-5'0,"-9"-2"0,-1 1 0,1 1 0,3 1 0,4 2 0,3 1 0,5 3 0,5 1-8191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2.9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12 24575,'-27'-5'0,"-9"-2"-8191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3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 17 24575,'19'-4'0,"0"2"0,1 0 0,-1 1 0,1 1 0,26 3 0,-38-2 0,0 0 0,0 1 0,-1 0 0,1 0 0,-1 1 0,0 0 0,0 0 0,0 1 0,0-1 0,0 2 0,-1-1 0,0 1 0,0 0 0,0 0 0,-1 1 0,8 8 0,-6-4 0,-1 0 0,1 1 0,-2 0 0,1 0 0,5 20 0,-8-23 0,-1 1 0,0-1 0,-1 1 0,0-1 0,0 1 0,-1-1 0,0 1 0,0-1 0,-2 10 0,1-15 0,0 1 0,0-1 0,0 0 0,0 0 0,0 1 0,-1-1 0,0 0 0,1-1 0,-1 1 0,0 0 0,-1 0 0,1-1 0,0 1 0,-1-1 0,1 0 0,-1 0 0,0 0 0,0 0 0,0 0 0,0 0 0,0-1 0,0 0 0,0 1 0,0-1 0,-1 0 0,1-1 0,0 1 0,-6 0 0,0 0 0,0-1 0,0 0 0,0-1 0,0 1 0,0-2 0,0 1 0,1-1 0,-1-1 0,-16-6 0,7 1 0,0-1 0,1-1 0,-1 0 0,2-1 0,0-1 0,0-1 0,1 0 0,-26-30 0,38 37 0,-1 0 0,1 0 0,0 0 0,0 0 0,1-1 0,0 1 0,0-1 0,1 0 0,0 1 0,-1-14 0,2 16 0,-1 0 0,1 0 0,0 0 0,1 0 0,-1-1 0,1 1 0,0 0 0,0 0 0,0 0 0,0 0 0,1 0 0,-1 1 0,1-1 0,0 0 0,1 1 0,-1-1 0,0 1 0,7-6 0,-7 7 8,0 1 0,0-1 0,1 1 0,-1 0 1,1 0-1,0 0 0,-1 0 0,1 0 0,0 1 0,5-1 0,28 0-755,-28 2 40,5-1-6119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3.8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0 24575,'-22'15'0,"-7"7"0,-2 0 0,3-2 0,3-3 0,6-5-8191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4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24575,'7'19'0,"3"12"0,-1 3 0,1 1 0,-1-4 0,0-4 0,-2-2 0,1-3 0,-1 0 0,1-1 0,-1-2 0,-2-4-8191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4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157 0 24575,'-17'22'0,"-8"10"0,-3-1 0,2-2 0,2-5 0,3-3 0,5-6-8191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4.9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24575,'0'0'-8191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5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24575,'22'4'0,"10"3"0,2-1 0,-3-1 0,-6 1 0,-5 0 0,-3-2 0,-5 1 0,-2 1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7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0 24575,'-27'3'0,"-12"0"0,-1 2 0,6 4 0,9 1 0,9 0-8191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8.5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0 104 24575,'14'11'0,"-1"1"0,-1 0 0,0 1 0,0 1 0,-2-1 0,1 2 0,-2 0 0,0 0 0,-1 0 0,11 31 0,21 63 0,-90-231 0,-29-82 0,77 198 0,0 3 0,1 0 0,0 0 0,1 0 0,-1 0 0,0 0 0,1 0 0,0 0 0,-1 0 0,1 0 0,0 0 0,1-4 0,-1 7 0,0 0 0,0 0 0,0-1 0,1 1 0,-1 0 0,0 0 0,0 0 0,0-1 0,0 1 0,0 0 0,1 0 0,-1 0 0,0-1 0,0 1 0,0 0 0,0 0 0,1 0 0,-1 0 0,0 0 0,0 0 0,0 0 0,1-1 0,-1 1 0,0 0 0,0 0 0,1 0 0,-1 0 0,0 0 0,0 0 0,1 0 0,-1 0 0,0 0 0,0 0 0,0 0 0,1 0 0,10 6 0,6 11 0,-1 2 0,2 2 0,24 24 0,-36-39 0,1-1 0,0 1 0,0-1 0,0-1 0,1 1 0,-1-1 0,1 0 0,10 2 0,-17-5 0,1 0 0,-1-1 0,1 0 0,-1 1 0,1-1 0,0 0 0,-1 1 0,1-1 0,-1 0 0,1 0 0,0-1 0,-1 1 0,1 0 0,-1 0 0,1-1 0,0 1 0,-1-1 0,1 1 0,-1-1 0,0 0 0,1 0 0,-1 1 0,1-1 0,-1 0 0,0 0 0,2-2 0,-1 0 0,0 0 0,0 0 0,0 0 0,-1 0 0,1-1 0,-1 1 0,0-1 0,0 1 0,0-1 0,0-5 0,13-95 0,-14 103 0,0 0 0,0 0 0,0 0 0,0 0 0,1 0 0,-1 0 0,0 0 0,0 0 0,1 0 0,-1 0 0,1 0 0,-1 1 0,1-1 0,-1 0 0,1-1 0,0 2 0,-1 0 0,0 0 0,1 0 0,-1 0 0,0 0 0,0 0 0,1 0 0,-1 0 0,0 0 0,1 0 0,-1 0 0,0 0 0,0 0 0,1 0 0,-1 0 0,0 0 0,1 0 0,-1 0 0,0 0 0,0 0 0,1 1 0,-1-1 0,0 0 0,0 0 0,1 0 0,-1 1 0,0-1 0,0 0 0,1 0 0,-1 1 0,3 3 0,1 0 0,-1 1 0,5 8 0,-7-10 0,107 201 0,-53-84-1365,-51-110-5461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8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77 24575,'-10'-15'0,"-5"-4"0,-3 0 0,-4 6 0,1 6 0,0 3 0,-1 6 0,2 1 0,0 2 0,2-2 0,5 0-8191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9.3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24575,'5'7'0,"0"0"0,-1 0 0,1 1 0,-1 0 0,-1 0 0,0 0 0,0 0 0,4 17 0,3 7 0,20 47-34,-8-24-632,17 69 1,-36-111-6161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42.4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24575,'3'36'0,"1"1"0,11 41 0,-2-7 0,23 111 0,-21-127-1365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42.8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1 24575,'-7'2'0,"-11"4"0,1 0 0,-30 16 0,43-20 0,0 0 0,0 0 0,1 1 0,-1 0 0,1 0 0,-1 0 0,1 0 0,0 0 0,0 1 0,0 0 0,1-1 0,-1 1 0,1 0 0,0 0 0,0 0 0,-3 9 0,5-12 0,0 0 0,0 0 0,0 0 0,0 0 0,0 0 0,0 0 0,0 0 0,0 0 0,0 0 0,0 0 0,0 0 0,1 0 0,-1 0 0,0 0 0,1 0 0,-1 0 0,1 0 0,-1-1 0,1 1 0,-1 0 0,1 0 0,0 0 0,-1 0 0,1-1 0,0 1 0,0 0 0,-1-1 0,1 1 0,0-1 0,0 1 0,0-1 0,0 1 0,0-1 0,0 0 0,1 1 0,5 1 0,-1 0 0,1-1 0,0 0 0,9 1 0,-3-1 0,12 2-120,-8-2-58,0 2 0,0-1 1,0 2-1,-1 0 0,0 1 0,24 11 0,-31-11-6648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43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17 24575,'-1'-2'0,"-4"-11"0,1 12 0,0 7 0,3-2 0,-1 0 0,1-1 0,-1 1 0,-1 0 0,1 0 0,0-1 0,-1 0 0,0 1 0,0-1 0,0 0 0,0 0 0,0-1 0,-5 4 0,-4 1 0,0 0 0,-24 8 0,23-10 0,1 0 0,-22 13 0,23-12 0,9-5 0,0 0 0,0 0 0,0 0 0,1 0 0,-1 0 0,0 0 0,1 0 0,-1 0 0,1 1 0,-1-1 0,1 1 0,-2 2 0,3-4 0,0 1 0,0-1 0,0 1 0,0-1 0,1 1 0,-1-1 0,0 1 0,0-1 0,1 1 0,-1-1 0,0 1 0,1-1 0,-1 0 0,1 1 0,-1-1 0,0 0 0,1 1 0,-1-1 0,1 0 0,-1 0 0,1 1 0,-1-1 0,1 0 0,-1 0 0,1 0 0,-1 1 0,2-1 0,16 5 0,-18-5 0,105 22 0,-31-7 0,-40-9-89,-21-4-93,0 0 0,0 1-1,-1 1 1,0 0 0,0 0-1,21 11 1,-24-8-6644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44.5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1 24575,'-4'0'0,"-1"0"0,1 1 0,-1 0 0,1 0 0,0 1 0,-1-1 0,1 1 0,0 0 0,-6 3 0,-36 27 0,26-17 0,0-2 0,-1-2 0,-31 14 0,51-24 0,1-1 0,-1 0 0,0 0 0,1 1 0,-1-1 0,0 0 0,1 1 0,-1-1 0,0 1 0,1-1 0,-1 1 0,1-1 0,-1 1 0,1-1 0,-1 1 0,1-1 0,0 1 0,-1 1 0,1-2 0,0 1 0,0-1 0,0 0 0,0 1 0,0-1 0,0 0 0,0 1 0,1-1 0,-1 0 0,0 1 0,0-1 0,0 0 0,1 1 0,-1-1 0,0 0 0,1 1 0,-1-1 0,0 0 0,0 0 0,1 0 0,-1 1 0,0-1 0,1 0 0,-1 0 0,1 0 0,6 3 0,-1 0 0,1-1 0,8 1 0,-5 0 0,167 61 0,-147-50-1365,-20-9-5461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45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301 55 24575,'-24'-10'0,"-11"-3"0,-2 1 0,3 2 0,5 2 0,7 6 0,5 3 0,3 4 0,1 1 0,4 2 0,-1-1 0,1-1 0,-2-2 0,-1-1 0,-1-2 0,2 0-8191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46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292 160 24575,'-3'4'0,"0"0"0,1 1 0,-1 0 0,1 0 0,0 0 0,1-1 0,-1 2 0,1-1 0,0 0 0,0 0 0,0 0 0,1 1 0,0-1 0,0 0 0,0 0 0,1 7 0,0-10 0,-1-1 0,0 1 0,1-1 0,-1 1 0,0-1 0,0 1 0,0-1 0,-1 1 0,1 0 0,0-1 0,0 1 0,-1-1 0,1 1 0,-1-1 0,0 1 0,1-1 0,-1 0 0,-1 2 0,1-2 0,-1 1 0,1-1 0,-1 0 0,1 0 0,-1-1 0,1 1 0,-1 0 0,0-1 0,1 1 0,-1 0 0,0-1 0,0 0 0,1 1 0,-1-1 0,0 0 0,-2 0 0,-2 0 0,-1-1 0,0 0 0,0 0 0,1 0 0,-1-1 0,1 1 0,-1-2 0,1 1 0,0-1 0,-11-6 0,-5-5 0,-29-24 0,45 34 0,-2-2 0,1 0 0,0-1 0,0 0 0,1 0 0,0 0 0,0-1 0,-8-15 0,12 18 0,0 1 0,0 0 0,0 0 0,1-1 0,0 1 0,0-1 0,0 1 0,0-1 0,1 0 0,0 1 0,0-1 0,0 1 0,0-1 0,1 0 0,0 1 0,0-1 0,0 1 0,3-7 0,-3 8 0,1 0 0,0 0 0,0 0 0,1 0 0,-1 0 0,1 0 0,-1 0 0,1 1 0,0-1 0,0 1 0,0 0 0,6-4 0,-6 5 0,0-1 0,0 1 0,-1 0 0,1 0 0,0 0 0,0 0 0,0 0 0,0 1 0,0 0 0,0-1 0,0 1 0,1 0 0,-1 0 0,0 1 0,0-1 0,3 1 0,-4 0 0,-1 0 0,0-1 0,1 1 0,-1 0 0,1 0 0,-1 0 0,0 0 0,0 0 0,0 1 0,0-1 0,0 0 0,0 0 0,0 1 0,0-1 0,0 1 0,0-1 0,0 2 0,9 30 0,-7-19 0,1-1 0,0 0 0,0-1 0,6 13 0,-8-20 0,0-1 0,1 0 0,0 0 0,-1 0 0,2-1 0,-1 1 0,0-1 0,1 1 0,4 3 0,6 2 0,-1 0 0,2-1 0,-1 0 0,1-1 0,0-1 0,0-1 0,1 0 0,-1 0 0,1-2 0,0 0 0,1-1 0,-1 0 0,0-2 0,27-1 0,-41 1 0,1 0 0,-1-1 0,0 1 0,0 0 0,0-1 0,0 0 0,0 1 0,0-1 0,0 0 0,0 0 0,0 0 0,-1 0 0,1 0 0,0-1 0,-1 1 0,1 0 0,0-1 0,-1 1 0,0-1 0,1 0 0,-1 1 0,0-1 0,0 0 0,2-3 0,-2 2 0,-1 0 0,1 0 0,-1 0 0,1 0 0,-1 0 0,0 0 0,0 0 0,0 1 0,0-1 0,-1 0 0,1 0 0,-1 0 0,0 0 0,0 0 0,0 1 0,0-1 0,-3-4 0,0 1-91,-1 0 0,0 0 0,0 1 0,0-1 0,-1 1 0,0 0 0,0 1 0,0-1 0,-1 1 0,1 1 0,-1-1 0,0 1 0,0 0 0,-8-2 0,5 2-6735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48.2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447 72 24575,'-6'-8'0,"0"-1"0,-1 1 0,-1 1 0,1-1 0,-17-12 0,22 19 0,-1 0 0,1-1 0,0 1 0,0 0 0,0 0 0,-1 0 0,1 0 0,0 1 0,-1-1 0,1 1 0,-1-1 0,1 1 0,-1 0 0,1 0 0,-1 0 0,1 0 0,-1 1 0,1-1 0,-1 0 0,1 1 0,0 0 0,-1 0 0,1 0 0,0 0 0,-1 0 0,1 0 0,0 0 0,0 1 0,0-1 0,-3 4 0,-7 8 0,0 0 0,1 1 0,0 1 0,2-1 0,-1 2 0,-12 30 0,5-12 0,13-28 0,1 0 0,-1 0 0,0-1 0,-1 1 0,0-1 0,0 0 0,0 0 0,0-1 0,-1 1 0,-9 5 0,13-9 0,-1 1 0,1-1 0,-1 0 0,0 1 0,1-1 0,-1-1 0,0 1 0,0 0 0,1-1 0,-1 1 0,0-1 0,0 0 0,0 0 0,0 0 0,0 0 0,1 0 0,-1-1 0,0 1 0,0-1 0,0 0 0,1 0 0,-1 0 0,0 0 0,1-1 0,-1 1 0,1-1 0,-1 1 0,-1-3 0,-3-2 0,1-1 0,0 0 0,0 0 0,0-1 0,1 1 0,0-1 0,1-1 0,0 1 0,0 0 0,1-1 0,0 0 0,0 0 0,-2-18 0,4 25 0,1 0 0,0 0 0,-1 0 0,1 1 0,0-1 0,0 0 0,1 0 0,-1 0 0,0 0 0,0 0 0,1 1 0,0-1 0,-1 0 0,1 0 0,0 1 0,0-1 0,-1 0 0,1 1 0,1-1 0,-1 1 0,0-1 0,0 1 0,0 0 0,1-1 0,2-1 0,-2 2 0,1 0 0,0 0 0,-1 0 0,1 0 0,0 0 0,-1 0 0,1 1 0,0-1 0,0 1 0,0 0 0,0 0 0,-1 0 0,1 0 0,0 1 0,0-1 0,5 2 0,9 5 0,1 0 0,-1 1 0,-1 1 0,1 1 0,26 20 0,-5-3 0,-13-11 0,101 62 0,-102-64 0,1-2 0,0-1 0,36 10 0,-59-20 0,38 7 0,-38-7 0,0-1 0,-1 0 0,1 0 0,0 1 0,-1-1 0,1 0 0,-1-1 0,1 1 0,0 0 0,-1 0 0,1-1 0,-1 1 0,1-1 0,-1 0 0,1 1 0,-1-1 0,1 0 0,-1 0 0,0 0 0,1 0 0,0-1 0,-1 1-65,-1 0 0,1 1 0,-1-1 0,0 0 0,0 0 0,1 0 0,-1 0 0,0 0 0,0 0 0,0 0 0,0 0 0,0 0 0,0 0 0,0 0 0,-1 0 0,1 0 0,0 0 0,0 1 0,-1-1 0,0-2 0,-4-8-6761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49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24575,'13'3'0,"8"2"0,3 4 0,1 3 0,-2 3 0,0 3 0,-2 0 0,-1-1 0,-2 2 0,-5 1 0,-1-2 0,-2 0 0,-4-2 0,-3 0 0,-1-2 0,-4 1 0,-4-1 0,-1-2-8191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56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24575,'0'-1'0,"0"1"0,0 0 0,0 0 0,0 0 0,0 0 0,1-1 0,-1 1 0,0 0 0,0 0 0,0 0 0,0 0 0,0 0 0,0 0 0,1-1 0,-1 1 0,0 0 0,0 0 0,0 0 0,0 0 0,1 0 0,-1 0 0,0 0 0,0 0 0,0 0 0,0 0 0,1 0 0,-1 0 0,0 0 0,0 0 0,0 0 0,1 0 0,-1 0 0,0 0 0,0 0 0,0 0 0,0 0 0,1 0 0,-1 0 0,0 0 0,0 0 0,0 0 0,0 0 0,1 1 0,-1-1 0,0 0 0,0 0 0,0 0 0,0 0 0,0 0 0,0 1 0,1-1 0,8 7 0,12 10 0,-1 2 0,32 38 0,29 49 0,-19-22 0,10-1 0,3-3 0,113 93 0,-179-161 0,-8-7 0,-9-8 0,-15-14-1365,11 7-5461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57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18 24575,'6'-14'0,"-2"11"0,-1 9 0,-3-2 0,1-1 0,-1 1 0,-1-1 0,1 1 0,0-1 0,-1 0 0,0 1 0,0-1 0,0 1 0,0-1 0,-2 3 0,-21 39 0,11-22 0,-10 18 0,13-24 0,1 1 0,0-1 0,1 1 0,-6 21 0,-13 104 0,20-92 0,-18 59 0,10-68 37,9-26-504,0 1-1,-3 18 1,7-23-6359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57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24575,'3'-3'0,"0"1"0,1-1 0,-1 1 0,0 0 0,1 0 0,0 0 0,-1 1 0,1-1 0,0 1 0,0 0 0,0 0 0,-1 0 0,1 1 0,0-1 0,0 1 0,0 0 0,0 0 0,0 0 0,0 1 0,0-1 0,0 1 0,0 0 0,0 0 0,6 3 0,-5-2 0,-1 0 0,1 0 0,-1 0 0,1 1 0,-1 0 0,0 0 0,0 0 0,0 0 0,-1 0 0,1 1 0,-1-1 0,0 1 0,0 0 0,0 0 0,0 1 0,-1-1 0,0 0 0,0 1 0,3 8 0,-4-10 0,-1 1 0,0-1 0,0 0 0,0 1 0,0-1 0,0 1 0,-1-1 0,1 0 0,-1 1 0,0-1 0,0 0 0,0 0 0,0 0 0,-1 1 0,1-1 0,-3 2 0,-4 7 0,-1 0 0,-16 16 0,16-18 0,-15 20 0,23-29 0,1 0 0,0-1 0,-1 1 0,1 0 0,0-1 0,-1 1 0,1 0 0,0-1 0,0 1 0,-1 0 0,1 0 0,0-1 0,0 1 0,0 0 0,0 0 0,0-1 0,0 1 0,0 0 0,0 0 0,1-1 0,-1 1 0,0 0 0,0 0 0,1-1 0,-1 1 0,0 0 0,1-1 0,-1 1 0,1 0 0,-1-1 0,0 1 0,1-1 0,0 1 0,-1-1 0,1 1 0,-1-1 0,1 1 0,0-1 0,-1 1 0,1-1 0,0 0 0,-1 0 0,1 1 0,0-1 0,0 0 0,0 0 0,7 3 0,-1-1 0,1 0 0,13 0 0,-12 0 0,6 0-108,5 2 229,40 2 0,-55-6-228,0 0-1,-1 0 1,1 0 0,0-1 0,0 0 0,0 0 0,-1 0 0,1-1 0,0 1 0,-1-1 0,0 0 0,1 0 0,6-6 0,-2 0-6719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58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71 24575,'-3'-12'0,"-1"-1"0,2 1 0,-2-21 0,4 33 0,0 0 0,0 0 0,0 0 0,0 0 0,0 0 0,0 0 0,0 0 0,0 0 0,0 0 0,0 0 0,0 0 0,0 0 0,0 0 0,0 0 0,0 0 0,0 0 0,1 0 0,-1 0 0,0 0 0,0 0 0,0 0 0,0 0 0,0 0 0,0 0 0,0 0 0,0 0 0,0 0 0,0 0 0,0 0 0,0 0 0,0 0 0,0 0 0,0 0 0,0 0 0,0 0 0,0 0 0,0 0 0,0 0 0,0 0 0,0 0 0,0 0 0,0-1 0,0 1 0,0 0 0,0 0 0,0 0 0,0 0 0,0 0 0,0 0 0,0 0 0,3 6 0,2 10 0,-4-11 0,-1 0 0,0 0 0,0 0 0,0 1 0,0-1 0,-1 0 0,0 0 0,0 0 0,-1 0 0,1 0 0,-3 6 0,-4 5 0,-20 30 0,20-34 0,1 0 0,-1 1 0,-7 21 0,11-20 0,0 0 0,1 1 0,1-1 0,0 19 0,3 58 0,0-73 0,2 0 0,0-1 0,1 1 0,1-1 0,0 0 0,12 26 0,-1-11 0,1-1 0,29 39 0,-39-61 0,1 0 0,0 0 0,0-1 0,1-1 0,0 1 0,0-1 0,0-1 0,1 0 0,0 0 0,1-1 0,11 5 0,-19-9-124,0 0 0,0 0 0,0-1 0,1 1 0,-1-1 0,0 0-1,0 1 1,0-2 0,0 1 0,5-1 0,3-2-6702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59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75 190 24575,'50'-36'0,"-34"26"0,-1-1 0,28-24 0,-42 33 0,1 1 0,-1-1 0,1 0 0,-1 1 0,0-1 0,0 0 0,1 0 0,-1 0 0,0 0 0,-1 0 0,1 0 0,0 0 0,-1 0 0,1 0 0,-1-1 0,1 1 0,-1-4 0,0 4 0,-1 0 0,1 0 0,-1 1 0,0-1 0,1 0 0,-1 0 0,0 0 0,0 1 0,0-1 0,0 1 0,-1-1 0,1 0 0,0 1 0,-1 0 0,1-1 0,-1 1 0,1 0 0,-1 0 0,1 0 0,-3-1 0,-3-2 0,0 0 0,-1 1 0,1 0 0,-1 0 0,0 1 0,0 0 0,0 0 0,0 1 0,0 0 0,0 1 0,0-1 0,-11 2 0,15-1 0,1 1 0,-1-1 0,1 1 0,-1 0 0,1 0 0,0 0 0,-1 0 0,1 1 0,0-1 0,0 1 0,0 0 0,0 0 0,0 0 0,0 0 0,1 0 0,-1 1 0,1-1 0,-1 1 0,1 0 0,0 0 0,0 0 0,0 0 0,0 0 0,1 0 0,-1 0 0,1 0 0,0 1 0,0-1 0,0 1 0,0 4 0,0-3 0,0 0 0,1 0 0,0 0 0,0 1 0,0-1 0,1 0 0,0 0 0,0 0 0,0 1 0,1-1 0,-1 0 0,4 6 0,0-2 0,1-1 0,-1 0 0,1 0 0,1 0 0,11 10 0,-3-3 0,1-1 0,0 0 0,1-2 0,22 13 0,-28-19 0,-1-1 0,1 0 0,0-1 0,0 0 0,1-1 0,-1 0 0,1-1 0,-1 0 0,14 0 0,-9-1-119,-5 0 182,0-1 1,0 0-1,14-3 0,-23 3-131,1 0 0,-1-1-1,0 1 1,0-1 0,1 0 0,-1 0 0,0 0 0,0 0 0,0 0 0,0 0-1,0 0 1,0-1 0,-1 1 0,1-1 0,0 1 0,-1-1 0,1 0-1,-1 0 1,1 0 0,-1 0 0,1-2 0,2-7-6758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59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24575,'154'338'0,"-134"-291"0,20 35 0,-14-32 0,-25-48 0,0 1 0,0-1 0,0 1 0,0-1 0,-1 1 0,1 4 0,-1-7 0,1 1 0,-1-1 0,0 1 0,0-1 0,-1 0 0,1 1 0,0-1 0,0 1 0,0-1 0,0 1 0,0-1 0,0 0 0,-1 1 0,1-1 0,0 1 0,0-1 0,0 0 0,-1 1 0,1-1 0,0 0 0,-1 1 0,1-1 0,0 0 0,-1 0 0,1 1 0,0-1 0,-1 0 0,1 0 0,0 0 0,-1 1 0,1-1 0,-1 0 0,1 0 0,0 0 0,-1 0 0,1 0 0,-1 0 0,1 0 0,-1 0 0,1 0 0,0 0 0,-1 0 0,1 0 0,-1 0 0,1 0 0,-1 0 0,1 0 0,-1-1 0,-10-2 0,1 0 0,-1 0 0,1-1 0,0-1 0,-11-5 0,-1-4 0,-22-16 0,32 21 0,1 0 0,-17-17 0,26 24 0,0-1 0,-1 1 0,1-1 0,0 0 0,0 0 0,1 0 0,-1 0 0,0 0 0,1 0 0,0 0 0,0 0 0,0-1 0,0 1 0,0-1 0,1 1 0,-1-7 0,2 8 0,-1 0 0,1 0 0,0 0 0,-1 0 0,1 0 0,0 0 0,0 0 0,0 0 0,1 1 0,-1-1 0,0 0 0,1 1 0,-1-1 0,1 1 0,-1 0 0,1-1 0,0 1 0,0 0 0,-1 0 0,1 0 0,0 0 0,0 0 0,0 0 0,0 1 0,0-1 0,4 0 0,5-1 0,0 0 0,0 1 0,17 0 0,-27 1 0,28 1-1,-19-1-340,1 0 0,-1 0 0,13-2 0,-11-1-6485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00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24575,'5'2'0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00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0 159 24575,'18'10'0,"0"2"0,-1 0 0,20 18 0,-23-18 0,1 0 0,-1-1 0,2-1 0,27 14 0,-39-22 0,1 0 0,-1 0 0,1-1 0,0 0 0,0 0 0,0 0 0,0 0 0,0-1 0,-1 0 0,1 0 0,6-1 0,-8 0 0,-1 1 0,0-1 0,1 0 0,-1 0 0,0 0 0,0 0 0,0 0 0,0 0 0,0 0 0,0-1 0,0 1 0,0-1 0,0 0 0,-1 1 0,1-1 0,-1 0 0,1 0 0,-1 0 0,0 0 0,1 0 0,-1 0 0,0 0 0,-1-1 0,2-3 0,-1 2 0,0 0 0,0-1 0,-1 1 0,1 0 0,-1 0 0,0 0 0,-1-1 0,1 1 0,-2-6 0,-1-2 0,-9-21 0,0-2 0,12 35 0,0 0 0,0-1 0,0 1 0,-1 0 0,1 0 0,0 0 0,0 0 0,0 0 0,0 0 0,0-1 0,0 1 0,0 0 0,0 0 0,0 0 0,0 0 0,0 0 0,0-1 0,0 1 0,0 0 0,0 0 0,0 0 0,0 0 0,0 0 0,0 0 0,0-1 0,0 1 0,1 0 0,-1 0 0,0 0 0,0 0 0,0 0 0,0 0 0,0 0 0,0-1 0,0 1 0,0 0 0,0 0 0,1 0 0,-1 0 0,0 0 0,7 2 0,10 11 0,-13-10 0,6 4 0,0 0 0,1 0 0,0-1 0,0 0 0,0-1 0,1-1 0,0 0 0,0 0 0,0-1 0,0-1 0,1 0 0,-1-1 0,1 0 0,-1 0 0,16-3 0,-27 2 0,1 0 0,0 0 0,0 0 0,0-1 0,0 1 0,-1-1 0,1 1 0,0-1 0,-1 0 0,1 1 0,0-1 0,-1 0 0,1 0 0,-1 0 0,1 0 0,-1-1 0,1 1 0,-1 0 0,0-1 0,0 1 0,0 0 0,0-1 0,0 0 0,0 1 0,0-1 0,0 1 0,-1-1 0,1 0 0,0 0 0,-1 1 0,0-1 0,1 0 0,-1 0 0,0 0 0,0 0 0,0 1 0,0-4 0,-1-1 0,0 1 0,0-1 0,0 1 0,-1-1 0,1 1 0,-2-1 0,1 1 0,0 0 0,-1 0 0,0 0 0,-4-4 0,1 0-114,-2 1 1,1 0-1,-1 1 0,0 0 0,-1 0 1,1 1-1,-1 0 0,-1 0 0,1 1 1,-1 0-1,-11-3 0,7 3-6712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01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24575,'0'-5'0,"0"-1"0,0 1 0,1-1 0,2-9 0,-3 14 0,0 1 0,1-1 0,-1 0 0,0 0 0,0 0 0,1 1 0,-1-1 0,1 0 0,-1 1 0,0-1 0,1 0 0,-1 1 0,1-1 0,0 0 0,-1 1 0,1-1 0,0 1 0,-1-1 0,1 1 0,0-1 0,-1 1 0,1 0 0,0-1 0,0 1 0,-1 0 0,1 0 0,0-1 0,0 1 0,0 0 0,-1 0 0,1 0 0,0 0 0,0 0 0,0 0 0,-1 0 0,1 0 0,0 1 0,0-1 0,0 0 0,0 1 0,6 2 0,0 0 0,-1 0 0,0 1 0,11 8 0,12 7 0,-22-15 0,0 0 0,0 0 0,-1 1 0,1 0 0,-1 0 0,10 11 0,-14-15 0,-1 1 0,0-1 0,0 1 0,0 0 0,0-1 0,0 1 0,0 0 0,0 0 0,-1-1 0,1 1 0,-1 0 0,1 0 0,-1 0 0,0 0 0,0 0 0,0 0 0,0 0 0,0 0 0,0-1 0,0 1 0,-1 0 0,1 0 0,-1 0 0,1 0 0,-1 0 0,0-1 0,0 1 0,0 0 0,0 0 0,0-1 0,0 1 0,0-1 0,-2 3 0,0-1 0,0 0 0,0-1 0,-1 1 0,1-1 0,-5 3 0,-12 10 0,20-15 0,0 0 0,1 1 0,-1-1 0,0 0 0,0 0 0,0 0 0,0 0 0,0 0 0,0 0 0,0 0 0,0 1 0,0-1 0,0 0 0,0 0 0,1 0 0,-1 0 0,0 0 0,0 0 0,0 0 0,0 0 0,0 0 0,0 0 0,1 0 0,-1 0 0,0 0 0,0 0 0,0 0 0,0 0 0,0 1 0,1-2 0,-1 1 0,0 0 0,0 0 0,0 0 0,0 0 0,0 0 0,0 0 0,1 0 0,-1 0 0,0 0 0,0 0 0,0 0 0,0 0 0,0 0 0,0 0 0,0 0 0,1 0 0,-1-1 0,9 0 0,19-5-266,1 1 0,-1 2 0,1 1-1,44 2 1,-72 0 232,13 0-6792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01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24575,'22'7'0,"-1"2"0,0 1 0,-1 0 0,0 2 0,0 0 0,-1 1 0,-1 1 0,29 29 0,-23-17 0,0 2 0,-2 0 0,-1 1 0,31 60 0,-19-25 0,-3 2 0,-3 1 0,36 136 0,-57-179 0,-1 0 0,-2 0 0,0 0 0,-2 37 0,-1-53 0,-1 0 0,0 0 0,0-1 0,-1 1 0,0 0 0,0-1 0,-1 1 0,0-1 0,0 0 0,-1 0 0,0 0 0,0 0 0,-1-1 0,0 1 0,0-1 0,0 0 0,-10 8 0,2-6-70,0 0-1,0 0 0,-1-1 1,0-1-1,0 0 0,-17 4 1,13-4-801,-1 0-5955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03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1 24575,'-13'7'0,"-5"3"0,-4-1 0,1-1 0,1-3 0,1-2 0,2-1 0,1-1 0,1-1 0,0-1 0,1 1 0,0 0 0,0-1 0,0 1 0,-1 0 0,1-3 0,0 0 0,2 0-8191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03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46 24575,'-27'-12'0,"-11"-2"0,-2 2 0,3 5 0,6 6 0,6 6 0,7 2-8191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08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29 130 24575,'-1'-16'0,"-1"-1"0,-5-22 0,2 10 0,5 26 0,-1 0 0,1 0 0,-1 1 0,0-1 0,0 0 0,0 0 0,0 0 0,-2-3 0,3 6 0,0 0 0,0 0 0,-1 0 0,1 0 0,0 0 0,0 0 0,0 0 0,0 0 0,0 0 0,0 0 0,0 0 0,-1 0 0,1 0 0,0 0 0,0 0 0,0 0 0,0 0 0,0 0 0,0 0 0,-1 0 0,1 0 0,0 0 0,0 0 0,0 1 0,0-1 0,0 0 0,0 0 0,0 0 0,0 0 0,0 0 0,-1 0 0,1 0 0,0 0 0,0 0 0,0 0 0,0 1 0,0-1 0,0 0 0,0 0 0,0 0 0,0 0 0,0 0 0,0 0 0,0 1 0,0-1 0,0 0 0,0 0 0,0 0 0,0 0 0,0 0 0,0 0 0,0 0 0,0 1 0,0-1 0,0 0 0,0 0 0,0 0 0,0 0 0,0 0 0,-1 10 0,2-1 0,1 0 0,-1 0 0,2-1 0,-1 1 0,7 15 0,23 41 0,-29-60 0,53 87 0,-26-45 0,-16-20-1365,-10-15-5461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09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810 1 24575,'2'1'0,"1"0"0,-1 0 0,1 0 0,-1 0 0,0 0 0,1 1 0,3 2 0,-6-4 0,0 1 0,1-1 0,-1 0 0,0 0 0,0 1 0,1-1 0,-1 0 0,0 0 0,0 1 0,0-1 0,1 0 0,-1 1 0,0-1 0,0 0 0,0 1 0,0-1 0,0 0 0,0 1 0,0-1 0,0 1 0,0-1 0,0 0 0,0 1 0,0-1 0,0 1 0,-1 0 0,1-1 0,0 1 0,-1-1 0,1 0 0,-1 1 0,1-1 0,-1 1 0,0-1 0,1 0 0,-1 1 0,1-1 0,-1 0 0,0 0 0,1 0 0,-1 1 0,1-1 0,-1 0 0,-1 0 0,-15 2 0,0 0 0,-1-1 0,-34-3 0,10 1 0,-240-8 0,10 3 0,217 6 0,44 0-455,-1 1 0,-20 4 0,19-2-6371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0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69 24575,'0'11'0,"1"0"0,0 1 0,0-1 0,1 0 0,1 1 0,0-1 0,0-1 0,8 17 0,55 103 0,-55-92 0,-25-61 0,-3-23 0,-14-56 0,2 2 0,9 27 0,45 101 0,-10-10 0,1-1 0,1-1 0,1-1 0,37 26 0,-46-35 0,1-1 0,-1 0 0,1 0 0,1-1 0,-1 0 0,0-1 0,1 0 0,0-1 0,0 0 0,0-1 0,0 0 0,18-1 0,-25 0 0,-1-1 0,1 1 0,-1-1 0,1 0 0,-1 0 0,0 0 0,1 0 0,-1-1 0,0 1 0,0-1 0,0 0 0,0 0 0,0 0 0,3-4 0,-2 2 0,-1 1 0,-1-1 0,1 0 0,0 0 0,-1 0 0,0-1 0,0 1 0,0-1 0,2-6 0,-1-3 0,-1-1 0,0 0 0,-1 0 0,0 0 0,-3-24 0,4 49 0,0 1 0,1-1 0,0 0 0,0 0 0,10 18 0,-1-5 0,21 33 0,-16-33 67,35 34-1,0 2-1564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4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761 16 24575,'11'-3'0,"-9"3"0,0 0 0,0-1 0,0 1 0,0-1 0,0 1 0,-1-1 0,1 0 0,0 0 0,0 0 0,1-1 0,-26-2 0,-347 3 0,179 3 0,178-1 0,0 0 0,0 1 0,0 1 0,-20 6 0,-10 3 0,-29 4 0,62-13 0,13 1 0,15 1 0,174 20 0,-146-17 0,0 3 0,50 19 0,-88-28 0,-1 2 0,1-1 0,-1 1 0,0 1 0,9 5 0,-14-9 0,-1 1 0,0-1 0,0 0 0,1 0 0,-1 1 0,0-1 0,0 1 0,0-1 0,0 1 0,0 0 0,-1-1 0,1 1 0,0 2 0,-1-3 0,1 0 0,-1 1 0,-1-1 0,1 0 0,0 0 0,0 0 0,0 1 0,-1-1 0,1 0 0,0 0 0,-1 0 0,1 0 0,-1 1 0,1-1 0,-1 0 0,0 0 0,0 0 0,1 0 0,-1 0 0,0-1 0,-2 3 0,-5 3 0,-1 0 0,0-1 0,0 0 0,0 0 0,-1-1 0,0 0 0,-10 2 0,0 1 0,-49 16 0,-49 20 0,105-37 0,1 0 0,-1 1 0,2 0 0,-1 1 0,1 1 0,-18 17 0,21-17 0,0 1 0,2 0 0,-1 1 0,1-1 0,1 1 0,-7 17 0,7-16 0,5-11 0,0-1 0,-1 1 0,1-1 0,0 0 0,0 1 0,0-1 0,0 1 0,0-1 0,0 1 0,0-1 0,0 1 0,0-1 0,0 0 0,0 1 0,0-1 0,0 1 0,0-1 0,0 1 0,0-1 0,1 0 0,-1 1 0,0-1 0,0 1 0,0-1 0,1 0 0,-1 1 0,0-1 0,1 0 0,-1 1 0,0-1 0,1 0 0,-1 1 0,0-1 0,1 0 0,-1 0 0,1 1 0,-1-1 0,0 0 0,1 0 0,-1 0 0,1 0 0,-1 0 0,1 1 0,-1-1 0,0 0 0,1 0 0,0 0 0,27 0 0,-21 0 0,139-16 0,-43 3 0,-101 13-7,190-12 135,-150 12-623,0 1-1,66 11 1,-85-7-6331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4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24575,'-1'0'0,"-1"0"0,1-1 0,0 1 0,0 0 0,0 0 0,-1 1 0,1-1 0,0 0 0,0 0 0,-1 1 0,1-1 0,0 0 0,0 1 0,0-1 0,0 1 0,0 0 0,0-1 0,0 1 0,0 0 0,0 0 0,0 0 0,0-1 0,0 1 0,0 0 0,1 0 0,-1 0 0,0 0 0,1 0 0,-1 1 0,1-1 0,-1 0 0,1 0 0,-1 0 0,1 0 0,0 1 0,0-1 0,-1 0 0,1 0 0,0 1 0,0-1 0,0 0 0,0 0 0,1 3 0,0 2 0,1-1 0,-1 1 0,1-1 0,0 1 0,0-1 0,1 0 0,-1 0 0,5 6 0,2 2 0,1 0 0,12 12 0,-19-21 0,0-1 0,1-1 0,-1 1 0,0 0 0,1-1 0,-1 0 0,1 0 0,0 0 0,0 0 0,0-1 0,0 1 0,0-1 0,5 1 0,-8-2-85,1 0 0,-1 0-1,0 0 1,0 0 0,0 0-1,0 0 1,1 0 0,-1-1-1,0 1 1,0 0 0,0-1-1,0 1 1,0-1 0,0 1-1,2-2 1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5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21 24575,'-27'-5'0,"-11"-1"0,-2-1 0,6 5 0,9 1-8191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5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15 24575,'-30'-2'0,"-11"-2"0,-2 1 0,4 1 0,6 0 0,7 1 0,7 0-8191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5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16 24575,'-27'-3'0,"-12"0"0,-3 0 0,2 0 0,6 1 0,6 1 0,6 1 0,3-1 0,6 1-8191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6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60 24575,'-4'1'0,"-10"0"0,0 1 0,-15 5 0,26-7 0,0 1 0,0 0 0,1 0 0,-1 0 0,0 0 0,1 0 0,-1 1 0,1-1 0,0 1 0,-1 0 0,1 0 0,0 0 0,0 0 0,0 0 0,0 0 0,1 0 0,-3 4 0,3-5 0,1 1 0,0 0 0,-1-1 0,1 1 0,0-1 0,0 1 0,0 0 0,0-1 0,0 1 0,0 0 0,1-1 0,-1 1 0,0-1 0,1 1 0,0-1 0,-1 1 0,1-1 0,0 1 0,-1-1 0,1 1 0,0-1 0,0 0 0,0 1 0,0-1 0,3 2 0,3 4 0,0-1 0,1 0 0,9 6 0,-10-7 0,5 3 0,0-1 0,0 0 0,1-1 0,1 0 0,-1-1 0,17 4 0,-19-6 0,0-1 0,0 0 0,0-1 0,0 0 0,1 0 0,-1-2 0,0 1 0,17-4 0,-25 3 0,-1 1 0,1-1 0,0 0 0,-1 0 0,1 0 0,0 0 0,-1 0 0,1-1 0,-1 1 0,1-1 0,-1 1 0,0-1 0,0 0 0,0 0 0,0 0 0,0 0 0,0-1 0,-1 1 0,1 0 0,-1-1 0,1 1 0,-1-1 0,0 0 0,0 1 0,0-1 0,0 0 0,-1 1 0,1-1 0,-1 0 0,1 0 0,-1 0 0,0 0 0,0 1 0,-1-4 0,0-2 0,0 1 0,0 0 0,-1-1 0,-1 1 0,1 0 0,-1 0 0,0 1 0,0-1 0,-1 0 0,0 1 0,0 0 0,-6-6 0,5 6-85,-1 0 0,1 1-1,-1 0 1,-1 0 0,1 0-1,-1 1 1,0 0 0,0 0-1,0 1 1,0 0 0,-1 0-1,1 1 1,-1 0 0,1 0-1,-12-1 1,2 2-6741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7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44 169 24575,'2'6'0,"-1"-1"0,0 1 0,1 0 0,0 0 0,1-1 0,-1 1 0,1-1 0,0 1 0,0-1 0,7 8 0,1 3 0,-8-11 0,6 11 0,1-1 0,1 0 0,18 20 0,-29-35 0,0 0 0,1 0 0,-1 0 0,0 1 0,0-1 0,0 0 0,0 0 0,0 0 0,0 1 0,0-1 0,1 0 0,-1 0 0,0 0 0,0 0 0,0 1 0,1-1 0,-1 0 0,0 0 0,0 0 0,0 0 0,0 0 0,1 0 0,-1 0 0,0 0 0,0 0 0,1 0 0,-1 0 0,0 0 0,0 0 0,0 0 0,1 0 0,-1 0 0,0 0 0,0 0 0,1 0 0,-1 0 0,-2-9 0,-8-12 0,-41-62 0,-15-32 0,61 106 0,2 3 0,-1-1 0,2 1 0,-1-1 0,1 0 0,0 0 0,0 0 0,-1-10 0,3 17 0,0 0 0,0 0 0,0 0 0,0 0 0,0 0 0,0 0 0,0-1 0,0 1 0,0 0 0,0 0 0,0 0 0,0 0 0,0 0 0,0 0 0,0 0 0,0-1 0,0 1 0,0 0 0,0 0 0,0 0 0,0 0 0,0 0 0,0 0 0,0 0 0,0-1 0,0 1 0,0 0 0,0 0 0,1 0 0,-1 0 0,0 0 0,0 0 0,0 0 0,0 0 0,0 0 0,0 0 0,0 0 0,0-1 0,1 1 0,-1 0 0,0 0 0,0 0 0,0 0 0,0 0 0,0 0 0,0 0 0,0 0 0,1 0 0,-1 0 0,0 0 0,0 0 0,0 0 0,0 0 0,0 0 0,0 0 0,1 1 0,7 6 0,7 11 0,-14-18 0,7 12 0,1 0 0,1-1 0,0 0 0,20 17 0,-27-26 0,-1 0 0,1-1 0,-1 1 0,1-1 0,0 1 0,-1-1 0,1 0 0,0 0 0,0 0 0,0 0 0,0-1 0,0 1 0,0-1 0,0 1 0,0-1 0,0 0 0,0 0 0,0-1 0,0 1 0,0-1 0,0 1 0,0-1 0,0 0 0,-1 0 0,1 0 0,0-1 0,0 1 0,-1-1 0,1 1 0,2-3 0,-1 0 0,0 1 0,-1-1 0,0 1 0,1-1 0,-1 0 0,-1 0 0,1 0 0,-1 0 0,1-1 0,-1 1 0,-1-1 0,3-6 0,-1 0 0,-1 1 0,0-1 0,-1 0 0,0-16 0,-1 27 0,0 0 0,0-1 0,0 1 0,0-1 0,0 1 0,0 0 0,0-1 0,0 1 0,0-1 0,0 1 0,0 0 0,0-1 0,0 1 0,0-1 0,0 1 0,1 0 0,-1-1 0,0 1 0,0 0 0,0-1 0,1 1 0,-1 0 0,1-1 0,5 6 0,10 21 0,-11-18 0,15 23-273,3 0 0,0-2 0,2-1 0,39 35 0,-55-54-6553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7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20 24575,'-24'-7'0,"-12"-1"0,2 5 0,3 2 0,8 3 0,4 2 0,7 1-8191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8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 24575,'-10'-8'0,"12"15"0,14 19 0,-14-23 0,27 39 0,-16-25 0,-1 1 0,-1 0 0,11 24 0,-35-58 0,-8-16 0,4-2 0,14 25 0,-1 1 0,0-1 0,0 1 0,-1 0 0,0 0 0,-1 1 0,-6-8 0,12 15 0,0 0 0,-1-1 0,1 1 0,0 0 0,-1-1 0,1 1 0,0 0 0,-1 0 0,1-1 0,-1 1 0,1 0 0,-1 0 0,1 0 0,0-1 0,-1 1 0,1 0 0,-1 0 0,1 0 0,-1 0 0,-2 6 0,7 12 0,4-3 66,12 19 0,1 1-1563,-14-22-5329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22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66 24575,'-13'-18'0,"1"4"0,-11-20 0,35 81 0,-9-37 0,-1 4 0,1 0 0,1-1 0,1 1 0,0-1 0,0 0 0,1-1 0,13 20 0,-7-16-120,-3-4-129,1 1 0,-2-1 0,0 2 0,12 26 0,-17-31-6577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22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676 17 24575,'-26'-6'0,"-1"2"0,-46-3 0,-56 8 0,50 0 0,-103 8 0,92-2 0,40-2-1365,31-2-5461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23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24575,'3'9'0,"1"0"0,1-1 0,7 13 0,-7-12 0,85 132 0,-88-137 24,0-1 0,0 1 0,-1 0 0,3 8 0,-4-11-81,0 0 0,0 0 0,1 0 0,-1 0-1,0 0 1,0 0 0,0 0 0,0 0 0,0 0 0,0-1 0,0 1 0,-1 0-1,1 0 1,0 0 0,0 0 0,-1 0 0,1 0 0,-1 0 0,1 0 0,-1 0 0,1 0-1,-1-1 1,1 1 0,-1 0 0,-1 1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24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490 22 24575,'-4'-3'0,"-1"0"0,0 1 0,1-1 0,-1 1 0,-1 0 0,1 1 0,0-1 0,0 1 0,0 0 0,-1 0 0,-9 1 0,0 0 0,0 2 0,-27 6 0,13-3 0,-11 0 0,0-2 0,-69-4 0,40 0 0,62 1-115,-1 0-302,-1 0 1,-15 2-1,11 1-6409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24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24575,'0'4'0,"0"5"0,0 3 0,0 2 0,2 1 0,1 0 0,0 1 0,2-3 0,0-1 0,2-1 0,-1 1 0,0 1 0,-3 1 0,-1-3-8191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0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713 31 24575,'20'-5'0,"36"-14"0,-56 19 0,1 0 0,-1 0 0,0 0 0,0 0 0,0 0 0,0 0 0,0 0 0,0 0 0,0 0 0,0 0 0,1 0 0,-1 0 0,0 0 0,0 0 0,0 0 0,0 0 0,0 0 0,0 0 0,0 0 0,0 0 0,0 0 0,1 0 0,-1 0 0,0 0 0,0 0 0,0-1 0,0 1 0,0 0 0,0 0 0,0 0 0,0 0 0,0 0 0,0 0 0,0 0 0,0 0 0,1 0 0,-1 0 0,0-1 0,0 1 0,0 0 0,0 0 0,0 0 0,0 0 0,0 0 0,0 0 0,0 0 0,0 0 0,0 0 0,0-1 0,0 1 0,0 0 0,0 0 0,0 0 0,0 0 0,0 0 0,0 0 0,0 0 0,-1 0 0,1-1 0,0 1 0,-8-1 0,-14 0 0,-85 0 0,-80 3 0,82 13 0,-66 14 0,135-22 0,28-5 0,1 0 0,-1-1 0,0 1 0,0-1 0,1-1 0,-1 0 0,0 0 0,0 0 0,-12-3 0,14-1 0,8 1 0,11 1 0,12 7 0,0 1 0,-1 1 0,30 12 0,-15-5 0,-8-4 0,62 24 0,-79-28 0,-1 1 0,1 0 0,-1 1 0,17 13 0,-29-20 0,1 0 0,-1 0 0,0 0 0,0 0 0,1 0 0,-1 1 0,0-1 0,0 0 0,0 1 0,-1-1 0,1 0 0,0 1 0,0-1 0,-1 1 0,1-1 0,-1 1 0,1 0 0,-1-1 0,0 1 0,0 0 0,1 2 0,-2-2 0,1 0 0,-1 0 0,0 0 0,0 0 0,1 0 0,-1 0 0,-1-1 0,1 1 0,0 0 0,0-1 0,0 1 0,-1-1 0,1 1 0,-4 2 0,-3 2 0,-1 0 0,-1-1 0,1 0 0,-1 0 0,-13 4 0,-99 28 0,77-25 0,1 2 0,-46 21 0,83-32 0,0 1 0,0 0 0,0 1 0,1-1 0,0 1 0,0 0 0,-9 10 0,13-13 0,0 0 0,1 1 0,-1-1 0,1 0 0,-1 1 0,1-1 0,0 1 0,0-1 0,0 1 0,0 0 0,0-1 0,1 1 0,-1 0 0,1 0 0,0-1 0,0 1 0,0 0 0,0 0 0,0-1 0,1 1 0,-1 0 0,1 0 0,-1-1 0,3 6 0,-2-6 0,0-1 0,0 1 0,0-1 0,0 0 0,1 1 0,-1-1 0,0 0 0,0 0 0,1 0 0,-1 0 0,1 0 0,-1 0 0,1 0 0,0 0 0,-1-1 0,1 1 0,0-1 0,-1 1 0,1-1 0,0 0 0,-1 1 0,1-1 0,0 0 0,2 0 0,6 0 0,-1-1 0,1 0 0,11-3 0,-13 3 0,91-11 0,131 0 0,-124 10 0,125 14 0,-205-8-1365,-5 1-5461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1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33 24575,'-10'-25'0,"7"18"0,11 19 0,3 6 0,-2-1 0,0 2 0,-1-1 0,8 31 0,13 82 0,-7-30 0,-20-94 0,-1-1 0,2-1 0,-1 1 0,0 0 0,1 0 0,0-1 0,6 7 0,-6-10-1365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1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2 24575,'-5'-1'0,"0"1"0,-1 0 0,1-1 0,0 1 0,0 1 0,-1-1 0,1 1 0,0 0 0,0 0 0,-6 3 0,10-4 0,0 1 0,-1 0 0,1-1 0,0 1 0,0 0 0,-1 0 0,1 0 0,0 0 0,0 0 0,0 0 0,0 0 0,0 0 0,1 0 0,-1 0 0,0 0 0,-1 3 0,2-2 0,0 0 0,-1 0 0,1-1 0,0 1 0,0 0 0,0 0 0,0 0 0,0-1 0,1 1 0,-1 0 0,1 0 0,-1-1 0,1 1 0,-1 0 0,1-1 0,2 4 0,-2-3 0,0 0 0,0 1 0,0-1 0,0 0 0,0 1 0,0-1 0,-1 0 0,1 1 0,-1-1 0,1 1 0,-1 3 0,-1-4 0,1 0 0,-1-1 0,1 1 0,-1 0 0,0 0 0,0 0 0,0-1 0,0 1 0,0 0 0,0-1 0,0 1 0,-1-1 0,1 0 0,-1 1 0,-1 0 0,-40 28 0,43-30 0,-1 0 0,1 0 0,-1 0 0,1 1 0,-1-1 0,1 0 0,0 1 0,-1-1 0,1 0 0,0 1 0,-1-1 0,1 0 0,0 1 0,-1-1 0,1 1 0,0-1 0,0 1 0,-1-1 0,1 1 0,0-1 0,0 1 0,0-1 0,0 1 0,0-1 0,0 1 0,0-1 0,0 1 0,0-1 0,0 1 0,0-1 0,0 1 0,0-1 0,0 1 0,0-1 0,0 1 0,1-1 0,-1 0 0,0 1 0,0-1 0,1 1 0,-1-1 0,0 1 0,1-1 0,-1 0 0,0 1 0,1-1 0,-1 0 0,0 1 0,1-1 0,-1 0 0,1 0 0,-1 1 0,1-1 0,-1 0 0,1 0 0,-1 0 0,1 1 0,5 1 0,0 1 0,0-1 0,9 2 0,-11-3 0,32 7 0,1-3 0,65 3 0,56 7-1365,-142-14-5461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5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 24575,'0'0'0,"0"0"0,0 0 0,0-1 0,0 1 0,-1 0 0,1 0 0,0 0 0,0 0 0,0 0 0,0 0 0,0 0 0,0 0 0,0 0 0,-1 0 0,1-1 0,0 1 0,0 0 0,0 0 0,0 0 0,0 0 0,0 0 0,0 0 0,0-1 0,0 1 0,0 0 0,0 0 0,0 0 0,0 0 0,0 0 0,0-1 0,0 1 0,0 0 0,0 0 0,0 0 0,0 0 0,0 0 0,0-1 0,0 1 0,0 0 0,0 0 0,0 0 0,7 1 0,10 6 0,12 15 0,0 2 0,30 33 0,1 1 0,293 225 0,-219-195 0,-9-6 0,-123-81 11,-1 0 0,1 1 0,0-1 0,-1 0 0,0 1 0,1-1-1,-1 1 1,0-1 0,0 1 0,2 3 0,-3-4-19,0-1 0,0 0 0,0 1 0,1-1 0,-1 0 0,0 1 0,0-1 0,0 0 0,0 1 0,0-1 0,-1 0 0,1 1-1,0-1 1,0 0 0,0 1 0,0-1 0,0 0 0,0 1 0,0-1 0,-1 0 0,1 1 0,0-1 0,0 0 0,-1 1 0,0-1-91,1 1 0,-1-1 1,0 1-1,0-1 0,0 1 0,0-1 1,0 1-1,0-1 0,0 0 0,0 1 0,0-1 1,-1 0-1,-9 1-6727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5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0 24575,'0'6'0,"0"0"0,-1 1 0,0-1 0,-1 0 0,1 0 0,-1 0 0,0 0 0,-1-1 0,1 1 0,-6 8 0,-3 3 0,-26 29 0,25-31 0,0 0 0,-13 20 0,8 0 0,2 0 0,1 1 0,-10 44 0,-23 56 0,11-61 32,21-46-497,1 2-1,-11 32 0,21-50-6360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6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16 24575,'-2'0'0,"-16"-5"0,-1 1 0,-27-2 0,42 6 0,-1-1 0,0 1 0,1 0 0,-1 1 0,1-1 0,-1 1 0,1 0 0,-1 0 0,1 1 0,-1-1 0,1 1 0,0 0 0,0 0 0,0 0 0,-7 6 0,9-7 0,0 1 0,0 0 0,0 0 0,0 0 0,0 0 0,1 0 0,-1 1 0,1-1 0,0 0 0,-1 1 0,1-1 0,0 1 0,0-1 0,1 1 0,-1-1 0,1 1 0,-1 0 0,1 0 0,0-1 0,0 1 0,0 0 0,0-1 0,0 1 0,0 0 0,1-1 0,0 1 0,-1 0 0,1-1 0,0 1 0,2 2 0,0 1 0,0-1 0,0 0 0,1-1 0,0 1 0,0-1 0,0 1 0,0-1 0,1 0 0,-1-1 0,1 1 0,0-1 0,9 5 0,3-1 0,1 1 0,-1-2 0,1 0 0,0-2 0,1 0 0,-1 0 0,1-2 0,0 0 0,22-2 0,-11-5-1365,-18 2-5461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7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29 24575,'-1'-3'0,"1"0"0,-1 0 0,0 0 0,0 0 0,0 1 0,-1-1 0,-1-2 0,3 4 0,0 1 0,0 0 0,0 0 0,-1-1 0,1 1 0,0 0 0,0 0 0,-1 0 0,1 0 0,0-1 0,0 1 0,-1 0 0,1 0 0,0 0 0,-1 0 0,1 0 0,0 0 0,0 0 0,-1 0 0,1 0 0,0 0 0,-1 0 0,1 0 0,0 0 0,-1 0 0,1 0 0,-1 0 0,0 1 0,1-1 0,-1 1 0,0-1 0,0 1 0,0 0 0,0 0 0,0 0 0,0-1 0,1 1 0,-1 0 0,-1 2 0,-5 9 0,1 0 0,0 0 0,-7 22 0,6-17 0,-9 20 0,10-24 0,0 1 0,1 1 0,0-1 0,1 1 0,1 0 0,0-1 0,2 1 0,-1 1 0,2-1 0,2 29 0,2-9 0,1-1 0,2 0 0,18 54 0,-14-57 0,1-1 0,1-1 0,2 0 0,1 0 0,1-2 0,28 35 0,-34-50 15,0 0-1,1-1 0,1 0 1,18 11-1,57 30-521,-57-35-423,-17-9-5896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7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4 24575,'0'-1'0,"-1"1"0,1 0 0,-1-1 0,1 1 0,-1 0 0,1 0 0,-1-1 0,1 1 0,-1 0 0,0 0 0,1 0 0,-1 0 0,1 0 0,-1 0 0,1 0 0,-1 0 0,0 0 0,1 0 0,-1 0 0,1 0 0,-1 0 0,1 0 0,-1 1 0,1-1 0,-1 0 0,1 0 0,-2 1 0,2 0 0,-1 0 0,1 0 0,-1 0 0,1 0 0,-1-1 0,1 1 0,-1 0 0,1 0 0,0 0 0,0 0 0,0 0 0,0 0 0,-1 0 0,1 2 0,1 3 0,-1 0 0,1 1 0,3 11 0,3 4 0,1 1 0,1-1 0,13 23 0,41 60 0,-37-65 0,37 79 0,-55-101 0,8 20 0,-15-35 0,0 0 0,0 0 0,0 0 0,0 1 0,-1-1 0,1 1 0,-1-1 0,0 6 0,-1-8 0,1-1 0,0 1 0,0 0 0,0 0 0,-1 0 0,1-1 0,0 1 0,-1 0 0,1-1 0,-1 1 0,1 0 0,-1-1 0,1 1 0,-1 0 0,1-1 0,-1 1 0,1-1 0,-1 1 0,0-1 0,0 1 0,0 0 0,-1-1 0,0 1 0,0 0 0,0-1 0,-1 1 0,1-1 0,0 0 0,0 0 0,-3 0 0,-3 0 0,0-1 0,0-1 0,-10-2 0,3 0 0,0-2 0,0 1 0,1-2 0,-1 0 0,2-1 0,-16-11 0,19 12 0,1 0 0,-1-1 0,1-1 0,1 0 0,0 0 0,0 0 0,1-1 0,-10-16 0,16 24 0,1 1 0,-1 0 0,0 0 0,1-1 0,-1 1 0,1 0 0,0-1 0,-1 1 0,1-1 0,0 1 0,0 0 0,0-1 0,0 1 0,0-1 0,0 1 0,0-1 0,0 1 0,1 0 0,-1-1 0,0 1 0,1-1 0,0-1 0,1 2 0,-1-1 0,1 0 0,-1 0 0,1 1 0,-1-1 0,1 1 0,0 0 0,0 0 0,0-1 0,0 1 0,0 0 0,4-1 0,4-1 0,-1 0 0,1 1 0,0 1 0,0-1 0,12 1 0,-1 0-682,28-6-1,-36 5-6143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8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24575,'-2'2'0,"-4"4"0,-1 3 0,-1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8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25 24575,'0'-3'0,"5"-16"0,-6 17 0,-3 11 0,-10 27 0,1-2 0,-2-1 0,-22 39 0,36-70 0,-51 89 0,47-80 0,1 0 0,-1 1 0,2-1 0,0 1 0,0 0 0,-1 18 0,3-15 0,0-1 0,1 0 0,1 0 0,0 1 0,1-1 0,1 0 0,0 0 0,0 0 0,2-1 0,0 1 0,0-1 0,10 17 0,1-4-105,0 0 0,2-1 0,1-1 0,0 0 0,2-2 0,1 0 0,0-2 0,2 0 0,0-1 0,1-2 0,1 0 0,31 13 0,-46-25-6721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19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9 24575,'-1'-1'0,"1"1"0,-1-1 0,1 0 0,-1 1 0,0-1 0,1 1 0,-1-1 0,0 1 0,1-1 0,-1 1 0,0-1 0,0 1 0,0 0 0,1 0 0,-1-1 0,0 1 0,0 0 0,0 0 0,0 0 0,1 0 0,-1 0 0,0 0 0,0 0 0,-2 0 0,2 1 0,0-1 0,0 1 0,0 0 0,0-1 0,0 1 0,1 0 0,-1 0 0,0 0 0,0 0 0,0 0 0,1 0 0,-1 0 0,0 0 0,1 0 0,-1 2 0,-1 2 0,0 0 0,0 0 0,1 0 0,0 1 0,0-1 0,0 11 0,1-11 0,1 0 0,0 0 0,-1 0 0,2 0 0,-1-1 0,0 1 0,1 0 0,0-1 0,0 0 0,1 1 0,-1-1 0,1 0 0,0 0 0,0 0 0,0 0 0,0-1 0,1 1 0,-1-1 0,1 0 0,0 0 0,8 4 0,-9-5 0,1 0 0,-1-1 0,1 1 0,0-1 0,0 0 0,-1 0 0,1-1 0,0 1 0,0-1 0,0 1 0,0-1 0,0 0 0,0-1 0,0 1 0,0-1 0,-1 0 0,1 0 0,0 0 0,0 0 0,-1-1 0,1 1 0,-1-1 0,1 0 0,-1 0 0,1 0 0,-1 0 0,4-4 0,-4 2 0,0 0 0,0 0 0,0 0 0,-1 0 0,1 0 0,-1-1 0,0 1 0,0-1 0,2-9 0,-2 9 0,-1 0 0,1 0 0,0 1 0,0-1 0,1 0 0,-1 1 0,6-7 0,-7 10 0,-1 1 0,0 0 0,1-1 0,-1 1 0,0 0 0,1 0 0,-1-1 0,1 1 0,-1 0 0,1 0 0,-1 0 0,1 0 0,-1-1 0,1 1 0,-1 0 0,1 0 0,-1 0 0,1 0 0,-1 0 0,1 0 0,-1 0 0,1 0 0,-1 1 0,1-1 0,-1 0 0,0 0 0,1 0 0,-1 0 0,1 1 0,-1-1 0,1 0 0,-1 0 0,0 1 0,1-1 0,0 1 0,14 15 0,-10-10 0,7 6 0,1 1 0,1-2 0,0 1 0,28 16 0,-32-23 0,1 1 0,0-2 0,0 1 0,0-2 0,1 1 0,-1-2 0,1 1 0,15 0 0,-21-2 0,0-1 0,0 0 0,0 0 0,0-1 0,0 1 0,0-1 0,0 0 0,8-3 0,-12 3 0,-1 0 0,1 0 0,0 0 0,0 0 0,-1-1 0,1 1 0,-1 0 0,1-1 0,-1 1 0,0-1 0,1 1 0,-1-1 0,0 0 0,0 1 0,0-1 0,0 0 0,-1 0 0,1 0 0,0 0 0,-1 0 0,1 0 0,-1 0 0,0 0 0,1 0 0,-1 0 0,0 0 0,0 0 0,-1-3 0,1 2 7,-1-1 0,1 0 0,-1 0 0,0 1 0,0-1 1,0 0-1,-1 1 0,1-1 0,-1 1 0,0 0 0,0-1 0,0 1 0,0 0 0,0 0 0,-1 0 0,-3-2 0,0 0-193,1 0 1,-2 1-1,1 0 0,0 0 1,-1 0-1,0 1 1,-8-3-1,2 2-6640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28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24575,'61'-1'0,"67"3"0,-127-2 0,0 0 0,0 0 0,1 0 0,-1 0 0,0 1 0,0-1 0,0 0 0,0 1 0,0-1 0,0 0 0,0 1 0,0 0 0,0-1 0,0 1 0,0-1 0,0 1 0,0 0 0,-1 0 0,1 0 0,0-1 0,0 1 0,-1 0 0,2 2 0,-2-2 0,1 1 0,-1 0 0,0-1 0,1 1 0,-1 0 0,0 0 0,0 0 0,0-1 0,0 1 0,0 0 0,-1 0 0,1-1 0,-1 4 0,-2 2 0,0 0 0,0 1 0,0-1 0,-1 0 0,-8 10 0,10-15 0,0 0 0,0 0 0,0 0 0,0 0 0,-1 0 0,-3 1 0,4-2 0,1 0 0,-1 0 0,0 0 0,1 0 0,-1 0 0,1 1 0,-1-1 0,1 1 0,-1-1 0,1 1 0,0-1 0,-2 3 0,3-3 0,0-1 0,0 0 0,0 1 0,0-1 0,0 1 0,0-1 0,0 0 0,0 1 0,0-1 0,0 1 0,0-1 0,0 0 0,1 1 0,-1-1 0,0 1 0,0-1 0,0 0 0,1 1 0,-1-1 0,0 0 0,0 1 0,1-1 0,-1 0 0,0 0 0,0 1 0,1-1 0,-1 0 0,0 0 0,1 1 0,-1-1 0,0 0 0,1 0 0,0 0 0,15 6 0,-13-5 0,150 35 0,-101-30-1365,-39-6-5461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29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1225 44 24575,'-5'3'0,"-1"-1"0,0 0 0,0 0 0,0 0 0,1-1 0,-2 0 0,1 0 0,-11-1 0,-2-1 0,-28-5 0,27 3 0,-21-1 0,-34-3 0,-9-1 0,-156 9 0,222 0 0,-32 6 0,6 0 0,1-2 0,26-2 0,0-1 0,-1-1 0,0 0 0,1-1 0,-23-3 0,-61-20 0,67 14 0,1 2 0,-1 1 0,-62-3 0,54 10-1365,29-1-5461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2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24575,'31'101'0,"-9"-29"0,32 71 0,-47-131 0,-7-12 0,0 0 0,0 0 0,0 0 0,0 0 0,0 0 0,0 0 0,0 0 0,0 0 0,0 0 0,0 0 0,0 0 0,0 0 0,0 0 0,0 0 0,1 0 0,-1 0 0,0 0 0,0 0 0,0 0 0,0 0 0,0 0 0,0 0 0,0 0 0,0 0 0,0 0 0,0 0 0,0 0 0,0 0 0,1 0 0,-1 0 0,0 0 0,0 0 0,0 0 0,0 0 0,0 0 0,0 0 0,0 0 0,0 0 0,0 0 0,0 0 0,0 0 0,0 0 0,0-1 0,0 1 0,0 0 0,0 0 0,0 0 0,0 0 0,0 0 0,1 0 0,-1 0 0,0 0 0,0 0 0,0 0 0,0 0 0,0 0 0,0 0 0,0-1 0,0 1 0,0 0 0,0 0 0,0-22 0,-1 11 0,0-3 0,0 1 0,-1 0 0,-1-1 0,-5-17 0,-23-52 0,8 21 0,20 53 0,-4-8 0,2 0 0,0-1 0,1 1 0,0-1 0,0-21 0,3 38 0,1 1 0,0-1 0,0 1 0,0-1 0,0 1 0,0-1 0,0 1 0,0-1 0,0 1 0,1-1 0,-1 0 0,0 1 0,0-1 0,0 1 0,1-1 0,-1 1 0,0-1 0,0 1 0,1 0 0,-1-1 0,0 1 0,1-1 0,0 0 0,-1 1 0,1 0 0,-1 0 0,1 0 0,-1 0 0,1 0 0,-1 1 0,1-1 0,-1 0 0,0 0 0,1 0 0,-1 0 0,1 0 0,-1 1 0,1-1 0,-1 0 0,0 0 0,1 1 0,-1-1 0,0 0 0,1 1 0,18 20 0,1 9 0,32 33 0,-41-51 0,0-2 0,0 1 0,1-2 0,0 0 0,23 14 0,-31-21 0,0-1 0,0 1 0,0-1 0,0 0 0,0 1 0,0-2 0,0 1 0,0 0 0,0-1 0,0 0 0,0 0 0,0 0 0,7-2 0,-8 2 0,-1-1 0,0 1 0,0-1 0,0 0 0,0 0 0,0 0 0,0 0 0,0 0 0,0 0 0,0-1 0,0 1 0,0-1 0,-1 1 0,1-1 0,-1 0 0,1 0 0,-1 0 0,0 1 0,0-1 0,1 0 0,-1-1 0,-1 1 0,1 0 0,0 0 0,0-4 0,1-6 0,-1 0 0,0 0 0,-1-1 0,0 1 0,-1 0 0,-1 0 0,0-1 0,0 1 0,-1 0 0,-9-22 0,87 169 0,-68-123 0,12 20 0,42 52 0,-33-48-1365,-21-28-5461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3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24575,'12'10'0,"4"8"0,2 3 0,-2 3 0,-2 1 0,-2-3 0,-2-2 0,-2-2 0,-2-1 0,-1-2 0,0 0 0,-1-1 0,-2 0 0,2-3 0,-2-2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3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68 24575,'-27'-15'0,"-11"-4"0,-2 3 0,3 4 0,6 7 0,6 6 0,4 4 0,4 3 0,-1 0 0,1 1 0,-2-1 0,0-1 0,-2 0 0,-2-2 0,-2 0 0,-2-2 0,2-2 0,4 0-8191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3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24575,'3'12'0,"0"7"0,2 2 0,1 1 0,1-2 0,0-2 0,1 0 0,-1-2 0,-1-1 0,-2-3-8191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6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14 24575,'-14'-1'0,"-1"0"0,1 0 0,-20-5 0,23 4 0,-1 1 0,0 0 0,0 0 0,0 2 0,0-1 0,1 2 0,-17 3 0,12-3 0,-8 1-36,-29 7-1293,43-8-5497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7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24575,'41'-18'0,"-11"3"0,62-18 0,-83 30 0,0 1 0,0 0 0,0 1 0,0 0 0,0 0 0,1 1 0,-1 0 0,0 1 0,0 0 0,0 0 0,17 6 0,-15-2 0,0 2 0,0-1 0,0 1 0,-1 1 0,0 0 0,-1 0 0,13 15 0,-19-20 0,1 1 0,-1 0 0,0 0 0,0 0 0,0 0 0,-1 0 0,0 1 0,1-1 0,-2 1 0,1-1 0,1 8 0,-2-10 0,-1 0 0,0 1 0,0-1 0,0 1 0,0-1 0,0 0 0,0 1 0,-1-1 0,1 0 0,-1 1 0,0-1 0,1 0 0,-1 0 0,0 0 0,0 0 0,-1 0 0,1 0 0,0 0 0,-1 0 0,1 0 0,-1 0 0,0-1 0,1 1 0,-1 0 0,-4 1 0,-9 7 0,-1-1 0,-24 10 0,23-12 0,0 1 0,-20 14 0,36-22 0,0 1 0,0-1 0,1 1 0,-1-1 0,0 1 0,0-1 0,1 1 0,-1 0 0,0 0 0,1-1 0,-1 1 0,1 0 0,-1 0 0,1-1 0,-1 1 0,1 0 0,0 0 0,-1 0 0,1 0 0,0 0 0,0 0 0,-1 0 0,1 0 0,0 0 0,0-1 0,0 1 0,0 0 0,0 0 0,1 0 0,-1 0 0,0 0 0,0 0 0,0 0 0,1 0 0,-1 0 0,1 0 0,-1-1 0,1 1 0,-1 0 0,1 0 0,-1-1 0,1 1 0,0 0 0,-1 0 0,1-1 0,1 1 0,1 3 0,2-1 0,-1 0 0,0 0 0,0 0 0,1-1 0,0 1 0,5 1 0,9 1 0,-1 0 0,1-1 0,0-1 0,1-1 0,-1 0 0,0-2 0,39-3 0,-56 3-68,0 0 0,0 0-1,0-1 1,0 1 0,0 0 0,0-1-1,0 0 1,0 1 0,0-1 0,0 0-1,0 0 1,-1 0 0,1 0 0,0-1-1,-1 1 1,1 0 0,-1-1-1,1 1 1,1-3 0,1-4-6758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7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24575,'-3'2'0,"3"4"0,0 3 0,3 2 0,1 2 0,2 1 0,0 1 0,2 0 0,-1 0 0,1 0 0,2 0 0,-1 0 0,0-1 0,-1 1 0,0-3 0,-1-1 0,1-2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8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24575,'27'30'0,"11"11"0,2 0 0,-3-5 0,-9-7 0,-6-5 0,-7-4 0,-6-6-8191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8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403 41 24575,'-32'-7'0,"-13"-3"0,-3 1 0,1 1 0,6 3 0,5 4 0,4 2 0,3 4 0,0 1 0,4-1 0,3-1 0,6-1-8191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8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24575,'7'19'0,"5"10"0,3 2 0,2-3 0,-1-4 0,1-8 0,-1-6 0,-1-5 0,0-3 0,0-4 0,-3-5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9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24575,'-5'0'0,"-4"3"0,-1 3 0,0 2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0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1413 30 24575,'0'0'0,"0"0"0,1 0 0,-1-1 0,1 1 0,-1 0 0,0 0 0,1 0 0,-1-1 0,1 1 0,-1 0 0,0 0 0,1-1 0,-1 1 0,0 0 0,1-1 0,-1 1 0,0 0 0,0-1 0,1 1 0,-1 0 0,0-1 0,0 1 0,0-1 0,1 1 0,-1-1 0,-1 1 0,1-1 0,0 1 0,0 0 0,-1-1 0,1 1 0,0 0 0,-1-1 0,1 1 0,-1 0 0,1 0 0,0 0 0,-1-1 0,1 1 0,-1 0 0,1 0 0,-1 0 0,1 0 0,-1 0 0,-26-2 0,-22 9 0,33-4 0,-26 1 0,-242-15 0,126-2 0,128 10 0,0 1 0,0 2 0,0 1 0,-47 7 0,13-2 0,-10 2 0,40-3 0,0-3 0,-65-2 0,36-1 0,-195 1-1365,244 0-5461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3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84 24575,'-1'0'0,"1"0"0,0 0 0,0 0 0,0 0 0,-1 0 0,1 0 0,0 0 0,0 0 0,0 0 0,-1 0 0,1 0 0,0 0 0,0 0 0,0 0 0,0 0 0,-1 0 0,1 0 0,0 0 0,0 0 0,0 0 0,0 1 0,-1-1 0,1 0 0,0 0 0,0 0 0,0 0 0,0 0 0,0 0 0,0 1 0,-1-1 0,1 0 0,0 0 0,0 0 0,0 0 0,0 1 0,0-1 0,0 0 0,0 0 0,0 0 0,0 1 0,0-1 0,0 0 0,0 0 0,0 0 0,0 0 0,0 1 0,0-1 0,0 0 0,0 0 0,0 0 0,0 1 0,0-1 0,0 0 0,0 0 0,0 0 0,0 0 0,1 1 0,-1-1 0,0 0 0,0 0 0,0 0 0,0 0 0,0 0 0,0 1 0,1-1 0,-1 0 0,0 0 0,0 0 0,0 0 0,14 14 0,-9-10 0,0 4 0,0 0 0,0 1 0,-1 0 0,0 0 0,0 0 0,-1 0 0,0 1 0,2 15 0,4 12 0,0 1 0,-8-29 0,1 0 0,0-1 0,0 0 0,1 1 0,0-1 0,7 13 0,-10-21 0,0 0 0,0 0 0,0 1 0,0-1 0,0 0 0,0 0 0,0 0 0,0 0 0,0 0 0,0 0 0,1 0 0,-1 0 0,0 1 0,0-1 0,0 0 0,0 0 0,0 0 0,0 0 0,0 0 0,0 0 0,0 0 0,0 0 0,1 0 0,-1 0 0,0 0 0,0 0 0,0 0 0,0 0 0,0 0 0,0 0 0,0 0 0,1 0 0,-1 0 0,0 0 0,0 0 0,0 0 0,0 0 0,0 0 0,0 0 0,1 0 0,-1 0 0,0 0 0,0 0 0,0 0 0,2-6 0,0-10 0,-2 16 0,-1-9 0,1 0 0,-1-1 0,-1 1 0,0 0 0,0-1 0,-5-10 0,-25-54 0,16 39 0,-2-1 0,10 20 0,1 1 0,-9-27 0,16 41 0,0 1 0,0 0 0,0-1 0,0 1 0,0 0 0,-1-1 0,1 1 0,0 0 0,0-1 0,0 1 0,0 0 0,0-1 0,0 1 0,0 0 0,0-1 0,0 1 0,0 0 0,0-1 0,0 1 0,0 0 0,0-1 0,1 1 0,-1 0 0,0-1 0,0 1 0,0 0 0,0-1 0,1 1 0,-1 0 0,0 0 0,1-1 0,9 5 0,13 14 0,-23-17 0,46 45 0,-29-27 0,1-1 0,41 31 0,-57-48 0,-1 1 0,1-1 0,0 0 0,-1 0 0,1 0 0,0-1 0,0 1 0,0 0 0,0-1 0,0 1 0,0-1 0,0 0 0,0 0 0,0 1 0,0-1 0,0 0 0,0-1 0,0 1 0,2-1 0,-2 1 0,-1-1 0,1 0 0,-1 0 0,1 0 0,-1 0 0,1 0 0,-1-1 0,0 1 0,0 0 0,1-1 0,-1 1 0,0 0 0,0-1 0,-1 1 0,1-1 0,0 0 0,0 1 0,-1-1 0,1 0 0,-1 1 0,1-1 0,-1-2 0,1-3 0,-1-1 0,0 1 0,0 0 0,0-1 0,-1 1 0,0 0 0,-1-1 0,0 1 0,0 0 0,-3-7 0,1 4 0,1 1 0,1-1 0,0 0 0,-1-12 0,3 22 0,0 0 0,0-1 0,0 1 0,0-1 0,0 1 0,0 0 0,0-1 0,0 1 0,0-1 0,0 1 0,0 0 0,0-1 0,0 1 0,0 0 0,0-1 0,0 1 0,1-1 0,-1 1 0,0 0 0,0 0 0,0-1 0,1 1 0,-1 0 0,0-1 0,0 1 0,1 0 0,-1 0 0,1-1 0,0 1 0,-1 0 0,1 0 0,-1 0 0,1 0 0,0 0 0,-1 0 0,1 0 0,-1 0 0,1 1 0,0-1 0,-1 0 0,1 0 0,-1 1 0,1-1 0,0 1 0,20 17 0,10 17 45,-2 1-1,27 47 1,33 40-1544,-80-113-5327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4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24575,'0'5'0,"2"4"0,1 3 0,3 1 0,0 2 0,1 1 0,2-1 0,0 0 0,1 1 0,-2-2 0,0-1 0,0-2 0,0 0 0,1-1 0,-1-1 0,-1-4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4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75 24575,'-32'-8'0,"-15"-4"0,-8-1 0,2 0 0,4 2 0,6 3 0,5 2 0,4 3 0,6 2 0,4 3 0,3 2 0,1 2 0,2 3 0,2-1 0,3-1-8191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4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24575,'0'8'0,"3"4"0,0 3 0,3 1 0,2 1 0,3-3 0,-1-1 0,0-1 0,-1 1 0,0-3 0,-1 1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7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25 24575,'-20'-5'0,"-8"-2"0,-3 1 0,2 1 0,4 4 0,3 2 0,5 3 0,4 2 0,3 1 0,2 3 0,-1-1 0,-1-2 0,1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8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90 24575,'-1'-2'0,"0"0"0,0 0 0,0 0 0,1 0 0,-1 0 0,1 0 0,-1 0 0,1 0 0,0 0 0,-1 0 0,1 0 0,0 0 0,1 0 0,-1 0 0,0 0 0,1 0 0,-1 0 0,1 0 0,-1 0 0,1 0 0,0 0 0,0 0 0,0 0 0,0 1 0,0-1 0,0 0 0,0 1 0,1-1 0,-1 1 0,1-1 0,-1 1 0,1 0 0,0-1 0,-1 1 0,1 0 0,3-1 0,2-2 0,0 1 0,0 0 0,0 1 0,0-1 0,0 1 0,0 1 0,1-1 0,14 0 0,-10 2 0,0 0 0,1 1 0,12 2 0,-20-2 0,-1 0 0,1 0 0,-1 1 0,0 0 0,1 0 0,-1 0 0,0 0 0,0 0 0,-1 1 0,1 0 0,5 5 0,-4-4 0,-1 1 0,1 0 0,-1 0 0,-1 0 0,1 1 0,-1-1 0,1 1 0,-2 0 0,3 6 0,-4-9 0,0 0 0,0-1 0,-1 1 0,1 0 0,-1 0 0,0 0 0,0 0 0,0 0 0,0 0 0,-1-1 0,1 1 0,-1 0 0,0 0 0,0 0 0,0-1 0,0 1 0,0 0 0,0-1 0,-1 1 0,1-1 0,-1 1 0,-3 2 0,-32 40 0,-36 56 0,73-101 0,-1 1 0,1-1 0,0 0 0,0 1 0,-1-1 0,1 0 0,0 1 0,0-1 0,-1 1 0,1-1 0,0 1 0,0-1 0,0 0 0,0 1 0,0-1 0,0 1 0,0-1 0,0 1 0,0-1 0,0 1 0,0-1 0,0 1 0,0-1 0,0 0 0,0 1 0,1-1 0,-1 1 0,0-1 0,0 1 0,0-1 0,1 0 0,-1 1 0,0-1 0,1 0 0,-1 1 0,0-1 0,1 0 0,-1 1 0,0-1 0,1 0 0,-1 0 0,0 1 0,1-1 0,-1 0 0,1 0 0,-1 0 0,1 1 0,-1-1 0,0 0 0,1 0 0,-1 0 0,1 0 0,-1 0 0,1 0 0,-1 0 0,1 0 0,6 0 0,0 1 0,0-1 0,7-1 0,-7 0 0,66-7 0,1 0 0,-67 8-273,-1-1 0,0 0 0,1 0 0,6-2 0,-3 0-6553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8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24575,'-2'5'0,"-2"4"0,4 3 0,1 2 0,2 1 0,4 0 0,1 1 0,1-1 0,2 0 0,1-2 0,-2-2 0,1 0 0,0-1 0,-1-1 0,0-1 0,0 0 0,2-1 0,-2-2-8191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9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24575,'13'17'0,"6"8"0,2 3 0,-2-2 0,-2-4 0,-2-5 0,-3-1 0,-1-5 0,0-1 0,1-2 0,-2-1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9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60 24575,'-27'-8'0,"-14"-4"0,-2-1 0,3 3 0,7 2 0,6 3 0,5 2 0,1 4 0,3 2 0,1 3 0,1 0 0,1 2 0,0-1 0,1-1 0,3-2-8191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9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24575,'61'143'0,"-11"-22"0,-7-41 0,-20-38 0,-21-38-273,0 1 0,0 0 0,0-1 0,1 7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50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9 24575,'-7'-2'0,"0"0"0,-1 0 0,1 1 0,0 0 0,0 1 0,-1 0 0,1 0 0,-7 1 0,11-1 0,1 1 0,0-1 0,0 1 0,-1 0 0,1-1 0,0 1 0,0 0 0,0 0 0,0 1 0,0-1 0,0 0 0,0 1 0,1-1 0,-1 1 0,0-1 0,1 1 0,-1 0 0,1 0 0,0 0 0,0 0 0,-1 0 0,1 0 0,0 0 0,1 0 0,-1 0 0,0 0 0,1 0 0,-1 1 0,0 1 0,1 1 0,-1 1 0,1-1 0,-1 0 0,1 0 0,1 1 0,1 9 0,-2-14 0,0 1 0,1-1 0,-1 1 0,1-1 0,0 1 0,-1-1 0,1 1 0,0-1 0,0 0 0,0 1 0,0-1 0,0 0 0,0 0 0,0 0 0,1 0 0,-1 0 0,0 0 0,1 0 0,-1 0 0,0 0 0,1 0 0,-1-1 0,1 1 0,-1-1 0,1 1 0,1-1 0,12 2 0,0-1 0,0 0 0,19-2 0,-19 0 0,1 0 0,-1 2 0,18 2 0,-18-1-227,0 1-1,0 0 1,0 1-1,0 1 1,26 13-1,-32-12-6598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52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79 205 24575,'32'54'0,"51"81"0,-70-119 0,1 1 0,19 16 0,-33-33 0,-49-61 0,41 51 0,-25-38 0,-42-82 0,21 34 0,20 31 0,34 65 0,0 0 0,0 0 0,0 0 0,0 0 0,0 0 0,0 0 0,0 0 0,0 0 0,1 0 0,-1 0 0,0 0 0,0 0 0,0 0 0,0 0 0,0 0 0,0 0 0,0 0 0,0 0 0,0 0 0,0 0 0,0 0 0,1-1 0,-1 1 0,0 0 0,0 0 0,0 0 0,0 0 0,0 0 0,0 0 0,0 0 0,0 0 0,0 0 0,0 0 0,0 0 0,0-1 0,0 1 0,0 0 0,0 0 0,0 0 0,0 0 0,0 0 0,0 0 0,0 0 0,0 0 0,0 0 0,0-1 0,0 1 0,0 0 0,0 0 0,0 0 0,0 0 0,0 0 0,0 0 0,0 0 0,0 0 0,0 0 0,0 0 0,0 0 0,-1-1 0,1 1 0,0 0 0,0 0 0,0 0 0,0 0 0,0 0 0,10 7 0,11 11 0,14 18 0,-12-11 0,31 25 0,-46-44 0,1 1 0,-1-2 0,1 1 0,0-1 0,1-1 0,-1 1 0,1-2 0,12 4 0,-20-6 0,0-1 0,0 1 0,1-1 0,-1 0 0,0 1 0,0-1 0,1 0 0,-1-1 0,0 1 0,0 0 0,1-1 0,-1 1 0,0-1 0,0 0 0,0 1 0,2-2 0,-2 0 0,-1 1 0,1 0 0,-1 0 0,1-1 0,-1 1 0,0-1 0,0 1 0,0-1 0,0 1 0,0-1 0,0 0 0,0 1 0,-1-1 0,1 0 0,0 0 0,-1 0 0,0 1 0,1-1 0,-1-4 0,1-36 0,-1 26 0,4-28 0,-1 20 0,-3 16 0,1 1 0,0-1 0,1 1 0,-1 0 0,5-11 0,-5 17 0,-1 1 0,0-1 0,0 1 0,1-1 0,-1 1 0,0-1 0,0 1 0,1-1 0,-1 1 0,1 0 0,-1-1 0,0 1 0,1 0 0,-1-1 0,1 1 0,-1 0 0,1-1 0,-1 1 0,1 0 0,-1 0 0,1 0 0,-1-1 0,1 1 0,-1 0 0,2 0 0,-1 0 0,0 0 0,0 1 0,0-1 0,0 0 0,0 1 0,0-1 0,0 0 0,0 1 0,0 0 0,0-1 0,0 1 0,1 0 0,3 4 0,0-1 0,-1 1 0,6 7 0,-9-11 0,82 109 0,82 98 0,-134-171-1365,-24-28-5461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01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2190 59 24575,'1'0'0,"-1"-1"0,1 1 0,-1-1 0,1 0 0,0 1 0,-1-1 0,1 0 0,-1 1 0,0-1 0,1 0 0,-1 0 0,0 1 0,1-1 0,-1 0 0,0 0 0,0 1 0,1-1 0,-1 0 0,0-1 0,0 1 0,-1 0 0,1 1 0,0-1 0,-1 1 0,1-1 0,0 0 0,-1 1 0,1-1 0,-1 1 0,1-1 0,0 1 0,-1 0 0,1-1 0,-1 1 0,0-1 0,1 1 0,-1 0 0,1-1 0,-2 1 0,-4-2 0,-1 0 0,1 0 0,-1 1 0,-7-1 0,1 0 0,-7-1 0,1 1 0,-27 1 0,-3-1 0,0-5 0,32 4 0,-32-1 0,-326 4 0,361 1 0,-1 1 0,-16 3 0,16-2 0,-26 1 0,15-3 0,-49 7 0,47-5 0,-1 0 0,0-2 0,-34-3 0,-47 3 0,57 5 0,30-2 0,-31 0 0,36-3 0,-29 5 0,29-2 0,-29 0 0,-473-5 0,506 0 0,0 0 0,-18-4 0,17 2 0,-25-2 0,30 5 0,-81 1 0,89-1-80,0 1 0,0-1-1,0 0 1,0 1 0,0 0-1,0-1 1,1 1 0,-1 0-1,0 0 1,0 0 0,1 0 0,-1 0-1,0 1 1,1-1 0,-1 0-1,-1 3 1,-3 5-6746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02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68 24575,'0'-1'0,"-1"1"0,1-1 0,-1 1 0,1-1 0,-1 1 0,1-1 0,-1 1 0,1-1 0,-1 1 0,0-1 0,1 1 0,-1 0 0,0-1 0,1 1 0,-1 0 0,0 0 0,1-1 0,-1 1 0,0 0 0,1 0 0,-1 0 0,0 0 0,0 0 0,1 0 0,-1 0 0,0 0 0,-1 0 0,2 1 0,-1 0 0,0 0 0,0-1 0,1 1 0,-1 0 0,1 0 0,-1 0 0,1-1 0,-1 1 0,1 0 0,-1 0 0,1 0 0,0 0 0,-1 0 0,1 0 0,0 2 0,-1 3 0,0 1 0,1-1 0,0 1 0,0-1 0,2 9 0,6 17 0,2 1 0,28 60 0,-18-46 0,-14-32 0,-5-11 0,0 0 0,0 0 0,1 1 0,0-1 0,-1 0 0,2-1 0,-1 1 0,0 0 0,6 5 0,-8-9 0,0 0 0,0 0 0,0 0 0,0 1 0,0-1 0,0 0 0,1 0 0,-1 0 0,0 0 0,0 0 0,0 0 0,0 0 0,0 0 0,1 0 0,-1 0 0,0 0 0,0 0 0,0 0 0,0 0 0,0 0 0,1 0 0,-1 0 0,0 0 0,0 0 0,0-1 0,0 1 0,0 0 0,1 0 0,-1 0 0,0 0 0,0 0 0,0 0 0,0 0 0,0 0 0,0 0 0,0-1 0,0 1 0,0 0 0,1 0 0,2-9 0,-2-9 0,-3 8 0,0-1 0,0 1 0,-1 0 0,-1 0 0,1 0 0,-7-10 0,-3-10 0,-13-36 0,-57-104 0,99 183 0,12 12 0,11 14 0,-20-18 0,42 34 0,-51-48 0,0-1 0,0-1 0,1 0 0,-1-1 0,1 0 0,0 0 0,0-1 0,1 0 0,-1-1 0,0-1 0,1 0 0,17 0 0,-28-1 0,0 0 0,0 0 0,1 0 0,-1-1 0,0 1 0,0 0 0,1-1 0,-1 1 0,0-1 0,0 1 0,0-1 0,0 0 0,1 1 0,-1-1 0,0 0 0,0 0 0,0 0 0,-1 0 0,1 1 0,0-2 0,1 0 0,-1 0 0,0 0 0,0 0 0,-1 0 0,1-1 0,0 1 0,-1 0 0,1-1 0,-1 1 0,0-1 0,0-3 0,-1-3 0,0 0 0,0 0 0,-1 0 0,0 0 0,-4-8 0,-43-91 0,63 132 0,1-1 0,21 25 0,47 49 0,-63-74 0,38 36 132,-7-9-1629,-43-41-5329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03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 24575,'-5'-7'0,"2"7"0,2 1 0,1 0 0,0 0 0,0 0 0,0 0 0,0 0 0,0 0 0,0 0 0,0 0 0,0 0 0,0 0 0,0 0 0,0 0 0,1 1 0,6 18 0,0 0 0,2 0 0,0-1 0,2 0 0,0-1 0,1 0 0,0-1 0,23 24 0,-29-37-77,-8-10 269,-7-9-1672,4 6-5346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03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60 24575,'-30'-10'0,"-11"-3"0,-2 1 0,4 2 0,6 3 0,7 2 0,4 3 0,5 3 0,2 5 0,1 1 0,0 2 0,1 1 0,0 2 0,-1-1 0,0-2 0,3-4-8191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04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24575,'-3'0'0,"0"2"0,0 4 0,0 3 0,2 2 0,-1 2 0,2 1 0,0-1-8191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04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24575,'-1'0'0,"0"1"0,-1-1 0,1 0 0,0 1 0,0-1 0,0 1 0,0-1 0,0 1 0,0-1 0,0 1 0,0 0 0,0 0 0,0-1 0,1 1 0,-1 0 0,0 0 0,0 0 0,1 0 0,-1 0 0,1 0 0,-1 0 0,0 0 0,1 0 0,0 0 0,-1 1 0,1-1 0,0 0 0,0 0 0,-1 0 0,1 0 0,0 0 0,0 1 0,0-1 0,1 0 0,-1 0 0,0 0 0,0 0 0,1 1 0,-1-1 0,1 2 0,1 1 0,1 1 0,-1 0 0,1-1 0,0 0 0,0 0 0,0 0 0,8 7 0,-5-5 0,-4-3 0,1-1 0,-1 1 0,1-1 0,0 0 0,0 1 0,0-1 0,1-1 0,3 3 0,-7-4 0,0 0 0,0 0 0,1 0 0,-1 0 0,0 0 0,0 0 0,0 0 0,0 1 0,0-1 0,0 0 0,0 0 0,0 0 0,0 0 0,0 0 0,1 0 0,-1 0 0,0 0 0,0 0 0,0 0 0,0 0 0,0 0 0,0-1 0,0 1 0,0 0 0,0 0 0,0 0 0,1 0 0,-1 0 0,0 0 0,0 0 0,0 0 0,0 0 0,0 0 0,0 0 0,0 0 0,0 0 0,0 0 0,0 0 0,0 0 0,0-1 0,0 1 0,0 0 0,0 0 0,0 0 0,0 0 0,1 0 0,-1 0 0,0 0 0,0 0 0,0-1 0,-3-5 0,-5-7 0,-4-4 0,6 8 0,-1 0 0,1 1 0,-1 0 0,-1 0 0,-8-7 0,44 54 0,13 5-1365,-35-35-5461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06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24575,'0'-1'0,"0"1"0,0-1 0,0 1 0,0-1 0,0 1 0,0-1 0,0 1 0,0-1 0,0 1 0,0-1 0,1 1 0,-1-1 0,0 1 0,0-1 0,0 1 0,1 0 0,-1-1 0,0 1 0,0-1 0,1 1 0,-1-1 0,0 1 0,1 0 0,-1-1 0,0 1 0,1 0 0,0-1 0,0 1 0,-1 0 0,1 0 0,0 0 0,-1 0 0,1 0 0,0 0 0,0 0 0,-1 1 0,1-1 0,0 0 0,-1 0 0,1 1 0,0-1 0,-1 0 0,1 1 0,0 0 0,25 20 0,-25-20 0,50 55 0,-2 1 0,-3 3 0,-2 2 0,-3 2 0,-3 1 0,37 88 0,-63-125 0,-1 0 0,-1 1 0,11 51 0,-19-68 0,-1 0 0,0 0 0,0 0 0,-1 0 0,0 0 0,-1 1 0,-1-1 0,0 0 0,0 0 0,-2-1 0,1 1 0,-7 13 0,8-20-62,-1 0 0,0 0 0,0 0 0,-1-1 0,1 1 0,-1-1 0,0 0 0,0 0 0,0 0 0,-1-1 0,0 1 0,1-1-1,-1 0 1,0 0 0,0-1 0,-1 1 0,1-1 0,0-1 0,-1 1 0,0-1 0,-9 2 0,3-2-6764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07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24575,'11'2'0,"-1"0"0,1 1 0,-1 0 0,0 1 0,0 0 0,0 0 0,0 1 0,-1 0 0,16 12 0,-9-4 0,-2 0 0,0 1 0,0 0 0,17 25 0,96 146 0,-124-181 0,125 222 0,-108-184 0,-1 2 0,-1 0 0,15 68 0,-10 10 0,-21-105 0,-1 0 0,-1-1 0,0 1 0,-1 0 0,-5 23 0,4-32 9,0-1 1,0 0-1,-1 1 0,-1-1 0,1-1 1,-1 1-1,0 0 0,-1-1 0,1 0 0,-1 0 1,0 0-1,-9 7 0,5-6-195,0 1 1,-1-2-1,0 1 0,0-1 1,-1-1-1,1 0 1,-17 5-1,14-6-6640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45.8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481 65 24575,'-4'-10'0,"1"1"0,0-1 0,0 1 0,-1-15 0,4 24 0,0 0 0,0-1 0,0 1 0,0 0 0,0 0 0,-1 0 0,1 0 0,0 0 0,0 0 0,0 0 0,0-1 0,0 1 0,-1 0 0,1 0 0,0 0 0,0 0 0,0 0 0,0 0 0,0 0 0,-1 0 0,1 0 0,0 0 0,0 0 0,0 0 0,0 0 0,-1 0 0,1 0 0,0 0 0,0 0 0,0 0 0,0 0 0,0 0 0,-1 0 0,1 0 0,0 0 0,0 1 0,0-1 0,0 0 0,0 0 0,-1 0 0,1 0 0,0 0 0,0 0 0,0 0 0,0 0 0,0 1 0,0-1 0,0 0 0,-14 11 0,-12 15 0,16-11 0,0 0 0,1 0 0,-13 32 0,13-27 0,-22 38 0,12-32 0,-28 32 0,34-42 0,1 0 0,-13 24 0,15-22 0,-2-1 0,-14 18 0,-74 61 0,92-88-195,0 0 0,1 0 0,1 0 0,-1 1 0,1 0 0,-7 13 0,5-6-6631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47.0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375 6 24575,'0'0'0,"0"0"0,0 0 0,0 0 0,0 0 0,1 0 0,-1 0 0,0-1 0,0 1 0,0 0 0,0 0 0,0 0 0,0 0 0,0 0 0,0 0 0,0 0 0,0 0 0,0 0 0,0-1 0,1 1 0,-1 0 0,0 0 0,0 0 0,0 0 0,0 0 0,0 0 0,0 0 0,0-1 0,0 1 0,0 0 0,0 0 0,0 0 0,0 0 0,0 0 0,-1 0 0,1 0 0,0-1 0,0 1 0,0 0 0,0 0 0,0 0 0,0 0 0,0 0 0,0 0 0,0 0 0,0 0 0,0 0 0,0-1 0,0 1 0,-1 0 0,1 0 0,0 0 0,0 0 0,0 0 0,0 0 0,0 0 0,0 0 0,0 0 0,-10 4 0,-16 15 0,21-15 0,-87 74 0,42-33 0,29-26 30,1 1 0,1 0 0,-20 30 0,-41 73-1515,67-103-5341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54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31 24575,'-2'0'0,"-4"0"0,0-3 0,-3 0 0,-1 0 0,-1 0 0,-2 1 0,-18-1 0,-9-1 0,-2 1 0,3 0 0,6 2 0,6 0 0,6 0 0,5 1-8191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54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16 24575,'-29'-3'0,"-13"0"0,-1 0 0,4 0 0,6 1 0,7 1 0,4 1 0,5 0 0,4 2 0,3 1 0,-1 1 0,1-2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55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35 24575,'-8'-35'0,"15"102"0,-5-42 0,2-6-186,0 0 0,1-1-1,1 1 1,1-1 0,13 25-1,-18-39-60,2 5-6579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55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0 24575,'-7'3'0,"-5"0"0,-3 0 0,-2 2 0,1 0 0,-3-1 0,-1 2 0,2-1 0,-2-1 0,0 2 0,-1-1 0,-3-1 0,-1-1 0,-2-1 0,0 1 0,-2 1 0,2-1 0,6-1-8191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57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25 24575,'-4'12'0,"0"2"0,1-1 0,0 0 0,-1 23 0,4-28 0,0-1 0,1 1 0,0 0 0,0-1 0,0 1 0,1-1 0,0 0 0,1 1 0,6 11 0,3 4 0,1-1 0,26 33 0,-57-79 0,1-1 0,1 0 0,-16-33 0,27 46 0,0 0 0,1-1 0,0 1 0,1-1 0,1 0 0,0 0 0,1 1 0,0-1 0,1-18 0,0 30 0,0 0 0,0 0 0,0 0 0,0 1 0,1-1 0,-1 0 0,0 0 0,0 1 0,1-1 0,-1 0 0,0 0 0,1 1 0,-1-1 0,0 0 0,1 1 0,-1-1 0,1 0 0,-1 1 0,1-1 0,-1 1 0,1-1 0,1 0 0,-2 1 0,1 0 0,0 0 0,0 0 0,-1 0 0,1-1 0,0 1 0,0 1 0,0-1 0,-1 0 0,1 0 0,0 0 0,0 0 0,0 1 0,-1-1 0,1 0 0,0 0 0,-1 1 0,2 0 0,4 3 0,0 0 0,-1 0 0,10 10 0,-11-10 0,16 15 0,-4-2 0,1-1 0,24 16 0,-34-28 0,-1 0 0,1 0 0,0-1 0,0 0 0,0 0 0,0 0 0,0-1 0,0 0 0,1-1 0,-1 0 0,9 1 0,-12-2 0,1 0 0,-1 0 0,1 0 0,-1 0 0,1-1 0,-1 0 0,1 0 0,-1 0 0,1 0 0,-1-1 0,0 0 0,0 0 0,0 0 0,0 0 0,0-1 0,0 1 0,-1-1 0,1 0 0,-1 0 0,1 0 0,-1-1 0,0 1 0,-1-1 0,1 0 0,-1 1 0,1-1 0,-1 0 0,0-1 0,1-4 0,1-4 0,3-23 0,-1 2 0,14 79 0,-12-27 0,0 1 0,1-1 0,2 0 0,-1-1 0,2 0 0,0-1 0,16 15 0,15 12-1365,-30-31-5461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59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825 26 24575,'0'-1'0,"0"0"0,0 0 0,0 0 0,0 0 0,0 0 0,-1 0 0,1 0 0,0 1 0,0-1 0,-1 0 0,1 0 0,-1 0 0,1 0 0,-1 0 0,1 1 0,-1-1 0,1 0 0,-1 0 0,0 1 0,1-1 0,-2-1 0,0 2 0,0-1 0,1 0 0,-1 0 0,0 1 0,1-1 0,-1 1 0,0-1 0,0 1 0,0 0 0,-3 0 0,-4 0 0,0 1 0,0 0 0,-14 4 0,18-3 0,-16 3 0,1-1 0,-1-1 0,-28 2 0,-23-5 0,-160 8 0,-24-2 0,234-6 0,17 0 0,4-1 0,-1 1 0,0 0 0,0 0 0,0 0 0,0 0 0,0 0 0,1 1 0,-1-1 0,0 0 0,0 1 0,1-1 0,-1 1 0,0 0 0,-2 1 0,4-2 0,0 1 0,0-1 0,0 0 0,0 0 0,0 1 0,0-1 0,0 0 0,0 0 0,0 1 0,1-1 0,-1 0 0,0 0 0,0 0 0,0 1 0,0-1 0,0 0 0,1 0 0,-1 0 0,0 0 0,0 1 0,0-1 0,1 0 0,-1 0 0,0 0 0,0 0 0,0 0 0,1 0 0,-1 0 0,0 0 0,0 1 0,1-1 0,-1 0 0,0 0 0,0 0 0,1 0 0,-1 0 0,0 0 0,0 0 0,1 0 0,-1-1 0,12 3 0,71 11 0,110 30 0,-193-43 0,11 3 0,4 1 0,1 0 0,24 11 0,-37-14 0,0 0 0,0 1 0,0 0 0,0-1 0,0 1 0,0 0 0,-1 1 0,1-1 0,-1 0 0,1 1 0,-1-1 0,0 1 0,0 0 0,0 0 0,0 0 0,-1 0 0,1 0 0,1 5 0,-3-5 0,0-1 0,0 0 0,0 1 0,0-1 0,0 0 0,-1 1 0,1-1 0,-1 0 0,0 1 0,0-1 0,1 0 0,-2 0 0,1 0 0,0 0 0,0 0 0,-1 0 0,1 0 0,-1 0 0,1 0 0,-1-1 0,0 1 0,1 0 0,-4 1 0,-6 5 0,0 0 0,-20 11 0,28-18 0,-48 24 0,-66 23 0,53-23 0,48-19 0,3-1 0,1 0 0,0 0 0,-21 14 0,30-17 0,0 0 0,1 0 0,-1 0 0,1 0 0,0 1 0,0-1 0,0 1 0,0-1 0,0 1 0,0 0 0,0-1 0,1 1 0,0 0 0,-1 0 0,1 1 0,0-1 0,1 0 0,-1 0 0,1 0 0,-1 7 0,1-9 0,0 0 0,0 0 0,0 1 0,0-1 0,0 0 0,1 0 0,-1 0 0,0 1 0,1-1 0,-1 0 0,1 0 0,-1 0 0,1 0 0,0 0 0,-1 0 0,1 0 0,0 0 0,0 0 0,1 1 0,0-1 0,0 0 0,0 0 0,-1 0 0,1 0 0,0 0 0,0 0 0,0-1 0,1 1 0,-1-1 0,3 1 0,6-1 0,-1 0 0,1-1 0,18-3 0,-18 3 0,505-40 0,-346 42-1365,-144-1-5461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59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24575,'-5'15'0,"0"2"0,-5 30 0,9-42 0,0-1 0,1 1 0,0-1 0,0 1 0,0-1 0,1 1 0,-1-1 0,1 1 0,0-1 0,1 0 0,-1 1 0,2 3 0,-1-5 0,1 0 0,-1 0 0,0 0 0,1 0 0,-1-1 0,1 1 0,0-1 0,0 1 0,0-1 0,0 0 0,0-1 0,0 1 0,0 0 0,1-1 0,5 2 0,-1 0 0,1-1 0,0-1 0,0 1 0,0-1 0,10-1 0,9-2-1365,-15-2-5461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59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24575,'-12'2'0,"-7"4"0,0 0-8191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0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22 24575,'-32'0'0,"-13"-3"0,-4 0 0,5 0 0,6 0 0,8 2 0,6-1 0,8-1 0,6 0-8191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0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45 24575,'-29'-7'0,"-16"-3"0,-3 1 0,2 1 0,8 3 0,7 2 0,7 1 0,5 1 0,3 1 0,2 3 0,3 1-8191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0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69 24575,'-1'0'0,"-22"-2"0,-27 1 0,44 1 0,0 0 0,0 1 0,0 0 0,0 0 0,0 1 0,0-1 0,1 1 0,-1 1 0,-9 4 0,14-6 0,0-1 0,0 1 0,0-1 0,0 1 0,1-1 0,-1 1 0,0-1 0,0 1 0,1 0 0,-1-1 0,0 1 0,1 0 0,-1 0 0,1-1 0,-1 1 0,1 0 0,-1 0 0,1 0 0,0 0 0,-1 0 0,1 0 0,0 0 0,0 0 0,0 0 0,0-1 0,0 1 0,0 0 0,0 0 0,0 0 0,0 0 0,0 0 0,0 0 0,1 0 0,-1 0 0,0 0 0,0 0 0,1 0 0,-1 0 0,1-1 0,-1 1 0,1 0 0,-1 0 0,1-1 0,0 1 0,1 1 0,3 3 0,0 0 0,1-1 0,0 0 0,11 7 0,-13-9 0,10 6 0,0-1 0,0 0 0,0-1 0,1-1 0,25 6 0,-33-10 0,-1 0 0,1 0 0,0-1 0,0 0 0,-1 0 0,14-3 0,-17 3 0,1-1 0,0-1 0,-1 1 0,1 0 0,-1-1 0,1 0 0,-1 0 0,0 0 0,0 0 0,0 0 0,0 0 0,0-1 0,3-3 0,-4 3 6,0 0-1,0-1 1,0 1-1,0-1 0,0 1 1,-1-1-1,1 0 1,-1 0-1,0 1 1,0-1-1,0 0 1,-1 0-1,0 0 0,1 0 1,-1 0-1,-1 0 1,1 0-1,-1 0 1,1 0-1,-1 0 1,-2-6-1,1 5-104,0 0 0,0-1 0,0 1 0,-1 0 0,0 0 0,0 0 0,0 1 0,-1-1 0,0 1 0,1-1 0,-1 1 0,-1 1 0,1-1 0,-7-4 0,-1 1-6727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2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13 156 24575,'2'2'0,"38"35"0,-35-32 0,0-2 0,0 1 0,1-1 0,-1 1 0,1-1 0,7 2 0,-13-4 0,1-1 0,-1 0 0,0 0 0,1 0 0,-1 0 0,1 1 0,-1-1 0,0 0 0,1 0 0,-1 0 0,1 0 0,-1 0 0,0 0 0,1 0 0,-1 0 0,1 0 0,-1 0 0,0 0 0,1 0 0,-1-1 0,1 1 0,-1 0 0,0 0 0,1 0 0,-1 0 0,0-1 0,1 1 0,-1-1 0,1 1 0,-1-1 0,0 1 0,0-1 0,0 0 0,0 1 0,0-1 0,0 1 0,0-1 0,0 1 0,0-1 0,0 0 0,0 1 0,-1-1 0,1 1 0,0-2 0,-13-21 0,-31-29 0,30 38 0,2 0 0,-15-23 0,35 46 0,1 0 0,0-1 0,1 0 0,0-1 0,0 0 0,1 0 0,13 5 0,-20-11 0,1 1 0,-1-1 0,1-1 0,-1 1 0,1 0 0,0-1 0,-1 0 0,1 0 0,-1-1 0,10-1 0,-12 2 0,0-1 0,0 0 0,0 1 0,0-1 0,-1 0 0,1 0 0,0 0 0,0-1 0,-1 1 0,1 0 0,0-1 0,-1 1 0,1-1 0,-1 1 0,0-1 0,0 0 0,1 1 0,-1-1 0,0 0 0,-1 0 0,1 0 0,0 0 0,0 0 0,-1 0 0,1-4 0,0 0 0,-1-1 0,0 1 0,0-1 0,-1 1 0,0-1 0,0 1 0,-3-10 0,-3-20 0,9 33 0,2 7 0,5 5 0,74 93 120,-63-81-615,0-1 0,38 28 0,-49-42-6331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2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7 24575,'-22'-2'0,"-10"-1"0,1 2 0,3 2 0,3 2 0,5 5 0,4-1-8191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2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24575,'8'15'0,"4"7"0,3 3 0,1-2 0,1-1 0,-1-4 0,-2-4 0,-2-1 0,-2 0 0,-4-3-8191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6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24575,'3'-19'0,"2"15"0,-5 4 0,1 0 0,0 0 0,-1 0 0,1 0 0,-1 0 0,1 1 0,-1-1 0,1 0 0,-1 0 0,0 1 0,1-1 0,-1 0 0,1 1 0,-1-1 0,0 0 0,1 1 0,0 0 0,1 2 0,0 1 0,0-1 0,-1 1 0,1-1 0,-1 1 0,0 0 0,0 0 0,0-1 0,0 1 0,0 6 0,2 12 0,2-9-66,-1-1 0,2-1 0,0 1-1,0-1 1,1 1 0,16 18 0,-12-14-836,-5-7-5924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6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15 24575,'-27'-2'0,"-13"-1"0,-4-1 0,2 2 0,6 0 0,5 1 0,7 0 0,2 1 0,2 0 0,2 3 0,2 0 0,1 0 0,1 2 0,-2 1 0,-2 0 0,1 1 0,1-2 0,2-2-8191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7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24575,'0'17'0,"0"8"0,2 3 0,1-2 0,3-2 0,0-3 0,-1-3 0,1-1 0,-1-2 0,0-1 0,0 0 0,0 0 0,0 0 0,0 0 0,0 0 0,-1-2-8191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7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24 24575,'-30'-5'0,"-11"-2"0,-2 1 0,4 1 0,8 4 0,8 2 0,5 1 0,3 3 0,2 0 0,0-1 0,0 2 0,0-1 0,0 0 0,-1-2 0,3-1-8191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7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24575,'10'18'0,"5"4"0,1 3 0,0-2 0,-4-2 0,0-4 0,-2-3 0,-4-1 0,-2-3-8191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9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774 44 24575,'2'-4'0,"0"0"0,0 0 0,1 0 0,0 0 0,4-5 0,-6 8 0,1-1 0,0 1 0,-1 0 0,1 0 0,0 0 0,-1 0 0,1 0 0,0 0 0,0 0 0,0 0 0,0 1 0,0-1 0,0 1 0,0 0 0,2-1 0,-4 1 0,1 0 0,-1 0 0,0 0 0,0 0 0,0 0 0,0 0 0,0 0 0,0 0 0,0 0 0,1-1 0,-1 1 0,0 0 0,0 0 0,0 0 0,0 0 0,0 0 0,0 0 0,1 0 0,-1 0 0,0 0 0,0 0 0,0 0 0,0 0 0,0 1 0,1-1 0,-1 0 0,0 0 0,0 0 0,0 0 0,0 0 0,0 0 0,0 0 0,0 0 0,1 0 0,-1 0 0,0 0 0,0 0 0,0 1 0,0-1 0,0 0 0,0 0 0,0 0 0,0 0 0,0 0 0,0 0 0,0 1 0,0-1 0,-6 5 0,-12 3 0,5-4 0,0-1 0,0 0 0,0 0 0,-24 0 0,-58-3 0,45-2 0,-27 1 0,-116 2 0,106 8 0,36-3 0,-32 8 0,73-13 0,1 1 0,0 0 0,-16 7 0,25-9 0,0 0 0,0 0 0,-1 0 0,1 0 0,0 0 0,0 0 0,0 0 0,0 0 0,0 0 0,0 1 0,0-1 0,0 0 0,-1 0 0,1 0 0,0 0 0,0 0 0,0 0 0,0 1 0,0-1 0,0 0 0,0 0 0,0 0 0,0 0 0,0 0 0,0 1 0,0-1 0,0 0 0,0 0 0,0 0 0,0 0 0,0 0 0,0 1 0,0-1 0,0 0 0,0 0 0,0 0 0,0 0 0,0 0 0,1 0 0,-1 1 0,0-1 0,0 0 0,0 0 0,0 0 0,0 0 0,0 0 0,0 0 0,0 0 0,1 0 0,-1 0 0,0 1 0,0-1 0,0 0 0,0 0 0,0 0 0,0 0 0,1 0 0,-1 0 0,0 0 0,0 0 0,0 0 0,0 0 0,1 0 0,9 4 0,-10-4 0,201 53 0,-113-31 0,-56-14 0,6 1 0,66 25 0,-98-31 0,0 0 0,-1 0 0,1 1 0,0-1 0,8 9 0,-13-11 0,0-1 0,-1 1 0,1 0 0,0-1 0,0 1 0,-1 0 0,1 0 0,0 0 0,-1 0 0,1 0 0,-1-1 0,1 1 0,-1 0 0,1 0 0,-1 0 0,0 0 0,1 1 0,-1-1 0,0 0 0,0 0 0,0 0 0,0 0 0,0 0 0,0 0 0,0 0 0,0 0 0,-1 0 0,1 0 0,0 0 0,0 0 0,-1 0 0,1 0 0,-1 0 0,1 0 0,-1 0 0,1 0 0,-1 0 0,0 0 0,0-1 0,1 1 0,-1 0 0,0 0 0,0-1 0,0 2 0,-9 3 0,1 0 0,-1 0 0,0-1 0,0 0 0,0 0 0,-14 2 0,-10 4 0,5 1 0,-24 7 0,1 2 0,-51 28 0,59-24 0,26-16 0,0 1 0,1 1 0,1 1 0,-1 0 0,-16 17 0,30-25 0,0 0 0,0 0 0,0 0 0,1 1 0,0-1 0,0 1 0,0 0 0,0-1 0,0 1 0,1 0 0,-2 5 0,3-9 0,0 0 0,0 0 0,1 1 0,-1-1 0,0 0 0,0 0 0,0 0 0,0 1 0,0-1 0,0 0 0,0 0 0,0 0 0,1 1 0,-1-1 0,0 0 0,0 0 0,0 0 0,0 0 0,1 0 0,-1 1 0,0-1 0,0 0 0,0 0 0,1 0 0,-1 0 0,0 0 0,0 0 0,0 0 0,1 0 0,-1 0 0,0 0 0,0 0 0,1 0 0,-1 0 0,0 0 0,0 0 0,0 0 0,1 0 0,12-1 0,-9 0 0,66-5 0,92 6 0,-76 1 0,382-1-1365,-445 0-5461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10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9 24575,'-1'-1'0,"1"1"0,-1-1 0,0 0 0,1 1 0,-1-1 0,0 1 0,0-1 0,1 1 0,-1-1 0,0 1 0,0-1 0,0 1 0,0 0 0,1-1 0,-3 1 0,3 0 0,-1 0 0,1 0 0,0 0 0,-1 0 0,1 0 0,0 1 0,0-1 0,-1 0 0,1 0 0,0 0 0,0 1 0,-1-1 0,1 0 0,0 0 0,0 1 0,0-1 0,-1 0 0,1 1 0,0-1 0,0 0 0,0 0 0,0 1 0,0-1 0,0 0 0,0 1 0,-1-1 0,1 0 0,0 1 0,0 5 0,0-1 0,0 1 0,2 10 0,-1-7 0,1 54 0,3 16 0,-4-67 0,1-1 0,1 0 0,0 1 0,9 20 0,17 34 0,-26-63-1365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11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 24575,'-18'5'0,"-28"11"0,-53 24 0,95-38 0,1 0 0,-1 0 0,1 0 0,-1 1 0,1-1 0,0 1 0,0 0 0,0-1 0,1 1 0,-5 6 0,4-3 0,0 0 0,0 0 0,1 0 0,0 0 0,-3 11 0,5-17 0,0 1 0,0-1 0,0 1 0,-1 0 0,1-1 0,0 1 0,0 0 0,0-1 0,0 1 0,1 0 0,-1-1 0,0 1 0,0-1 0,0 1 0,0 0 0,1-1 0,-1 1 0,0-1 0,0 1 0,1-1 0,-1 1 0,1 0 0,-1-1 0,0 1 0,1-1 0,-1 0 0,1 1 0,-1-1 0,1 1 0,-1-1 0,1 0 0,-1 1 0,1-1 0,0 0 0,-1 0 0,1 1 0,-1-1 0,1 0 0,0 0 0,0 0 0,4 1 0,0-1 0,0 1 0,0-1 0,7-1 0,-5 1 0,258 6 0,-206-2-1365,-36-2-5461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13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43 24575,'-3'-3'0,"0"1"0,0-1 0,0 0 0,1 1 0,-1-1 0,1 0 0,0-1 0,0 1 0,0 0 0,0-1 0,-2-6 0,18 23 0,112 130 0,-67-80 0,2 3 0,2-4 0,91 70 0,-1-4 0,-141-118 0,-14-11-1365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14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7 24575,'0'-1'0,"0"1"0,0 0 0,0-1 0,0 1 0,-1 0 0,1-1 0,0 1 0,0 0 0,0 0 0,-1-1 0,1 1 0,0 0 0,0 0 0,-1-1 0,1 1 0,0 0 0,0 0 0,-1 0 0,1 0 0,0-1 0,-1 1 0,1 0 0,0 0 0,-1 0 0,1 0 0,0 0 0,-1 0 0,1 0 0,0 0 0,-1 0 0,-9 7 0,-11 22 0,15-19 0,-28 33 0,25-33 0,0 1 0,0 0 0,1 0 0,1 1 0,-11 23 0,-21 81 0,29-79 0,-2 0 0,-2-1 0,-1 0 0,-22 35 0,-9 0-1365,38-58-5461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14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16 24575,'-15'-4'0,"0"0"0,-22-3 0,33 7 0,1-1 0,-1 1 0,0 0 0,0 0 0,1 1 0,-1-1 0,1 1 0,-1-1 0,0 1 0,1 0 0,-6 3 0,8-3 0,-1-1 0,1 1 0,0 1 0,-1-1 0,1 0 0,0 0 0,0 0 0,0 1 0,0-1 0,0 0 0,0 1 0,0-1 0,0 1 0,1-1 0,-1 1 0,0-1 0,1 1 0,-1 0 0,1 2 0,-1 4 0,0 0 0,1 0 0,0 9 0,0 17 0,-1-30 0,0 0 0,1 0 0,-1 0 0,1 1 0,0-1 0,0 0 0,1 0 0,0 0 0,-1 0 0,1 0 0,0 0 0,1 0 0,-1 0 0,1 0 0,0 0 0,0 0 0,0-1 0,0 1 0,1-1 0,-1 0 0,1 1 0,0-1 0,0 0 0,0-1 0,0 1 0,1-1 0,-1 1 0,1-1 0,-1 0 0,1 0 0,0 0 0,0-1 0,0 1 0,0-1 0,0 0 0,5 0 0,32 7 0,0-2 0,0-1 0,1-3 0,67-4 0,-97 0-1365,-3-2-5461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15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 24575,'-1'0'0,"0"0"0,1 0 0,-1 0 0,0 1 0,1-1 0,-1 0 0,0 1 0,1-1 0,-1 0 0,0 1 0,1-1 0,-1 1 0,1-1 0,-1 1 0,1-1 0,-1 1 0,1-1 0,-1 2 0,-25 21 0,0 1 0,16-16 0,0 1 0,0 1 0,-10 12 0,16-16 0,0 0 0,0 1 0,0-1 0,1 1 0,0 0 0,1 0 0,-4 10 0,2 6 0,0 0 0,1 0 0,1 0 0,2 0 0,0 0 0,5 32 0,4 5 0,22 69 0,-22-99 0,1-1 0,1 0 0,2 0 0,30 48 0,-36-67 0,0 0 0,1 0 0,0-1 0,0 0 0,1 0 0,0-1 0,1 0 0,0 0 0,0-1 0,17 8 0,-15-9-1365,-3 0-5461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16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3 24575,'-1'0'0,"0"-1"0,-1 1 0,1 0 0,-1-1 0,1 1 0,-1 0 0,1 0 0,-1 0 0,1 0 0,-1 0 0,1 0 0,-1 0 0,1 1 0,-1-1 0,1 0 0,-1 1 0,1 0 0,-1-1 0,1 1 0,0 0 0,-1-1 0,-1 3 0,3-2 0,-1 0 0,0 0 0,1 1 0,-1-1 0,1 0 0,-1 1 0,1-1 0,0 0 0,0 1 0,-1-1 0,1 1 0,0-1 0,0 0 0,0 1 0,1-1 0,-1 1 0,0-1 0,0 0 0,1 1 0,-1-1 0,1 0 0,-1 1 0,1-1 0,1 2 0,15 29 0,1-2 0,25 31 0,0 1 0,28 59 0,-63-104 0,0 0 0,-1 1 0,-1 0 0,-1 0 0,4 25 0,-8-37 0,0 0 0,-1-1 0,0 1 0,0 0 0,-1-1 0,0 1 0,-2 10 0,3-15 0,-1 1 0,1 0 0,-1-1 0,0 1 0,1-1 0,-1 0 0,0 1 0,0-1 0,0 1 0,0-1 0,0 0 0,0 0 0,-1 0 0,1 0 0,0 0 0,-1 0 0,1 0 0,0 0 0,-1 0 0,1 0 0,-1-1 0,1 1 0,-1-1 0,0 1 0,1-1 0,-1 0 0,1 1 0,-1-1 0,0 0 0,-2 0 0,-6-2 0,0 0 0,1 0 0,-1-1 0,1-1 0,0 1 0,0-1 0,0-1 0,-10-7 0,-5-1 0,15 8 0,-52-29 0,53 29 0,0-1 0,0 0 0,1 0 0,0 0 0,-7-9 0,12 13 0,0 0 0,1 0 0,-1 0 0,1 0 0,0-1 0,-1 1 0,1 0 0,0-1 0,0 1 0,1 0 0,-1-1 0,0 1 0,1-1 0,0 1 0,-1-1 0,1 0 0,0 1 0,0-1 0,0 1 0,1-5 0,1 4 0,-1 1 0,0-1 0,1 0 0,-1 0 0,1 0 0,0 1 0,0-1 0,0 1 0,0 0 0,0-1 0,0 1 0,1 0 0,-1 0 0,1 1 0,0-1 0,3-1 0,10-6-273,1 2 0,0 0 0,1 1 0,22-6 0,-23 9-6553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16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4 24575,'-2'-2'0,"-2"1"0,-1 3 0,-1 5 0,-1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1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45 24575,'0'-3'0,"0"-1"0,0 0 0,0 0 0,1 0 0,-1 1 0,1-1 0,0 0 0,0 1 0,1-1 0,1-4 0,-8 32 0,-1-12 0,-61 131 0,60-123 0,0 1 0,1 0 0,2 0 0,0 1 0,1-1 0,1 1 0,1 0 0,2 22 0,4 19 0,20 91 0,-20-127 0,1 0 0,2 0 0,1-1 0,1 0 0,1 0 0,1-1 0,1-1 0,2 0 0,32 41 0,-39-55-91,7 8-122,0-1 1,1 0 0,1-2 0,0 0-1,28 19 1,-36-29-6614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3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74 24575,'-3'-2'0,"3"3"0,3 8 0,6 11 0,1-1 0,-4-7 0,0-1 0,1 1 0,16 20 0,-21-29 0,1 0 0,0 0 0,0-1 0,0 1 0,1-1 0,-1 1 0,1-1 0,-1 0 0,1-1 0,-1 1 0,1-1 0,0 1 0,0-1 0,0 0 0,0-1 0,0 1 0,6 0 0,0-1 0,7 1 0,33-4 0,-46 3 0,0-1 0,0 0 0,-1 0 0,1 0 0,0 0 0,0 0 0,0-1 0,-1 0 0,1 0 0,-1 0 0,1 0 0,-1 0 0,5-5 0,6-20 0,-13 29 0,-1 0 0,2 1 0,-1-1 0,0 0 0,0-1 0,0 1 0,1 0 0,-1 0 0,1 0 0,0-1 0,-1 1 0,1-1 0,0 1 0,0-1 0,0 0 0,0 0 0,0 0 0,3 1 0,3 2 0,0-1 0,1-1 0,12 4 0,-5-3 0,1-1 0,22 1 0,-33-3 0,0 0 0,0 0 0,-1-1 0,1 0 0,0 0 0,0 0 0,0-1 0,0 0 0,-1 0 0,6-3 0,-9 4 0,0 0 0,-1 0 0,1 0 0,0-1 0,-1 1 0,1 0 0,-1-1 0,0 1 0,1-1 0,-1 0 0,0 1 0,0-1 0,0 0 0,0 0 0,-1 1 0,1-1 0,0 0 0,0-3 0,-1 2 0,1-1 0,-1 1 0,0 0 0,-1 0 0,1-1 0,-1 1 0,1 0 0,-1 0 0,0 0 0,-2-5 0,-1-2 0,-1 1 0,0 0 0,-1 0 0,0 1 0,-1-1 0,-7-7 0,8 10-105,0-1 0,-1 2 0,0-1 0,0 1 0,0 0 0,-1 0 0,0 0 0,0 1 0,0 1 0,0-1 0,-1 2 0,-9-4 0,6 5-6721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4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24575,'81'-45'0,"-78"44"0,0-1 0,0 1 0,0 0 0,0-1 0,1 2 0,-1-1 0,0 0 0,0 1 0,1-1 0,-1 1 0,0 0 0,0 0 0,1 0 0,-1 1 0,0-1 0,1 1 0,-1 0 0,0-1 0,4 3 0,-2-1 0,0 1 0,0-1 0,0 1 0,0 0 0,-1 1 0,1-1 0,-1 1 0,0 0 0,0 0 0,6 8 0,-9-11 0,0 0 0,0 1 0,0-1 0,0 1 0,0 0 0,0-1 0,0 1 0,-1 0 0,1-1 0,-1 1 0,1 0 0,-1 0 0,0 0 0,1-1 0,-1 1 0,0 0 0,0 0 0,-1 0 0,1 0 0,0-1 0,0 1 0,-1 0 0,1 0 0,-2 2 0,-1 1 0,-1 0 0,1 0 0,-1 0 0,0 0 0,0-1 0,-5 5 0,5-6 0,0 0 0,1 1 0,-1 0 0,1 0 0,0 0 0,0 0 0,0 0 0,-2 7 0,4-10 0,1 0 0,0 0 0,-1 0 0,1 0 0,0 1 0,0-1 0,-1 0 0,1 0 0,0 0 0,0 1 0,1-1 0,-1 0 0,0 0 0,0 0 0,0 0 0,1 1 0,-1-1 0,1 0 0,-1 0 0,1 0 0,0 1 0,0 0 0,1-1 0,-1 0 0,0 0 0,1 0 0,-1 0 0,1 0 0,-1 0 0,1 0 0,-1 0 0,1-1 0,0 1 0,-1-1 0,3 1 0,6 1 0,0-1 0,0-1 0,0 1 0,12-2 0,-13 0 0,18 0-100,-15 0-81,0 0 0,0 1 1,1 1-1,-1-1 0,0 2 1,13 3-1,-16-2-6645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6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16 24575,'-27'0'0,"-14"0"0,-5-3 0,3 0 0,4 0 0,6 0 0,4 1 0,4 1 0,5 1 0,2 0 0,5 2 0,1 1 0,4 3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6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24575,'13'-13'0,"-1"0"0,28-21 0,-35 30 0,1 0 0,0 1 0,0 0 0,0 0 0,1 0 0,-1 1 0,0 0 0,11-2 0,1 0 0,-6 2 0,0 0 0,0 0 0,0 1 0,0 0 0,15 2 0,-24-1 0,-1 0 0,1 1 0,-1-1 0,1 1 0,-1 0 0,1 0 0,-1 0 0,0 0 0,1 0 0,-1 0 0,0 1 0,0-1 0,0 1 0,0-1 0,0 1 0,0 0 0,-1 0 0,1 0 0,0 0 0,-1 0 0,0 0 0,1 0 0,-1 1 0,0-1 0,0 0 0,0 1 0,-1-1 0,1 1 0,0-1 0,-1 5 0,2 0 0,-2 1 0,1-1 0,-1 0 0,0 0 0,-1 1 0,1-1 0,-1 0 0,-1 0 0,0 0 0,-4 12 0,4-14 0,0 0 0,-1-1 0,0 1 0,0-1 0,0 1 0,-1-1 0,1 0 0,-1-1 0,0 1 0,0 0 0,0-1 0,-1 0 0,1 0 0,-1 0 0,-5 2 0,-26 7 0,28-9 0,0 0 0,-1 0 0,1 0 0,-8 6 0,16-9 0,0 0 0,-1 0 0,1 0 0,0 0 0,-1 0 0,1 0 0,0 1 0,0-1 0,-1 0 0,1 0 0,0 0 0,-1 1 0,1-1 0,0 0 0,0 0 0,0 1 0,-1-1 0,1 0 0,0 0 0,0 1 0,0-1 0,0 0 0,-1 1 0,1-1 0,0 0 0,0 1 0,0-1 0,0 0 0,0 1 0,0-1 0,0 0 0,0 1 0,0-1 0,0 0 0,0 1 0,0 0 0,1-1 0,0 1 0,0-1 0,-1 1 0,1-1 0,0 1 0,0-1 0,0 0 0,0 1 0,0-1 0,0 0 0,0 0 0,1 1 0,30 1 0,-32-2 0,101 8 0,-68-4 0,0-2 0,48-2 0,-68-3-1365,-4 0-5461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7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24575,'7'2'0,"5"4"0,3 3 0,2 2 0,-1 2 0,1 2 0,-1-3 0,-1 0 0,0 0 0,-2 0 0,-2-1 0,-2-1 0,-1-2 0,2 1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7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24575,'24'17'0,"14"8"0,2 3 0,-3-2 0,-6-2 0,-5-3 0,-4-3 0,-5-4 0,-4-2 0,-2-3 0,-3-1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7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545 89 24575,'-29'-12'0,"-15"-7"0,-5 0 0,1 4 0,4 3 0,4 5 0,7 3 0,4 5 0,2 2 0,3 3 0,1 3 0,-1 0 0,2 1 0,-1 1 0,-1 1 0,1-1 0,1-1 0,6-1-8191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8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24575,'-1'0'0,"1"1"0,0-1 0,0 0 0,-1 0 0,1 1 0,0-1 0,-1 0 0,1 0 0,0 1 0,0-1 0,0 0 0,0 1 0,-1-1 0,1 0 0,0 1 0,0-1 0,0 0 0,0 1 0,0-1 0,0 0 0,0 1 0,0-1 0,0 1 0,0-1 0,0 0 0,0 1 0,0-1 0,0 0 0,0 1 0,0-1 0,0 0 0,0 1 0,1 0 0,3 13 0,5 1 0,1-1 0,1 0 0,0-1 0,1 0 0,25 21 0,-30-27 0,-2-2-195,0-1 0,0 0 0,1 0 0,0 0 0,-1 0 0,11 4 0,-5-5-6631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8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24575,'-9'7'0,"-4"6"0,0-1-8191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32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2712 1 24575,'-465'0'0,"447"1"0,-31 5 0,29-3 0,-21 1 0,22-2 0,-22 4 0,23-3 0,-25 1 0,-48 3 0,-12 1 0,44-8 0,-69-1 0,69-6 0,-27-1 0,69 8 0,0 0 0,1 2 0,-29 5 0,-26 8 0,47-9 0,-1-1 0,1-1 0,-38 2 0,-520-7 0,572 1 0,-1 2 0,-19 3 0,18-2 0,0-1 0,-13 1 0,-242-3 0,129-1 0,128 2 17,-1 0 1,-17 4-1,6-1-1434,9-2-5409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34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24575,'2'0'0,"0"0"0,-1 1 0,1-1 0,0 0 0,0 1 0,-1-1 0,1 1 0,0-1 0,-1 1 0,1 0 0,0-1 0,-1 1 0,1 0 0,-1 0 0,1 0 0,-1 1 0,0-1 0,0 0 0,1 0 0,-1 1 0,0-1 0,1 3 0,2 2 0,-1 1 0,0 0 0,0 0 0,2 10 0,-3-11 0,0 1 0,0-1 0,1 1 0,4 6 0,14 19 0,51 81 0,-59-95 0,-6-14 0,-6-4 0,-1-1 0,0 1 0,1 0 0,-1-1 0,0 1 0,1 0 0,-1-1 0,0 1 0,0 0 0,0-1 0,1 1 0,-1-1 0,0 1 0,0 0 0,0-1 0,0 1 0,0-1 0,0 1 0,0-1 0,0 1 0,0 0 0,0-1 0,0 0 0,0-2 0,0-1 0,-1 1 0,1 0 0,-1-1 0,0 1 0,0 0 0,0 0 0,0-1 0,-3-3 0,-18-29 0,12 22 0,-27-37 0,25 37 0,1 0 0,-13-23 0,15 22 0,-7-13 0,15 26 0,0 0 0,1 1 0,-1-1 0,0 0 0,1 0 0,0 1 0,-1-1 0,1 0 0,0 0 0,0 0 0,0 0 0,0 1 0,1-4 0,-1 4 0,0 1 0,0-1 0,0 1 0,1-1 0,-1 1 0,0-1 0,0 1 0,1-1 0,-1 1 0,0-1 0,0 1 0,1-1 0,-1 1 0,1 0 0,-1-1 0,0 1 0,1 0 0,-1-1 0,1 1 0,-1 0 0,1-1 0,-1 1 0,1 0 0,-1 0 0,1 0 0,0-1 0,0 1 0,0 0 0,1 0 0,-1 1 0,0-1 0,0 0 0,0 0 0,1 1 0,-1-1 0,0 0 0,0 1 0,2 0 0,3 3 0,0 0 0,-1 0 0,7 6 0,-10-8 0,32 30 0,17 15 0,-44-42 0,-1-1 0,1 1 0,0-1 0,0 0 0,0-1 0,12 4 0,-10-4 0,-1-1 0,0 0 0,17 2 0,-22-4 0,1 0 0,-1-1 0,1 1 0,-1-1 0,1 0 0,-1 1 0,1-1 0,-1-1 0,0 1 0,0-1 0,0 1 0,5-4 0,-3 1 0,0 0 0,0-1 0,-1 1 0,1-1 0,-1 0 0,0 0 0,-1-1 0,1 1 0,-1-1 0,0 0 0,0 0 0,-1 0 0,0 0 0,0 0 0,0 0 0,-1-1 0,0 1 0,0-1 0,-1 1 0,0-8 0,0 14 0,0-1 0,0 1 0,0-1 0,0 1 0,0-1 0,0 1 0,0 0 0,0-1 0,0 1 0,0-1 0,0 1 0,1-1 0,-1 1 0,0 0 0,0-1 0,0 1 0,0-1 0,1 1 0,-1 0 0,0-1 0,0 1 0,1 0 0,-1-1 0,1 1 0,-1 0 0,1 0 0,-1 0 0,1 0 0,-1 0 0,0 0 0,1 1 0,-1-1 0,1 0 0,-1 0 0,0 0 0,1 1 0,-1-1 0,0 0 0,1 1 0,-1-1 0,0 0 0,1 1 0,-1-1 0,0 1 0,17 27 0,-13-21 0,7 11 0,0-1 0,1 1 0,1-2 0,1 0 0,1 0 0,0-2 0,19 16 0,-29-27 0,46 39 0,-46-38 0,0 1 0,-1 0 0,1 0 0,-1 1 0,0-1 0,-1 1 0,5 8 0,-8-13-114,1 0 1,-1 1-1,0-1 0,1 0 0,-1 0 1,0 0-1,0 0 0,0 1 0,0-1 1,0 0-1,-1 2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35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15 24575,'-20'-2'0,"-8"-2"0,-3 1 0,2 1 0,4 0 0,3 1 0,3 0 0,4 3 0,4 2 0,-1-1 0,1 0 0,-1-1 0,2-1-8191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38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24575,'2'-5'0,"0"-1"0,1 0 0,0 1 0,0-1 0,0 1 0,1 0 0,-1 0 0,1 0 0,0 0 0,1 1 0,-1 0 0,1 0 0,0 0 0,7-4 0,-5 4 0,0 0 0,1 1 0,-1 0 0,1 0 0,-1 1 0,1 0 0,0 1 0,0-1 0,0 1 0,13 0 0,-8 2 0,-1-1 0,0 2 0,0 0 0,20 5 0,-27-5 0,1-1 0,-1 1 0,0 1 0,0-1 0,0 1 0,-1 0 0,1 0 0,-1 0 0,1 1 0,-1 0 0,0-1 0,6 9 0,-8-10 0,-1 1 0,0-1 0,1 0 0,-1 0 0,0 1 0,0-1 0,-1 1 0,1-1 0,0 1 0,-1-1 0,1 1 0,-1 0 0,0-1 0,0 1 0,0-1 0,0 1 0,-1 0 0,1-1 0,-1 1 0,1-1 0,-3 5 0,1-1 0,-1-1 0,0 0 0,0 0 0,0 0 0,-1 0 0,0 0 0,0-1 0,-6 6 0,2 0 0,-1-1 0,2 1 0,0 1 0,0 0 0,1 0 0,-7 16 0,-14 24 0,77-63 0,-17 5 0,-1 2 0,54-1 0,-78 6-341,0-1 0,-1 1-1,16-4 1,-12 1-6485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38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24575,'2'0'0,"2"3"0,1 0 0,1 2 0,1 4 0,3 1 0,-2 3 0,-1 0 0,1-1 0,-2 0 0,1 0 0,2 0 0,-1 1 0,1 1 0,-1 0 0,0-2 0,-1-1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39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24575,'19'17'0,"10"9"0,1 1 0,-1-1 0,-3-2 0,-4-3 0,-3-5 0,-3-3 0,0-1 0,-5-2-8191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39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68 24575,'-29'-9'0,"-15"-7"0,-5 0 0,4 3 0,4 4 0,7 5 0,4 4 0,5 4 0,4 1 0,1 3 0,1 2 0,4-1-8191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39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24575,'7'21'0,"0"-1"0,2 0 0,14 25 0,-2-3 0,35 58 0,-2-3 0,-50-89-105,13 31 343,-16-36-374,0 0 0,0 0 0,-1 0-1,1 1 1,-1-1 0,0 0 0,0 1 0,0-1-1,0 0 1,-1 5 0,-2 1-6690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40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11 24575,'-17'-4'0,"-32"-2"0,44 6 0,0-1 0,1 2 0,-1-1 0,0 0 0,0 1 0,1 0 0,-1 0 0,0 0 0,1 1 0,-1 0 0,-6 3 0,10-4 0,-1 0 0,0 0 0,1 1 0,-1-1 0,0 1 0,1-1 0,0 1 0,-1-1 0,1 1 0,0 0 0,0 0 0,0 0 0,0 0 0,0-1 0,0 1 0,1 0 0,-1 1 0,1-1 0,-1 0 0,1 0 0,0 0 0,0 0 0,0 0 0,0 0 0,0 0 0,0 0 0,0 1 0,1-1 0,-1 0 0,1 0 0,0 0 0,1 2 0,-1 0 0,1 0 0,0 0 0,1 0 0,-1 0 0,1 0 0,-1 0 0,1-1 0,0 0 0,0 1 0,1-1 0,-1-1 0,1 1 0,0 0 0,5 2 0,6 1 19,0-1 0,1-1 0,0 0 0,0-1-1,0-1 1,29 1 0,-23-2-518,0 1 0,36 8 0,-44-6-6327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44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24575,'30'-12'0,"-17"10"0,1 1 0,-1 0 0,1 1 0,-1 0 0,0 1 0,1 0 0,-1 1 0,0 1 0,0 0 0,21 8 0,-19-5 0,82 35 0,-84-34 0,0 0 0,-1 1 0,0 1 0,0 0 0,11 11 0,8 6 0,-23-21 0,-1 2 0,1-1 0,12 15 0,2 9 0,28 46 0,-44-65 0,-1 0 0,0 0 0,0 0 0,-1 0 0,-1 1 0,0 0 0,0-1 0,1 20 0,3 30 0,-4-41 0,1 30 0,-4-2 0,-1-16 0,1 1 0,9 56 0,-7-83 0,-1 1 0,-1 0 0,1 0 0,-1-1 0,0 1 0,-1 0 0,0 0 0,0 0 0,0-1 0,-1 1 0,0 0 0,0-1 0,-1 0 0,1 1 0,-2-1 0,1 0 0,0-1 0,-1 1 0,0 0 0,-7 6 0,-92 102 0,100-111-32,0 0 0,-1-1-1,0 1 1,0-1 0,0 0-1,0 0 1,-8 2 0,3 0-1075,0-1-5719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46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587 7 24575,'0'0'0,"0"0"0,0-1 0,0 1 0,0 0 0,0-1 0,0 1 0,0 0 0,0 0 0,0-1 0,-1 1 0,1 0 0,0 0 0,0-1 0,0 1 0,0 0 0,0 0 0,-1-1 0,1 1 0,0 0 0,0 0 0,-1 0 0,1-1 0,0 1 0,0 0 0,0 0 0,-1 0 0,1 0 0,0 0 0,-1 0 0,1 0 0,0-1 0,0 1 0,-1 0 0,1 0 0,0 0 0,-1 0 0,1 0 0,0 0 0,0 0 0,-1 0 0,1 0 0,0 1 0,0-1 0,-1 0 0,1 0 0,0 0 0,-1 0 0,1 0 0,0 0 0,0 1 0,-1-1 0,1 0 0,0 0 0,-15 9 0,-104 95 0,105-89 0,1 1 0,1 0 0,0 1 0,-17 33 0,-11 18 0,33-59 0,0 0 0,-1 0 0,0 0 0,-15 13 0,21-21 0,-10 8 0,0 1 0,1 0 0,0 0 0,0 1 0,2 0 0,-15 22 0,15-20 0,-20 23 0,23-30 0,-1 2 0,1-1 0,1 1 0,-1-1 0,2 2 0,-1-1 0,1 0 0,-6 17 0,4-4 0,-1-2 0,-19 38 0,13-29 0,-16 49-1365,25-65-5461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47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8 24575,'-1'-1'0,"0"0"0,-1 0 0,1 1 0,0-1 0,-1 0 0,1 1 0,-1-1 0,1 1 0,-1-1 0,1 1 0,-1 0 0,1-1 0,-1 1 0,1 0 0,-3 0 0,3 1 0,1-1 0,0 0 0,-1 0 0,1 0 0,-1 0 0,1 0 0,0 1 0,0-1 0,-1 0 0,1 0 0,0 1 0,-1-1 0,1 0 0,0 1 0,0-1 0,-1 0 0,1 0 0,0 1 0,0-1 0,0 1 0,-1-1 0,1 0 0,0 1 0,0 0 0,0 1 0,0-1 0,0 0 0,0 1 0,0-1 0,0 0 0,0 0 0,0 1 0,1-1 0,0 2 0,10 29 0,-2-1 0,-1 2 0,-2-1 0,-1 1 0,2 38 0,-7-69-98,0 0 1,0 0-1,0 0 1,0 0-1,0 0 1,-1 0-1,1 0 1,0 0-1,-1 0 1,1 0-1,-1 0 1,0 0-1,-2 3 1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47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630 27 24575,'-1'-1'0,"1"-1"0,-1 1 0,1-1 0,-1 1 0,1 0 0,-1-1 0,0 1 0,1 0 0,-1 0 0,0-1 0,0 1 0,0 0 0,0 0 0,0 0 0,0 0 0,-1 0 0,1 0 0,0 0 0,0 1 0,-1-1 0,1 0 0,0 1 0,-3-1 0,0 0 0,0 1 0,0 0 0,0 0 0,0 1 0,1-1 0,-1 1 0,0 0 0,-4 1 0,-16 2 0,-1 0 0,0-2 0,0-1 0,-37-3 0,10 1 0,-267 1 0,294 2-1365,16 1-5461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48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 24575,'-2'1'0,"-1"1"0,1 0 0,-1 0 0,1 1 0,0-1 0,0 0 0,0 1 0,0-1 0,0 1 0,0 0 0,1 0 0,-1-1 0,1 1 0,0 0 0,0 0 0,0 0 0,0 1 0,1-1 0,-1 0 0,1 0 0,-1 0 0,1 0 0,0 1 0,1-1 0,-1 0 0,0 0 0,1 0 0,0 0 0,0 0 0,0 0 0,0 0 0,0 0 0,1 0 0,-1 0 0,1 0 0,0-1 0,-1 1 0,5 4 0,-6-7 0,1 0 0,-1 1 0,0-1 0,0 0 0,0 0 0,1 1 0,-1-1 0,0 0 0,0 0 0,1 1 0,-1-1 0,0 0 0,1 0 0,-1 0 0,0 1 0,1-1 0,-1 0 0,0 0 0,1 0 0,-1 0 0,0 0 0,1 0 0,-1 0 0,0 0 0,1 0 0,0-7 0,-7-14 0,-14-22 0,18 40 0,0-1 0,0 0 0,0 1 0,0 0 0,-1 0 0,0 0 0,0 0 0,0 0 0,-4-3 0,7 6 0,0 0 0,0 0 0,0 0 0,0 0 0,0 0 0,0 0 0,0 0 0,0 0 0,0 0 0,-1-1 0,1 1 0,0 0 0,0 0 0,0 0 0,0 0 0,0 0 0,0 0 0,0 0 0,0 0 0,0 0 0,-1 0 0,1 0 0,0 0 0,0 0 0,0 0 0,0 0 0,0 0 0,0 0 0,0 0 0,0 0 0,0 1 0,0-1 0,-1 0 0,1 0 0,0 0 0,0 0 0,0 0 0,0 0 0,0 0 0,0 0 0,0 0 0,0 0 0,0 0 0,0 0 0,0 0 0,0 1 0,0-1 0,0 0 0,0 0 0,0 0 0,0 0 0,0 0 0,0 0 0,0 0 0,-1 0 0,1 0 0,1 9 0,5 8 0,6 7 0,23 37 0,-7-16 0,-23-34-1365,-1-1-5461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49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24575,'0'-1'0,"1"-1"0,-1 1 0,1-1 0,-1 1 0,1-1 0,0 1 0,0 0 0,-1 0 0,1-1 0,0 1 0,0 0 0,0 0 0,1 0 0,-1 0 0,0 0 0,2-1 0,-2 1 0,0 1 0,0 0 0,0 0 0,0 0 0,0 0 0,0 0 0,0 0 0,0 0 0,0 0 0,0 0 0,0 0 0,0 0 0,0 1 0,0-1 0,0 0 0,0 1 0,0-1 0,-1 1 0,1-1 0,0 1 0,0-1 0,0 1 0,-1 0 0,1-1 0,0 1 0,1 1 0,246 274 0,-222-243 0,-2 1 0,-2 2 0,-1 0 0,-1 1 0,-2 1 0,23 73 0,-37-96 0,-1 0 0,-1-1 0,0 1 0,0 0 0,-2 0 0,0 0 0,0 0 0,-1 0 0,-6 25 0,5-34 0,1 1 0,-2-1 0,1 0 0,-1 1 0,0-1 0,0-1 0,0 1 0,-1 0 0,0-1 0,0 0 0,-1 0 0,1 0 0,-1 0 0,0-1 0,0 1 0,-1-1 0,1-1 0,-1 1 0,0-1 0,0 0 0,0 0 0,0-1 0,-12 4 0,-32 5-1365,37-8-5461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50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24575,'4'-3'0,"-1"1"0,0 0 0,1 0 0,0 1 0,-1-1 0,1 1 0,0-1 0,0 1 0,-1 1 0,1-1 0,0 0 0,5 1 0,-4 0 0,0 1 0,0 0 0,0 0 0,1 0 0,-1 1 0,0-1 0,-1 1 0,9 4 0,-1 2 0,1-1 0,-1 1 0,-1 1 0,0 0 0,18 19 0,44 59 0,-50-58 0,5 7 0,-2 1 0,-1 1 0,-2 2 0,35 80 0,-34-56 0,21 80 0,-40-119 0,0 1 0,-1-1 0,-1 1 0,-2 0 0,-1 0 0,-3 36 0,1-55-80,1 1 0,-1-1-1,0 1 1,0-1 0,-1 0-1,0 0 1,-1-1 0,1 1-1,-1 0 1,0-1 0,-1 0 0,0 0-1,0-1 1,0 1 0,0-1-1,-7 5 1,2-1-6746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17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13123 1 24575,'0'0'0,"0"0"0,0 0 0,-1 1 0,1-1 0,0 0 0,0 0 0,0 1 0,0-1 0,0 0 0,0 0 0,0 0 0,0 1 0,0-1 0,1 0 0,-1 0 0,0 1 0,0-1 0,0 0 0,0 0 0,0 0 0,0 1 0,0-1 0,0 0 0,1 0 0,-1 0 0,0 0 0,0 1 0,0-1 0,0 0 0,1 0 0,-1 0 0,0 0 0,0 0 0,0 0 0,1 1 0,-1-1 0,0 0 0,0 0 0,0 0 0,1 0 0,-1 0 0,0 0 0,0 0 0,1 0 0,-1 0 0,0 0 0,0 0 0,0 0 0,1 0 0,-1 0 0,0 0 0,0 0 0,1 0 0,-1-1 0,0 1 0,0 0 0,0 0 0,1 0 0,-1 0 0,0 0 0,0 0 0,0-1 0,0 1 0,0 0 0,1 0 0,-1 0 0,0 0 0,0-1 0,0 1 0,-1 18 0,-3-6 0,0 0 0,-1-1 0,0 1 0,-1-1 0,0 0 0,-13 17 0,15-24 0,0 1 0,-1-1 0,1 0 0,-1 0 0,0 0 0,0-1 0,0 1 0,-1-1 0,1-1 0,-1 1 0,1-1 0,-1 0 0,0 0 0,-11 2 0,-5-2 0,1 0 0,-41-1 0,35-2 0,-24 0 0,-71 2 0,83 6 0,29-4 0,-1-1 0,-15 1 0,0-2 0,1-1 0,-1-1 0,1-2 0,0 0 0,-45-12 0,60 13 0,0 0 0,0 0 0,0 1 0,0 0 0,0 1 0,0 1 0,-1-1 0,1 1 0,-16 4 0,8-1 0,-12-1 0,0-1 0,0-1 0,-39-4 0,21-4 0,30 4 0,-32-2 0,24 6 0,-35 6 0,35-4 0,-34 2 0,55-5 0,-27 0 0,0-1 0,-43-8 0,54 6 0,0 1 0,-23 1 0,21 1 0,-32-5 0,-2-2 0,0 3 0,-73 5 0,47 0 0,-325-1 0,307-8 0,41 1 0,2 1 0,-61-2 0,118 8 0,-29 0 0,0-1 0,-43-6 0,59 4 0,1 1 0,0 1 0,-1 0 0,1 1 0,0 1 0,-1 0 0,1 1 0,-16 3 0,20-3 0,0-1 0,1-1 0,-1 0 0,0 0 0,0-1 0,0 0 0,-14-4 0,-1 1 0,-9-1 0,13 1 0,0 1 0,-23 0 0,17 2 0,-26-5 0,27 2 0,-31 0 0,-758 5 0,787 0 0,-29 5 0,-26 2 0,43-8 0,18-1 0,-1 1 0,0 1 0,0 1 0,-41 9 0,37-5 0,-48 6 0,-15 2 0,74-9 0,0 0 0,0 1 0,0 0 0,1 1 0,0 1 0,-24 17 0,-70 67 0,102-86 0,5-5 0,0 0 0,-1 0 0,1 0 0,0 0 0,0 1 0,0-1 0,0 0 0,0 0 0,1 1 0,-1-1 0,0 0 0,1 1 0,-1-1 0,0 1 0,1-1 0,0 1 0,-1-1 0,1 1 0,0-1 0,0 1 0,0 0 0,0 2 0,1-1 0,0 0 0,1 0 0,-1 0 0,1 0 0,0 0 0,-1-1 0,1 1 0,0-1 0,5 5 0,-6-6 0,0 1 0,0 0 0,1 0 0,-1 0 0,-1 0 0,1 0 0,1 3 0,-3 2 0,1-6 0,-1-1 0,1 0 0,0 0 0,-1 0 0,1 0 0,-1 1 0,1-1 0,-1 0 0,1 0 0,-1 0 0,1 0 0,0 0 0,-1 0 0,1 0 0,-1 0 0,1 0 0,-1-1 0,1 1 0,-1 0 0,1 0 0,0 0 0,-1-1 0,-1 0 0,0 0 0,0 0 0,0 0 0,0 0 0,0-1 0,0 1 0,0-1 0,1 1 0,-1-1 0,1 0 0,-3-3 0,-15-26 0,7 9 0,9 18 0,-1 0 0,1 0 0,-1 0 0,0 1 0,0-1 0,0 1 0,-1 0 0,1 0 0,-1 0 0,1 1 0,-1 0 0,0-1 0,0 2 0,0-1 0,0 1 0,-9-2 0,-6 1 0,0 0 0,0 1 0,-23 3 0,1 0 0,-1185-2 0,1138 7 0,5 0 0,-44 1 0,-19-1 0,-407-8 0,446 9 0,9-1 0,-551-6 0,315-2 0,242 8 0,-1 1 0,3-1 0,4 0 0,4-8 0,-62 2 0,36 13 0,68-8 0,14-2 0,-31 1 0,-30 2 0,-6 1 0,8-1 0,-1 0 0,-28 0 0,-4 0 0,103-7 0,-40 0 0,-71 9 0,90-4 0,-145 26 0,164-27 0,-7 3 0,0-2 0,0 0 0,0-2 0,-28 1 0,33-4 0,-1 1 0,-38 6 0,35-4 0,-25 1 0,-23 3 0,54-4 0,-1-1 0,-21-1 0,22-2 0,1 2 0,-30 5 0,18-2 0,0-1 0,0-1 0,-46-3 0,-37 2 0,64 6 0,30-4 0,-31 1 0,-427-4 0,461 1 0,1 0 0,-17 4 0,15-2 0,-24 2 0,-38-6 0,-31 2 0,61 5 0,30-2 0,-32 0 0,14-3 0,-72-3 0,69-5 0,29 5 0,-1 0 0,-15-1 0,-67-7 0,84 9 0,-92-11 0,93 10 0,0 1 0,1 0 0,0 0 0,-1-1 0,1 0 0,0-1 0,0 0 0,0 0 0,1 0 0,-12-7 0,8 3 0,0 0 0,-1 1 0,1 0 0,-24-7 0,24 9 0,0 0 0,0 0 0,1-1 0,-1 0 0,1-1 0,0 0 0,-8-8 0,9 6 0,1 0 0,0-1 0,0 0 0,1 0 0,-8-15 0,-19-52 0,13 28 0,13 36-1365,1 3-5461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19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332 16 24575,'-15'0'0,"-39"0"0,-75-9 0,94 5-682,-51 2-1,74 2-6143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19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16 24575,'-27'-3'0,"-14"0"0,-2 0 0,3 0 0,7 1 0,6 1 0,5 1 0,6 2 0,4 1 0,-3 8 0,0 4 0,3-1-8191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22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 80 24575,'-24'-16'0,"17"13"0,1-1 0,1 0 0,-1 0 0,1-1 0,-1 1 0,1-1 0,0 0 0,-4-7 0,9 12 0,-1-1 0,1 0 0,-1 1 0,1-1 0,0 0 0,-1 1 0,1-1 0,0 0 0,0 1 0,0-1 0,0 0 0,-1 0 0,1 1 0,0-1 0,0 0 0,1-1 0,-1 2 0,0 0 0,0-1 0,0 1 0,0 0 0,0 0 0,1-1 0,-1 1 0,0 0 0,0 0 0,0-1 0,1 1 0,-1 0 0,0 0 0,0 0 0,1 0 0,-1-1 0,0 1 0,1 0 0,-1 0 0,0 0 0,0 0 0,1 0 0,-1 0 0,0 0 0,1 0 0,-1 0 0,2 0 0,-1 0 0,0 0 0,0 0 0,0 0 0,0 0 0,1 1 0,-1-1 0,0 0 0,0 1 0,0-1 0,0 1 0,0 0 0,0-1 0,0 1 0,0 0 0,0-1 0,0 1 0,0 0 0,1 1 0,7 12 0,-1 0 0,12 27 0,-12-23 0,16 25 0,9 2 0,2-2 0,42 39 0,-12-12 0,83 81 0,-63-68 0,-69-65 0,19 27 0,-10-13 0,-25-31-45,1 0-85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23.1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45 24575,'-1'-2'0,"0"0"0,1 0 0,-1-1 0,1 1 0,0 0 0,0 0 0,-1 0 0,2 0 0,-1 0 0,0-1 0,0 1 0,1 0 0,-1 0 0,1 0 0,-1 0 0,1 0 0,0 0 0,1-2 0,0 2 0,-3 4 0,-4 6 0,-6 3 0,2-1 0,-1 2 0,1-1 0,1 1 0,0 0 0,1 1 0,-11 26 0,9-14 0,2-1 0,0 1 0,2 1 0,-3 34 0,-16 73 0,6-50 0,14-58-273,-2 0 0,0-1 0,-2 0 0,-11 25 0,13-38-6553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23.7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9 24575,'0'-1'0,"0"1"0,-1-1 0,1 1 0,-1-1 0,0 1 0,1-1 0,-1 1 0,1-1 0,-1 1 0,0-1 0,1 1 0,-1 0 0,0-1 0,1 1 0,-1 0 0,0 0 0,0-1 0,1 1 0,-1 0 0,0 0 0,0 0 0,1 0 0,-1 0 0,-1 0 0,1 1 0,0-1 0,0 1 0,1-1 0,-1 1 0,1 0 0,-1-1 0,0 1 0,1 0 0,-1 0 0,1-1 0,0 1 0,-1 0 0,1 0 0,0 0 0,-1-1 0,1 1 0,0 2 0,-2 5 0,1 1 0,0 0 0,1 11 0,0-17 0,0 8 0,1 0 0,0 1 0,3 15 0,-2-21 0,0-1 0,0 1 0,0-1 0,0 1 0,1-1 0,0 0 0,0 0 0,6 6 0,63 75-1365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24.5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0 24575,'-2'8'0,"0"0"0,0 0 0,-1 0 0,-5 10 0,-26 48 0,24-49 0,2 0 0,0 1 0,1 0 0,0 0 0,2 1 0,-4 22 0,4-4 0,1 0 0,2 47 0,2-53 0,7 48 0,-5-67 0,1 0 0,0-1 0,0 1 0,2-1 0,-1 1 0,13 20 0,-2-9 0,1 0 0,1-1 0,0-1 0,2-1 0,28 24 0,-5-11 0,81 50 0,-55-46-1365,-56-31-5461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27.0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1 160 24575,'28'4'0,"8"1"0,0-2 0,37-1 0,-63-2 0,-1-1 0,1 0 0,-1-1 0,0 0 0,0-1 0,0 0 0,0 0 0,0-1 0,-1 0 0,1-1 0,10-7 0,-17 10 0,0 1 0,-1-1 0,1 1 0,-1-1 0,0 0 0,1 1 0,-1-1 0,0 0 0,0 0 0,0 0 0,0 0 0,0 0 0,-1 0 0,1 0 0,0 0 0,-1 0 0,0 0 0,1 0 0,-1-1 0,0 1 0,0 0 0,0 0 0,-1 0 0,1 0 0,0 0 0,-1-1 0,1 1 0,-1 0 0,-1-2 0,0 0 0,0 0 0,-1 0 0,1 1 0,-1-1 0,0 1 0,0 0 0,0 0 0,0 0 0,-1 0 0,1 0 0,-1 1 0,0-1 0,-6-2 0,1 0 0,-1 1 0,0 1 0,0 0 0,0 0 0,0 0 0,-17-1 0,21 4 0,1 0 0,-1 0 0,0 0 0,1 1 0,-1 0 0,1 0 0,-1 0 0,1 1 0,-1 0 0,1 0 0,0 0 0,0 1 0,-8 5 0,-6 4 0,12-8 0,0 0 0,1 1 0,-10 8 0,14-11 0,0 0 0,1 1 0,-1-1 0,0 0 0,0 1 0,1 0 0,0-1 0,0 1 0,-1 0 0,1 0 0,1 0 0,-1-1 0,0 5 0,0 1 0,0-1 0,1 1 0,-1 0 0,2-1 0,-1 1 0,3 8 0,-2-11 0,0-1 0,0 0 0,1 1 0,0-1 0,0 0 0,0 0 0,0 0 0,1 0 0,-1-1 0,1 1 0,5 5 0,-2-4 0,59 54 0,-56-51 0,1-2 0,1 1 0,-1-1 0,1-1 0,15 7 0,3-1 0,0-2 0,1 0 0,0-2 0,1-1 0,-1-2 0,48 2 0,-76-6-44,39-4 214,-38 4-270,-1-1 1,0 1 0,1-1-1,-1 0 1,0 0-1,1 0 1,-1 0 0,0 0-1,0 0 1,0 0-1,0-1 1,0 1 0,0-1-1,2-3 1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27.7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 24575,'6'2'0,"0"0"0,-1 1 0,1 0 0,-1 1 0,0-1 0,0 1 0,0 0 0,-1 0 0,1 0 0,-1 1 0,0 0 0,0 0 0,4 7 0,4 9 0,0 0 0,9 27 0,-7-17 0,72 169 0,-83-192 0,0 0 0,0 0 0,-1 0 0,2 17 0,-3-24 0,-1 0 0,0 1 0,0-1 0,0 1 0,0-1 0,0 1 0,0-1 0,0 1 0,-1-1 0,1 0 0,0 1 0,-1-1 0,1 0 0,-1 1 0,0-1 0,1 0 0,-1 1 0,0-1 0,0 0 0,0 0 0,0 0 0,0 0 0,0 0 0,0 0 0,0 0 0,0 0 0,0 0 0,-1-1 0,1 1 0,0 0 0,-1-1 0,1 1 0,0-1 0,-1 1 0,1-1 0,-2 1 0,-5-1 0,0 0 0,0 0 0,0 0 0,1-1 0,-1 0 0,0 0 0,0-1 0,1 0 0,-13-5 0,8 2 0,-1-1 0,2 0 0,-1-1 0,-20-15 0,27 18 0,1-1 0,-1 0 0,0 0 0,1 0 0,0 0 0,1-1 0,-1 1 0,1-1 0,0 0 0,-3-8 0,5 12 0,0 0 0,1 0 0,-1 0 0,1-1 0,-1 1 0,1 0 0,0 0 0,0-1 0,0 1 0,0 0 0,0 0 0,0-1 0,1 1 0,-1 0 0,1 0 0,0-1 0,-1 1 0,1 0 0,0 0 0,0 0 0,0 0 0,1 0 0,-1 1 0,0-1 0,1 0 0,-1 0 0,1 1 0,0-1 0,-1 1 0,1-1 0,0 1 0,0 0 0,3-1 0,6-3 0,0 0 0,0 1 0,1 1 0,18-4 0,-12 4 0,19-8 0,6-5-1365,-34 10-5461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27.9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 24575,'3'-10'0,"-2"0"0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29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7 24575,'0'0'0,"0"-1"0,0 1 0,-1 0 0,1-1 0,0 1 0,0 0 0,0 0 0,0-1 0,0 1 0,-1 0 0,1 0 0,0-1 0,0 1 0,0 0 0,-1 0 0,1-1 0,0 1 0,0 0 0,-1 0 0,1 0 0,0 0 0,-1-1 0,1 1 0,0 0 0,0 0 0,-1 0 0,1 0 0,0 0 0,-1 0 0,1 0 0,0 0 0,-1 0 0,1 0 0,0 0 0,-1 0 0,1 0 0,0 0 0,-1 0 0,1 0 0,0 0 0,0 0 0,-1 1 0,1-1 0,0 0 0,-1 0 0,1 0 0,0 0 0,0 1 0,-1-1 0,1 0 0,0 0 0,0 1 0,0-1 0,-1 0 0,1 0 0,0 1 0,-14 22 0,5-7 0,-12 6 0,16-16 0,-1 0 0,0 0 0,1 0 0,-8 13 0,10-12 0,0 0 0,0 0 0,0 1 0,1-1 0,0 1 0,0-1 0,0 1 0,1 0 0,0 13 0,2-8 0,0-1 0,1 0 0,0 1 0,1-1 0,6 16 0,7 14 0,1-2 0,2 0 0,2-1 0,32 44 0,-44-71 0,1 1 0,1-2 0,0 1 0,0-1 0,1-1 0,0 0 0,22 12 0,-22-16-1365,-2-2-5461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33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31 24575,'-8'-15'0,"7"15"0,1-1 0,0 0 0,0 0 0,-1 1 0,1-1 0,0 0 0,0 1 0,0-1 0,0 0 0,0 0 0,0 1 0,0-1 0,0 0 0,0 1 0,0-1 0,1 0 0,-1 0 0,0 1 0,1-2 0,0 3 0,-1 0 0,1-1 0,-1 1 0,1 0 0,-1 0 0,1 1 0,-1-1 0,0 0 0,1 0 0,-1 0 0,0 0 0,0 2 0,4 37 0,-4-27 0,1 0 0,1-1 0,3 13 0,-4-21 0,1 1 0,-1 0 0,1-1 0,1 0 0,-1 1 0,0-1 0,1 0 0,0 0 0,0-1 0,0 1 0,6 5 0,-4-6 0,-1 1 0,1-1 0,0 0 0,0 0 0,1-1 0,-1 1 0,0-1 0,1 0 0,0-1 0,-1 1 0,1-1 0,0 0 0,-1-1 0,1 1 0,0-1 0,0 0 0,0-1 0,-1 0 0,1 1 0,0-2 0,0 1 0,-1-1 0,1 0 0,-1 0 0,0 0 0,1-1 0,-1 1 0,0-1 0,-1-1 0,1 1 0,0-1 0,-1 0 0,6-6 0,-8 7 0,0 0 0,0 0 0,0-1 0,0 1 0,-1-1 0,1 0 0,-1 1 0,1-6 0,3-7 0,-4 16 0,-1-1 0,0 0 0,1 1 0,-1-1 0,1 1 0,-1-1 0,1 0 0,0 1 0,-1-1 0,1 1 0,-1-1 0,1 1 0,0 0 0,-1-1 0,1 1 0,0-1 0,0 1 0,-1 0 0,1 0 0,0 0 0,0-1 0,-1 1 0,1 0 0,0 0 0,0 0 0,0 0 0,-1 0 0,1 0 0,0 0 0,0 1 0,0-1 0,-1 0 0,1 0 0,1 1 0,5 2 0,0-1 0,-1 1 0,7 4 0,-2-2 0,13 4 0,0-1 0,1-1 0,0-1 0,47 5 0,-69-11 0,1 0 0,-1 0 0,1 0 0,-1 0 0,1 0 0,-1-1 0,1 1 0,-1-1 0,1 0 0,2-2 0,-4 3 0,-1-1 0,0 1 0,0-1 0,0 0 0,0 1 0,0-1 0,0 0 0,0 0 0,0 0 0,0 0 0,-1 0 0,1 0 0,0 0 0,-1 0 0,1 0 0,0 0 0,-1-1 0,1 1 0,-1 0 0,0 0 0,1 0 0,-1-1 0,0 1 0,0 0 0,0-1 0,0 1 0,0 0 0,0 0 0,0-1 0,-1-1 0,0-2 8,0 1 0,-1-1 0,0 0 0,0 1 0,0-1 0,0 1 0,-1 0 0,1 0 0,-1 0 0,0 0 0,-1 0 0,1 1 0,-1-1 0,-5-4 0,-2 0-305,0 1 0,0 0 0,0 0 0,-16-5 0,14 6-6529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33.6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0 24575,'-3'0'0,"0"3"0,0 2 0,3 2 0,1 1 0,4 2 0,0 1 0,2 0 0,2 0 0,3 0 0,-2 1 0,1-1 0,-3-1 0,1 1 0,1 1 0,-1 1 0,-2 0 0,-3-1-8191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34.2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1 24575,'-20'2'0,"-8"1"0,-3 3 0,2 0 0,3-2 0,4 3 0,3-2 0,5 0-8191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35.4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1 100 24575,'0'-6'0,"0"-1"0,1 0 0,-1 0 0,2 1 0,2-13 0,-3 17 0,0 0 0,0 0 0,0 0 0,0 0 0,0 0 0,0 0 0,1 0 0,-1 0 0,0 1 0,1-1 0,0 0 0,-1 1 0,1 0 0,0-1 0,0 1 0,0 0 0,-1 0 0,1 0 0,1 0 0,3-2 0,6 0 0,1 0 0,0 0 0,0 2 0,0-1 0,0 2 0,22 0 0,-32 1 0,0-1 0,1 1 0,-1-1 0,1 1 0,-1 0 0,0 0 0,1 1 0,-1-1 0,0 1 0,0-1 0,0 1 0,0 0 0,0 0 0,-1 1 0,1-1 0,0 0 0,-1 1 0,0 0 0,0-1 0,0 1 0,0 0 0,0 0 0,0 0 0,-1 0 0,1 1 0,-1-1 0,0 0 0,0 0 0,1 7 0,8 69 0,-8-74 0,-1 1 0,-1-1 0,1 1 0,-1-1 0,1 1 0,-2-1 0,1 1 0,-1 0 0,1-1 0,-2 0 0,1 1 0,0-1 0,-1 0 0,0 1 0,0-1 0,-1 0 0,0 0 0,0-1 0,0 1 0,0-1 0,0 1 0,-1-1 0,0 0 0,0 0 0,0 0 0,-7 4 0,9-7 0,0 1 0,0 0 0,0 0 0,0 0 0,0 0 0,0 0 0,1 0 0,-1 0 0,-1 5 0,2-7 0,1 1 0,0-1 0,0 1 0,0-1 0,0 1 0,0-1 0,0 1 0,0-1 0,0 1 0,0-1 0,0 1 0,0-1 0,0 1 0,0-1 0,0 1 0,0-1 0,0 1 0,1-1 0,-1 0 0,0 1 0,0-1 0,1 1 0,0 0 0,0 0 0,-1-1 0,1 1 0,0 0 0,0-1 0,0 1 0,0-1 0,0 1 0,0-1 0,0 0 0,0 1 0,0-1 0,0 0 0,2 0 0,20 3 0,-1-2 0,42-3 0,-11 0 0,-45 2-111,-3 0-140,0 0 0,1 0 1,-1 0-1,7-3 0,-3 0-6575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35.8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24575,'-2'2'0,"-2"4"0,4 0 0,0 2 0,4 2 0,3 2 0,1 1 0,1-2 0,-1 1 0,1-1 0,1-1 0,-1 0 0,0 0 0,2 2 0,-2 0 0,0-1 0,-1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36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24575,'27'14'0,"14"8"0,2 3 0,-3-1 0,-7-2 0,-6-5 0,-7-2 0,-6-2 0,-4-1 0,-2 1 0,-2-3-8191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36.2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367 34 24575,'-27'-7'0,"-11"-3"0,-2 1 0,1 4 0,5 3 0,5 4 0,4 2 0,0 2 0,2 1 0,1 2 0,-2-2 0,1 1 0,5 0-8191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52.1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24575,'0'-2'0,"0"1"0,3 1 0,0 3 0,2 1 0,1 2 0,2 1 0,-2 0 0,2 0 0,-1 1 0,1 0 0,2 0 0,1-1 0,1-2 0,2-2 0,-2-3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52.5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24575,'-5'0'0,"1"2"0,1 4 0,3 1 0,2 1 0,3-1 0,1 2 0,2-2 0,-1 1 0,-4-3 0,-5-3 0,-2-4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53.5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24575,'14'12'0,"0"0"0,0-2 0,20 12 0,-15-11 0,24 22 0,-37-28 0,0 0 0,-1 1 0,0-1 0,0 1 0,0 1 0,-1-1 0,0 1 0,3 7 0,-3-5 0,0 1 0,-1 0 0,0-1 0,-1 1 0,0 0 0,-1 0 0,1 11 0,-2-15 0,0 1 0,-1-1 0,1 0 0,-1 1 0,-1-1 0,1 0 0,-1 1 0,0-1 0,0 0 0,-1 0 0,1-1 0,-5 7 0,4-7-114,0-1 1,0 1-1,-1-1 0,1 0 0,-1 0 1,0-1-1,0 1 0,0-1 0,-1 0 1,1 0-1,-8 3 0,0-1-6712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56.1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66 24575,'0'-11'0,"1"-1"0,0 1 0,4-20 0,-31 74 0,19-34 0,1 0 0,1 0 0,0 1 0,0-1 0,-4 13 0,4-3 0,-32 96 0,28-91 0,-1 0 0,-23 38 0,11-24 0,2 2 0,2 0 0,-22 72 0,36-99-1365,1 0-5461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56.9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98 24575,'-1'4'0,"-1"0"0,1-1 0,0 1 0,0 0 0,1 1 0,-1-1 0,1 0 0,0 0 0,0 0 0,0 0 0,1 0 0,-1 0 0,2 4 0,3 10 0,10 28 0,-7-25 0,-3-8 0,-1 1 0,-1-1 0,0 1 0,3 27 0,-6-41 0,0 0 0,0 0 0,0 0 0,-1 0 0,1 0 0,0 0 0,0 0 0,0 0 0,0 0 0,0 0 0,0 0 0,0 0 0,0 0 0,0 0 0,0 0 0,0 0 0,0 0 0,0 0 0,0 0 0,0 0 0,0 0 0,0 0 0,0 0 0,0 0 0,0 0 0,-1 0 0,1 0 0,0 0 0,0 0 0,0 0 0,0 0 0,0 0 0,0 0 0,0 0 0,0 0 0,0 0 0,0 0 0,0 0 0,0 0 0,0 0 0,0 0 0,0 0 0,0 0 0,0 0 0,0 0 0,0 0 0,0 0 0,0 0 0,0 0 0,0 0 0,0 1 0,0-1 0,0 0 0,0 0 0,0 0 0,0 0 0,-5-7 0,-3-9 0,-2-11 0,2 0 0,0-1 0,2 0 0,1 0 0,-2-34 0,6 47 0,0 1 0,1-1 0,1 0 0,0 0 0,4-16 0,-5 30 0,0 1 0,0-1 0,0 1 0,1-1 0,-1 1 0,0-1 0,0 1 0,0-1 0,0 1 0,1-1 0,-1 1 0,0-1 0,0 1 0,1 0 0,-1-1 0,0 1 0,1 0 0,-1-1 0,1 1 0,-1 0 0,0-1 0,1 1 0,-1 0 0,1-1 0,0 1 0,-1 0 0,1 0 0,0 0 0,-1 1 0,1-1 0,-1 0 0,1 0 0,0 0 0,-1 1 0,1-1 0,-1 0 0,1 1 0,-1-1 0,1 1 0,-1-1 0,0 0 0,1 1 0,-1-1 0,1 1 0,4 6 0,-1 0 0,7 12 0,-5-8 0,1-1 0,0 0 0,1 0 0,0-1 0,1-1 0,0 1 0,0-2 0,17 12 0,-21-16 0,0 1 0,1-1 0,-1-1 0,1 1 0,0-1 0,0 0 0,0 0 0,0-1 0,0 0 0,0 0 0,0 0 0,0-1 0,1 1 0,-1-2 0,0 1 0,11-3 0,-15 3 0,1-1 0,-1 0 0,0 0 0,0 1 0,0-2 0,0 1 0,0 0 0,0 0 0,0-1 0,0 1 0,-1 0 0,1-1 0,-1 0 0,1 1 0,-1-1 0,1 0 0,-1 0 0,0 0 0,0 0 0,1-2 0,1-3 0,-1-1 0,0 1 0,-1-1 0,2-12 0,-3 12 0,1 0 0,1 0 0,2-10 0,-4 18 0,0 0 0,0 0 0,0 0 0,0 0 0,0 0 0,0-1 0,0 1 0,0 0 0,1 0 0,-1 0 0,0 0 0,0 0 0,0 0 0,0-1 0,0 1 0,0 0 0,0 0 0,0 0 0,0 0 0,0 0 0,0 0 0,1 0 0,-1 0 0,0 0 0,0 0 0,0 0 0,0-1 0,0 1 0,0 0 0,0 0 0,1 0 0,-1 0 0,0 0 0,0 0 0,0 0 0,0 0 0,0 0 0,0 0 0,0 0 0,1 0 0,-1 0 0,0 0 0,0 0 0,0 0 0,0 0 0,0 0 0,0 1 0,1-1 0,-1 0 0,0 0 0,0 0 0,0 0 0,0 0 0,0 0 0,0 0 0,0 0 0,0 0 0,0 0 0,1 0 0,-1 1 0,0-1 0,0 0 0,0 0 0,0 0 0,0 0 0,0 0 0,0 1 0,5 8 0,-5-8 0,31 68 0,44 71 0,-34-65 0,-23-41-1365,-10-21-5461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59.8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24575,'0'0'0,"1"-1"0,-1 1 0,0-1 0,0 1 0,1-1 0,-1 1 0,0-1 0,1 1 0,-1-1 0,0 1 0,1-1 0,-1 1 0,1 0 0,-1-1 0,1 1 0,-1 0 0,1-1 0,-1 1 0,1 0 0,-1 0 0,1-1 0,-1 1 0,1 0 0,-1 0 0,1 0 0,0 0 0,-1 0 0,1 0 0,-1 0 0,1 0 0,-1 0 0,1 0 0,0 0 0,-1 0 0,1 0 0,0 1 0,22 2 0,-14 0 0,-1 0 0,1 0 0,-1 1 0,0 0 0,-1 0 0,8 6 0,41 34 0,-44-34 0,9 10 0,-1 1 0,-1 1 0,-1 0 0,-1 1 0,-1 1 0,13 26 0,-15-22 0,-1 0 0,-2 0 0,-1 1 0,-1 0 0,-1 1 0,4 32 0,-4 2 0,-1 118 0,-7-171 0,-1 0 0,0 1 0,-1-1 0,0 0 0,-1 0 0,0 0 0,-1 0 0,0 0 0,-8 14 0,4-12 0,-1 0 0,0 0 0,0-1 0,-1 0 0,-1-1 0,-16 14 0,9-10 0,-1 0 0,-32 19 0,43-29 0,-1 1 0,1 0 0,-9 10 0,-11 7 0,24-21-114,0 0 1,0 0-1,0 0 0,0-1 0,-1 0 1,1 0-1,0 0 0,-1-1 0,1 1 1,0-1-1,-9 0 0,1 0-6712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24575,'-1'0'0,"1"0"0,0 0 0,0 0 0,0 0 0,0 0 0,0 1 0,0-1 0,0 0 0,0 0 0,-1 0 0,1 0 0,0 0 0,0 0 0,0 0 0,0 0 0,0 0 0,0 0 0,0 0 0,0 0 0,0 0 0,0 0 0,0 1 0,0-1 0,-1 0 0,1 0 0,0 0 0,0 0 0,0 0 0,0 0 0,0 0 0,0 0 0,0 1 0,0-1 0,0 0 0,0 0 0,0 0 0,0 0 0,0 0 0,0 0 0,0 0 0,0 0 0,0 1 0,0-1 0,1 0 0,2 8 0,5 6 0,39 42 0,56 76 0,45 58 0,12-10 0,-156-176 0,111 129 0,-179-213-1365,50 65-5461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 24575,'-17'39'0,"9"-22"0,4-8 0,-51 117 0,43-94 0,1 0 0,-6 35 0,13-40 0,2 0 0,0 1 0,4 39 0,-2 39 0,0-101 15,-1 0 0,0 0 0,0-1 0,0 1 0,-1 0 0,0-1 0,-2 7 0,3-9-98,0 0 1,-1 0-1,1-1 1,0 1-1,-1 0 1,1 0-1,-1-1 1,0 1-1,1-1 1,-1 1-1,0-1 1,0 0-1,0 0 1,0 0-1,0 0 1,0 0-1,-3 1 1,-5 0-6744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24575,'-3'7'0,"2"-1"0,-1 1 0,1 0 0,0-1 0,0 1 0,1 0 0,0 0 0,0 0 0,0 0 0,2 8 0,2-3 0,-1-1 0,1 1 0,1 0 0,10 18 0,34 50 0,-47-76 0,-1-4-47,-1 1 0,1 0 0,0-1 0,-1 1 0,0 0 0,1 0 0,-1-1 0,0 1 0,1 0-1,-1 0 1,0-1 0,0 1 0,1 0 0,-1 0 0,0 0 0,0 0 0,0-1 0,0 1 0,0 0 0,0 0 0,0 0 0,-1 0-1,1-1 1,0 1 0,0 0 0,-1 0 0,1 0 0,-1 1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33 24575,'-3'-4'0,"0"0"0,0 1 0,0 0 0,0 0 0,-1 0 0,1 0 0,-6-3 0,8 5 0,0 1 0,1-1 0,-1 1 0,0 0 0,0-1 0,0 1 0,0 0 0,0 0 0,0-1 0,0 1 0,0 0 0,0 0 0,0 0 0,0 0 0,0 1 0,1-1 0,-1 0 0,0 0 0,0 0 0,0 1 0,0-1 0,0 0 0,0 1 0,0-1 0,1 1 0,-1-1 0,0 1 0,0 0 0,1-1 0,-1 1 0,0 0 0,1-1 0,-1 1 0,1 0 0,-1 0 0,1-1 0,-1 1 0,1 0 0,-1 0 0,1 1 0,-44 104 0,27-72 0,-14 45 0,26-62 0,1 0 0,0-1 0,1 1 0,1 0 0,0 20 0,2-25 0,0-1 0,1 0 0,0 1 0,1-1 0,0 0 0,1 0 0,0 0 0,1 0 0,0 0 0,7 11 0,0 0 0,1-1 0,1-1 0,1 0 0,1-1 0,0-1 0,29 26 0,53 37 0,-84-73-1365,-2-1-5461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2 160 24575,'15'-6'0,"-1"0"0,1 1 0,25-4 0,-28 7 0,0-1 0,-1 0 0,1 0 0,-1-1 0,0 0 0,0-1 0,15-10 0,-25 14 0,0 1 0,1-1 0,-1 0 0,1 0 0,-1-1 0,0 1 0,0 0 0,0 0 0,0-1 0,0 1 0,0 0 0,0-1 0,0 1 0,0-1 0,-1 1 0,1-1 0,-1 0 0,1 1 0,-1-1 0,1 0 0,-1 1 0,0-1 0,0 0 0,0 1 0,0-1 0,-1-3 0,0 3 0,0-1 0,0 0 0,0 1 0,-1 0 0,1-1 0,-1 1 0,0 0 0,1 0 0,-1 0 0,0 0 0,0 0 0,-1 0 0,1 1 0,0-1 0,-5-2 0,3 1 0,-1 1 0,0 0 0,-1 0 0,1 0 0,0 0 0,-1 1 0,1 0 0,0 0 0,-1 0 0,1 1 0,-1-1 0,0 1 0,1 1 0,-1-1 0,1 1 0,-1 0 0,1 0 0,0 1 0,-8 2 0,9-2 0,0 0 0,0 1 0,0-1 0,0 1 0,0-1 0,1 1 0,-1 1 0,1-1 0,0 0 0,0 1 0,0-1 0,0 1 0,1 0 0,-1 0 0,1 0 0,0 0 0,0 1 0,1-1 0,-1 0 0,1 1 0,0 0 0,0-1 0,0 6 0,0-2 0,1-1 0,0 1 0,1-1 0,0 0 0,0 1 0,0-1 0,1 0 0,0 0 0,1 0 0,-1 0 0,1 0 0,1 0 0,-1-1 0,1 0 0,0 1 0,1-1 0,7 8 0,-3-5 0,1 0 0,0-1 0,0 0 0,1-1 0,-1 0 0,2 0 0,-1-1 0,1-1 0,15 6 0,-13-6 0,0-1 0,0 0 0,0-1 0,0 0 0,0-1 0,1-1 0,23 0 0,-35-2 12,1 1 0,-1-1 0,0 0 0,0 0 0,0 0 0,0-1 0,0 1 0,0-1 0,3-1 0,-4 2-83,-1 0 1,0 0-1,1 0 0,-1 0 0,0 0 1,0 0-1,0-1 0,0 1 1,0 0-1,0-1 0,0 1 0,0 0 1,-1-1-1,1 1 0,0-1 1,-1 1-1,1-1 0,-1 0 0,0 1 1,1-3-1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0 24575,'1'5'0,"0"1"0,0-1 0,0 0 0,1 1 0,0-1 0,0 0 0,0 0 0,5 6 0,2 8 0,25 61 0,63 128 0,-80-180 0,-8-15 0,-1 0 0,8 19 0,-16-32 0,0 0 0,0 1 0,0-1 0,1 1 0,-1-1 0,0 0 0,0 1 0,0-1 0,0 1 0,0-1 0,0 1 0,0-1 0,0 0 0,0 1 0,0-1 0,0 1 0,0-1 0,0 1 0,0-1 0,0 0 0,0 1 0,-1-1 0,1 1 0,0-1 0,0 0 0,0 1 0,-1-1 0,1 1 0,0-1 0,-1 0 0,1 0 0,-1 1 0,0 0 0,0-1 0,0 1 0,0-1 0,0 0 0,-1 1 0,1-1 0,0 0 0,0 0 0,-1 0 0,1 0 0,-2 0 0,-3 0 0,1-1 0,-1 0 0,0 0 0,-5-3 0,-16-7 0,1-1 0,-34-20 0,46 23 0,1-1 0,0 0 0,0-1 0,1 0 0,-17-20 0,26 28 0,1 0 0,0-1 0,0 1 0,0 0 0,0-1 0,1 1 0,-1-1 0,1 1 0,0-1 0,0 0 0,-1-4 0,2 7 0,0-1 0,0 1 0,0-1 0,1 1 0,-1-1 0,0 1 0,0-1 0,1 1 0,-1 0 0,1-1 0,-1 1 0,1-1 0,0 1 0,0 0 0,-1-1 0,1 1 0,0 0 0,0 0 0,0 0 0,0 0 0,0 0 0,1 0 0,-1 0 0,0 0 0,0 0 0,1 0 0,-1 1 0,0-1 0,1 0 0,1 0 0,6-1-41,1 0 1,-1 1-1,0-1 0,1 2 0,-1-1 0,1 1 0,9 2 0,-2-1-997,-3-1-5788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24575,'2'-2'0,"2"1"0,-1 3 0,-1 5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24575,'0'9'0,"0"0"0,1 0 0,1 0 0,0 0 0,0 0 0,0 0 0,1 0 0,1-1 0,-1 1 0,1-1 0,1 0 0,-1 0 0,11 11 0,-11-14 0,0 0 0,1 0 0,0-1 0,0 1 0,0-1 0,1 0 0,-1-1 0,1 0 0,0 1 0,0-2 0,0 1 0,0-1 0,0 0 0,1 0 0,-1-1 0,1 1 0,-1-2 0,1 1 0,10-1 0,-14 0 0,-1 0 0,1 0 0,-1-1 0,0 1 0,1-1 0,-1 0 0,1 0 0,-1 1 0,0-2 0,0 1 0,0 0 0,0 0 0,0-1 0,0 1 0,0-1 0,0 1 0,0-1 0,0 0 0,-1 0 0,1 0 0,-1 0 0,0 0 0,1 0 0,-1 0 0,0 0 0,0-1 0,0 1 0,0-3 0,1-1 0,-1 0 0,0 0 0,0 0 0,-1-1 0,0 1 0,0 0 0,0-1 0,-1 1 0,-2-12 0,2 16 0,-2-17 0,6 14 0,5 7 0,22 18 0,-14-9 0,-1-1 0,1-1 0,32 14 0,-35-18 0,0 0 0,0-2 0,0 1 0,0-2 0,0 1 0,28-1 0,-40-2 0,1 0 0,0 0 0,-1 0 0,1-1 0,0 1 0,-1-1 0,1 1 0,-1-1 0,1 0 0,0 0 0,-1 1 0,0-1 0,1 0 0,-1 0 0,0 0 0,1-1 0,-1 1 0,0 0 0,0 0 0,0-1 0,0 1 0,0 0 0,0-1 0,-1 1 0,1-1 0,0 0 0,-1 1 0,1-1 0,-1 1 0,1-1 0,-1 0 0,0 1 0,0-1 0,0-2 0,0-2 0,0 0 0,0 0 0,-1 0 0,0 0 0,0 0 0,-1 0 0,1 0 0,-5-7 0,3 6-170,0 1-1,0 0 0,-1 0 1,0 0-1,-1 1 0,1-1 1,-11-8-1,3 4-6655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24575,'25'15'0,"-1"1"0,0 1 0,-1 2 0,-1 0 0,-1 1 0,0 1 0,-2 1 0,0 1 0,23 38 0,-26-34 0,-2 1 0,0 1 0,-2 1 0,-1 0 0,-1 0 0,-2 1 0,-1 0 0,-1 0 0,-2 1 0,0 55 0,-4-70 0,-1-1 0,-1 0 0,-1 0 0,0 0 0,-10 27 0,9-33 0,0 0 0,-1 0 0,0-1 0,0 1 0,-1-1 0,0-1 0,0 1 0,-1-1 0,-14 13 0,9-12-1365,1-3-5461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31 24575,'0'-1'0,"0"0"0,-1 0 0,1 1 0,0-1 0,0 0 0,0 0 0,0 1 0,-1-1 0,1 0 0,0 1 0,-1-1 0,1 0 0,-1 1 0,1-1 0,0 1 0,-1-1 0,1 0 0,-1 1 0,0-1 0,1 1 0,-1 0 0,1-1 0,-1 1 0,0-1 0,1 1 0,-1 0 0,0-1 0,1 1 0,-1 0 0,0 0 0,0 0 0,1 0 0,-1-1 0,0 1 0,0 0 0,1 0 0,-1 0 0,0 1 0,0-1 0,1 0 0,-1 0 0,0 0 0,1 0 0,-1 1 0,0-1 0,0 0 0,1 1 0,-1-1 0,1 0 0,-1 1 0,0-1 0,1 1 0,-1-1 0,1 1 0,-1 0 0,-2 4 0,1-1 0,0 1 0,0 0 0,1-1 0,0 1 0,-1 0 0,2 0 0,-1 0 0,0 0 0,1 0 0,0 0 0,0 0 0,1 0 0,-1 0 0,1 0 0,0-1 0,0 1 0,1 0 0,0 0 0,3 7 0,-4-11 0,-1 0 0,1 0 0,-1-1 0,1 1 0,0 0 0,-1 0 0,1-1 0,0 1 0,0 0 0,-1-1 0,1 1 0,0-1 0,0 1 0,0-1 0,1 1 0,-2-1 0,1 0 0,-1 0 0,1 0 0,-1 0 0,1 0 0,-1 0 0,1 0 0,-1 0 0,1 0 0,-1 0 0,1 0 0,-1-1 0,0 1 0,1 0 0,-1 0 0,1 0 0,-1-1 0,0 1 0,1 0 0,-1-1 0,1 1 0,-1-1 0,2 0 0,-1-1 0,0 0 0,0 0 0,0 0 0,-1 1 0,1-1 0,0 0 0,-1 0 0,1 0 0,-1 0 0,0 0 0,1 0 0,-1-3 0,-1-4 0,0 1 0,0 0 0,0-1 0,-1 1 0,-1 0 0,0-1 0,0 1 0,0 1 0,-1-1 0,-6-10 0,3 11 0,4 13 0,6 15 0,9 11 0,29 56 0,-30-59-1365,-8-17-5461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30 24575,'30'0'0,"-26"0"0,-20 0 0,-15-2 0,-32-5 0,13 1 0,-1 1-52,-75-5-1261,112 10-5513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12 24575,'-17'-3'0,"-8"0"0,-3 0 0,2 0 0,2 4 0,3 1 0,3 1 0,2-1 0,-2 2 0,0 1 0,1-2 0,1 0 0,0-1 0,4-1-8191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 24575,'-5'-7'0,"2"7"0,2 1 0,1 0 0,0 0 0,0 0 0,0 0 0,0 0 0,-1 0 0,1 0 0,1 0 0,-1 0 0,0 0 0,0 0 0,0 0 0,1 1 0,3 16 0,-1 1 0,0 21 0,4 20 0,-4-42-682,0 36-1,-3-42-6143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691 1 24575,'-21'1'0,"0"2"0,-26 7 0,-12 2 0,-135 5 0,-2-16 0,95-2 0,64 3-1365,22 2-5461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24575,'48'119'0,"-41"-104"0,0 0 0,-2 1 0,0 0 0,-1 0 0,0 0 0,-1 0 0,-1 0 0,0 1 0,-2 19 0,0-33-1365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446 42 24575,'-25'-7'0,"-10"-3"0,0 1 0,-67-7 0,89 17 0,0-1 0,1 2 0,-1 0 0,1 0 0,0 1 0,-21 8 0,16-5 0,0-1 0,-22 3 0,-14 1-1365,39-6-5461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24575,'-1'7'0,"1"-1"0,1 0 0,-1 0 0,1 0 0,1 0 0,-1 1 0,1-2 0,0 1 0,0 0 0,0 0 0,1-1 0,0 1 0,6 8 0,3 2 0,18 29 0,-27-40 0,-1 0 0,0-1 0,0 1 0,0 0 0,0 0 0,-1 0 0,0 0 0,1 6 0,-2-10-85,0 0 0,0 0-1,0 1 1,0-1 0,-1 0-1,1 0 1,0 1 0,0-1-1,-1 0 1,1 0 0,-1 0-1,1 0 1,-1 0 0,1 1-1,-2 0 1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764 30 24575,'29'-9'0,"-27"8"0,0 0 0,0 0 0,0 1 0,0-1 0,0 0 0,0-1 0,-1 1 0,1 0 0,0-1 0,-1 1 0,2-2 0,-22 6 0,-21 2 0,0-2 0,-70-4 0,44 0 0,-38 2 0,-105-2 0,155-6 0,44 4 0,-1 1 0,1 1 0,-1 0 0,1 0 0,-1 1 0,0 1 0,1 0 0,-18 3 0,16-1 0,6-2 0,0 0 0,1 1 0,-1 0 0,-10 4 0,16-5 0,-1-1 0,0 1 0,1-1 0,-1 0 0,0 1 0,1-1 0,-1 1 0,1 0 0,-1-1 0,1 1 0,-1-1 0,1 1 0,-1 0 0,1-1 0,-1 1 0,1 0 0,0 0 0,-1-1 0,1 1 0,0 0 0,0 0 0,0-1 0,0 1 0,0 0 0,0 0 0,0 0 0,0-1 0,0 1 0,0 0 0,0 0 0,0 0 0,0-1 0,1 1 0,-1 0 0,0 0 0,0-1 0,1 1 0,-1 0 0,1-1 0,-1 1 0,1 0 0,0 0 0,1 2 0,0-1 0,1 0 0,-1 0 0,0 1 0,1-2 0,-1 1 0,1 0 0,0 0 0,5 2 0,32 9 0,-25-8 0,22 9 0,0 1 0,-2 2 0,66 42 0,-95-55 0,-1 0 0,1 0 0,-1 0 0,0 1 0,0 0 0,-1 0 0,0 0 0,1 0 0,3 9 0,-6-11 0,-1 1 0,1-1 0,-1 0 0,0 0 0,0 1 0,0-1 0,-1 1 0,1-1 0,-1 0 0,0 1 0,0-1 0,0 1 0,0-1 0,-1 1 0,1-1 0,-1 1 0,0-1 0,0 0 0,0 0 0,-3 5 0,3-6 0,0 0 0,-1 0 0,1 0 0,-1 0 0,0 0 0,0 0 0,0-1 0,0 1 0,0-1 0,0 1 0,-4 1 0,-30 13 0,17-9 0,-48 19 0,-12 6 0,69-27 0,1 0 0,-1 1 0,1 0 0,1 1 0,-16 14 0,12-10 0,9-8 0,-1 0 0,0 1 0,1-1 0,0 1 0,0 0 0,0 0 0,0 0 0,0 0 0,-2 6 0,5-10 0,0 0 0,0 0 0,0 1 0,0-1 0,0 0 0,0 0 0,0 1 0,0-1 0,0 0 0,0 0 0,0 1 0,0-1 0,0 0 0,0 0 0,0 1 0,0-1 0,0 0 0,0 0 0,0 1 0,0-1 0,1 0 0,-1 0 0,0 0 0,0 1 0,0-1 0,0 0 0,0 0 0,1 0 0,-1 1 0,0-1 0,0 0 0,1 0 0,8 1 0,17-10 0,-21 7 0,32-8 0,1 1 0,59-7 0,79 3 0,-131 11 0,-40 2 0,173-8 0,-121 8 0,63 8 0,-114-7-111,-2-1 15,-1 0-1,1 1 1,-1-1-1,1 1 1,-1 0-1,1 0 1,-1 0-1,0 0 1,0 1-1,1-1 1,-1 1-1,3 2 1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9 24575,'-2'-1'0,"1"0"0,0 0 0,-1 0 0,1 0 0,-1 1 0,1-1 0,-1 0 0,1 1 0,-1 0 0,1-1 0,-1 1 0,0 0 0,1 0 0,-4 0 0,4 0 0,1 0 0,-1 0 0,0 1 0,1-1 0,-1 1 0,0-1 0,1 1 0,-1-1 0,1 1 0,-1-1 0,1 1 0,-1-1 0,1 1 0,-1-1 0,1 1 0,-1 0 0,1-1 0,0 1 0,-1 0 0,1-1 0,0 1 0,0 0 0,0 0 0,-1-1 0,1 1 0,0 0 0,0 0 0,0-1 0,0 1 0,0 0 0,0 0 0,0 0 0,1 0 0,1 12 0,0-1 0,1 0 0,1 0 0,0-1 0,0 1 0,12 19 0,-4-5 0,5 11 0,-2 2 0,-1 0 0,17 81 0,-30-111-118,-1-5-6,1 0-1,-1 0 0,1 1 0,0-1 1,0 0-1,0 0 0,1 0 0,0 0 1,3 7-1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4 24575,'-2'-1'0,"0"0"0,-1 1 0,1-1 0,-1 1 0,1 0 0,0 0 0,-1 0 0,1 0 0,-1 0 0,1 0 0,0 1 0,-1-1 0,1 1 0,0-1 0,-1 1 0,1 0 0,0 0 0,0 0 0,0 0 0,0 1 0,0-1 0,0 0 0,0 1 0,0 0 0,0-1 0,1 1 0,-1 0 0,1 0 0,-1 0 0,1 0 0,0 0 0,-1 0 0,1 0 0,0 0 0,1 1 0,-1-1 0,-1 4 0,0 7 0,1-10 0,0 1 0,0-1 0,1 1 0,-1-1 0,1 1 0,0 5 0,0-8 0,1 0 0,-1 0 0,0-1 0,0 1 0,1 0 0,-1 0 0,1 0 0,-1-1 0,1 1 0,-1 0 0,1 0 0,-1-1 0,1 1 0,0 0 0,-1-1 0,1 1 0,0-1 0,-1 1 0,1-1 0,0 1 0,0-1 0,0 1 0,0-1 0,-1 0 0,1 0 0,0 1 0,0-1 0,0 0 0,0 0 0,1 0 0,95 6 0,-51-2-95,107 15-1175,-134-14-5556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24575,'0'0'0,"0"0"0,0 0 0,0 0 0,0 0 0,-1-1 0,1 1 0,0 0 0,0 0 0,0 0 0,0 0 0,0 0 0,1-1 0,-1 1 0,0 0 0,0 0 0,0 0 0,0 0 0,0-1 0,0 1 0,0 0 0,0 0 0,0 0 0,0 0 0,0 0 0,0 0 0,0-1 0,1 1 0,-1 0 0,0 0 0,0 0 0,0 0 0,0 0 0,0 0 0,0 0 0,1 0 0,-1 0 0,0 0 0,0-1 0,0 1 0,0 0 0,1 0 0,-1 0 0,0 0 0,0 0 0,0 0 0,0 0 0,0 0 0,1 0 0,8 6 0,7 11 0,240 272 0,-180-209 0,-40-42 0,1-3 0,2-1 0,1-1 0,2-3 0,1-1 0,54 26 0,-88-50-76,-12-6 266,-15-7-1669,6 2-5347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51 24575,'-1'-10'0,"-2"-13"0,2 21 0,1 1 0,0 0 0,0 0 0,-1 0 0,1 0 0,-1 0 0,1 0 0,-1 0 0,1 0 0,-1 0 0,1 0 0,-1 0 0,0 0 0,0 1 0,0-2 0,0 2 0,0 0 0,1 0 0,-1 0 0,1 0 0,-1 0 0,1 0 0,-1 0 0,1 1 0,-1-1 0,0 0 0,1 0 0,-1 0 0,1 1 0,-1-1 0,1 0 0,-1 1 0,1-1 0,0 0 0,-1 1 0,1-1 0,-1 1 0,1-1 0,0 0 0,-1 1 0,1-1 0,0 1 0,0-1 0,-1 2 0,-10 17 0,10-17 0,-23 52 0,3 0 0,-21 85 0,-2 5 0,32-117-224,0-1 1,-2 0-1,-21 29 0,30-46-246,-1 0-6356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0 24575,'-3'1'0,"1"0"0,-1 0 0,1 0 0,0 0 0,0 0 0,0 1 0,0-1 0,0 1 0,0 0 0,0-1 0,0 1 0,0 0 0,1 0 0,-3 3 0,-2 3 0,-19 15 0,16-15 0,0 1 0,-14 17 0,21-25 0,1 1 0,0 0 0,0 0 0,0 0 0,0-1 0,0 1 0,0 0 0,0 0 0,1 0 0,-1 0 0,1 1 0,-1-1 0,1 0 0,0 0 0,0 0 0,0 0 0,0 0 0,0 0 0,1 3 0,0-3 0,0 1 0,0-1 0,0 0 0,1 1 0,-1-1 0,1 0 0,-1 0 0,1 0 0,0 0 0,0 0 0,0 0 0,0 0 0,3 1 0,5 3 0,1 0 0,0 0 0,1-1 0,-1-1 0,14 4 0,7 2-273,-1-2 0,1 0 0,1-3 0,52 4 0,-70-9-6553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8 24575,'6'-8'0,"-3"11"0,-3-1 0,1-1 0,-1 1 0,0 0 0,0 0 0,0-1 0,-1 1 0,1 0 0,-1 2 0,-4 9 0,0-1 0,-1 0 0,0-1 0,-1 1 0,0-1 0,-11 11 0,9-9 0,0-1 0,0 1 0,1 1 0,-7 16 0,10-15 0,0 0 0,1 1 0,1-1 0,1 1 0,-2 24 0,4-17 0,1 0 0,0 0 0,7 28 0,-3-24 0,1 0 0,2 0 0,14 34 0,-18-52 0,0-1 0,1 1 0,0-1 0,0 1 0,1-2 0,0 1 0,1-1 0,-1 1 0,2-2 0,-1 1 0,1-1 0,15 9 0,9 3 0,1-2 0,1-2 0,1-1 0,53 12 0,-74-22-1365,-2-1-5461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12 24575,'-9'-10'0,"9"10"0,0 0 0,0 0 0,0 0 0,0 0 0,0 0 0,0 0 0,0 0 0,0 0 0,0 0 0,1 0 0,-1 0 0,0 0 0,0 0 0,0 0 0,0 0 0,0 0 0,0 0 0,0 0 0,0 0 0,0 0 0,0 0 0,0 0 0,0 0 0,0 0 0,0 0 0,0 0 0,0 0 0,0 0 0,0-1 0,0 1 0,0 0 0,0 0 0,0 0 0,0 0 0,0 0 0,0 0 0,0 0 0,0 0 0,0 0 0,0 0 0,0 0 0,0 0 0,0 0 0,0 0 0,0 0 0,0 0 0,0 0 0,0 0 0,0 0 0,0 0 0,0 0 0,0-1 0,0 1 0,0 0 0,2 2 0,0-1 0,0 0 0,0 1 0,0 0 0,-1-1 0,1 1 0,2 3 0,2 5 0,-1 0 0,0 1 0,-1-1 0,0 1 0,0 0 0,2 15 0,6 17 0,10 13 0,53 92 0,-42-86 0,-24-46 0,-3-5 0,0 0 0,-1 1 0,0-1 0,5 19 0,-10-29 0,1 1 0,-1-1 0,0 0 0,1 1 0,-1-1 0,0 0 0,0 1 0,0-1 0,0 0 0,-1 1 0,1-1 0,0 0 0,0 1 0,-1-1 0,1 0 0,-1 0 0,1 1 0,-1-1 0,0 0 0,-1 2 0,1-2 0,0 0 0,0 0 0,0-1 0,0 1 0,-1-1 0,1 1 0,0-1 0,0 1 0,-1-1 0,1 1 0,0-1 0,-1 0 0,1 0 0,0 0 0,-1 0 0,-2 0 0,-3-1 0,0 0 0,-1-1 0,1 0 0,0 0 0,0-1 0,-7-3 0,0-2 0,0-1 0,1 0 0,0 0 0,0-2 0,1 1 0,0-2 0,1 0 0,1 0 0,-13-19 0,20 27 0,0 0 0,1 0 0,0 0 0,0 0 0,0-1 0,1 1 0,-1 0 0,1-1 0,0 0 0,1 1 0,-1-1 0,1 0 0,-1 1 0,2-9 0,0 10 0,-1 0 0,1-1 0,0 1 0,0 0 0,1 0 0,-1 0 0,1 0 0,-1 0 0,1 0 0,0 0 0,0 0 0,0 1 0,1-1 0,-1 1 0,1-1 0,-1 1 0,1 0 0,0 0 0,-1 0 0,6-2 0,16-7-341,1 1 0,0 1-1,45-10 1,-57 16-6485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15 24575,'-7'-7'0,"-3"-1"0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40 24575,'0'-1'0,"-1"0"0,1 0 0,0-1 0,-1 1 0,1 0 0,0 0 0,-1 0 0,0 0 0,1 0 0,-1 0 0,0 0 0,1 0 0,-1 1 0,0-1 0,0 0 0,-1-1 0,-18-12 0,11 7 0,9 6 0,2 2 0,10 5 0,15 10 0,-22-13 0,6 4 0,-1 0 0,-1 0 0,1 1 0,-1 0 0,12 14 0,-21-22 0,0 0 0,0 0 0,0 0 0,0 0 0,-1 0 0,1 0 0,0 0 0,0 0 0,0 0 0,0 0 0,0 0 0,0 0 0,0 1 0,0-1 0,0 0 0,0 0 0,0 0 0,0 0 0,0 0 0,0 0 0,0 0 0,0 0 0,0 0 0,0 0 0,0 0 0,0 0 0,0 0 0,-1 0 0,1 0 0,0 0 0,0 0 0,0 0 0,0 0 0,0 0 0,0 1 0,0-1 0,0 0 0,0 0 0,0 0 0,0 0 0,0 0 0,0 0 0,0 0 0,0 0 0,0 0 0,1 0 0,-1 0 0,0 0 0,0 0 0,0 0 0,0 0 0,0 0 0,-9-4 0,-11-9 0,-40-32 0,53 41 11,11 9-31,0 1-1336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27 24575,'1'-1'0,"0"0"0,-1-1 0,1 1 0,0 0 0,-1-1 0,0 1 0,1 0 0,-1-1 0,0 1 0,0 0 0,0-1 0,0 1 0,0-1 0,0 1 0,0-3 0,0 4 0,0 0 0,-1 0 0,1-1 0,0 1 0,0 0 0,0 0 0,0 0 0,0 0 0,0 0 0,-1 0 0,1-1 0,0 1 0,0 0 0,0 0 0,0 0 0,0 0 0,-1 0 0,1 0 0,0 0 0,0 0 0,0 0 0,-1 0 0,1 0 0,0 0 0,0 0 0,0 0 0,0 0 0,-1 0 0,1 0 0,0 0 0,0 0 0,0 0 0,0 0 0,-1 0 0,1 0 0,0 0 0,0 0 0,-12 11 0,-3 9 0,2 2 0,0-1 0,0 1 0,2 1 0,1 0 0,1 1 0,1 0 0,1 0 0,1 0 0,2 1 0,-4 38 0,6-42 0,-2 27 0,1 0 0,7 91 0,1-101 0,19 73 0,-17-88 0,2 0 0,0-1 0,1 0 0,17 26 0,-26-46-26,9 14 76,0-1 0,16 17-1,-22-27-184,0-1 0,1 0-1,-1 0 1,1-1 0,0 1-1,0-1 1,0 0 0,1 0 0,-1-1-1,11 4 1,-1-2-6691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10 121 24575,'0'0'0,"-1"0"0,1 0 0,-1 0 0,1 1 0,-1-1 0,1 0 0,-1 0 0,1 1 0,-1-1 0,1 0 0,0 1 0,-1-1 0,1 1 0,0-1 0,-1 1 0,1-1 0,0 0 0,-1 1 0,1-1 0,0 1 0,0-1 0,-1 1 0,1 0 0,0-1 0,0 1 0,0-1 0,0 1 0,0-1 0,0 1 0,0-1 0,0 1 0,0 0 0,0-1 0,0 1 0,0-1 0,0 1 0,4 23 0,-4-23 0,3 7 0,-1-1 0,1 1 0,1-1 0,-1 0 0,1 0 0,0 0 0,1 0 0,0-1 0,0 1 0,0-1 0,8 6 0,-9-8 0,1 1 0,0-1 0,1-1 0,-1 1 0,1-1 0,-1 1 0,1-2 0,0 1 0,0-1 0,0 0 0,1 0 0,-1 0 0,0-1 0,9 1 0,-13-2 0,0 0 0,-1 0 0,1 0 0,0 0 0,-1-1 0,1 1 0,0 0 0,0-1 0,-1 0 0,1 1 0,-1-1 0,1 0 0,-1 1 0,1-1 0,-1 0 0,1 0 0,-1-1 0,2 0 0,-1 0 0,-1-1 0,1 1 0,-1 0 0,0 0 0,0 0 0,0-1 0,0 1 0,0-1 0,-1 1 0,1 0 0,0-5 0,0-1 0,-1-1 0,0 0 0,-1 0 0,0 0 0,0 0 0,-3-10 0,3 17 0,0 0 0,1 0 0,0 0 0,-1 0 0,1 0 0,0 0 0,0 0 0,0 0 0,1-3 0,-1 4 0,0 1 0,0 0 0,0-1 0,0 1 0,1 0 0,-1-1 0,0 1 0,0 0 0,0 0 0,1-1 0,-1 1 0,0 0 0,0 0 0,1-1 0,-1 1 0,0 0 0,1 0 0,-1 0 0,0 0 0,0-1 0,1 1 0,0 0 0,13 2 0,2 5 0,26 15 0,-30-14 0,0-2 0,1 0 0,0 0 0,16 4 0,-23-8 0,1-1 0,0 1 0,0-1 0,0-1 0,13 0 0,-18 0 0,0 0 0,0 0 0,-1 0 0,1-1 0,0 1 0,0-1 0,-1 1 0,1-1 0,0 0 0,-1 0 0,1 0 0,-1 0 0,1 0 0,-1 0 0,0 0 0,1 0 0,-1 0 0,0-1 0,0 1 0,0 0 0,0-1 0,0 1 0,0-1 0,0 0 0,0 1 0,0-1 0,0-3 0,0 0 0,0 0 0,-1 0 0,1-1 0,-1 1 0,-1 0 0,1 0 0,-1 0 0,1-1 0,-1 1 0,-1 0 0,1 0 0,-1 0 0,0 0 0,-5-8 0,-1-2 0,-1 0 0,-1 1 0,-13-15 0,0 6-1365,12 14-5461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24575,'-2'5'0,"1"4"0,1 3 0,3 2 0,4 1 0,0 0 0,1 1 0,3-1 0,1 0 0,-2 0 0,1 0 0,-2-1 0,0 1 0,-2-3-8191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909 30 24575,'0'0'0,"1"0"0,-1 0 0,0 0 0,0 0 0,0-1 0,0 1 0,0 0 0,1 0 0,-1 0 0,0 0 0,0-1 0,0 1 0,0 0 0,0 0 0,0 0 0,0 0 0,0-1 0,0 1 0,1 0 0,-1 0 0,0 0 0,0-1 0,0 1 0,0 0 0,0 0 0,0 0 0,0-1 0,0 1 0,-1 0 0,1 0 0,0 0 0,0-1 0,0 1 0,0 0 0,0 0 0,0 0 0,0-1 0,0 1 0,-1 0 0,-8-4 0,-16 1 0,25 3 0,-65-2 0,-39-2 0,-203-5 0,233 9 0,-23 8 0,9-1 0,-40-7-1365,115 0-5461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 24575,'-1'-1'0,"1"1"0,-1 0 0,0-1 0,1 1 0,-1 0 0,1 0 0,-1 0 0,0-1 0,1 1 0,-1 0 0,0 0 0,1 0 0,-1 0 0,0 0 0,1 0 0,-1 0 0,0 0 0,1 0 0,-1 1 0,0-1 0,1 0 0,-1 0 0,1 1 0,-1-1 0,0 0 0,1 1 0,-1-1 0,0 1 0,0 1 0,0-1 0,0 0 0,0 0 0,0 1 0,1-1 0,-1 0 0,1 1 0,-1-1 0,1 1 0,-1 2 0,-1 5 0,1 0 0,1 0 0,0 11 0,0-16 0,0 9 0,1 0 0,0 0 0,2 0 0,-1-1 0,1 1 0,1-1 0,0 0 0,1 0 0,0 0 0,1-1 0,10 15 0,-3-3 0,15 34 0,-25-48-78,-6-7 272,-9-11-1675,5 1-5345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61 24575,'-23'-13'0,"0"2"0,-38-15 0,54 24 0,0 0 0,-1 0 0,1 0 0,-1 1 0,0 0 0,1 1 0,-1 0 0,0 0 0,0 0 0,1 1 0,-1 1 0,1-1 0,-9 3 0,-6 5 0,0-2 0,-1-1 0,0 0 0,0-2 0,-43 3 0,49-7-1365,3 0-5461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24575,'-5'12'0,"-2"7"0,4 2 0,1 1 0,4-2 0,4-2 0,3-3 0,3-2 0,0-1 0,-1 0 0,1 0 0,1 1 0,-2-1-8191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30 24575,'-27'-4'0,"-11"-3"0,-2 1 0,4 1 0,5 1 0,5 2 0,3 1 0,3 0 0,1 1 0,5 1-8191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24575,'9'-9'0,"22"-17"0,-27 23 0,0 0 0,1 1 0,-1-1 0,1 1 0,0 0 0,0 0 0,0 1 0,7-2 0,37-2 0,-44 5 0,1 0 0,-1 0 0,0 1 0,1 0 0,-1 0 0,10 2 0,-14-2 0,1 0 0,-1 0 0,0 0 0,1 0 0,-1 0 0,0 1 0,0-1 0,0 0 0,0 0 0,0 1 0,0-1 0,0 1 0,0-1 0,0 1 0,-1-1 0,1 1 0,-1-1 0,1 1 0,-1 0 0,1-1 0,-1 1 0,0 3 0,1 5 0,-1 1 0,-2 16 0,1-12 0,-1 9 0,0-1 0,-2 0 0,-1 0 0,-14 42 0,17-61 0,0 0 0,0 0 0,0 0 0,-1-1 0,-5 7 0,-2 4 0,9-14 0,1 1 0,0-1 0,0 0 0,-1 0 0,1 1 0,0-1 0,0 0 0,0 1 0,0-1 0,0 0 0,-1 1 0,1-1 0,0 0 0,0 1 0,0-1 0,0 0 0,0 1 0,0-1 0,0 0 0,0 1 0,0-1 0,0 1 0,0-1 0,1 0 0,-1 1 0,0-1 0,0 0 0,0 1 0,0-1 0,1 1 0,10 4 0,18-3 0,-26-2 0,25 0 0,-13 1 0,0-1 0,0 0 0,0-1 0,0-1 0,16-4 0,-28 5-195,1 0 0,-1-1 0,0 1 0,0-1 0,0 0 0,4-2 0,2-4-6631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 24575,'-3'-2'0,"0"1"0,3 4 0,0 3 0,4 4 0,3 2 0,1 1 0,1 2 0,1 0 0,2 0 0,2 0 0,-1 0 0,2 0 0,0 0 0,-3-3-8191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24575,'2'5'0,"1"4"0,3 3 0,0 2 0,1 1 0,2 0 0,0 1 0,1-1 0,0 0 0,2 0 0,-2 0 0,1-1 0,0 1 0,-1-1 0,-1-2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46 24575,'-30'-7'0,"-14"-3"0,-4 1 0,2 1 0,6 3 0,6 1 0,6 3 0,6 0 0,2 1 0,2 0 0,1 1 0,1-1 0,1 0 0,1 1 0,2-1-8191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24575,'1'-1'0,"0"1"0,0-1 0,0 1 0,0 0 0,0-1 0,0 1 0,0 0 0,0 0 0,0 0 0,0 0 0,0 0 0,1 0 0,-1 0 0,0 0 0,0 1 0,0-1 0,0 0 0,0 1 0,1 0 0,1 0 0,-1 0 0,0 1 0,1-1 0,-1 1 0,0 0 0,0 0 0,3 3 0,1 2 0,-1 1 0,1 0 0,5 13 0,53 122 0,-29-58 0,-30-76-195,-1 1 0,0 0 0,-1 0 0,0 0 0,-1 0 0,2 14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10 24575,'-7'-2'0,"0"0"0,0 0 0,0 1 0,0 0 0,-1 0 0,1 1 0,-12 0 0,17 0 0,1 1 0,-1-1 0,1 0 0,-1 0 0,1 1 0,-1-1 0,1 1 0,-1-1 0,1 1 0,0-1 0,-1 1 0,1 0 0,0 0 0,0 0 0,-1 0 0,1 0 0,0 0 0,0 0 0,0 0 0,0 0 0,0 0 0,1 1 0,-1-1 0,0 0 0,0 1 0,1-1 0,-1 1 0,1-1 0,-1 0 0,1 1 0,0-1 0,0 1 0,-1-1 0,1 1 0,0-1 0,0 1 0,0-1 0,1 1 0,-1-1 0,0 1 0,1-1 0,0 3 0,0-1 0,0 0 0,0 1 0,1-1 0,-1 0 0,1 0 0,0-1 0,-1 1 0,2 0 0,-1 0 0,0-1 0,0 0 0,1 1 0,-1-1 0,1 0 0,0 0 0,0 0 0,0-1 0,0 1 0,0 0 0,6 1 0,6 2 0,-1-1 0,1 0 0,19 1 0,-32-4 0,140 13 0,-58-8-1365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1226 0 24575,'-617'0'0,"595"1"0,-32 6 0,31-4 0,-28 1 0,-22-5 0,-55 2 0,114 1 0,0 1 0,0 0 0,-23 10 0,23-8 0,1 0 0,-1-1 0,-25 3 0,-46 6-1365,72-12-5461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27 24575,'-15'-26'0,"14"34"0,3 7 0,10 31 0,-6-18 0,1-1 0,21 49 0,-13-45 0,-1 0 0,10 37 0,-24-68-44,0 1 0,1 0 0,-1 0 0,0-1 0,0 1 0,0 0 0,1 0 0,-1 0 0,0-1 0,0 1 0,0 0 0,0 0 0,0 0 0,-1 0 0,1-1 0,0 1 0,0 0 0,0 0-1,-1-1 1,1 1 0,0 0 0,-1 0 0,1-1 0,-1 1 0,1 0 0,-1-1 0,1 1 0,-1 0 0,1-1 0,-2 1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5 24575,'-29'-2'0,"1"0"0,0 2 0,-1 0 0,1 3 0,-41 7 0,38-6 0,-1-1 0,1-2 0,-46-3 0,26-7-1365,37 6-5461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24575,'0'2'0,"0"4"0,0 3 0,0 2 0,3 0 0,0 0 0,3 1 0,2 0 0,2 1 0,3 1 0,-2 1 0,0-3 0,-1-1 0,-1-2 0,-2 0 0,-4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41 24575,'0'-2'0,"-1"0"0,1 0 0,-1 0 0,1 0 0,0-1 0,0 1 0,0 0 0,0 0 0,1-1 0,-1 1 0,0 0 0,2-3 0,-2 4 0,1 1 0,-1-1 0,1 0 0,-1 1 0,1-1 0,-1 1 0,1-1 0,-1 1 0,1-1 0,-1 1 0,1-1 0,0 1 0,-1 0 0,1-1 0,0 1 0,-1 0 0,1-1 0,0 1 0,0 0 0,-1 0 0,1 0 0,0 0 0,0 0 0,-1 0 0,1 0 0,0 0 0,0 0 0,-1 0 0,1 0 0,0 0 0,0 0 0,-1 1 0,1-1 0,0 0 0,-1 1 0,1-1 0,0 0 0,-1 1 0,2 0 0,9 5 0,-1 1 0,1 1 0,-1 0 0,-1 0 0,12 13 0,1 0 0,0 2 0,0 1 0,-1 0 0,-2 2 0,0 1 0,-2 0 0,-1 1 0,-1 1 0,-1 0 0,-2 1 0,-1 1 0,-2 0 0,0 0 0,-2 0 0,-2 1 0,2 38 0,-6-60 0,-1 0 0,-1-1 0,0 1 0,0 0 0,-1 0 0,0 0 0,0-1 0,-1 1 0,-1-1 0,-8 18 0,7-19 0,0-1 0,0 0 0,0 0 0,-1 0 0,0-1 0,0 0 0,-1 0 0,0-1 0,0 1 0,0-1 0,-1-1 0,-12 7 0,-10 2-1365,19-9-5461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24575,'3'-1'0,"1"-1"0,0 0 0,0 1 0,-1-1 0,1 1 0,0 0 0,0 1 0,0-1 0,0 1 0,0-1 0,1 1 0,-1 1 0,0-1 0,0 0 0,0 1 0,0 0 0,0 0 0,4 2 0,0 1 0,0 0 0,-1 0 0,1 1 0,-1 0 0,0 1 0,0-1 0,7 10 0,1 1 0,-1 0 0,-1 0 0,0 2 0,-2-1 0,0 2 0,-1-1 0,0 2 0,-2-1 0,0 1 0,-1 0 0,6 36 0,36 320 0,-48-359 0,0 1 0,-2 0 0,0-1 0,-1 1 0,-1-1 0,0 0 0,-11 31 0,10-37 0,0 0 0,-2-1 0,1 0 0,-1 1 0,-1-2 0,1 1 0,-2-1 0,1 0 0,-1 0 0,-1-1 0,0 0 0,-15 11 0,-3-2-1365,18-10-5461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 24575,'-1'0'0,"0"0"0,1 0 0,-1 1 0,1-1 0,-1 0 0,0 1 0,1-1 0,-1 1 0,1-1 0,-1 0 0,1 1 0,-1-1 0,1 1 0,-1 0 0,1-1 0,0 1 0,-1-1 0,1 1 0,0-1 0,-1 1 0,1 0 0,0-1 0,0 1 0,0 0 0,0-1 0,0 1 0,-1 1 0,-1 22 0,2-22 0,-2 13 0,2 1 0,0-1 0,1 0 0,0 0 0,5 20 0,-5-30 0,1 0 0,0 0 0,0 0 0,0 0 0,0 0 0,1 0 0,0-1 0,0 1 0,0-1 0,1 0 0,-1 0 0,1 0 0,0 0 0,0-1 0,0 0 0,1 0 0,-1 0 0,9 4 0,-10-5 0,0-1 0,0 0 0,1 0 0,-1 1 0,1-2 0,-1 1 0,0 0 0,1-1 0,-1 0 0,1 0 0,-1 0 0,1 0 0,-1 0 0,1-1 0,-1 1 0,1-1 0,-1 0 0,1 0 0,-1 0 0,0-1 0,4-1 0,-1-1 0,-1 0 0,0 0 0,0-1 0,0 1 0,0-1 0,-1 0 0,1 0 0,-1-1 0,-1 1 0,5-8 0,-8 12 0,1 0 0,-1 0 0,1 0 0,0 0 0,0 0 0,-1 0 0,1 0 0,0 0 0,0 0 0,0 0 0,0 0 0,0 0 0,0 1 0,0-1 0,0 0 0,0 1 0,1-1 0,-1 1 0,0-1 0,0 1 0,0 0 0,1 0 0,-1-1 0,0 1 0,0 0 0,1 0 0,-1 0 0,0 0 0,0 0 0,3 1 0,2 1 0,-1 0 0,1 1 0,-1-1 0,0 1 0,8 6 0,11 4 0,-13-8 0,1 0 0,0-1 0,0-1 0,1 0 0,-1 0 0,22 1 0,-28-4 0,0 0 0,0 0 0,0 0 0,0-1 0,0 0 0,0 0 0,0-1 0,0 1 0,0-1 0,0 0 0,-1-1 0,1 0 0,-1 0 0,0 0 0,9-7 0,-11 8 0,-1 0 0,0-1 0,0 1 0,0-1 0,0 1 0,0-1 0,-1 0 0,1 0 0,-1 0 0,1 0 0,-1 0 0,0 0 0,-1 0 0,1 0 0,0 0 0,-1 0 0,0-1 0,1 1 0,-1 0 0,-1 0 0,1-1 0,0 1 0,-1 0 0,0 0 0,1 0 0,-1 0 0,0 0 0,-1 0 0,1 0 0,-4-5 0,2 1 0,-1 1 0,-1 0 0,1 0 0,-1 1 0,0-1 0,0 1 0,-1 0 0,1 1 0,-1-1 0,0 1 0,0 0 0,-11-5 0,2 3-1365,2 1-5461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4 24575,'-5'-2'0,"-1"1"0,2 1 0,5 3 0,4 4 0,4 2 0,3 0 0,-1 2 0,1-2 0,-2 0 0,-1-2 0,-1 2 0,0 0 0,-1 2 0,1 1 0,-2 2 0,-1-3-8191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6 24575,'-10'-2'0,"-6"-1"0,1 2 0,-1 2 0,1 0 0,0 1 0,0-1 0,0 0 0,1-1 0,-1 1 0,-2-1 0,0 0 0,2-3 0,4 0-8191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9 24575,'-14'-2'0,"-8"-2"0,-3 1 0,1 3 0,2 2 0,0 0 0,1 0 0,2-1 0,1 0 0,2 0 0,3-1-8191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0 480 24575,'248'68'0,"-246"-68"0,37 6 0,-37-6 0,0 0 0,0 0 0,0 0 0,0 0 0,0 0 0,0 0 0,0-1 0,0 1 0,0-1 0,0 1 0,-1-1 0,1 0 0,0 0 0,0 0 0,-1 0 0,4-2 0,-5 3 0,1-1 0,-1 1 0,0-1 0,0 1 0,1-1 0,-1 1 0,0-1 0,0 1 0,0-1 0,0 0 0,1 1 0,-1-1 0,0 1 0,0-1 0,0 0 0,0 1 0,0-1 0,-1 1 0,1-1 0,0 0 0,0 1 0,0-1 0,0 1 0,-1-1 0,1 1 0,0-1 0,0 1 0,-1-1 0,1 1 0,-1-1 0,1 1 0,0-1 0,-2 0 0,-16-15 0,14 13 0,-3-3 0,1-1 0,0 1 0,0-1 0,1 0 0,-1-1 0,1 1 0,-4-11 0,-26-62 0,25 55 0,4 9 0,1 1 0,1-1 0,0 0 0,0-1 0,2 1 0,0-1 0,1 1 0,1-1 0,2-18 0,-1 27 0,0-1 0,1 1 0,0 0 0,0 0 0,1 0 0,0 1 0,1-1 0,7-12 0,-7 15 0,0 0 0,0 0 0,1 0 0,-1 1 0,1-1 0,0 1 0,0 0 0,1 0 0,-1 1 0,1 0 0,0 0 0,8-3 0,-4 3 0,1 0 0,-1 0 0,1 1 0,0 1 0,0 0 0,-1 0 0,1 1 0,0 1 0,0-1 0,0 2 0,-1 0 0,16 4 0,-18-4 0,0 1 0,0 0 0,-1 0 0,1 0 0,-1 1 0,0 0 0,0 1 0,-1-1 0,1 1 0,-1 1 0,0-1 0,0 1 0,-1 0 0,1 0 0,-1 1 0,-1 0 0,5 7 0,-6-7 0,-1 0 0,0 0 0,0 0 0,0 0 0,-1 0 0,0 1 0,-1-1 0,1 0 0,-2 0 0,1 1 0,-1-1 0,0 0 0,0 1 0,-5 12 0,0-1 0,-2 0 0,0-1 0,-1 0 0,-13 20 0,21-36 0,0-1 0,1 0 0,-1 0 0,1 0 0,-1 1 0,1-1 0,-1 0 0,1 1 0,0-1 0,-1 0 0,1 1 0,0-1 0,0 0 0,0 1 0,0-1 0,0 1 0,0-1 0,1 0 0,-1 1 0,1 2 0,0-2 0,1 0 0,-1 0 0,0 0 0,1 0 0,-1 0 0,1 0 0,0 0 0,0-1 0,-1 1 0,5 2 0,2 1 0,-1-1 0,1-1 0,0 1 0,0-1 0,16 4 0,13 0-455,0-1 0,40 1 0,-63-7-6371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24575,'0'7'0,"3"5"0,0 3 0,2 4 0,4 1 0,-1 0 0,1-2 0,2 2 0,-2-1 0,1 0 0,-2-2 0,1-1 0,0 0 0,0-2 0,0-2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540 22 24575,'-29'-5'0,"-13"-2"0,-3 1 0,2 3 0,5 3 0,3 1 0,3 0 0,5 3 0,-1 0 0,-1 0 0,1-1 0,-1-1 0,0 0 0,0-2 0,0 0 0,2 0 0,7 0-8191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 24575,'-3'4'0,"0"5"0,0 3 0,3 2 0,4 1 0,4-2 0,0-1 0,1 0 0,3 1 0,-2 0 0,0-2 0,-2 0 0,1 0 0,-2 1 0,1-2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417 12 24575,'0'-1'0,"0"1"0,0-1 0,-1 0 0,1 1 0,0-1 0,-1 0 0,1 1 0,0-1 0,-1 1 0,1-1 0,-1 1 0,1-1 0,-1 1 0,0-1 0,1 1 0,-1 0 0,1-1 0,-1 1 0,0 0 0,1-1 0,-1 1 0,0 0 0,1 0 0,-1-1 0,0 1 0,1 0 0,-1 0 0,0 0 0,1 0 0,-2 0 0,-22 0 0,-15 8 0,1 1 0,-72 27 0,96-31 20,1 2 0,0-1 0,1 2 0,0 0 0,-21 17 0,11-5-763,-34 41 1,43-45-6084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149 3 24575,'-1'0'0,"0"-1"0,0 1 0,-1-1 0,1 1 0,0 0 0,0 0 0,0-1 0,0 1 0,-1 0 0,1 0 0,0 0 0,0 0 0,0 0 0,0 1 0,-1-1 0,1 0 0,0 1 0,0-1 0,0 0 0,0 1 0,0-1 0,0 1 0,0 0 0,0-1 0,0 1 0,0 0 0,0 0 0,0-1 0,0 1 0,1 0 0,-1 0 0,0 0 0,0 1 0,-2 4 0,1-1 0,0 1 0,0 0 0,1-1 0,-2 11 0,-5 15 0,2-19 0,-2 1 0,0-1 0,0-1 0,-1 1 0,0-1 0,-1-1 0,-13 12 0,19-19 0,4-3 0,-1 1 0,1-1 0,-1 0 0,1 1 0,0-1 0,-1 0 0,1 1 0,-1-1 0,1 1 0,0-1 0,-1 1 0,1-1 0,0 1 0,-1-1 0,1 1 0,0-1 0,0 1 0,0-1 0,-1 1 0,1 0 0,0-1 0,0 1 0,0-1 0,0 1 0,0 0 0,0-1 0,0 1 0,0-1 0,0 1 0,0-1 0,1 1 0,-1 0 0,1 0 0,0 0 0,0 0 0,0-1 0,0 1 0,0 0 0,0-1 0,1 1 0,-1-1 0,0 1 0,0-1 0,1 0 0,-1 0 0,3 1 0,7 0 0,0-1 0,15-1 0,-26 1 0,143-14 96,25-1-1557,-152 14-5365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273 129 24575,'-166'-110'0,"165"109"0,-4-2 0,0 0 0,-1 1 0,1-1 0,-8-2 0,12 5 0,0 0 0,0 0 0,0-1 0,0 1 0,0 0 0,0 0 0,0 0 0,0 0 0,0 0 0,0 0 0,0 0 0,0 0 0,0 1 0,0-1 0,0 0 0,0 1 0,0-1 0,0 0 0,0 1 0,0-1 0,0 1 0,0 0 0,0-1 0,1 1 0,-1 0 0,0-1 0,0 1 0,1 0 0,-1 0 0,1 0 0,-1-1 0,0 2 0,-4 12 0,0-1 0,1 1 0,1-1 0,0 1 0,-1 19 0,-3 8 0,3-21 0,1 0 0,1 1 0,1-1 0,1 1 0,0-1 0,1 1 0,2-1 0,7 35 0,1-24-325,1-1 0,1 0 1,32 52-1,-44-80 259,6 10-6760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278 45 24575,'-27'-5'0,"-13"-2"0,-4 1 0,5-2 0,5 2 0,7 0 0,5 3 0,4 0 0,3 2 0,4 3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24575,'0'3'0,"0"2"0,3 2 0,0 1 0,3 2 0,-1 2 0,3-2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24575,'5'7'0,"2"5"0,-1 1-8191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138 0 24575,'-4'1'0,"-15"0"0,-29 8 0,43-8 0,1 0 0,-1 1 0,1-1 0,-1 1 0,1 0 0,0 0 0,0 1 0,0-1 0,0 1 0,0 0 0,-6 6 0,9-8 0,0 0 0,0 0 0,0 1 0,1-1 0,-1 0 0,0 0 0,1 1 0,-1-1 0,0 0 0,1 1 0,0-1 0,-1 1 0,1-1 0,0 1 0,0-1 0,0 1 0,0-1 0,0 1 0,0-1 0,0 3 0,1-2 0,0 1 0,0-1 0,1 1 0,-1-1 0,0 1 0,1-1 0,-1 0 0,1 0 0,0 0 0,3 3 0,2 2 0,1-1 0,0-1 0,0 1 0,1-1 0,10 4 0,-2-2-170,0 0-1,0-2 0,1 0 1,-1-1-1,1-1 0,0 0 1,35-1-1,-39-2-6655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24575,'35'102'0,"41"136"0,-72-223 0,-3-10 0,-1 0 0,2 0 0,-1 0 0,0 0 0,1 0 0,0 0 0,0-1 0,1 1 0,3 5 0,-6-26 0,-2 3 0,-1-1 0,-7-16 0,-3-17 0,13 45 0,0 1 0,0 0 0,-1 0 0,1 0 0,0 0 0,0 0 0,0 0 0,0 0 0,1 0 0,-1 0 0,0 0 0,0 0 0,1 0 0,-1 0 0,0 0 0,1 0 0,-1 0 0,1 0 0,0 0 0,-1 0 0,1 0 0,0 0 0,-1 0 0,1 1 0,0-1 0,0 0 0,0 1 0,0-1 0,-1 0 0,1 1 0,0-1 0,0 1 0,0 0 0,0-1 0,0 1 0,0 0 0,1-1 0,-1 1 0,0 0 0,0 0 0,0 0 0,0 0 0,1 0 0,7 0 0,-1 1 0,1-1 0,-1 1 0,11 3 0,-17-4 0,26 7 0,-1-1 0,1-1 0,46 3 0,-71-8 0,-1 0 0,1 0 0,-1 0 0,0 1 0,0-1 0,1 1 0,-1-1 0,0 1 0,1 0 0,-1 0 0,0 0 0,0 0 0,2 1 0,-3-1 0,1 1 0,-1-1 0,0 0 0,0 1 0,0-1 0,0 1 0,0 0 0,-1-1 0,1 1 0,0 0 0,-1-1 0,1 1 0,-1 0 0,0 0 0,0-1 0,1 1 0,-1 3 0,0 0-227,0 1-1,0-1 1,0 0-1,-1 0 1,-2 10-1,-1-5-6598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24575,'5'5'0,"2"4"0,1 2 0,1 3 0,-3 1 0,-1-2-8191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24575,'5'18'0,"4"9"0,3 4 0,2 1 0,1 0 0,-2-3 0,-1-4 0,0-1 0,1-3 0,0-1 0,0-3 0,-1-1 0,-1-4 0,-3-1 0,1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24575,'194'8'0,"-158"-5"0,49-2 0,19 2 0,-103-3-124,1 0 0,0 0 0,-1 0 0,1 1 0,-1-1 0,1 0-1,-1 1 1,1 0 0,-1-1 0,2 2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24575,'20'25'0,"8"10"0,0 1 0,-2-4 0,-6-6 0,-4-5 0,-4-6-8191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 21 24575,'-5'-7'0,"-4"0"0,-1 1-8191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158 32 24575,'1'0'0,"-1"0"0,1 1 0,0-1 0,0 0 0,0 1 0,0-1 0,0 0 0,0 1 0,-1-1 0,1 1 0,0-1 0,0 1 0,-1 0 0,1-1 0,0 1 0,-1 0 0,1 0 0,-1-1 0,1 1 0,-1 0 0,1 1 0,-1-1 0,0 0 0,0 0 0,0 0 0,0-1 0,0 1 0,0 0 0,0 0 0,-1 0 0,1-1 0,0 1 0,-1 0 0,1 0 0,0-1 0,-1 1 0,1 0 0,-1-1 0,1 1 0,-1 0 0,0 0 0,-4 3 0,0 0 0,1 0 0,-2 0 0,1-1 0,-6 3 0,4-3 0,0 0 0,0 0 0,0-1 0,0 0 0,-1 0 0,1 0 0,-13 0 0,17-2 0,1 0 0,0 0 0,-1 0 0,1 0 0,0 0 0,-1 0 0,1-1 0,0 1 0,0-1 0,-1 1 0,1-1 0,0 0 0,0 0 0,0 0 0,0 0 0,0 0 0,0-1 0,0 1 0,0-1 0,1 1 0,-1-1 0,0 0 0,1 1 0,-1-1 0,1 0 0,0 0 0,0 0 0,-2-4 0,2 4 5,1 0-1,-1 0 1,1 0-1,-1 0 0,1 0 1,0 0-1,0 0 1,0 1-1,0-1 1,0 0-1,1 0 0,-1 0 1,0 0-1,1 0 1,-1 0-1,1 0 1,0 1-1,0-1 1,0 0-1,0 0 0,0 1 1,0-1-1,0 1 1,0-1-1,1 1 1,2-3-1,-1 2-118,0-1 0,0 1-1,1 0 1,-1 0 0,1 1 0,-1-1-1,1 1 1,0 0 0,0 0 0,0 0-1,-1 0 1,6 0 0,4 0-6712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21 24575,'0'0'0,"0"0"0,0-1 0,0 1 0,0 0 0,0 0 0,0-1 0,1 1 0,-1 0 0,0 0 0,0 0 0,0-1 0,1 1 0,-1 0 0,0 0 0,0 0 0,0 0 0,1 0 0,-1 0 0,0-1 0,0 1 0,1 0 0,-1 0 0,0 0 0,0 0 0,1 0 0,-1 0 0,0 0 0,0 0 0,1 0 0,-1 0 0,0 0 0,0 0 0,1 0 0,-1 0 0,0 1 0,0-1 0,1 0 0,-1 0 0,0 0 0,0 0 0,1 0 0,-1 0 0,0 1 0,0-1 0,13 6 0,4 4 0,-12-6 0,1 0 0,0 0 0,0-1 0,0 0 0,12 4 0,-17-7 0,0 0 0,1 0 0,-1 1 0,0-1 0,1 0 0,-1 0 0,0 0 0,1-1 0,-1 1 0,0 0 0,1 0 0,-1-1 0,0 1 0,0-1 0,1 1 0,-1-1 0,0 1 0,0-1 0,0 0 0,1 1 0,-1-1 0,0 0 0,0 0 0,0 0 0,-1 0 0,1 0 0,0 0 0,0 0 0,0 0 0,-1-1 0,1 1 0,-1 0 0,1 0 0,0-3 0,2-4 0,-2 4 0,0 1 0,0 0 0,0 0 0,1 0 0,3-5 0,-5 8 0,0-1 0,1 1 0,-1 0 0,0-1 0,1 1 0,-1 0 0,1-1 0,-1 1 0,1 0 0,-1-1 0,1 1 0,-1 0 0,1 0 0,-1 0 0,1 0 0,-1-1 0,1 1 0,0 0 0,-1 0 0,1 0 0,-1 0 0,1 0 0,-1 0 0,1 0 0,-1 0 0,1 1 0,-1-1 0,1 0 0,0 0 0,-1 0 0,1 1 0,-1-1 0,0 0 0,1 0 0,-1 1 0,1-1 0,-1 0 0,1 1 0,-1-1 0,1 1 0,8 8-167,0 1-1,0-1 0,7 13 1,-12-17-528,2 3-6131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3 24575,'3'-3'0,"2"6"0,5 6 0,155 198 0,-162-204 0,-1 0 0,0 0 0,0 0 0,0 1 0,0-1 0,2 8 0,-3-10 0,-1-1 0,0 1 0,0 0 0,1 0 0,-1 0 0,0 0 0,0-1 0,0 1 0,0 0 0,0 0 0,0 0 0,-1 0 0,1-1 0,0 1 0,0 0 0,0 0 0,-1 0 0,1-1 0,-1 1 0,1 0 0,0 0 0,-1-1 0,1 1 0,-1 0 0,1-1 0,-1 1 0,0-1 0,1 1 0,-1 0 0,0-1 0,1 0 0,-1 1 0,0-1 0,0 1 0,1-1 0,-1 0 0,-1 1 0,-16 4 0,0-1 0,-1 0 0,-29 1 0,9-1 0,13 0-1365,4-2-5461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24575,'0'-1'0,"0"1"0,0 0 0,0 0 0,0 0 0,0 0 0,1-1 0,-1 1 0,0 0 0,0 0 0,0 0 0,0 0 0,0 0 0,0 0 0,1-1 0,-1 1 0,0 0 0,0 0 0,0 0 0,0 0 0,1 0 0,-1 0 0,0 0 0,0 0 0,0 0 0,0 0 0,1 0 0,-1 0 0,0 0 0,0 0 0,0 0 0,1 0 0,-1 0 0,0 0 0,0 0 0,0 0 0,0 0 0,1 0 0,-1 0 0,0 0 0,0 0 0,0 0 0,0 0 0,1 1 0,-1-1 0,0 0 0,0 0 0,0 0 0,0 0 0,0 0 0,0 1 0,1-1 0,8 7 0,12 10 0,-1 2 0,32 38 0,29 49 0,-19-22 0,10-1 0,3-3 0,113 93 0,-179-161 0,-8-7 0,-9-8 0,-15-14-1365,11 7-5461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18 24575,'6'-14'0,"-2"11"0,-1 9 0,-3-2 0,1-1 0,-1 1 0,-1-1 0,1 1 0,0-1 0,-1 0 0,0 1 0,0-1 0,0 1 0,0-1 0,-2 3 0,-21 39 0,11-22 0,-10 18 0,13-24 0,1 1 0,0-1 0,1 1 0,-6 21 0,-13 104 0,20-92 0,-18 59 0,10-68 37,9-26-504,0 1-1,-3 18 1,7-23-6359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24575,'3'-3'0,"0"1"0,1-1 0,-1 1 0,0 0 0,1 0 0,0 0 0,-1 1 0,1-1 0,0 1 0,0 0 0,0 0 0,-1 0 0,1 1 0,0-1 0,0 1 0,0 0 0,0 0 0,0 0 0,0 1 0,0-1 0,0 1 0,0 0 0,0 0 0,6 3 0,-5-2 0,-1 0 0,1 0 0,-1 0 0,1 1 0,-1 0 0,0 0 0,0 0 0,0 0 0,-1 0 0,1 1 0,-1-1 0,0 1 0,0 0 0,0 0 0,0 1 0,-1-1 0,0 0 0,0 1 0,3 8 0,-4-10 0,-1 1 0,0-1 0,0 0 0,0 1 0,0-1 0,0 1 0,-1-1 0,1 0 0,-1 1 0,0-1 0,0 0 0,0 0 0,0 0 0,-1 1 0,1-1 0,-3 2 0,-4 7 0,-1 0 0,-16 16 0,16-18 0,-15 20 0,23-29 0,1 0 0,0-1 0,-1 1 0,1 0 0,0-1 0,-1 1 0,1 0 0,0-1 0,0 1 0,-1 0 0,1 0 0,0-1 0,0 1 0,0 0 0,0 0 0,0-1 0,0 1 0,0 0 0,0 0 0,1-1 0,-1 1 0,0 0 0,0 0 0,1-1 0,-1 1 0,0 0 0,1-1 0,-1 1 0,1 0 0,-1-1 0,0 1 0,1-1 0,0 1 0,-1-1 0,1 1 0,-1-1 0,1 1 0,0-1 0,-1 1 0,1-1 0,0 0 0,-1 0 0,1 1 0,0-1 0,0 0 0,0 0 0,7 3 0,-1-1 0,1 0 0,13 0 0,-12 0 0,6 0-108,5 2 229,40 2 0,-55-6-228,0 0-1,-1 0 1,1 0 0,0-1 0,0 0 0,0 0 0,-1 0 0,1-1 0,0 1 0,-1-1 0,0 0 0,1 0 0,6-6 0,-2 0-6719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71 24575,'-3'-12'0,"-1"-1"0,2 1 0,-2-21 0,4 33 0,0 0 0,0 0 0,0 0 0,0 0 0,0 0 0,0 0 0,0 0 0,0 0 0,0 0 0,0 0 0,0 0 0,0 0 0,0 0 0,0 0 0,0 0 0,0 0 0,1 0 0,-1 0 0,0 0 0,0 0 0,0 0 0,0 0 0,0 0 0,0 0 0,0 0 0,0 0 0,0 0 0,0 0 0,0 0 0,0 0 0,0 0 0,0 0 0,0 0 0,0 0 0,0 0 0,0 0 0,0 0 0,0 0 0,0 0 0,0 0 0,0 0 0,0-1 0,0 1 0,0 0 0,0 0 0,0 0 0,0 0 0,0 0 0,0 0 0,0 0 0,3 6 0,2 10 0,-4-11 0,-1 0 0,0 0 0,0 0 0,0 1 0,0-1 0,-1 0 0,0 0 0,0 0 0,-1 0 0,1 0 0,-3 6 0,-4 5 0,-20 30 0,20-34 0,1 0 0,-1 1 0,-7 21 0,11-20 0,0 0 0,1 1 0,1-1 0,0 19 0,3 58 0,0-73 0,2 0 0,0-1 0,1 1 0,1-1 0,0 0 0,12 26 0,-1-11 0,1-1 0,29 39 0,-39-61 0,1 0 0,0 0 0,0-1 0,1-1 0,0 1 0,0-1 0,0-1 0,1 0 0,0 0 0,1-1 0,11 5 0,-19-9-124,0 0 0,0 0 0,0-1 0,1 1 0,-1-1 0,0 0-1,0 1 1,0-2 0,0 1 0,5-1 0,3-2-6702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75 190 24575,'50'-36'0,"-34"26"0,-1-1 0,28-24 0,-42 33 0,1 1 0,-1-1 0,1 0 0,-1 1 0,0-1 0,0 0 0,1 0 0,-1 0 0,0 0 0,-1 0 0,1 0 0,0 0 0,-1 0 0,1 0 0,-1-1 0,1 1 0,-1-4 0,0 4 0,-1 0 0,1 0 0,-1 1 0,0-1 0,1 0 0,-1 0 0,0 0 0,0 1 0,0-1 0,0 1 0,-1-1 0,1 0 0,0 1 0,-1 0 0,1-1 0,-1 1 0,1 0 0,-1 0 0,1 0 0,-3-1 0,-3-2 0,0 0 0,-1 1 0,1 0 0,-1 0 0,0 1 0,0 0 0,0 0 0,0 1 0,0 0 0,0 1 0,0-1 0,-11 2 0,15-1 0,1 1 0,-1-1 0,1 1 0,-1 0 0,1 0 0,0 0 0,-1 0 0,1 1 0,0-1 0,0 1 0,0 0 0,0 0 0,0 0 0,0 0 0,1 0 0,-1 1 0,1-1 0,-1 1 0,1 0 0,0 0 0,0 0 0,0 0 0,0 0 0,1 0 0,-1 0 0,1 0 0,0 1 0,0-1 0,0 1 0,0 4 0,0-3 0,0 0 0,1 0 0,0 0 0,0 1 0,0-1 0,1 0 0,0 0 0,0 0 0,0 1 0,1-1 0,-1 0 0,4 6 0,0-2 0,1-1 0,-1 0 0,1 0 0,1 0 0,11 10 0,-3-3 0,1-1 0,0 0 0,1-2 0,22 13 0,-28-19 0,-1-1 0,1 0 0,0-1 0,0 0 0,1-1 0,-1 0 0,1-1 0,-1 0 0,14 0 0,-9-1-119,-5 0 182,0-1 1,0 0-1,14-3 0,-23 3-131,1 0 0,-1-1-1,0 1 1,0-1 0,1 0 0,-1 0 0,0 0 0,0 0 0,0 0 0,0 0-1,0 0 1,0-1 0,-1 1 0,1-1 0,0 1 0,-1-1 0,1 0-1,-1 0 1,1 0 0,-1 0 0,1-2 0,2-7-6758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24575,'154'338'0,"-134"-291"0,20 35 0,-14-32 0,-25-48 0,0 1 0,0-1 0,0 1 0,0-1 0,-1 1 0,1 4 0,-1-7 0,1 1 0,-1-1 0,0 1 0,0-1 0,-1 0 0,1 1 0,0-1 0,0 1 0,0-1 0,0 1 0,0-1 0,0 0 0,-1 1 0,1-1 0,0 1 0,0-1 0,0 0 0,-1 1 0,1-1 0,0 0 0,-1 1 0,1-1 0,0 0 0,-1 0 0,1 1 0,0-1 0,-1 0 0,1 0 0,0 0 0,-1 1 0,1-1 0,-1 0 0,1 0 0,0 0 0,-1 0 0,1 0 0,-1 0 0,1 0 0,-1 0 0,1 0 0,0 0 0,-1 0 0,1 0 0,-1 0 0,1 0 0,-1 0 0,1 0 0,-1-1 0,-10-2 0,1 0 0,-1 0 0,1-1 0,0-1 0,-11-5 0,-1-4 0,-22-16 0,32 21 0,1 0 0,-17-17 0,26 24 0,0-1 0,-1 1 0,1-1 0,0 0 0,0 0 0,1 0 0,-1 0 0,0 0 0,1 0 0,0 0 0,0 0 0,0-1 0,0 1 0,0-1 0,1 1 0,-1-7 0,2 8 0,-1 0 0,1 0 0,0 0 0,-1 0 0,1 0 0,0 0 0,0 0 0,0 0 0,1 1 0,-1-1 0,0 0 0,1 1 0,-1-1 0,1 1 0,-1 0 0,1-1 0,0 1 0,0 0 0,-1 0 0,1 0 0,0 0 0,0 0 0,0 0 0,0 1 0,0-1 0,4 0 0,5-1 0,0 0 0,0 1 0,17 0 0,-27 1 0,28 1-1,-19-1-340,1 0 0,-1 0 0,13-2 0,-11-1-6485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24575,'5'2'0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0 159 24575,'18'10'0,"0"2"0,-1 0 0,20 18 0,-23-18 0,1 0 0,-1-1 0,2-1 0,27 14 0,-39-22 0,1 0 0,-1 0 0,1-1 0,0 0 0,0 0 0,0 0 0,0 0 0,0-1 0,-1 0 0,1 0 0,6-1 0,-8 0 0,-1 1 0,0-1 0,1 0 0,-1 0 0,0 0 0,0 0 0,0 0 0,0 0 0,0 0 0,0-1 0,0 1 0,0-1 0,0 0 0,-1 1 0,1-1 0,-1 0 0,1 0 0,-1 0 0,0 0 0,1 0 0,-1 0 0,0 0 0,-1-1 0,2-3 0,-1 2 0,0 0 0,0-1 0,-1 1 0,1 0 0,-1 0 0,0 0 0,-1-1 0,1 1 0,-2-6 0,-1-2 0,-9-21 0,0-2 0,12 35 0,0 0 0,0-1 0,0 1 0,-1 0 0,1 0 0,0 0 0,0 0 0,0 0 0,0 0 0,0-1 0,0 1 0,0 0 0,0 0 0,0 0 0,0 0 0,0 0 0,0-1 0,0 1 0,0 0 0,0 0 0,0 0 0,0 0 0,0 0 0,0 0 0,0-1 0,0 1 0,1 0 0,-1 0 0,0 0 0,0 0 0,0 0 0,0 0 0,0 0 0,0-1 0,0 1 0,0 0 0,0 0 0,1 0 0,-1 0 0,0 0 0,7 2 0,10 11 0,-13-10 0,6 4 0,0 0 0,1 0 0,0-1 0,0 0 0,0-1 0,1-1 0,0 0 0,0 0 0,0-1 0,0-1 0,1 0 0,-1-1 0,1 0 0,-1 0 0,16-3 0,-27 2 0,1 0 0,0 0 0,0 0 0,0-1 0,0 1 0,-1-1 0,1 1 0,0-1 0,-1 0 0,1 1 0,0-1 0,-1 0 0,1 0 0,-1 0 0,1 0 0,-1-1 0,1 1 0,-1 0 0,0-1 0,0 1 0,0 0 0,0-1 0,0 0 0,0 1 0,0-1 0,0 1 0,-1-1 0,1 0 0,0 0 0,-1 1 0,0-1 0,1 0 0,-1 0 0,0 0 0,0 0 0,0 1 0,0-4 0,-1-1 0,0 1 0,0-1 0,0 1 0,-1-1 0,1 1 0,-2-1 0,1 1 0,0 0 0,-1 0 0,0 0 0,-4-4 0,1 0-114,-2 1 1,1 0-1,-1 1 0,0 0 0,-1 0 1,1 1-1,-1 0 0,-1 0 0,1 1 1,-1 0-1,-11-3 0,7 3-6712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24575,'0'-5'0,"0"-1"0,0 1 0,1-1 0,2-9 0,-3 14 0,0 1 0,1-1 0,-1 0 0,0 0 0,0 0 0,1 1 0,-1-1 0,1 0 0,-1 1 0,0-1 0,1 0 0,-1 1 0,1-1 0,0 0 0,-1 1 0,1-1 0,0 1 0,-1-1 0,1 1 0,0-1 0,-1 1 0,1 0 0,0-1 0,0 1 0,-1 0 0,1 0 0,0-1 0,0 1 0,0 0 0,-1 0 0,1 0 0,0 0 0,0 0 0,0 0 0,-1 0 0,1 0 0,0 1 0,0-1 0,0 0 0,0 1 0,6 2 0,0 0 0,-1 0 0,0 1 0,11 8 0,12 7 0,-22-15 0,0 0 0,0 0 0,-1 1 0,1 0 0,-1 0 0,10 11 0,-14-15 0,-1 1 0,0-1 0,0 1 0,0 0 0,0-1 0,0 1 0,0 0 0,0 0 0,-1-1 0,1 1 0,-1 0 0,1 0 0,-1 0 0,0 0 0,0 0 0,0 0 0,0 0 0,0 0 0,0-1 0,0 1 0,-1 0 0,1 0 0,-1 0 0,1 0 0,-1 0 0,0-1 0,0 1 0,0 0 0,0 0 0,0-1 0,0 1 0,0-1 0,-2 3 0,0-1 0,0 0 0,0-1 0,-1 1 0,1-1 0,-5 3 0,-12 10 0,20-15 0,0 0 0,1 1 0,-1-1 0,0 0 0,0 0 0,0 0 0,0 0 0,0 0 0,0 0 0,0 0 0,0 1 0,0-1 0,0 0 0,0 0 0,1 0 0,-1 0 0,0 0 0,0 0 0,0 0 0,0 0 0,0 0 0,0 0 0,1 0 0,-1 0 0,0 0 0,0 0 0,0 0 0,0 0 0,0 1 0,1-2 0,-1 1 0,0 0 0,0 0 0,0 0 0,0 0 0,0 0 0,0 0 0,1 0 0,-1 0 0,0 0 0,0 0 0,0 0 0,0 0 0,0 0 0,0 0 0,0 0 0,1 0 0,-1-1 0,9 0 0,19-5-266,1 1 0,-1 2 0,1 1-1,44 2 1,-72 0 232,13 0-6792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24575,'22'7'0,"-1"2"0,0 1 0,-1 0 0,0 2 0,0 0 0,-1 1 0,-1 1 0,29 29 0,-23-17 0,0 2 0,-2 0 0,-1 1 0,31 60 0,-19-25 0,-3 2 0,-3 1 0,36 136 0,-57-179 0,-1 0 0,-2 0 0,0 0 0,-2 37 0,-1-53 0,-1 0 0,0 0 0,0-1 0,-1 1 0,0 0 0,0-1 0,-1 1 0,0-1 0,0 0 0,-1 0 0,0 0 0,0 0 0,-1-1 0,0 1 0,0-1 0,0 0 0,-10 8 0,2-6-70,0 0-1,0 0 0,-1-1 1,0-1-1,0 0 0,-17 4 1,13-4-801,-1 0-5955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1 24575,'-13'7'0,"-5"3"0,-4-1 0,1-1 0,1-3 0,1-2 0,2-1 0,1-1 0,1-1 0,0-1 0,1 1 0,0 0 0,0-1 0,0 1 0,-1 0 0,1-3 0,0 0 0,2 0-8191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46 24575,'-27'-12'0,"-11"-2"0,-2 2 0,3 5 0,6 6 0,6 6 0,7 2-8191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29 130 24575,'-1'-16'0,"-1"-1"0,-5-22 0,2 10 0,5 26 0,-1 0 0,1 0 0,-1 1 0,0-1 0,0 0 0,0 0 0,0 0 0,-2-3 0,3 6 0,0 0 0,0 0 0,-1 0 0,1 0 0,0 0 0,0 0 0,0 0 0,0 0 0,0 0 0,0 0 0,0 0 0,-1 0 0,1 0 0,0 0 0,0 0 0,0 0 0,0 0 0,0 0 0,0 0 0,-1 0 0,1 0 0,0 0 0,0 0 0,0 1 0,0-1 0,0 0 0,0 0 0,0 0 0,0 0 0,0 0 0,-1 0 0,1 0 0,0 0 0,0 0 0,0 0 0,0 1 0,0-1 0,0 0 0,0 0 0,0 0 0,0 0 0,0 0 0,0 0 0,0 1 0,0-1 0,0 0 0,0 0 0,0 0 0,0 0 0,0 0 0,0 0 0,0 0 0,0 1 0,0-1 0,0 0 0,0 0 0,0 0 0,0 0 0,0 0 0,-1 10 0,2-1 0,1 0 0,-1 0 0,2-1 0,-1 1 0,7 15 0,23 41 0,-29-60 0,53 87 0,-26-45 0,-16-20-1365,-10-15-5461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810 1 24575,'2'1'0,"1"0"0,-1 0 0,1 0 0,-1 0 0,0 0 0,1 1 0,3 2 0,-6-4 0,0 1 0,1-1 0,-1 0 0,0 0 0,0 1 0,1-1 0,-1 0 0,0 0 0,0 1 0,0-1 0,1 0 0,-1 1 0,0-1 0,0 0 0,0 1 0,0-1 0,0 0 0,0 1 0,0-1 0,0 1 0,0-1 0,0 0 0,0 1 0,0-1 0,0 1 0,-1 0 0,1-1 0,0 1 0,-1-1 0,1 0 0,-1 1 0,1-1 0,-1 1 0,0-1 0,1 0 0,-1 1 0,1-1 0,-1 0 0,0 0 0,1 0 0,-1 1 0,1-1 0,-1 0 0,-1 0 0,-15 2 0,0 0 0,-1-1 0,-34-3 0,10 1 0,-240-8 0,10 3 0,217 6 0,44 0-455,-1 1 0,-20 4 0,19-2-6371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69 24575,'0'11'0,"1"0"0,0 1 0,0-1 0,1 0 0,1 1 0,0-1 0,0-1 0,8 17 0,55 103 0,-55-92 0,-25-61 0,-3-23 0,-14-56 0,2 2 0,9 27 0,45 101 0,-10-10 0,1-1 0,1-1 0,1-1 0,37 26 0,-46-35 0,1-1 0,-1 0 0,1 0 0,1-1 0,-1 0 0,0-1 0,1 0 0,0-1 0,0 0 0,0-1 0,0 0 0,18-1 0,-25 0 0,-1-1 0,1 1 0,-1-1 0,1 0 0,-1 0 0,0 0 0,1 0 0,-1-1 0,0 1 0,0-1 0,0 0 0,0 0 0,0 0 0,3-4 0,-2 2 0,-1 1 0,-1-1 0,1 0 0,0 0 0,-1 0 0,0-1 0,0 1 0,0-1 0,2-6 0,-1-3 0,-1-1 0,0 0 0,-1 0 0,0 0 0,-3-24 0,4 49 0,0 1 0,1-1 0,0 0 0,0 0 0,10 18 0,-1-5 0,21 33 0,-16-33 67,35 34-1,0 2-1564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761 16 24575,'11'-3'0,"-9"3"0,0 0 0,0-1 0,0 1 0,0-1 0,0 1 0,-1-1 0,1 0 0,0 0 0,0 0 0,1-1 0,-26-2 0,-347 3 0,179 3 0,178-1 0,0 0 0,0 1 0,0 1 0,-20 6 0,-10 3 0,-29 4 0,62-13 0,13 1 0,15 1 0,174 20 0,-146-17 0,0 3 0,50 19 0,-88-28 0,-1 2 0,1-1 0,-1 1 0,0 1 0,9 5 0,-14-9 0,-1 1 0,0-1 0,0 0 0,1 0 0,-1 1 0,0-1 0,0 1 0,0-1 0,0 1 0,0 0 0,-1-1 0,1 1 0,0 2 0,-1-3 0,1 0 0,-1 1 0,-1-1 0,1 0 0,0 0 0,0 0 0,0 1 0,-1-1 0,1 0 0,0 0 0,-1 0 0,1 0 0,-1 1 0,1-1 0,-1 0 0,0 0 0,0 0 0,1 0 0,-1 0 0,0-1 0,-2 3 0,-5 3 0,-1 0 0,0-1 0,0 0 0,0 0 0,-1-1 0,0 0 0,-10 2 0,0 1 0,-49 16 0,-49 20 0,105-37 0,1 0 0,-1 1 0,2 0 0,-1 1 0,1 1 0,-18 17 0,21-17 0,0 1 0,2 0 0,-1 1 0,1-1 0,1 1 0,-7 17 0,7-16 0,5-11 0,0-1 0,-1 1 0,1-1 0,0 0 0,0 1 0,0-1 0,0 1 0,0-1 0,0 1 0,0-1 0,0 1 0,0-1 0,0 0 0,0 1 0,0-1 0,0 1 0,0-1 0,0 1 0,0-1 0,1 0 0,-1 1 0,0-1 0,0 1 0,0-1 0,1 0 0,-1 1 0,0-1 0,1 0 0,-1 1 0,0-1 0,1 0 0,-1 1 0,0-1 0,1 0 0,-1 0 0,1 1 0,-1-1 0,0 0 0,1 0 0,-1 0 0,1 0 0,-1 0 0,1 1 0,-1-1 0,0 0 0,1 0 0,0 0 0,27 0 0,-21 0 0,139-16 0,-43 3 0,-101 13-7,190-12 135,-150 12-623,0 1-1,66 11 1,-85-7-6331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24575,'-1'0'0,"-1"0"0,1-1 0,0 1 0,0 0 0,0 0 0,-1 1 0,1-1 0,0 0 0,0 0 0,-1 1 0,1-1 0,0 0 0,0 1 0,0-1 0,0 1 0,0 0 0,0-1 0,0 1 0,0 0 0,0 0 0,0 0 0,0-1 0,0 1 0,0 0 0,1 0 0,-1 0 0,0 0 0,1 0 0,-1 1 0,1-1 0,-1 0 0,1 0 0,-1 0 0,1 0 0,0 1 0,0-1 0,-1 0 0,1 0 0,0 1 0,0-1 0,0 0 0,0 0 0,1 3 0,0 2 0,1-1 0,-1 1 0,1-1 0,0 1 0,0-1 0,1 0 0,-1 0 0,5 6 0,2 2 0,1 0 0,12 12 0,-19-21 0,0-1 0,1-1 0,-1 1 0,0 0 0,1-1 0,-1 0 0,1 0 0,0 0 0,0 0 0,0-1 0,0 1 0,0-1 0,5 1 0,-8-2-85,1 0 0,-1 0-1,0 0 1,0 0 0,0 0-1,0 0 1,1 0 0,-1-1-1,0 1 1,0 0 0,0-1-1,0 1 1,0-1 0,0 1-1,2-2 1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21 24575,'-27'-5'0,"-11"-1"0,-2-1 0,6 5 0,9 1-8191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15 24575,'-30'-2'0,"-11"-2"0,-2 1 0,4 1 0,6 0 0,7 1 0,7 0-8191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16 24575,'-27'-3'0,"-12"0"0,-3 0 0,2 0 0,6 1 0,6 1 0,6 1 0,3-1 0,6 1-8191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60 24575,'-4'1'0,"-10"0"0,0 1 0,-15 5 0,26-7 0,0 1 0,0 0 0,1 0 0,-1 0 0,0 0 0,1 0 0,-1 1 0,1-1 0,0 1 0,-1 0 0,1 0 0,0 0 0,0 0 0,0 0 0,0 0 0,1 0 0,-3 4 0,3-5 0,1 1 0,0 0 0,-1-1 0,1 1 0,0-1 0,0 1 0,0 0 0,0-1 0,0 1 0,0 0 0,1-1 0,-1 1 0,0-1 0,1 1 0,0-1 0,-1 1 0,1-1 0,0 1 0,-1-1 0,1 1 0,0-1 0,0 0 0,0 1 0,0-1 0,3 2 0,3 4 0,0-1 0,1 0 0,9 6 0,-10-7 0,5 3 0,0-1 0,0 0 0,1-1 0,1 0 0,-1-1 0,17 4 0,-19-6 0,0-1 0,0 0 0,0-1 0,0 0 0,1 0 0,-1-2 0,0 1 0,17-4 0,-25 3 0,-1 1 0,1-1 0,0 0 0,-1 0 0,1 0 0,0 0 0,-1 0 0,1-1 0,-1 1 0,1-1 0,-1 1 0,0-1 0,0 0 0,0 0 0,0 0 0,0 0 0,0-1 0,-1 1 0,1 0 0,-1-1 0,1 1 0,-1-1 0,0 0 0,0 1 0,0-1 0,0 0 0,-1 1 0,1-1 0,-1 0 0,1 0 0,-1 0 0,0 0 0,0 1 0,-1-4 0,0-2 0,0 1 0,0 0 0,-1-1 0,-1 1 0,1 0 0,-1 0 0,0 1 0,0-1 0,-1 0 0,0 1 0,0 0 0,-6-6 0,5 6-85,-1 0 0,1 1-1,-1 0 1,-1 0 0,1 0-1,-1 1 1,0 0 0,0 0-1,0 1 1,0 0 0,-1 0-1,1 1 1,-1 0 0,1 0-1,-12-1 1,2 2-6741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44 169 24575,'2'6'0,"-1"-1"0,0 1 0,1 0 0,0 0 0,1-1 0,-1 1 0,1-1 0,0 1 0,0-1 0,7 8 0,1 3 0,-8-11 0,6 11 0,1-1 0,1 0 0,18 20 0,-29-35 0,0 0 0,1 0 0,-1 0 0,0 1 0,0-1 0,0 0 0,0 0 0,0 0 0,0 1 0,0-1 0,1 0 0,-1 0 0,0 0 0,0 0 0,0 1 0,1-1 0,-1 0 0,0 0 0,0 0 0,0 0 0,0 0 0,1 0 0,-1 0 0,0 0 0,0 0 0,1 0 0,-1 0 0,0 0 0,0 0 0,0 0 0,1 0 0,-1 0 0,0 0 0,0 0 0,1 0 0,-1 0 0,-2-9 0,-8-12 0,-41-62 0,-15-32 0,61 106 0,2 3 0,-1-1 0,2 1 0,-1-1 0,1 0 0,0 0 0,0 0 0,-1-10 0,3 17 0,0 0 0,0 0 0,0 0 0,0 0 0,0 0 0,0 0 0,0-1 0,0 1 0,0 0 0,0 0 0,0 0 0,0 0 0,0 0 0,0 0 0,0 0 0,0-1 0,0 1 0,0 0 0,0 0 0,0 0 0,0 0 0,0 0 0,0 0 0,0 0 0,0-1 0,0 1 0,0 0 0,0 0 0,1 0 0,-1 0 0,0 0 0,0 0 0,0 0 0,0 0 0,0 0 0,0 0 0,0 0 0,0-1 0,1 1 0,-1 0 0,0 0 0,0 0 0,0 0 0,0 0 0,0 0 0,0 0 0,0 0 0,1 0 0,-1 0 0,0 0 0,0 0 0,0 0 0,0 0 0,0 0 0,0 0 0,1 1 0,7 6 0,7 11 0,-14-18 0,7 12 0,1 0 0,1-1 0,0 0 0,20 17 0,-27-26 0,-1 0 0,1-1 0,-1 1 0,1-1 0,0 1 0,-1-1 0,1 0 0,0 0 0,0 0 0,0 0 0,0-1 0,0 1 0,0-1 0,0 1 0,0-1 0,0 0 0,0 0 0,0-1 0,0 1 0,0-1 0,0 1 0,0-1 0,0 0 0,-1 0 0,1 0 0,0-1 0,0 1 0,-1-1 0,1 1 0,2-3 0,-1 0 0,0 1 0,-1-1 0,0 1 0,1-1 0,-1 0 0,-1 0 0,1 0 0,-1 0 0,1-1 0,-1 1 0,-1-1 0,3-6 0,-1 0 0,-1 1 0,0-1 0,-1 0 0,0-16 0,-1 27 0,0 0 0,0-1 0,0 1 0,0-1 0,0 1 0,0 0 0,0-1 0,0 1 0,0-1 0,0 1 0,0 0 0,0-1 0,0 1 0,0-1 0,0 1 0,1 0 0,-1-1 0,0 1 0,0 0 0,0-1 0,1 1 0,-1 0 0,1-1 0,5 6 0,10 21 0,-11-18 0,15 23-273,3 0 0,0-2 0,2-1 0,39 35 0,-55-54-6553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20 24575,'-24'-7'0,"-12"-1"0,2 5 0,3 2 0,8 3 0,4 2 0,7 1-8191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 24575,'-10'-8'0,"12"15"0,14 19 0,-14-23 0,27 39 0,-16-25 0,-1 1 0,-1 0 0,11 24 0,-35-58 0,-8-16 0,4-2 0,14 25 0,-1 1 0,0-1 0,0 1 0,-1 0 0,0 0 0,-1 1 0,-6-8 0,12 15 0,0 0 0,-1-1 0,1 1 0,0 0 0,-1-1 0,1 1 0,0 0 0,-1 0 0,1-1 0,-1 1 0,1 0 0,-1 0 0,1 0 0,0-1 0,-1 1 0,1 0 0,-1 0 0,1 0 0,-1 0 0,-2 6 0,7 12 0,4-3 66,12 19 0,1 1-1563,-14-22-5329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66 24575,'-13'-18'0,"1"4"0,-11-20 0,35 81 0,-9-37 0,-1 4 0,1 0 0,1-1 0,1 1 0,0-1 0,0 0 0,1-1 0,13 20 0,-7-16-120,-3-4-129,1 1 0,-2-1 0,0 2 0,12 26 0,-17-31-6577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676 17 24575,'-26'-6'0,"-1"2"0,-46-3 0,-56 8 0,50 0 0,-103 8 0,92-2 0,40-2-1365,31-2-5461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24575,'3'9'0,"1"0"0,1-1 0,7 13 0,-7-12 0,85 132 0,-88-137 24,0-1 0,0 1 0,-1 0 0,3 8 0,-4-11-81,0 0 0,0 0 0,1 0 0,-1 0-1,0 0 1,0 0 0,0 0 0,0 0 0,0 0 0,0-1 0,0 1 0,-1 0-1,1 0 1,0 0 0,0 0 0,-1 0 0,1 0 0,-1 0 0,1 0 0,-1 0 0,1 0-1,-1-1 1,1 1 0,-1 0 0,-1 1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490 22 24575,'-4'-3'0,"-1"0"0,0 1 0,1-1 0,-1 1 0,-1 0 0,1 1 0,0-1 0,0 1 0,0 0 0,-1 0 0,-9 1 0,0 0 0,0 2 0,-27 6 0,13-3 0,-11 0 0,0-2 0,-69-4 0,40 0 0,62 1-115,-1 0-302,-1 0 1,-15 2-1,11 1-6409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24575,'0'4'0,"0"5"0,0 3 0,0 2 0,2 1 0,1 0 0,0 1 0,2-3 0,0-1 0,2-1 0,-1 1 0,0 1 0,-3 1 0,-1-3-8191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713 31 24575,'20'-5'0,"36"-14"0,-56 19 0,1 0 0,-1 0 0,0 0 0,0 0 0,0 0 0,0 0 0,0 0 0,0 0 0,0 0 0,0 0 0,1 0 0,-1 0 0,0 0 0,0 0 0,0 0 0,0 0 0,0 0 0,0 0 0,0 0 0,0 0 0,0 0 0,1 0 0,-1 0 0,0 0 0,0 0 0,0-1 0,0 1 0,0 0 0,0 0 0,0 0 0,0 0 0,0 0 0,0 0 0,0 0 0,0 0 0,1 0 0,-1 0 0,0-1 0,0 1 0,0 0 0,0 0 0,0 0 0,0 0 0,0 0 0,0 0 0,0 0 0,0 0 0,0 0 0,0-1 0,0 1 0,0 0 0,0 0 0,0 0 0,0 0 0,0 0 0,0 0 0,0 0 0,-1 0 0,1-1 0,0 1 0,-8-1 0,-14 0 0,-85 0 0,-80 3 0,82 13 0,-66 14 0,135-22 0,28-5 0,1 0 0,-1-1 0,0 1 0,0-1 0,1-1 0,-1 0 0,0 0 0,0 0 0,-12-3 0,14-1 0,8 1 0,11 1 0,12 7 0,0 1 0,-1 1 0,30 12 0,-15-5 0,-8-4 0,62 24 0,-79-28 0,-1 1 0,1 0 0,-1 1 0,17 13 0,-29-20 0,1 0 0,-1 0 0,0 0 0,0 0 0,1 0 0,-1 1 0,0-1 0,0 0 0,0 1 0,-1-1 0,1 0 0,0 1 0,0-1 0,-1 1 0,1-1 0,-1 1 0,1 0 0,-1-1 0,0 1 0,0 0 0,1 2 0,-2-2 0,1 0 0,-1 0 0,0 0 0,0 0 0,1 0 0,-1 0 0,-1-1 0,1 1 0,0 0 0,0-1 0,0 1 0,-1-1 0,1 1 0,-4 2 0,-3 2 0,-1 0 0,-1-1 0,1 0 0,-1 0 0,-13 4 0,-99 28 0,77-25 0,1 2 0,-46 21 0,83-32 0,0 1 0,0 0 0,0 1 0,1-1 0,0 1 0,0 0 0,-9 10 0,13-13 0,0 0 0,1 1 0,-1-1 0,1 0 0,-1 1 0,1-1 0,0 1 0,0-1 0,0 1 0,0 0 0,0-1 0,1 1 0,-1 0 0,1 0 0,0-1 0,0 1 0,0 0 0,0 0 0,0-1 0,1 1 0,-1 0 0,1 0 0,-1-1 0,3 6 0,-2-6 0,0-1 0,0 1 0,0-1 0,0 0 0,1 1 0,-1-1 0,0 0 0,0 0 0,1 0 0,-1 0 0,1 0 0,-1 0 0,1 0 0,0 0 0,-1-1 0,1 1 0,0-1 0,-1 1 0,1-1 0,0 0 0,-1 1 0,1-1 0,0 0 0,2 0 0,6 0 0,-1-1 0,1 0 0,11-3 0,-13 3 0,91-11 0,131 0 0,-124 10 0,125 14 0,-205-8-1365,-5 1-5461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33 24575,'-10'-25'0,"7"18"0,11 19 0,3 6 0,-2-1 0,0 2 0,-1-1 0,8 31 0,13 82 0,-7-30 0,-20-94 0,-1-1 0,2-1 0,-1 1 0,0 0 0,1 0 0,0-1 0,6 7 0,-6-10-1365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2 24575,'-5'-1'0,"0"1"0,-1 0 0,1-1 0,0 1 0,0 1 0,-1-1 0,1 1 0,0 0 0,0 0 0,-6 3 0,10-4 0,0 1 0,-1 0 0,1-1 0,0 1 0,0 0 0,-1 0 0,1 0 0,0 0 0,0 0 0,0 0 0,0 0 0,0 0 0,1 0 0,-1 0 0,0 0 0,-1 3 0,2-2 0,0 0 0,-1 0 0,1-1 0,0 1 0,0 0 0,0 0 0,0 0 0,0-1 0,1 1 0,-1 0 0,1 0 0,-1-1 0,1 1 0,-1 0 0,1-1 0,2 4 0,-2-3 0,0 0 0,0 1 0,0-1 0,0 0 0,0 1 0,0-1 0,-1 0 0,1 1 0,-1-1 0,1 1 0,-1 3 0,-1-4 0,1 0 0,-1-1 0,1 1 0,-1 0 0,0 0 0,0 0 0,0-1 0,0 1 0,0 0 0,0-1 0,0 1 0,-1-1 0,1 0 0,-1 1 0,-1 0 0,-40 28 0,43-30 0,-1 0 0,1 0 0,-1 0 0,1 1 0,-1-1 0,1 0 0,0 1 0,-1-1 0,1 0 0,0 1 0,-1-1 0,1 0 0,0 1 0,-1-1 0,1 1 0,0-1 0,0 1 0,-1-1 0,1 1 0,0-1 0,0 1 0,0-1 0,0 1 0,0-1 0,0 1 0,0-1 0,0 1 0,0-1 0,0 1 0,0-1 0,0 1 0,0-1 0,0 1 0,0-1 0,0 1 0,1-1 0,-1 0 0,0 1 0,0-1 0,1 1 0,-1-1 0,0 1 0,1-1 0,-1 0 0,0 1 0,1-1 0,-1 0 0,0 1 0,1-1 0,-1 0 0,1 0 0,-1 1 0,1-1 0,-1 0 0,1 0 0,-1 0 0,1 1 0,5 1 0,0 1 0,0-1 0,9 2 0,-11-3 0,32 7 0,1-3 0,65 3 0,56 7-1365,-142-14-5461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 24575,'0'0'0,"0"0"0,0 0 0,0-1 0,0 1 0,-1 0 0,1 0 0,0 0 0,0 0 0,0 0 0,0 0 0,0 0 0,0 0 0,0 0 0,-1 0 0,1-1 0,0 1 0,0 0 0,0 0 0,0 0 0,0 0 0,0 0 0,0 0 0,0-1 0,0 1 0,0 0 0,0 0 0,0 0 0,0 0 0,0 0 0,0-1 0,0 1 0,0 0 0,0 0 0,0 0 0,0 0 0,0 0 0,0-1 0,0 1 0,0 0 0,0 0 0,0 0 0,7 1 0,10 6 0,12 15 0,0 2 0,30 33 0,1 1 0,293 225 0,-219-195 0,-9-6 0,-123-81 11,-1 0 0,1 1 0,0-1 0,-1 0 0,0 1 0,1-1-1,-1 1 1,0-1 0,0 1 0,2 3 0,-3-4-19,0-1 0,0 0 0,0 1 0,1-1 0,-1 0 0,0 1 0,0-1 0,0 0 0,0 1 0,0-1 0,-1 0 0,1 1-1,0-1 1,0 0 0,0 1 0,0-1 0,0 0 0,0 1 0,0-1 0,-1 0 0,1 1 0,0-1 0,0 0 0,-1 1 0,0-1-91,1 1 0,-1-1 1,0 1-1,0-1 0,0 1 0,0-1 1,0 1-1,0-1 0,0 0 0,0 1 0,0-1 1,-1 0-1,-9 1-6727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0 24575,'0'6'0,"0"0"0,-1 1 0,0-1 0,-1 0 0,1 0 0,-1 0 0,0 0 0,-1-1 0,1 1 0,-6 8 0,-3 3 0,-26 29 0,25-31 0,0 0 0,-13 20 0,8 0 0,2 0 0,1 1 0,-10 44 0,-23 56 0,11-61 32,21-46-497,1 2-1,-11 32 0,21-50-6360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16 24575,'-2'0'0,"-16"-5"0,-1 1 0,-27-2 0,42 6 0,-1-1 0,0 1 0,1 0 0,-1 1 0,1-1 0,-1 1 0,1 0 0,-1 0 0,1 1 0,-1-1 0,1 1 0,0 0 0,0 0 0,0 0 0,-7 6 0,9-7 0,0 1 0,0 0 0,0 0 0,0 0 0,0 0 0,1 0 0,-1 1 0,1-1 0,0 0 0,-1 1 0,1-1 0,0 1 0,0-1 0,1 1 0,-1-1 0,1 1 0,-1 0 0,1 0 0,0-1 0,0 1 0,0 0 0,0-1 0,0 1 0,0 0 0,1-1 0,0 1 0,-1 0 0,1-1 0,0 1 0,2 2 0,0 1 0,0-1 0,0 0 0,1-1 0,0 1 0,0-1 0,0 1 0,0-1 0,1 0 0,-1-1 0,1 1 0,0-1 0,9 5 0,3-1 0,1 1 0,-1-2 0,1 0 0,0-2 0,1 0 0,-1 0 0,1-2 0,0 0 0,22-2 0,-11-5-1365,-18 2-5461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29 24575,'-1'-3'0,"1"0"0,-1 0 0,0 0 0,0 0 0,0 1 0,-1-1 0,-1-2 0,3 4 0,0 1 0,0 0 0,0 0 0,-1-1 0,1 1 0,0 0 0,0 0 0,-1 0 0,1 0 0,0-1 0,0 1 0,-1 0 0,1 0 0,0 0 0,-1 0 0,1 0 0,0 0 0,0 0 0,-1 0 0,1 0 0,0 0 0,-1 0 0,1 0 0,0 0 0,-1 0 0,1 0 0,-1 0 0,0 1 0,1-1 0,-1 1 0,0-1 0,0 1 0,0 0 0,0 0 0,0 0 0,0-1 0,1 1 0,-1 0 0,-1 2 0,-5 9 0,1 0 0,0 0 0,-7 22 0,6-17 0,-9 20 0,10-24 0,0 1 0,1 1 0,0-1 0,1 1 0,1 0 0,0-1 0,2 1 0,-1 1 0,2-1 0,2 29 0,2-9 0,1-1 0,2 0 0,18 54 0,-14-57 0,1-1 0,1-1 0,2 0 0,1 0 0,1-2 0,28 35 0,-34-50 15,0 0-1,1-1 0,1 0 1,18 11-1,57 30-521,-57-35-423,-17-9-5896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4 24575,'0'-1'0,"-1"1"0,1 0 0,-1-1 0,1 1 0,-1 0 0,1 0 0,-1-1 0,1 1 0,-1 0 0,0 0 0,1 0 0,-1 0 0,1 0 0,-1 0 0,1 0 0,-1 0 0,0 0 0,1 0 0,-1 0 0,1 0 0,-1 0 0,1 0 0,-1 1 0,1-1 0,-1 0 0,1 0 0,-2 1 0,2 0 0,-1 0 0,1 0 0,-1 0 0,1 0 0,-1-1 0,1 1 0,-1 0 0,1 0 0,0 0 0,0 0 0,0 0 0,0 0 0,-1 0 0,1 2 0,1 3 0,-1 0 0,1 1 0,3 11 0,3 4 0,1 1 0,1-1 0,13 23 0,41 60 0,-37-65 0,37 79 0,-55-101 0,8 20 0,-15-35 0,0 0 0,0 0 0,0 0 0,0 1 0,-1-1 0,1 1 0,-1-1 0,0 6 0,-1-8 0,1-1 0,0 1 0,0 0 0,0 0 0,-1 0 0,1-1 0,0 1 0,-1 0 0,1-1 0,-1 1 0,1 0 0,-1-1 0,1 1 0,-1 0 0,1-1 0,-1 1 0,1-1 0,-1 1 0,0-1 0,0 1 0,0 0 0,-1-1 0,0 1 0,0 0 0,0-1 0,-1 1 0,1-1 0,0 0 0,0 0 0,-3 0 0,-3 0 0,0-1 0,0-1 0,-10-2 0,3 0 0,0-2 0,0 1 0,1-2 0,-1 0 0,2-1 0,-16-11 0,19 12 0,1 0 0,-1-1 0,1-1 0,1 0 0,0 0 0,0 0 0,1-1 0,-10-16 0,16 24 0,1 1 0,-1 0 0,0 0 0,1-1 0,-1 1 0,1 0 0,0-1 0,-1 1 0,1-1 0,0 1 0,0 0 0,0-1 0,0 1 0,0-1 0,0 1 0,0-1 0,0 1 0,1 0 0,-1-1 0,0 1 0,1-1 0,0-1 0,1 2 0,-1-1 0,1 0 0,-1 0 0,1 1 0,-1-1 0,1 1 0,0 0 0,0 0 0,0-1 0,0 1 0,0 0 0,4-1 0,4-1 0,-1 0 0,1 1 0,0 1 0,0-1 0,12 1 0,-1 0-682,28-6-1,-36 5-6143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24575,'-2'2'0,"-4"4"0,-1 3 0,-1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25 24575,'0'-3'0,"5"-16"0,-6 17 0,-3 11 0,-10 27 0,1-2 0,-2-1 0,-22 39 0,36-70 0,-51 89 0,47-80 0,1 0 0,-1 1 0,2-1 0,0 1 0,0 0 0,-1 18 0,3-15 0,0-1 0,1 0 0,1 0 0,0 1 0,1-1 0,1 0 0,0 0 0,0 0 0,2-1 0,0 1 0,0-1 0,10 17 0,1-4-105,0 0 0,2-1 0,1-1 0,0 0 0,2-2 0,1 0 0,0-2 0,2 0 0,0-1 0,1-2 0,1 0 0,31 13 0,-46-25-6721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9 24575,'-1'-1'0,"1"1"0,-1-1 0,1 0 0,-1 1 0,0-1 0,1 1 0,-1-1 0,0 1 0,1-1 0,-1 1 0,0-1 0,0 1 0,0 0 0,1 0 0,-1-1 0,0 1 0,0 0 0,0 0 0,0 0 0,1 0 0,-1 0 0,0 0 0,0 0 0,-2 0 0,2 1 0,0-1 0,0 1 0,0 0 0,0-1 0,0 1 0,1 0 0,-1 0 0,0 0 0,0 0 0,0 0 0,1 0 0,-1 0 0,0 0 0,1 0 0,-1 2 0,-1 2 0,0 0 0,0 0 0,1 0 0,0 1 0,0-1 0,0 11 0,1-11 0,1 0 0,0 0 0,-1 0 0,2 0 0,-1-1 0,0 1 0,1 0 0,0-1 0,0 0 0,1 1 0,-1-1 0,1 0 0,0 0 0,0 0 0,0 0 0,0-1 0,1 1 0,-1-1 0,1 0 0,0 0 0,8 4 0,-9-5 0,1 0 0,-1-1 0,1 1 0,0-1 0,0 0 0,-1 0 0,1-1 0,0 1 0,0-1 0,0 1 0,0-1 0,0 0 0,0-1 0,0 1 0,0-1 0,-1 0 0,1 0 0,0 0 0,0 0 0,-1-1 0,1 1 0,-1-1 0,1 0 0,-1 0 0,1 0 0,-1 0 0,4-4 0,-4 2 0,0 0 0,0 0 0,0 0 0,-1 0 0,1 0 0,-1-1 0,0 1 0,0-1 0,2-9 0,-2 9 0,-1 0 0,1 0 0,0 1 0,0-1 0,1 0 0,-1 1 0,6-7 0,-7 10 0,-1 1 0,0 0 0,1-1 0,-1 1 0,0 0 0,1 0 0,-1-1 0,1 1 0,-1 0 0,1 0 0,-1 0 0,1 0 0,-1-1 0,1 1 0,-1 0 0,1 0 0,-1 0 0,1 0 0,-1 0 0,1 0 0,-1 0 0,1 0 0,-1 1 0,1-1 0,-1 0 0,0 0 0,1 0 0,-1 0 0,1 1 0,-1-1 0,1 0 0,-1 0 0,0 1 0,1-1 0,0 1 0,14 15 0,-10-10 0,7 6 0,1 1 0,1-2 0,0 1 0,28 16 0,-32-23 0,1 1 0,0-2 0,0 1 0,0-2 0,1 1 0,-1-2 0,1 1 0,15 0 0,-21-2 0,0-1 0,0 0 0,0 0 0,0-1 0,0 1 0,0-1 0,0 0 0,8-3 0,-12 3 0,-1 0 0,1 0 0,0 0 0,0 0 0,-1-1 0,1 1 0,-1 0 0,1-1 0,-1 1 0,0-1 0,1 1 0,-1-1 0,0 0 0,0 1 0,0-1 0,0 0 0,-1 0 0,1 0 0,0 0 0,-1 0 0,1 0 0,-1 0 0,0 0 0,1 0 0,-1 0 0,0 0 0,0 0 0,-1-3 0,1 2 7,-1-1 0,1 0 0,-1 0 0,0 1 0,0-1 1,0 0-1,-1 1 0,1-1 0,-1 1 0,0 0 0,0-1 0,0 1 0,0 0 0,0 0 0,-1 0 0,-3-2 0,0 0-193,1 0 1,-2 1-1,1 0 0,0 0 1,-1 0-1,0 1 1,-8-3-1,2 2-6640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24575,'61'-1'0,"67"3"0,-127-2 0,0 0 0,0 0 0,1 0 0,-1 0 0,0 1 0,0-1 0,0 0 0,0 1 0,0-1 0,0 0 0,0 1 0,0 0 0,0-1 0,0 1 0,0-1 0,0 1 0,0 0 0,-1 0 0,1 0 0,0-1 0,0 1 0,-1 0 0,2 2 0,-2-2 0,1 1 0,-1 0 0,0-1 0,1 1 0,-1 0 0,0 0 0,0 0 0,0-1 0,0 1 0,0 0 0,-1 0 0,1-1 0,-1 4 0,-2 2 0,0 0 0,0 1 0,0-1 0,-1 0 0,-8 10 0,10-15 0,0 0 0,0 0 0,0 0 0,0 0 0,-1 0 0,-3 1 0,4-2 0,1 0 0,-1 0 0,0 0 0,1 0 0,-1 0 0,1 1 0,-1-1 0,1 1 0,-1-1 0,1 1 0,0-1 0,-2 3 0,3-3 0,0-1 0,0 0 0,0 1 0,0-1 0,0 1 0,0-1 0,0 0 0,0 1 0,0-1 0,0 1 0,0-1 0,0 0 0,1 1 0,-1-1 0,0 1 0,0-1 0,0 0 0,1 1 0,-1-1 0,0 0 0,0 1 0,1-1 0,-1 0 0,0 0 0,0 1 0,1-1 0,-1 0 0,0 0 0,1 1 0,-1-1 0,0 0 0,1 0 0,0 0 0,15 6 0,-13-5 0,150 35 0,-101-30-1365,-39-6-5461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1225 44 24575,'-5'3'0,"-1"-1"0,0 0 0,0 0 0,0 0 0,1-1 0,-2 0 0,1 0 0,-11-1 0,-2-1 0,-28-5 0,27 3 0,-21-1 0,-34-3 0,-9-1 0,-156 9 0,222 0 0,-32 6 0,6 0 0,1-2 0,26-2 0,0-1 0,-1-1 0,0 0 0,1-1 0,-23-3 0,-61-20 0,67 14 0,1 2 0,-1 1 0,-62-3 0,54 10-1365,29-1-5461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24575,'31'101'0,"-9"-29"0,32 71 0,-47-131 0,-7-12 0,0 0 0,0 0 0,0 0 0,0 0 0,0 0 0,0 0 0,0 0 0,0 0 0,0 0 0,0 0 0,0 0 0,0 0 0,0 0 0,0 0 0,1 0 0,-1 0 0,0 0 0,0 0 0,0 0 0,0 0 0,0 0 0,0 0 0,0 0 0,0 0 0,0 0 0,0 0 0,0 0 0,0 0 0,1 0 0,-1 0 0,0 0 0,0 0 0,0 0 0,0 0 0,0 0 0,0 0 0,0 0 0,0 0 0,0 0 0,0 0 0,0 0 0,0 0 0,0-1 0,0 1 0,0 0 0,0 0 0,0 0 0,0 0 0,0 0 0,1 0 0,-1 0 0,0 0 0,0 0 0,0 0 0,0 0 0,0 0 0,0 0 0,0-1 0,0 1 0,0 0 0,0 0 0,0-22 0,-1 11 0,0-3 0,0 1 0,-1 0 0,-1-1 0,-5-17 0,-23-52 0,8 21 0,20 53 0,-4-8 0,2 0 0,0-1 0,1 1 0,0-1 0,0-21 0,3 38 0,1 1 0,0-1 0,0 1 0,0-1 0,0 1 0,0-1 0,0 1 0,0-1 0,0 1 0,1-1 0,-1 0 0,0 1 0,0-1 0,0 1 0,1-1 0,-1 1 0,0-1 0,0 1 0,1 0 0,-1-1 0,0 1 0,1-1 0,0 0 0,-1 1 0,1 0 0,-1 0 0,1 0 0,-1 0 0,1 0 0,-1 1 0,1-1 0,-1 0 0,0 0 0,1 0 0,-1 0 0,1 0 0,-1 1 0,1-1 0,-1 0 0,0 0 0,1 1 0,-1-1 0,0 0 0,1 1 0,18 20 0,1 9 0,32 33 0,-41-51 0,0-2 0,0 1 0,1-2 0,0 0 0,23 14 0,-31-21 0,0-1 0,0 1 0,0-1 0,0 0 0,0 1 0,0-2 0,0 1 0,0 0 0,0-1 0,0 0 0,0 0 0,0 0 0,7-2 0,-8 2 0,-1-1 0,0 1 0,0-1 0,0 0 0,0 0 0,0 0 0,0 0 0,0 0 0,0 0 0,0-1 0,0 1 0,0-1 0,-1 1 0,1-1 0,-1 0 0,1 0 0,-1 0 0,0 1 0,0-1 0,1 0 0,-1-1 0,-1 1 0,1 0 0,0 0 0,0-4 0,1-6 0,-1 0 0,0 0 0,-1-1 0,0 1 0,-1 0 0,-1 0 0,0-1 0,0 1 0,-1 0 0,-9-22 0,87 169 0,-68-123 0,12 20 0,42 52 0,-33-48-1365,-21-28-5461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24575,'12'10'0,"4"8"0,2 3 0,-2 3 0,-2 1 0,-2-3 0,-2-2 0,-2-2 0,-2-1 0,-1-2 0,0 0 0,-1-1 0,-2 0 0,2-3 0,-2-2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68 24575,'-27'-15'0,"-11"-4"0,-2 3 0,3 4 0,6 7 0,6 6 0,4 4 0,4 3 0,-1 0 0,1 1 0,-2-1 0,0-1 0,-2 0 0,-2-2 0,-2 0 0,-2-2 0,2-2 0,4 0-8191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24575,'3'12'0,"0"7"0,2 2 0,1 1 0,1-2 0,0-2 0,1 0 0,-1-2 0,-1-1 0,-2-3-8191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14 24575,'-14'-1'0,"-1"0"0,1 0 0,-20-5 0,23 4 0,-1 1 0,0 0 0,0 0 0,0 2 0,0-1 0,1 2 0,-17 3 0,12-3 0,-8 1-36,-29 7-1293,43-8-5497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24575,'41'-18'0,"-11"3"0,62-18 0,-83 30 0,0 1 0,0 0 0,0 1 0,0 0 0,0 0 0,1 1 0,-1 0 0,0 1 0,0 0 0,0 0 0,17 6 0,-15-2 0,0 2 0,0-1 0,0 1 0,-1 1 0,0 0 0,-1 0 0,13 15 0,-19-20 0,1 1 0,-1 0 0,0 0 0,0 0 0,0 0 0,-1 0 0,0 1 0,1-1 0,-2 1 0,1-1 0,1 8 0,-2-10 0,-1 0 0,0 1 0,0-1 0,0 1 0,0-1 0,0 0 0,0 1 0,-1-1 0,1 0 0,-1 1 0,0-1 0,1 0 0,-1 0 0,0 0 0,0 0 0,-1 0 0,1 0 0,0 0 0,-1 0 0,1 0 0,-1 0 0,0-1 0,1 1 0,-1 0 0,-4 1 0,-9 7 0,-1-1 0,-24 10 0,23-12 0,0 1 0,-20 14 0,36-22 0,0 1 0,0-1 0,1 1 0,-1-1 0,0 1 0,0-1 0,1 1 0,-1 0 0,0 0 0,1-1 0,-1 1 0,1 0 0,-1 0 0,1-1 0,-1 1 0,1 0 0,0 0 0,-1 0 0,1 0 0,0 0 0,0 0 0,-1 0 0,1 0 0,0 0 0,0-1 0,0 1 0,0 0 0,0 0 0,1 0 0,-1 0 0,0 0 0,0 0 0,0 0 0,1 0 0,-1 0 0,1 0 0,-1-1 0,1 1 0,-1 0 0,1 0 0,-1-1 0,1 1 0,0 0 0,-1 0 0,1-1 0,1 1 0,1 3 0,2-1 0,-1 0 0,0 0 0,0 0 0,1-1 0,0 1 0,5 1 0,9 1 0,-1 0 0,1-1 0,0-1 0,1-1 0,-1 0 0,0-2 0,39-3 0,-56 3-68,0 0 0,0 0-1,0-1 1,0 1 0,0 0 0,0-1-1,0 0 1,0 1 0,0-1 0,0 0-1,0 0 1,-1 0 0,1 0 0,0-1-1,-1 1 1,1 0 0,-1-1-1,1 1 1,1-3 0,1-4-6758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24575,'-3'2'0,"3"4"0,0 3 0,3 2 0,1 2 0,2 1 0,0 1 0,2 0 0,-1 0 0,1 0 0,2 0 0,-1 0 0,0-1 0,-1 1 0,0-3 0,-1-1 0,1-2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24575,'27'30'0,"11"11"0,2 0 0,-3-5 0,-9-7 0,-6-5 0,-7-4 0,-6-6-8191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403 41 24575,'-32'-7'0,"-13"-3"0,-3 1 0,1 1 0,6 3 0,5 4 0,4 2 0,3 4 0,0 1 0,4-1 0,3-1 0,6-1-8191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24575,'7'19'0,"5"10"0,3 2 0,2-3 0,-1-4 0,1-8 0,-1-6 0,-1-5 0,0-3 0,0-4 0,-3-5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24575,'-5'0'0,"-4"3"0,-1 3 0,0 2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1413 30 24575,'0'0'0,"0"0"0,1 0 0,-1-1 0,1 1 0,-1 0 0,0 0 0,1 0 0,-1-1 0,1 1 0,-1 0 0,0 0 0,1-1 0,-1 1 0,0 0 0,1-1 0,-1 1 0,0 0 0,0-1 0,1 1 0,-1 0 0,0-1 0,0 1 0,0-1 0,1 1 0,-1-1 0,-1 1 0,1-1 0,0 1 0,0 0 0,-1-1 0,1 1 0,0 0 0,-1-1 0,1 1 0,-1 0 0,1 0 0,0 0 0,-1-1 0,1 1 0,-1 0 0,1 0 0,-1 0 0,1 0 0,-1 0 0,-26-2 0,-22 9 0,33-4 0,-26 1 0,-242-15 0,126-2 0,128 10 0,0 1 0,0 2 0,0 1 0,-47 7 0,13-2 0,-10 2 0,40-3 0,0-3 0,-65-2 0,36-1 0,-195 1-1365,244 0-5461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84 24575,'-1'0'0,"1"0"0,0 0 0,0 0 0,0 0 0,-1 0 0,1 0 0,0 0 0,0 0 0,0 0 0,-1 0 0,1 0 0,0 0 0,0 0 0,0 0 0,0 0 0,-1 0 0,1 0 0,0 0 0,0 0 0,0 0 0,0 1 0,-1-1 0,1 0 0,0 0 0,0 0 0,0 0 0,0 0 0,0 0 0,0 1 0,-1-1 0,1 0 0,0 0 0,0 0 0,0 0 0,0 1 0,0-1 0,0 0 0,0 0 0,0 0 0,0 1 0,0-1 0,0 0 0,0 0 0,0 0 0,0 0 0,0 1 0,0-1 0,0 0 0,0 0 0,0 0 0,0 1 0,0-1 0,0 0 0,0 0 0,0 0 0,0 0 0,1 1 0,-1-1 0,0 0 0,0 0 0,0 0 0,0 0 0,0 0 0,0 1 0,1-1 0,-1 0 0,0 0 0,0 0 0,0 0 0,14 14 0,-9-10 0,0 4 0,0 0 0,0 1 0,-1 0 0,0 0 0,0 0 0,-1 0 0,0 1 0,2 15 0,4 12 0,0 1 0,-8-29 0,1 0 0,0-1 0,0 0 0,1 1 0,0-1 0,7 13 0,-10-21 0,0 0 0,0 0 0,0 1 0,0-1 0,0 0 0,0 0 0,0 0 0,0 0 0,0 0 0,0 0 0,1 0 0,-1 0 0,0 1 0,0-1 0,0 0 0,0 0 0,0 0 0,0 0 0,0 0 0,0 0 0,0 0 0,0 0 0,1 0 0,-1 0 0,0 0 0,0 0 0,0 0 0,0 0 0,0 0 0,0 0 0,0 0 0,1 0 0,-1 0 0,0 0 0,0 0 0,0 0 0,0 0 0,0 0 0,0 0 0,1 0 0,-1 0 0,0 0 0,0 0 0,0 0 0,2-6 0,0-10 0,-2 16 0,-1-9 0,1 0 0,-1-1 0,-1 1 0,0 0 0,0-1 0,-5-10 0,-25-54 0,16 39 0,-2-1 0,10 20 0,1 1 0,-9-27 0,16 41 0,0 1 0,0 0 0,0-1 0,0 1 0,0 0 0,-1-1 0,1 1 0,0 0 0,0-1 0,0 1 0,0 0 0,0-1 0,0 1 0,0 0 0,0-1 0,0 1 0,0 0 0,0-1 0,0 1 0,0 0 0,0-1 0,1 1 0,-1 0 0,0-1 0,0 1 0,0 0 0,0-1 0,1 1 0,-1 0 0,0 0 0,1-1 0,9 5 0,13 14 0,-23-17 0,46 45 0,-29-27 0,1-1 0,41 31 0,-57-48 0,-1 1 0,1-1 0,0 0 0,-1 0 0,1 0 0,0-1 0,0 1 0,0 0 0,0-1 0,0 1 0,0-1 0,0 0 0,0 0 0,0 1 0,0-1 0,0 0 0,0-1 0,0 1 0,2-1 0,-2 1 0,-1-1 0,1 0 0,-1 0 0,1 0 0,-1 0 0,1 0 0,-1-1 0,0 1 0,0 0 0,1-1 0,-1 1 0,0 0 0,0-1 0,-1 1 0,1-1 0,0 0 0,0 1 0,-1-1 0,1 0 0,-1 1 0,1-1 0,-1-2 0,1-3 0,-1-1 0,0 1 0,0 0 0,0-1 0,-1 1 0,0 0 0,-1-1 0,0 1 0,0 0 0,-3-7 0,1 4 0,1 1 0,1-1 0,0 0 0,-1-12 0,3 22 0,0 0 0,0-1 0,0 1 0,0-1 0,0 1 0,0 0 0,0-1 0,0 1 0,0-1 0,0 1 0,0 0 0,0-1 0,0 1 0,0 0 0,0-1 0,0 1 0,1-1 0,-1 1 0,0 0 0,0 0 0,0-1 0,1 1 0,-1 0 0,0-1 0,0 1 0,1 0 0,-1 0 0,1-1 0,0 1 0,-1 0 0,1 0 0,-1 0 0,1 0 0,0 0 0,-1 0 0,1 0 0,-1 0 0,1 1 0,0-1 0,-1 0 0,1 0 0,-1 1 0,1-1 0,0 1 0,20 17 0,10 17 45,-2 1-1,27 47 1,33 40-1544,-80-113-5327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24575,'0'5'0,"2"4"0,1 3 0,3 1 0,0 2 0,1 1 0,2-1 0,0 0 0,1 1 0,-2-2 0,0-1 0,0-2 0,0 0 0,1-1 0,-1-1 0,-1-4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75 24575,'-32'-8'0,"-15"-4"0,-8-1 0,2 0 0,4 2 0,6 3 0,5 2 0,4 3 0,6 2 0,4 3 0,3 2 0,1 2 0,2 3 0,2-1 0,3-1-8191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24575,'0'8'0,"3"4"0,0 3 0,3 1 0,2 1 0,3-3 0,-1-1 0,0-1 0,-1 1 0,0-3 0,-1 1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25 24575,'-20'-5'0,"-8"-2"0,-3 1 0,2 1 0,4 4 0,3 2 0,5 3 0,4 2 0,3 1 0,2 3 0,-1-1 0,-1-2 0,1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90 24575,'-1'-2'0,"0"0"0,0 0 0,0 0 0,1 0 0,-1 0 0,1 0 0,-1 0 0,1 0 0,0 0 0,-1 0 0,1 0 0,0 0 0,1 0 0,-1 0 0,0 0 0,1 0 0,-1 0 0,1 0 0,-1 0 0,1 0 0,0 0 0,0 0 0,0 0 0,0 1 0,0-1 0,0 0 0,0 1 0,1-1 0,-1 1 0,1-1 0,-1 1 0,1 0 0,0-1 0,-1 1 0,1 0 0,3-1 0,2-2 0,0 1 0,0 0 0,0 1 0,0-1 0,0 1 0,0 1 0,1-1 0,14 0 0,-10 2 0,0 0 0,1 1 0,12 2 0,-20-2 0,-1 0 0,1 0 0,-1 1 0,0 0 0,1 0 0,-1 0 0,0 0 0,0 0 0,-1 1 0,1 0 0,5 5 0,-4-4 0,-1 1 0,1 0 0,-1 0 0,-1 0 0,1 1 0,-1-1 0,1 1 0,-2 0 0,3 6 0,-4-9 0,0 0 0,0-1 0,-1 1 0,1 0 0,-1 0 0,0 0 0,0 0 0,0 0 0,0 0 0,-1-1 0,1 1 0,-1 0 0,0 0 0,0 0 0,0-1 0,0 1 0,0 0 0,0-1 0,-1 1 0,1-1 0,-1 1 0,-3 2 0,-32 40 0,-36 56 0,73-101 0,-1 1 0,1-1 0,0 0 0,0 1 0,-1-1 0,1 0 0,0 1 0,0-1 0,-1 1 0,1-1 0,0 1 0,0-1 0,0 0 0,0 1 0,0-1 0,0 1 0,0-1 0,0 1 0,0-1 0,0 1 0,0-1 0,0 1 0,0-1 0,0 0 0,0 1 0,1-1 0,-1 1 0,0-1 0,0 1 0,0-1 0,1 0 0,-1 1 0,0-1 0,1 0 0,-1 1 0,0-1 0,1 0 0,-1 1 0,0-1 0,1 0 0,-1 0 0,0 1 0,1-1 0,-1 0 0,1 0 0,-1 0 0,1 1 0,-1-1 0,0 0 0,1 0 0,-1 0 0,1 0 0,-1 0 0,1 0 0,-1 0 0,1 0 0,6 0 0,0 1 0,0-1 0,7-1 0,-7 0 0,66-7 0,1 0 0,-67 8-273,-1-1 0,0 0 0,1 0 0,6-2 0,-3 0-6553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24575,'-2'5'0,"-2"4"0,4 3 0,1 2 0,2 1 0,4 0 0,1 1 0,1-1 0,2 0 0,1-2 0,-2-2 0,1 0 0,0-1 0,-1-1 0,0-1 0,0 0 0,2-1 0,-2-2-8191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24575,'13'17'0,"6"8"0,2 3 0,-2-2 0,-2-4 0,-2-5 0,-3-1 0,-1-5 0,0-1 0,1-2 0,-2-1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60 24575,'-27'-8'0,"-14"-4"0,-2-1 0,3 3 0,7 2 0,6 3 0,5 2 0,1 4 0,3 2 0,1 3 0,1 0 0,1 2 0,0-1 0,1-1 0,3-2-8191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24575,'61'143'0,"-11"-22"0,-7-41 0,-20-38 0,-21-38-273,0 1 0,0 0 0,0-1 0,1 7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9 24575,'-7'-2'0,"0"0"0,-1 0 0,1 1 0,0 0 0,0 1 0,-1 0 0,1 0 0,-7 1 0,11-1 0,1 1 0,0-1 0,0 1 0,-1 0 0,1-1 0,0 1 0,0 0 0,0 0 0,0 1 0,0-1 0,0 0 0,0 1 0,1-1 0,-1 1 0,0-1 0,1 1 0,-1 0 0,1 0 0,0 0 0,0 0 0,-1 0 0,1 0 0,0 0 0,1 0 0,-1 0 0,0 0 0,1 0 0,-1 1 0,0 1 0,1 1 0,-1 1 0,1-1 0,-1 0 0,1 0 0,1 1 0,1 9 0,-2-14 0,0 1 0,1-1 0,-1 1 0,1-1 0,0 1 0,-1-1 0,1 1 0,0-1 0,0 0 0,0 1 0,0-1 0,0 0 0,0 0 0,0 0 0,1 0 0,-1 0 0,0 0 0,1 0 0,-1 0 0,0 0 0,1 0 0,-1-1 0,1 1 0,-1-1 0,1 1 0,1-1 0,12 2 0,0-1 0,0 0 0,19-2 0,-19 0 0,1 0 0,-1 2 0,18 2 0,-18-1-227,0 1-1,0 0 1,0 1-1,0 1 1,26 13-1,-32-12-6598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79 205 24575,'32'54'0,"51"81"0,-70-119 0,1 1 0,19 16 0,-33-33 0,-49-61 0,41 51 0,-25-38 0,-42-82 0,21 34 0,20 31 0,34 65 0,0 0 0,0 0 0,0 0 0,0 0 0,0 0 0,0 0 0,0 0 0,0 0 0,1 0 0,-1 0 0,0 0 0,0 0 0,0 0 0,0 0 0,0 0 0,0 0 0,0 0 0,0 0 0,0 0 0,0 0 0,0 0 0,1-1 0,-1 1 0,0 0 0,0 0 0,0 0 0,0 0 0,0 0 0,0 0 0,0 0 0,0 0 0,0 0 0,0 0 0,0 0 0,0-1 0,0 1 0,0 0 0,0 0 0,0 0 0,0 0 0,0 0 0,0 0 0,0 0 0,0 0 0,0 0 0,0-1 0,0 1 0,0 0 0,0 0 0,0 0 0,0 0 0,0 0 0,0 0 0,0 0 0,0 0 0,0 0 0,0 0 0,0 0 0,-1-1 0,1 1 0,0 0 0,0 0 0,0 0 0,0 0 0,0 0 0,10 7 0,11 11 0,14 18 0,-12-11 0,31 25 0,-46-44 0,1 1 0,-1-2 0,1 1 0,0-1 0,1-1 0,-1 1 0,1-2 0,12 4 0,-20-6 0,0-1 0,0 1 0,1-1 0,-1 0 0,0 1 0,0-1 0,1 0 0,-1-1 0,0 1 0,0 0 0,1-1 0,-1 1 0,0-1 0,0 0 0,0 1 0,2-2 0,-2 0 0,-1 1 0,1 0 0,-1 0 0,1-1 0,-1 1 0,0-1 0,0 1 0,0-1 0,0 1 0,0-1 0,0 0 0,0 1 0,-1-1 0,1 0 0,0 0 0,-1 0 0,0 1 0,1-1 0,-1-4 0,1-36 0,-1 26 0,4-28 0,-1 20 0,-3 16 0,1 1 0,0-1 0,1 1 0,-1 0 0,5-11 0,-5 17 0,-1 1 0,0-1 0,0 1 0,1-1 0,-1 1 0,0-1 0,0 1 0,1-1 0,-1 1 0,1 0 0,-1-1 0,0 1 0,1 0 0,-1-1 0,1 1 0,-1 0 0,1-1 0,-1 1 0,1 0 0,-1 0 0,1 0 0,-1-1 0,1 1 0,-1 0 0,2 0 0,-1 0 0,0 0 0,0 1 0,0-1 0,0 0 0,0 1 0,0-1 0,0 0 0,0 1 0,0 0 0,0-1 0,0 1 0,1 0 0,3 4 0,0-1 0,-1 1 0,6 7 0,-9-11 0,82 109 0,82 98 0,-134-171-1365,-24-28-5461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2190 59 24575,'1'0'0,"-1"-1"0,1 1 0,-1-1 0,1 0 0,0 1 0,-1-1 0,1 0 0,-1 1 0,0-1 0,1 0 0,-1 0 0,0 1 0,1-1 0,-1 0 0,0 0 0,0 1 0,1-1 0,-1 0 0,0-1 0,0 1 0,-1 0 0,1 1 0,0-1 0,-1 1 0,1-1 0,0 0 0,-1 1 0,1-1 0,-1 1 0,1-1 0,0 1 0,-1 0 0,1-1 0,-1 1 0,0-1 0,1 1 0,-1 0 0,1-1 0,-2 1 0,-4-2 0,-1 0 0,1 0 0,-1 1 0,-7-1 0,1 0 0,-7-1 0,1 1 0,-27 1 0,-3-1 0,0-5 0,32 4 0,-32-1 0,-326 4 0,361 1 0,-1 1 0,-16 3 0,16-2 0,-26 1 0,15-3 0,-49 7 0,47-5 0,-1 0 0,0-2 0,-34-3 0,-47 3 0,57 5 0,30-2 0,-31 0 0,36-3 0,-29 5 0,29-2 0,-29 0 0,-473-5 0,506 0 0,0 0 0,-18-4 0,17 2 0,-25-2 0,30 5 0,-81 1 0,89-1-80,0 1 0,0-1-1,0 0 1,0 1 0,0 0-1,0-1 1,1 1 0,-1 0-1,0 0 1,0 0 0,1 0 0,-1 0-1,0 1 1,1-1 0,-1 0-1,-1 3 1,-3 5-6746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68 24575,'0'-1'0,"-1"1"0,1-1 0,-1 1 0,1-1 0,-1 1 0,1-1 0,-1 1 0,1-1 0,-1 1 0,0-1 0,1 1 0,-1 0 0,0-1 0,1 1 0,-1 0 0,0 0 0,1-1 0,-1 1 0,0 0 0,1 0 0,-1 0 0,0 0 0,0 0 0,1 0 0,-1 0 0,0 0 0,-1 0 0,2 1 0,-1 0 0,0 0 0,0-1 0,1 1 0,-1 0 0,1 0 0,-1 0 0,1-1 0,-1 1 0,1 0 0,-1 0 0,1 0 0,0 0 0,-1 0 0,1 0 0,0 2 0,-1 3 0,0 1 0,1-1 0,0 1 0,0-1 0,2 9 0,6 17 0,2 1 0,28 60 0,-18-46 0,-14-32 0,-5-11 0,0 0 0,0 0 0,1 1 0,0-1 0,-1 0 0,2-1 0,-1 1 0,0 0 0,6 5 0,-8-9 0,0 0 0,0 0 0,0 0 0,0 1 0,0-1 0,0 0 0,1 0 0,-1 0 0,0 0 0,0 0 0,0 0 0,0 0 0,0 0 0,1 0 0,-1 0 0,0 0 0,0 0 0,0 0 0,0 0 0,0 0 0,1 0 0,-1 0 0,0 0 0,0 0 0,0-1 0,0 1 0,0 0 0,1 0 0,-1 0 0,0 0 0,0 0 0,0 0 0,0 0 0,0 0 0,0 0 0,0-1 0,0 1 0,0 0 0,1 0 0,2-9 0,-2-9 0,-3 8 0,0-1 0,0 1 0,-1 0 0,-1 0 0,1 0 0,-7-10 0,-3-10 0,-13-36 0,-57-104 0,99 183 0,12 12 0,11 14 0,-20-18 0,42 34 0,-51-48 0,0-1 0,0-1 0,1 0 0,-1-1 0,1 0 0,0 0 0,0-1 0,1 0 0,-1-1 0,0-1 0,1 0 0,17 0 0,-28-1 0,0 0 0,0 0 0,1 0 0,-1-1 0,0 1 0,0 0 0,1-1 0,-1 1 0,0-1 0,0 1 0,0-1 0,0 0 0,1 1 0,-1-1 0,0 0 0,0 0 0,0 0 0,-1 0 0,1 1 0,0-2 0,1 0 0,-1 0 0,0 0 0,0 0 0,-1 0 0,1-1 0,0 1 0,-1 0 0,1-1 0,-1 1 0,0-1 0,0-3 0,-1-3 0,0 0 0,0 0 0,-1 0 0,0 0 0,-4-8 0,-43-91 0,63 132 0,1-1 0,21 25 0,47 49 0,-63-74 0,38 36 132,-7-9-1629,-43-41-5329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 24575,'-5'-7'0,"2"7"0,2 1 0,1 0 0,0 0 0,0 0 0,0 0 0,0 0 0,0 0 0,0 0 0,0 0 0,0 0 0,0 0 0,0 0 0,0 0 0,1 1 0,6 18 0,0 0 0,2 0 0,0-1 0,2 0 0,0-1 0,1 0 0,0-1 0,23 24 0,-29-37-77,-8-10 269,-7-9-1672,4 6-5346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60 24575,'-30'-10'0,"-11"-3"0,-2 1 0,4 2 0,6 3 0,7 2 0,4 3 0,5 3 0,2 5 0,1 1 0,0 2 0,1 1 0,0 2 0,-1-1 0,0-2 0,3-4-8191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24575,'-3'0'0,"0"2"0,0 4 0,0 3 0,2 2 0,-1 2 0,2 1 0,0-1-8191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24575,'-1'0'0,"0"1"0,-1-1 0,1 0 0,0 1 0,0-1 0,0 1 0,0-1 0,0 1 0,0-1 0,0 1 0,0 0 0,0 0 0,0-1 0,1 1 0,-1 0 0,0 0 0,0 0 0,1 0 0,-1 0 0,1 0 0,-1 0 0,0 0 0,1 0 0,0 0 0,-1 1 0,1-1 0,0 0 0,0 0 0,-1 0 0,1 0 0,0 0 0,0 1 0,0-1 0,1 0 0,-1 0 0,0 0 0,0 0 0,1 1 0,-1-1 0,1 2 0,1 1 0,1 1 0,-1 0 0,1-1 0,0 0 0,0 0 0,0 0 0,8 7 0,-5-5 0,-4-3 0,1-1 0,-1 1 0,1-1 0,0 0 0,0 1 0,0-1 0,1-1 0,3 3 0,-7-4 0,0 0 0,0 0 0,1 0 0,-1 0 0,0 0 0,0 0 0,0 0 0,0 1 0,0-1 0,0 0 0,0 0 0,0 0 0,0 0 0,0 0 0,1 0 0,-1 0 0,0 0 0,0 0 0,0 0 0,0 0 0,0 0 0,0-1 0,0 1 0,0 0 0,0 0 0,0 0 0,1 0 0,-1 0 0,0 0 0,0 0 0,0 0 0,0 0 0,0 0 0,0 0 0,0 0 0,0 0 0,0 0 0,0 0 0,0 0 0,0-1 0,0 1 0,0 0 0,0 0 0,0 0 0,0 0 0,1 0 0,-1 0 0,0 0 0,0 0 0,0-1 0,-3-5 0,-5-7 0,-4-4 0,6 8 0,-1 0 0,1 1 0,-1 0 0,-1 0 0,-8-7 0,44 54 0,13 5-1365,-35-35-5461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24575,'0'-1'0,"0"1"0,0-1 0,0 1 0,0-1 0,0 1 0,0-1 0,0 1 0,0-1 0,0 1 0,0-1 0,1 1 0,-1-1 0,0 1 0,0-1 0,0 1 0,1 0 0,-1-1 0,0 1 0,0-1 0,1 1 0,-1-1 0,0 1 0,1 0 0,-1-1 0,0 1 0,1 0 0,0-1 0,0 1 0,-1 0 0,1 0 0,0 0 0,-1 0 0,1 0 0,0 0 0,0 0 0,-1 1 0,1-1 0,0 0 0,-1 0 0,1 1 0,0-1 0,-1 0 0,1 1 0,0 0 0,25 20 0,-25-20 0,50 55 0,-2 1 0,-3 3 0,-2 2 0,-3 2 0,-3 1 0,37 88 0,-63-125 0,-1 0 0,-1 1 0,11 51 0,-19-68 0,-1 0 0,0 0 0,0 0 0,-1 0 0,0 0 0,-1 1 0,-1-1 0,0 0 0,0 0 0,-2-1 0,1 1 0,-7 13 0,8-20-62,-1 0 0,0 0 0,0 0 0,-1-1 0,1 1 0,-1-1 0,0 0 0,0 0 0,0 0 0,-1-1 0,0 1 0,1-1-1,-1 0 1,0 0 0,0-1 0,-1 1 0,1-1 0,0-1 0,-1 1 0,0-1 0,-9 2 0,3-2-6764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24575,'11'2'0,"-1"0"0,1 1 0,-1 0 0,0 1 0,0 0 0,0 0 0,0 1 0,-1 0 0,16 12 0,-9-4 0,-2 0 0,0 1 0,0 0 0,17 25 0,96 146 0,-124-181 0,125 222 0,-108-184 0,-1 2 0,-1 0 0,15 68 0,-10 10 0,-21-105 0,-1 0 0,-1-1 0,0 1 0,-1 0 0,-5 23 0,4-32 9,0-1 1,0 0-1,-1 1 0,-1-1 0,1-1 1,-1 1-1,0 0 0,-1-1 0,1 0 0,-1 0 1,0 0-1,-9 7 0,5-6-195,0 1 1,-1-2-1,0 1 0,0-1 1,-1-1-1,1 0 1,-17 5-1,14-6-6640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481 65 24575,'-4'-10'0,"1"1"0,0-1 0,0 1 0,-1-15 0,4 24 0,0 0 0,0-1 0,0 1 0,0 0 0,0 0 0,-1 0 0,1 0 0,0 0 0,0 0 0,0 0 0,0-1 0,0 1 0,-1 0 0,1 0 0,0 0 0,0 0 0,0 0 0,0 0 0,0 0 0,-1 0 0,1 0 0,0 0 0,0 0 0,0 0 0,0 0 0,-1 0 0,1 0 0,0 0 0,0 0 0,0 0 0,0 0 0,0 0 0,-1 0 0,1 0 0,0 0 0,0 1 0,0-1 0,0 0 0,0 0 0,-1 0 0,1 0 0,0 0 0,0 0 0,0 0 0,0 0 0,0 1 0,0-1 0,0 0 0,-14 11 0,-12 15 0,16-11 0,0 0 0,1 0 0,-13 32 0,13-27 0,-22 38 0,12-32 0,-28 32 0,34-42 0,1 0 0,-13 24 0,15-22 0,-2-1 0,-14 18 0,-74 61 0,92-88-195,0 0 0,1 0 0,1 0 0,-1 1 0,1 0 0,-7 13 0,5-6-6631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375 6 24575,'0'0'0,"0"0"0,0 0 0,0 0 0,0 0 0,1 0 0,-1 0 0,0-1 0,0 1 0,0 0 0,0 0 0,0 0 0,0 0 0,0 0 0,0 0 0,0 0 0,0 0 0,0 0 0,0-1 0,1 1 0,-1 0 0,0 0 0,0 0 0,0 0 0,0 0 0,0 0 0,0 0 0,0-1 0,0 1 0,0 0 0,0 0 0,0 0 0,0 0 0,0 0 0,-1 0 0,1 0 0,0-1 0,0 1 0,0 0 0,0 0 0,0 0 0,0 0 0,0 0 0,0 0 0,0 0 0,0 0 0,0 0 0,0-1 0,0 1 0,-1 0 0,1 0 0,0 0 0,0 0 0,0 0 0,0 0 0,0 0 0,0 0 0,0 0 0,-10 4 0,-16 15 0,21-15 0,-87 74 0,42-33 0,29-26 30,1 1 0,1 0 0,-20 30 0,-41 73-1515,67-103-5341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31 24575,'-2'0'0,"-4"0"0,0-3 0,-3 0 0,-1 0 0,-1 0 0,-2 1 0,-18-1 0,-9-1 0,-2 1 0,3 0 0,6 2 0,6 0 0,6 0 0,5 1-8191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16 24575,'-29'-3'0,"-13"0"0,-1 0 0,4 0 0,6 1 0,7 1 0,4 1 0,5 0 0,4 2 0,3 1 0,-1 1 0,1-2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35 24575,'-8'-35'0,"15"102"0,-5-42 0,2-6-186,0 0 0,1-1-1,1 1 1,1-1 0,13 25-1,-18-39-60,2 5-6579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0 24575,'-7'3'0,"-5"0"0,-3 0 0,-2 2 0,1 0 0,-3-1 0,-1 2 0,2-1 0,-2-1 0,0 2 0,-1-1 0,-3-1 0,-1-1 0,-2-1 0,0 1 0,-2 1 0,2-1 0,6-1-8191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25 24575,'-4'12'0,"0"2"0,1-1 0,0 0 0,-1 23 0,4-28 0,0-1 0,1 1 0,0 0 0,0-1 0,0 1 0,1-1 0,0 0 0,1 1 0,6 11 0,3 4 0,1-1 0,26 33 0,-57-79 0,1-1 0,1 0 0,-16-33 0,27 46 0,0 0 0,1-1 0,0 1 0,1-1 0,1 0 0,0 0 0,1 1 0,0-1 0,1-18 0,0 30 0,0 0 0,0 0 0,0 0 0,0 1 0,1-1 0,-1 0 0,0 0 0,0 1 0,1-1 0,-1 0 0,0 0 0,1 1 0,-1-1 0,0 0 0,1 1 0,-1-1 0,1 0 0,-1 1 0,1-1 0,-1 1 0,1-1 0,1 0 0,-2 1 0,1 0 0,0 0 0,0 0 0,-1 0 0,1-1 0,0 1 0,0 1 0,0-1 0,-1 0 0,1 0 0,0 0 0,0 0 0,0 1 0,-1-1 0,1 0 0,0 0 0,-1 1 0,2 0 0,4 3 0,0 0 0,-1 0 0,10 10 0,-11-10 0,16 15 0,-4-2 0,1-1 0,24 16 0,-34-28 0,-1 0 0,1 0 0,0-1 0,0 0 0,0 0 0,0 0 0,0-1 0,0 0 0,1-1 0,-1 0 0,9 1 0,-12-2 0,1 0 0,-1 0 0,1 0 0,-1 0 0,1-1 0,-1 0 0,1 0 0,-1 0 0,1 0 0,-1-1 0,0 0 0,0 0 0,0 0 0,0 0 0,0-1 0,0 1 0,-1-1 0,1 0 0,-1 0 0,1 0 0,-1-1 0,0 1 0,-1-1 0,1 0 0,-1 1 0,1-1 0,-1 0 0,0-1 0,1-4 0,1-4 0,3-23 0,-1 2 0,14 79 0,-12-27 0,0 1 0,1-1 0,2 0 0,-1-1 0,2 0 0,0-1 0,16 15 0,15 12-1365,-30-31-5461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825 26 24575,'0'-1'0,"0"0"0,0 0 0,0 0 0,0 0 0,0 0 0,-1 0 0,1 0 0,0 1 0,0-1 0,-1 0 0,1 0 0,-1 0 0,1 0 0,-1 0 0,1 1 0,-1-1 0,1 0 0,-1 0 0,0 1 0,1-1 0,-2-1 0,0 2 0,0-1 0,1 0 0,-1 0 0,0 1 0,1-1 0,-1 1 0,0-1 0,0 1 0,0 0 0,-3 0 0,-4 0 0,0 1 0,0 0 0,-14 4 0,18-3 0,-16 3 0,1-1 0,-1-1 0,-28 2 0,-23-5 0,-160 8 0,-24-2 0,234-6 0,17 0 0,4-1 0,-1 1 0,0 0 0,0 0 0,0 0 0,0 0 0,0 0 0,1 1 0,-1-1 0,0 0 0,0 1 0,1-1 0,-1 1 0,0 0 0,-2 1 0,4-2 0,0 1 0,0-1 0,0 0 0,0 0 0,0 1 0,0-1 0,0 0 0,0 0 0,0 1 0,1-1 0,-1 0 0,0 0 0,0 0 0,0 1 0,0-1 0,0 0 0,1 0 0,-1 0 0,0 0 0,0 1 0,0-1 0,1 0 0,-1 0 0,0 0 0,0 0 0,0 0 0,1 0 0,-1 0 0,0 0 0,0 1 0,1-1 0,-1 0 0,0 0 0,0 0 0,1 0 0,-1 0 0,0 0 0,0 0 0,1 0 0,-1-1 0,12 3 0,71 11 0,110 30 0,-193-43 0,11 3 0,4 1 0,1 0 0,24 11 0,-37-14 0,0 0 0,0 1 0,0 0 0,0-1 0,0 1 0,0 0 0,-1 1 0,1-1 0,-1 0 0,1 1 0,-1-1 0,0 1 0,0 0 0,0 0 0,0 0 0,-1 0 0,1 0 0,1 5 0,-3-5 0,0-1 0,0 0 0,0 1 0,0-1 0,0 0 0,-1 1 0,1-1 0,-1 0 0,0 1 0,0-1 0,1 0 0,-2 0 0,1 0 0,0 0 0,0 0 0,-1 0 0,1 0 0,-1 0 0,1 0 0,-1-1 0,0 1 0,1 0 0,-4 1 0,-6 5 0,0 0 0,-20 11 0,28-18 0,-48 24 0,-66 23 0,53-23 0,48-19 0,3-1 0,1 0 0,0 0 0,-21 14 0,30-17 0,0 0 0,1 0 0,-1 0 0,1 0 0,0 1 0,0-1 0,0 1 0,0-1 0,0 1 0,0 0 0,0-1 0,1 1 0,0 0 0,-1 0 0,1 1 0,0-1 0,1 0 0,-1 0 0,1 0 0,-1 7 0,1-9 0,0 0 0,0 0 0,0 1 0,0-1 0,0 0 0,1 0 0,-1 0 0,0 1 0,1-1 0,-1 0 0,1 0 0,-1 0 0,1 0 0,0 0 0,-1 0 0,1 0 0,0 0 0,0 0 0,1 1 0,0-1 0,0 0 0,0 0 0,-1 0 0,1 0 0,0 0 0,0 0 0,0-1 0,1 1 0,-1-1 0,3 1 0,6-1 0,-1 0 0,1-1 0,18-3 0,-18 3 0,505-40 0,-346 42-1365,-144-1-5461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24575,'-5'15'0,"0"2"0,-5 30 0,9-42 0,0-1 0,1 1 0,0-1 0,0 1 0,0-1 0,1 1 0,-1-1 0,1 1 0,0-1 0,1 0 0,-1 1 0,2 3 0,-1-5 0,1 0 0,-1 0 0,0 0 0,1 0 0,-1-1 0,1 1 0,0-1 0,0 1 0,0-1 0,0 0 0,0-1 0,0 1 0,0 0 0,1-1 0,5 2 0,-1 0 0,1-1 0,0-1 0,0 1 0,0-1 0,10-1 0,9-2-1365,-15-2-5461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24575,'-12'2'0,"-7"4"0,0 0-8191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22 24575,'-32'0'0,"-13"-3"0,-4 0 0,5 0 0,6 0 0,8 2 0,6-1 0,8-1 0,6 0-8191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45 24575,'-29'-7'0,"-16"-3"0,-3 1 0,2 1 0,8 3 0,7 2 0,7 1 0,5 1 0,3 1 0,2 3 0,3 1-8191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69 24575,'-1'0'0,"-22"-2"0,-27 1 0,44 1 0,0 0 0,0 1 0,0 0 0,0 0 0,0 1 0,0-1 0,1 1 0,-1 1 0,-9 4 0,14-6 0,0-1 0,0 1 0,0-1 0,0 1 0,1-1 0,-1 1 0,0-1 0,0 1 0,1 0 0,-1-1 0,0 1 0,1 0 0,-1 0 0,1-1 0,-1 1 0,1 0 0,-1 0 0,1 0 0,0 0 0,-1 0 0,1 0 0,0 0 0,0 0 0,0 0 0,0-1 0,0 1 0,0 0 0,0 0 0,0 0 0,0 0 0,0 0 0,0 0 0,1 0 0,-1 0 0,0 0 0,0 0 0,1 0 0,-1 0 0,1-1 0,-1 1 0,1 0 0,-1 0 0,1-1 0,0 1 0,1 1 0,3 3 0,0 0 0,1-1 0,0 0 0,11 7 0,-13-9 0,10 6 0,0-1 0,0 0 0,0-1 0,1-1 0,25 6 0,-33-10 0,-1 0 0,1 0 0,0-1 0,0 0 0,-1 0 0,14-3 0,-17 3 0,1-1 0,0-1 0,-1 1 0,1 0 0,-1-1 0,1 0 0,-1 0 0,0 0 0,0 0 0,0 0 0,0 0 0,0-1 0,3-3 0,-4 3 6,0 0-1,0-1 1,0 1-1,0-1 0,0 1 1,-1-1-1,1 0 1,-1 0-1,0 1 1,0-1-1,0 0 1,-1 0-1,0 0 0,1 0 1,-1 0-1,-1 0 1,1 0-1,-1 0 1,1 0-1,-1 0 1,-2-6-1,1 5-104,0 0 0,0-1 0,0 1 0,-1 0 0,0 0 0,0 0 0,0 1 0,-1-1 0,0 1 0,1-1 0,-1 1 0,-1 1 0,1-1 0,-7-4 0,-1 1-6727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13 156 24575,'2'2'0,"38"35"0,-35-32 0,0-2 0,0 1 0,1-1 0,-1 1 0,1-1 0,7 2 0,-13-4 0,1-1 0,-1 0 0,0 0 0,1 0 0,-1 0 0,1 1 0,-1-1 0,0 0 0,1 0 0,-1 0 0,1 0 0,-1 0 0,0 0 0,1 0 0,-1 0 0,1 0 0,-1 0 0,0 0 0,1 0 0,-1-1 0,1 1 0,-1 0 0,0 0 0,1 0 0,-1 0 0,0-1 0,1 1 0,-1-1 0,1 1 0,-1-1 0,0 1 0,0-1 0,0 0 0,0 1 0,0-1 0,0 1 0,0-1 0,0 1 0,0-1 0,0 0 0,0 1 0,-1-1 0,1 1 0,0-2 0,-13-21 0,-31-29 0,30 38 0,2 0 0,-15-23 0,35 46 0,1 0 0,0-1 0,1 0 0,0-1 0,0 0 0,1 0 0,13 5 0,-20-11 0,1 1 0,-1-1 0,1-1 0,-1 1 0,1 0 0,0-1 0,-1 0 0,1 0 0,-1-1 0,10-1 0,-12 2 0,0-1 0,0 0 0,0 1 0,0-1 0,-1 0 0,1 0 0,0 0 0,0-1 0,-1 1 0,1 0 0,0-1 0,-1 1 0,1-1 0,-1 1 0,0-1 0,0 0 0,1 1 0,-1-1 0,0 0 0,-1 0 0,1 0 0,0 0 0,0 0 0,-1 0 0,1-4 0,0 0 0,-1-1 0,0 1 0,0-1 0,-1 1 0,0-1 0,0 1 0,-3-10 0,-3-20 0,9 33 0,2 7 0,5 5 0,74 93 120,-63-81-615,0-1 0,38 28 0,-49-42-6331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7 24575,'-22'-2'0,"-10"-1"0,1 2 0,3 2 0,3 2 0,5 5 0,4-1-8191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24575,'8'15'0,"4"7"0,3 3 0,1-2 0,1-1 0,-1-4 0,-2-4 0,-2-1 0,-2 0 0,-4-3-8191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24575,'3'-19'0,"2"15"0,-5 4 0,1 0 0,0 0 0,-1 0 0,1 0 0,-1 0 0,1 1 0,-1-1 0,1 0 0,-1 0 0,0 1 0,1-1 0,-1 0 0,1 1 0,-1-1 0,0 0 0,1 1 0,0 0 0,1 2 0,0 1 0,0-1 0,-1 1 0,1-1 0,-1 1 0,0 0 0,0 0 0,0-1 0,0 1 0,0 6 0,2 12 0,2-9-66,-1-1 0,2-1 0,0 1-1,0-1 1,1 1 0,16 18 0,-12-14-836,-5-7-5924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15 24575,'-27'-2'0,"-13"-1"0,-4-1 0,2 2 0,6 0 0,5 1 0,7 0 0,2 1 0,2 0 0,2 3 0,2 0 0,1 0 0,1 2 0,-2 1 0,-2 0 0,1 1 0,1-2 0,2-2-8191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24575,'0'17'0,"0"8"0,2 3 0,1-2 0,3-2 0,0-3 0,-1-3 0,1-1 0,-1-2 0,0-1 0,0 0 0,0 0 0,0 0 0,0 0 0,0 0 0,-1-2-8191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24 24575,'-30'-5'0,"-11"-2"0,-2 1 0,4 1 0,8 4 0,8 2 0,5 1 0,3 3 0,2 0 0,0-1 0,0 2 0,0-1 0,0 0 0,-1-2 0,3-1-8191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24575,'10'18'0,"5"4"0,1 3 0,0-2 0,-4-2 0,0-4 0,-2-3 0,-4-1 0,-2-3-8191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774 44 24575,'2'-4'0,"0"0"0,0 0 0,1 0 0,0 0 0,4-5 0,-6 8 0,1-1 0,0 1 0,-1 0 0,1 0 0,0 0 0,-1 0 0,1 0 0,0 0 0,0 0 0,0 0 0,0 1 0,0-1 0,0 1 0,0 0 0,2-1 0,-4 1 0,1 0 0,-1 0 0,0 0 0,0 0 0,0 0 0,0 0 0,0 0 0,0 0 0,0 0 0,1-1 0,-1 1 0,0 0 0,0 0 0,0 0 0,0 0 0,0 0 0,0 0 0,1 0 0,-1 0 0,0 0 0,0 0 0,0 0 0,0 0 0,0 1 0,1-1 0,-1 0 0,0 0 0,0 0 0,0 0 0,0 0 0,0 0 0,0 0 0,0 0 0,1 0 0,-1 0 0,0 0 0,0 0 0,0 1 0,0-1 0,0 0 0,0 0 0,0 0 0,0 0 0,0 0 0,0 0 0,0 1 0,0-1 0,-6 5 0,-12 3 0,5-4 0,0-1 0,0 0 0,0 0 0,-24 0 0,-58-3 0,45-2 0,-27 1 0,-116 2 0,106 8 0,36-3 0,-32 8 0,73-13 0,1 1 0,0 0 0,-16 7 0,25-9 0,0 0 0,0 0 0,-1 0 0,1 0 0,0 0 0,0 0 0,0 0 0,0 0 0,0 0 0,0 1 0,0-1 0,0 0 0,-1 0 0,1 0 0,0 0 0,0 0 0,0 0 0,0 1 0,0-1 0,0 0 0,0 0 0,0 0 0,0 0 0,0 0 0,0 1 0,0-1 0,0 0 0,0 0 0,0 0 0,0 0 0,0 0 0,0 1 0,0-1 0,0 0 0,0 0 0,0 0 0,0 0 0,0 0 0,1 0 0,-1 1 0,0-1 0,0 0 0,0 0 0,0 0 0,0 0 0,0 0 0,0 0 0,0 0 0,1 0 0,-1 0 0,0 1 0,0-1 0,0 0 0,0 0 0,0 0 0,0 0 0,1 0 0,-1 0 0,0 0 0,0 0 0,0 0 0,0 0 0,1 0 0,9 4 0,-10-4 0,201 53 0,-113-31 0,-56-14 0,6 1 0,66 25 0,-98-31 0,0 0 0,-1 0 0,1 1 0,0-1 0,8 9 0,-13-11 0,0-1 0,-1 1 0,1 0 0,0-1 0,0 1 0,-1 0 0,1 0 0,0 0 0,-1 0 0,1 0 0,-1-1 0,1 1 0,-1 0 0,1 0 0,-1 0 0,0 0 0,1 1 0,-1-1 0,0 0 0,0 0 0,0 0 0,0 0 0,0 0 0,0 0 0,0 0 0,0 0 0,-1 0 0,1 0 0,0 0 0,0 0 0,-1 0 0,1 0 0,-1 0 0,1 0 0,-1 0 0,1 0 0,-1 0 0,0 0 0,0-1 0,1 1 0,-1 0 0,0 0 0,0-1 0,0 2 0,-9 3 0,1 0 0,-1 0 0,0-1 0,0 0 0,0 0 0,-14 2 0,-10 4 0,5 1 0,-24 7 0,1 2 0,-51 28 0,59-24 0,26-16 0,0 1 0,1 1 0,1 1 0,-1 0 0,-16 17 0,30-25 0,0 0 0,0 0 0,0 0 0,1 1 0,0-1 0,0 1 0,0 0 0,0-1 0,0 1 0,1 0 0,-2 5 0,3-9 0,0 0 0,0 0 0,1 1 0,-1-1 0,0 0 0,0 0 0,0 0 0,0 1 0,0-1 0,0 0 0,0 0 0,0 0 0,1 1 0,-1-1 0,0 0 0,0 0 0,0 0 0,0 0 0,1 0 0,-1 1 0,0-1 0,0 0 0,0 0 0,1 0 0,-1 0 0,0 0 0,0 0 0,0 0 0,1 0 0,-1 0 0,0 0 0,0 0 0,1 0 0,-1 0 0,0 0 0,0 0 0,0 0 0,1 0 0,12-1 0,-9 0 0,66-5 0,92 6 0,-76 1 0,382-1-1365,-445 0-5461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9 24575,'-1'-1'0,"1"1"0,-1-1 0,0 0 0,1 1 0,-1-1 0,0 1 0,0-1 0,1 1 0,-1-1 0,0 1 0,0-1 0,0 1 0,0 0 0,1-1 0,-3 1 0,3 0 0,-1 0 0,1 0 0,0 0 0,-1 0 0,1 0 0,0 1 0,0-1 0,-1 0 0,1 0 0,0 0 0,0 1 0,-1-1 0,1 0 0,0 0 0,0 1 0,0-1 0,-1 0 0,1 1 0,0-1 0,0 0 0,0 0 0,0 1 0,0-1 0,0 0 0,0 1 0,-1-1 0,1 0 0,0 1 0,0 5 0,0-1 0,0 1 0,2 10 0,-1-7 0,1 54 0,3 16 0,-4-67 0,1-1 0,1 0 0,0 1 0,9 20 0,17 34 0,-26-63-1365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 24575,'-18'5'0,"-28"11"0,-53 24 0,95-38 0,1 0 0,-1 0 0,1 0 0,-1 1 0,1-1 0,0 1 0,0 0 0,0-1 0,1 1 0,-5 6 0,4-3 0,0 0 0,0 0 0,1 0 0,0 0 0,-3 11 0,5-17 0,0 1 0,0-1 0,0 1 0,-1 0 0,1-1 0,0 1 0,0 0 0,0-1 0,0 1 0,1 0 0,-1-1 0,0 1 0,0-1 0,0 1 0,0 0 0,1-1 0,-1 1 0,0-1 0,0 1 0,1-1 0,-1 1 0,1 0 0,-1-1 0,0 1 0,1-1 0,-1 0 0,1 1 0,-1-1 0,1 1 0,-1-1 0,1 0 0,-1 1 0,1-1 0,0 0 0,-1 0 0,1 1 0,-1-1 0,1 0 0,0 0 0,0 0 0,4 1 0,0-1 0,0 1 0,0-1 0,7-1 0,-5 1 0,258 6 0,-206-2-1365,-36-2-5461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43 24575,'-3'-3'0,"0"1"0,0-1 0,0 0 0,1 1 0,-1-1 0,1 0 0,0-1 0,0 1 0,0 0 0,0-1 0,-2-6 0,18 23 0,112 130 0,-67-80 0,2 3 0,2-4 0,91 70 0,-1-4 0,-141-118 0,-14-11-1365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7 24575,'0'-1'0,"0"1"0,0 0 0,0-1 0,0 1 0,-1 0 0,1-1 0,0 1 0,0 0 0,0 0 0,-1-1 0,1 1 0,0 0 0,0 0 0,-1-1 0,1 1 0,0 0 0,0 0 0,-1 0 0,1 0 0,0-1 0,-1 1 0,1 0 0,0 0 0,-1 0 0,1 0 0,0 0 0,-1 0 0,1 0 0,0 0 0,-1 0 0,-9 7 0,-11 22 0,15-19 0,-28 33 0,25-33 0,0 1 0,0 0 0,1 0 0,1 1 0,-11 23 0,-21 81 0,29-79 0,-2 0 0,-2-1 0,-1 0 0,-22 35 0,-9 0-1365,38-58-5461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16 24575,'-15'-4'0,"0"0"0,-22-3 0,33 7 0,1-1 0,-1 1 0,0 0 0,0 0 0,1 1 0,-1-1 0,1 1 0,-1-1 0,0 1 0,1 0 0,-6 3 0,8-3 0,-1-1 0,1 1 0,0 1 0,-1-1 0,1 0 0,0 0 0,0 0 0,0 1 0,0-1 0,0 0 0,0 1 0,0-1 0,0 1 0,1-1 0,-1 1 0,0-1 0,1 1 0,-1 0 0,1 2 0,-1 4 0,0 0 0,1 0 0,0 9 0,0 17 0,-1-30 0,0 0 0,1 0 0,-1 0 0,1 1 0,0-1 0,0 0 0,1 0 0,0 0 0,-1 0 0,1 0 0,0 0 0,1 0 0,-1 0 0,1 0 0,0 0 0,0 0 0,0-1 0,0 1 0,1-1 0,-1 0 0,1 1 0,0-1 0,0 0 0,0-1 0,0 1 0,1-1 0,-1 1 0,1-1 0,-1 0 0,1 0 0,0 0 0,0-1 0,0 1 0,0-1 0,0 0 0,5 0 0,32 7 0,0-2 0,0-1 0,1-3 0,67-4 0,-97 0-1365,-3-2-5461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 24575,'-1'0'0,"0"0"0,1 0 0,-1 0 0,0 1 0,1-1 0,-1 0 0,0 1 0,1-1 0,-1 0 0,0 1 0,1-1 0,-1 1 0,1-1 0,-1 1 0,1-1 0,-1 1 0,1-1 0,-1 2 0,-25 21 0,0 1 0,16-16 0,0 1 0,0 1 0,-10 12 0,16-16 0,0 0 0,0 1 0,0-1 0,1 1 0,0 0 0,1 0 0,-4 10 0,2 6 0,0 0 0,1 0 0,1 0 0,2 0 0,0 0 0,5 32 0,4 5 0,22 69 0,-22-99 0,1-1 0,1 0 0,2 0 0,30 48 0,-36-67 0,0 0 0,1 0 0,0-1 0,0 0 0,1 0 0,0-1 0,1 0 0,0 0 0,0-1 0,17 8 0,-15-9-1365,-3 0-5461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3 24575,'-1'0'0,"0"-1"0,-1 1 0,1 0 0,-1-1 0,1 1 0,-1 0 0,1 0 0,-1 0 0,1 0 0,-1 0 0,1 0 0,-1 0 0,1 1 0,-1-1 0,1 0 0,-1 1 0,1 0 0,-1-1 0,1 1 0,0 0 0,-1-1 0,-1 3 0,3-2 0,-1 0 0,0 0 0,1 1 0,-1-1 0,1 0 0,-1 1 0,1-1 0,0 0 0,0 1 0,-1-1 0,1 1 0,0-1 0,0 0 0,0 1 0,1-1 0,-1 1 0,0-1 0,0 0 0,1 1 0,-1-1 0,1 0 0,-1 1 0,1-1 0,1 2 0,15 29 0,1-2 0,25 31 0,0 1 0,28 59 0,-63-104 0,0 0 0,-1 1 0,-1 0 0,-1 0 0,4 25 0,-8-37 0,0 0 0,-1-1 0,0 1 0,0 0 0,-1-1 0,0 1 0,-2 10 0,3-15 0,-1 1 0,1 0 0,-1-1 0,0 1 0,1-1 0,-1 0 0,0 1 0,0-1 0,0 1 0,0-1 0,0 0 0,0 0 0,-1 0 0,1 0 0,0 0 0,-1 0 0,1 0 0,0 0 0,-1 0 0,1 0 0,-1-1 0,1 1 0,-1-1 0,0 1 0,1-1 0,-1 0 0,1 1 0,-1-1 0,0 0 0,-2 0 0,-6-2 0,0 0 0,1 0 0,-1-1 0,1-1 0,0 1 0,0-1 0,0-1 0,-10-7 0,-5-1 0,15 8 0,-52-29 0,53 29 0,0-1 0,0 0 0,1 0 0,0 0 0,-7-9 0,12 13 0,0 0 0,1 0 0,-1 0 0,1 0 0,0-1 0,-1 1 0,1 0 0,0-1 0,0 1 0,1 0 0,-1-1 0,0 1 0,1-1 0,0 1 0,-1-1 0,1 0 0,0 1 0,0-1 0,0 1 0,1-5 0,1 4 0,-1 1 0,0-1 0,1 0 0,-1 0 0,1 0 0,0 1 0,0-1 0,0 1 0,0 0 0,0-1 0,0 1 0,1 0 0,-1 0 0,1 1 0,0-1 0,3-1 0,10-6-273,1 2 0,0 0 0,1 1 0,22-6 0,-23 9-6553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4 24575,'-2'-2'0,"-2"1"0,-1 3 0,-1 5 0,-1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45 24575,'0'-3'0,"0"-1"0,0 0 0,0 0 0,1 0 0,-1 1 0,1-1 0,0 0 0,0 1 0,1-1 0,1-4 0,-8 32 0,-1-12 0,-61 131 0,60-123 0,0 1 0,1 0 0,2 0 0,0 1 0,1-1 0,1 1 0,1 0 0,2 22 0,4 19 0,20 91 0,-20-127 0,1 0 0,2 0 0,1-1 0,1 0 0,1 0 0,1-1 0,1-1 0,2 0 0,32 41 0,-39-55-91,7 8-122,0-1 1,1 0 0,1-2 0,0 0-1,28 19 1,-36-29-6614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74 24575,'-3'-2'0,"3"3"0,3 8 0,6 11 0,1-1 0,-4-7 0,0-1 0,1 1 0,16 20 0,-21-29 0,1 0 0,0 0 0,0-1 0,0 1 0,1-1 0,-1 1 0,1-1 0,-1 0 0,1-1 0,-1 1 0,1-1 0,0 1 0,0-1 0,0 0 0,0-1 0,0 1 0,6 0 0,0-1 0,7 1 0,33-4 0,-46 3 0,0-1 0,0 0 0,-1 0 0,1 0 0,0 0 0,0 0 0,0-1 0,-1 0 0,1 0 0,-1 0 0,1 0 0,-1 0 0,5-5 0,6-20 0,-13 29 0,-1 0 0,2 1 0,-1-1 0,0 0 0,0-1 0,0 1 0,1 0 0,-1 0 0,1 0 0,0-1 0,-1 1 0,1-1 0,0 1 0,0-1 0,0 0 0,0 0 0,0 0 0,3 1 0,3 2 0,0-1 0,1-1 0,12 4 0,-5-3 0,1-1 0,22 1 0,-33-3 0,0 0 0,0 0 0,-1-1 0,1 0 0,0 0 0,0 0 0,0-1 0,0 0 0,-1 0 0,6-3 0,-9 4 0,0 0 0,-1 0 0,1 0 0,0-1 0,-1 1 0,1 0 0,-1-1 0,0 1 0,1-1 0,-1 0 0,0 1 0,0-1 0,0 0 0,0 0 0,-1 1 0,1-1 0,0 0 0,0-3 0,-1 2 0,1-1 0,-1 1 0,0 0 0,-1 0 0,1-1 0,-1 1 0,1 0 0,-1 0 0,0 0 0,-2-5 0,-1-2 0,-1 1 0,0 0 0,-1 0 0,0 1 0,-1-1 0,-7-7 0,8 10-105,0-1 0,-1 2 0,0-1 0,0 1 0,0 0 0,-1 0 0,0 0 0,0 1 0,0 1 0,0-1 0,-1 2 0,-9-4 0,6 5-6721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24575,'81'-45'0,"-78"44"0,0-1 0,0 1 0,0 0 0,0-1 0,1 2 0,-1-1 0,0 0 0,0 1 0,1-1 0,-1 1 0,0 0 0,0 0 0,1 0 0,-1 1 0,0-1 0,1 1 0,-1 0 0,0-1 0,4 3 0,-2-1 0,0 1 0,0-1 0,0 1 0,0 0 0,-1 1 0,1-1 0,-1 1 0,0 0 0,0 0 0,6 8 0,-9-11 0,0 0 0,0 1 0,0-1 0,0 1 0,0 0 0,0-1 0,0 1 0,-1 0 0,1-1 0,-1 1 0,1 0 0,-1 0 0,0 0 0,1-1 0,-1 1 0,0 0 0,0 0 0,-1 0 0,1 0 0,0-1 0,0 1 0,-1 0 0,1 0 0,-2 2 0,-1 1 0,-1 0 0,1 0 0,-1 0 0,0 0 0,0-1 0,-5 5 0,5-6 0,0 0 0,1 1 0,-1 0 0,1 0 0,0 0 0,0 0 0,0 0 0,-2 7 0,4-10 0,1 0 0,0 0 0,-1 0 0,1 0 0,0 1 0,0-1 0,-1 0 0,1 0 0,0 0 0,0 1 0,1-1 0,-1 0 0,0 0 0,0 0 0,0 0 0,1 1 0,-1-1 0,1 0 0,-1 0 0,1 0 0,0 1 0,0 0 0,1-1 0,-1 0 0,0 0 0,1 0 0,-1 0 0,1 0 0,-1 0 0,1 0 0,-1 0 0,1-1 0,0 1 0,-1-1 0,3 1 0,6 1 0,0-1 0,0-1 0,0 1 0,12-2 0,-13 0 0,18 0-100,-15 0-81,0 0 0,0 1 1,1 1-1,-1-1 0,0 2 1,13 3-1,-16-2-6645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16 24575,'-27'0'0,"-14"0"0,-5-3 0,3 0 0,4 0 0,6 0 0,4 1 0,4 1 0,5 1 0,2 0 0,5 2 0,1 1 0,4 3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24575,'13'-13'0,"-1"0"0,28-21 0,-35 30 0,1 0 0,0 1 0,0 0 0,0 0 0,1 0 0,-1 1 0,0 0 0,11-2 0,1 0 0,-6 2 0,0 0 0,0 0 0,0 1 0,0 0 0,15 2 0,-24-1 0,-1 0 0,1 1 0,-1-1 0,1 1 0,-1 0 0,1 0 0,-1 0 0,0 0 0,1 0 0,-1 0 0,0 1 0,0-1 0,0 1 0,0-1 0,0 1 0,0 0 0,-1 0 0,1 0 0,0 0 0,-1 0 0,0 0 0,1 0 0,-1 1 0,0-1 0,0 0 0,0 1 0,-1-1 0,1 1 0,0-1 0,-1 5 0,2 0 0,-2 1 0,1-1 0,-1 0 0,0 0 0,-1 1 0,1-1 0,-1 0 0,-1 0 0,0 0 0,-4 12 0,4-14 0,0 0 0,-1-1 0,0 1 0,0-1 0,0 1 0,-1-1 0,1 0 0,-1-1 0,0 1 0,0 0 0,0-1 0,-1 0 0,1 0 0,-1 0 0,-5 2 0,-26 7 0,28-9 0,0 0 0,-1 0 0,1 0 0,-8 6 0,16-9 0,0 0 0,-1 0 0,1 0 0,0 0 0,-1 0 0,1 0 0,0 1 0,0-1 0,-1 0 0,1 0 0,0 0 0,-1 1 0,1-1 0,0 0 0,0 0 0,0 1 0,-1-1 0,1 0 0,0 0 0,0 1 0,0-1 0,0 0 0,-1 1 0,1-1 0,0 0 0,0 1 0,0-1 0,0 0 0,0 1 0,0-1 0,0 0 0,0 1 0,0-1 0,0 0 0,0 1 0,0 0 0,1-1 0,0 1 0,0-1 0,-1 1 0,1-1 0,0 1 0,0-1 0,0 0 0,0 1 0,0-1 0,0 0 0,0 0 0,1 1 0,30 1 0,-32-2 0,101 8 0,-68-4 0,0-2 0,48-2 0,-68-3-1365,-4 0-5461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24575,'7'2'0,"5"4"0,3 3 0,2 2 0,-1 2 0,1 2 0,-1-3 0,-1 0 0,0 0 0,-2 0 0,-2-1 0,-2-1 0,-1-2 0,2 1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24575,'24'17'0,"14"8"0,2 3 0,-3-2 0,-6-2 0,-5-3 0,-4-3 0,-5-4 0,-4-2 0,-2-3 0,-3-1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545 89 24575,'-29'-12'0,"-15"-7"0,-5 0 0,1 4 0,4 3 0,4 5 0,7 3 0,4 5 0,2 2 0,3 3 0,1 3 0,-1 0 0,2 1 0,-1 1 0,-1 1 0,1-1 0,1-1 0,6-1-8191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24575,'-1'0'0,"1"1"0,0-1 0,0 0 0,-1 0 0,1 1 0,0-1 0,-1 0 0,1 0 0,0 1 0,0-1 0,0 0 0,0 1 0,-1-1 0,1 0 0,0 1 0,0-1 0,0 0 0,0 1 0,0-1 0,0 0 0,0 1 0,0-1 0,0 1 0,0-1 0,0 0 0,0 1 0,0-1 0,0 0 0,0 1 0,0-1 0,0 0 0,0 1 0,1 0 0,3 13 0,5 1 0,1-1 0,1 0 0,0-1 0,1 0 0,25 21 0,-30-27 0,-2-2-195,0-1 0,0 0 0,1 0 0,0 0 0,-1 0 0,11 4 0,-5-5-6631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24575,'-9'7'0,"-4"6"0,0-1-8191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2712 1 24575,'-465'0'0,"447"1"0,-31 5 0,29-3 0,-21 1 0,22-2 0,-22 4 0,23-3 0,-25 1 0,-48 3 0,-12 1 0,44-8 0,-69-1 0,69-6 0,-27-1 0,69 8 0,0 0 0,1 2 0,-29 5 0,-26 8 0,47-9 0,-1-1 0,1-1 0,-38 2 0,-520-7 0,572 1 0,-1 2 0,-19 3 0,18-2 0,0-1 0,-13 1 0,-242-3 0,129-1 0,128 2 17,-1 0 1,-17 4-1,6-1-1434,9-2-5409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24575,'2'0'0,"0"0"0,-1 1 0,1-1 0,0 0 0,0 1 0,-1-1 0,1 1 0,0-1 0,-1 1 0,1 0 0,0-1 0,-1 1 0,1 0 0,-1 0 0,1 0 0,-1 1 0,0-1 0,0 0 0,1 0 0,-1 1 0,0-1 0,1 3 0,2 2 0,-1 1 0,0 0 0,0 0 0,2 10 0,-3-11 0,0 1 0,0-1 0,1 1 0,4 6 0,14 19 0,51 81 0,-59-95 0,-6-14 0,-6-4 0,-1-1 0,0 1 0,1 0 0,-1-1 0,0 1 0,1 0 0,-1-1 0,0 1 0,0 0 0,0-1 0,1 1 0,-1-1 0,0 1 0,0 0 0,0-1 0,0 1 0,0-1 0,0 1 0,0-1 0,0 1 0,0 0 0,0-1 0,0 0 0,0-2 0,0-1 0,-1 1 0,1 0 0,-1-1 0,0 1 0,0 0 0,0 0 0,0-1 0,-3-3 0,-18-29 0,12 22 0,-27-37 0,25 37 0,1 0 0,-13-23 0,15 22 0,-7-13 0,15 26 0,0 0 0,1 1 0,-1-1 0,0 0 0,1 0 0,0 1 0,-1-1 0,1 0 0,0 0 0,0 0 0,0 0 0,0 1 0,1-4 0,-1 4 0,0 1 0,0-1 0,0 1 0,1-1 0,-1 1 0,0-1 0,0 1 0,1-1 0,-1 1 0,0-1 0,0 1 0,1-1 0,-1 1 0,1 0 0,-1-1 0,0 1 0,1 0 0,-1-1 0,1 1 0,-1 0 0,1-1 0,-1 1 0,1 0 0,-1 0 0,1 0 0,0-1 0,0 1 0,0 0 0,1 0 0,-1 1 0,0-1 0,0 0 0,0 0 0,1 1 0,-1-1 0,0 0 0,0 1 0,2 0 0,3 3 0,0 0 0,-1 0 0,7 6 0,-10-8 0,32 30 0,17 15 0,-44-42 0,-1-1 0,1 1 0,0-1 0,0 0 0,0-1 0,12 4 0,-10-4 0,-1-1 0,0 0 0,17 2 0,-22-4 0,1 0 0,-1-1 0,1 1 0,-1-1 0,1 0 0,-1 1 0,1-1 0,-1-1 0,0 1 0,0-1 0,0 1 0,5-4 0,-3 1 0,0 0 0,0-1 0,-1 1 0,1-1 0,-1 0 0,0 0 0,-1-1 0,1 1 0,-1-1 0,0 0 0,0 0 0,-1 0 0,0 0 0,0 0 0,0 0 0,-1-1 0,0 1 0,0-1 0,-1 1 0,0-8 0,0 14 0,0-1 0,0 1 0,0-1 0,0 1 0,0-1 0,0 1 0,0 0 0,0-1 0,0 1 0,0-1 0,0 1 0,1-1 0,-1 1 0,0 0 0,0-1 0,0 1 0,0-1 0,1 1 0,-1 0 0,0-1 0,0 1 0,1 0 0,-1-1 0,1 1 0,-1 0 0,1 0 0,-1 0 0,1 0 0,-1 0 0,0 0 0,1 1 0,-1-1 0,1 0 0,-1 0 0,0 0 0,1 1 0,-1-1 0,0 0 0,1 1 0,-1-1 0,0 0 0,1 1 0,-1-1 0,0 1 0,17 27 0,-13-21 0,7 11 0,0-1 0,1 1 0,1-2 0,1 0 0,1 0 0,0-2 0,19 16 0,-29-27 0,46 39 0,-46-38 0,0 1 0,-1 0 0,1 0 0,-1 1 0,0-1 0,-1 1 0,5 8 0,-8-13-114,1 0 1,-1 1-1,0-1 0,1 0 0,-1 0 1,0 0-1,0 0 0,0 1 0,0-1 1,0 0-1,-1 2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15 24575,'-20'-2'0,"-8"-2"0,-3 1 0,2 1 0,4 0 0,3 1 0,3 0 0,4 3 0,4 2 0,-1-1 0,1 0 0,-1-1 0,2-1-8191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24575,'2'-5'0,"0"-1"0,1 0 0,0 1 0,0-1 0,0 1 0,1 0 0,-1 0 0,1 0 0,0 0 0,1 1 0,-1 0 0,1 0 0,0 0 0,7-4 0,-5 4 0,0 0 0,1 1 0,-1 0 0,1 0 0,-1 1 0,1 0 0,0 1 0,0-1 0,0 1 0,13 0 0,-8 2 0,-1-1 0,0 2 0,0 0 0,20 5 0,-27-5 0,1-1 0,-1 1 0,0 1 0,0-1 0,0 1 0,-1 0 0,1 0 0,-1 0 0,1 1 0,-1 0 0,0-1 0,6 9 0,-8-10 0,-1 1 0,0-1 0,1 0 0,-1 0 0,0 1 0,0-1 0,-1 1 0,1-1 0,0 1 0,-1-1 0,1 1 0,-1 0 0,0-1 0,0 1 0,0-1 0,0 1 0,-1 0 0,1-1 0,-1 1 0,1-1 0,-3 5 0,1-1 0,-1-1 0,0 0 0,0 0 0,0 0 0,-1 0 0,0 0 0,0-1 0,-6 6 0,2 0 0,-1-1 0,2 1 0,0 1 0,0 0 0,1 0 0,-7 16 0,-14 24 0,77-63 0,-17 5 0,-1 2 0,54-1 0,-78 6-341,0-1 0,-1 1-1,16-4 1,-12 1-6485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24575,'2'0'0,"2"3"0,1 0 0,1 2 0,1 4 0,3 1 0,-2 3 0,-1 0 0,1-1 0,-2 0 0,1 0 0,2 0 0,-1 1 0,1 1 0,-1 0 0,0-2 0,-1-1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24575,'19'17'0,"10"9"0,1 1 0,-1-1 0,-3-2 0,-4-3 0,-3-5 0,-3-3 0,0-1 0,-5-2-8191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68 24575,'-29'-9'0,"-15"-7"0,-5 0 0,4 3 0,4 4 0,7 5 0,4 4 0,5 4 0,4 1 0,1 3 0,1 2 0,4-1-8191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24575,'7'21'0,"0"-1"0,2 0 0,14 25 0,-2-3 0,35 58 0,-2-3 0,-50-89-105,13 31 343,-16-36-374,0 0 0,0 0 0,-1 0-1,1 1 1,-1-1 0,0 0 0,0 1 0,0-1-1,0 0 1,-1 5 0,-2 1-6690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11 24575,'-17'-4'0,"-32"-2"0,44 6 0,0-1 0,1 2 0,-1-1 0,0 0 0,0 1 0,1 0 0,-1 0 0,0 0 0,1 1 0,-1 0 0,-6 3 0,10-4 0,-1 0 0,0 0 0,1 1 0,-1-1 0,0 1 0,1-1 0,0 1 0,-1-1 0,1 1 0,0 0 0,0 0 0,0 0 0,0 0 0,0-1 0,0 1 0,1 0 0,-1 1 0,1-1 0,-1 0 0,1 0 0,0 0 0,0 0 0,0 0 0,0 0 0,0 0 0,0 0 0,0 1 0,1-1 0,-1 0 0,1 0 0,0 0 0,1 2 0,-1 0 0,1 0 0,0 0 0,1 0 0,-1 0 0,1 0 0,-1 0 0,1-1 0,0 0 0,0 1 0,1-1 0,-1-1 0,1 1 0,0 0 0,5 2 0,6 1 19,0-1 0,1-1 0,0 0 0,0-1-1,0-1 1,29 1 0,-23-2-518,0 1 0,36 8 0,-44-6-6327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24575,'30'-12'0,"-17"10"0,1 1 0,-1 0 0,1 1 0,-1 0 0,0 1 0,1 0 0,-1 1 0,0 1 0,0 0 0,21 8 0,-19-5 0,82 35 0,-84-34 0,0 0 0,-1 1 0,0 1 0,0 0 0,11 11 0,8 6 0,-23-21 0,-1 2 0,1-1 0,12 15 0,2 9 0,28 46 0,-44-65 0,-1 0 0,0 0 0,0 0 0,-1 0 0,-1 1 0,0 0 0,0-1 0,1 20 0,3 30 0,-4-41 0,1 30 0,-4-2 0,-1-16 0,1 1 0,9 56 0,-7-83 0,-1 1 0,-1 0 0,1 0 0,-1-1 0,0 1 0,-1 0 0,0 0 0,0 0 0,0-1 0,-1 1 0,0 0 0,0-1 0,-1 0 0,1 1 0,-2-1 0,1 0 0,0-1 0,-1 1 0,0 0 0,-7 6 0,-92 102 0,100-111-32,0 0 0,-1-1-1,0 1 1,0-1 0,0 0-1,0 0 1,-8 2 0,3 0-1075,0-1-5719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587 7 24575,'0'0'0,"0"0"0,0-1 0,0 1 0,0 0 0,0-1 0,0 1 0,0 0 0,0 0 0,0-1 0,-1 1 0,1 0 0,0 0 0,0-1 0,0 1 0,0 0 0,0 0 0,-1-1 0,1 1 0,0 0 0,0 0 0,-1 0 0,1-1 0,0 1 0,0 0 0,0 0 0,-1 0 0,1 0 0,0 0 0,-1 0 0,1 0 0,0-1 0,0 1 0,-1 0 0,1 0 0,0 0 0,-1 0 0,1 0 0,0 0 0,0 0 0,-1 0 0,1 0 0,0 1 0,0-1 0,-1 0 0,1 0 0,0 0 0,-1 0 0,1 0 0,0 0 0,0 1 0,-1-1 0,1 0 0,0 0 0,-15 9 0,-104 95 0,105-89 0,1 1 0,1 0 0,0 1 0,-17 33 0,-11 18 0,33-59 0,0 0 0,-1 0 0,0 0 0,-15 13 0,21-21 0,-10 8 0,0 1 0,1 0 0,0 0 0,0 1 0,2 0 0,-15 22 0,15-20 0,-20 23 0,23-30 0,-1 2 0,1-1 0,1 1 0,-1-1 0,2 2 0,-1-1 0,1 0 0,-6 17 0,4-4 0,-1-2 0,-19 38 0,13-29 0,-16 49-1365,25-65-5461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8 24575,'-1'-1'0,"0"0"0,-1 0 0,1 1 0,0-1 0,-1 0 0,1 1 0,-1-1 0,1 1 0,-1-1 0,1 1 0,-1 0 0,1-1 0,-1 1 0,1 0 0,-3 0 0,3 1 0,1-1 0,0 0 0,-1 0 0,1 0 0,-1 0 0,1 0 0,0 1 0,0-1 0,-1 0 0,1 0 0,0 1 0,-1-1 0,1 0 0,0 1 0,0-1 0,-1 0 0,1 0 0,0 1 0,0-1 0,0 1 0,-1-1 0,1 0 0,0 1 0,0 0 0,0 1 0,0-1 0,0 0 0,0 1 0,0-1 0,0 0 0,0 0 0,0 1 0,1-1 0,0 2 0,10 29 0,-2-1 0,-1 2 0,-2-1 0,-1 1 0,2 38 0,-7-69-98,0 0 1,0 0-1,0 0 1,0 0-1,0 0 1,-1 0-1,1 0 1,0 0-1,-1 0 1,1 0-1,-1 0 1,0 0-1,-2 3 1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630 27 24575,'-1'-1'0,"1"-1"0,-1 1 0,1-1 0,-1 1 0,1 0 0,-1-1 0,0 1 0,1 0 0,-1 0 0,0-1 0,0 1 0,0 0 0,0 0 0,0 0 0,0 0 0,-1 0 0,1 0 0,0 0 0,0 1 0,-1-1 0,1 0 0,0 1 0,-3-1 0,0 0 0,0 1 0,0 0 0,0 0 0,0 1 0,1-1 0,-1 1 0,0 0 0,-4 1 0,-16 2 0,-1 0 0,0-2 0,0-1 0,-37-3 0,10 1 0,-267 1 0,294 2-1365,16 1-5461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 24575,'-2'1'0,"-1"1"0,1 0 0,-1 0 0,1 1 0,0-1 0,0 0 0,0 1 0,0-1 0,0 1 0,0 0 0,1 0 0,-1-1 0,1 1 0,0 0 0,0 0 0,0 0 0,0 1 0,1-1 0,-1 0 0,1 0 0,-1 0 0,1 0 0,0 1 0,1-1 0,-1 0 0,0 0 0,1 0 0,0 0 0,0 0 0,0 0 0,0 0 0,0 0 0,1 0 0,-1 0 0,1 0 0,0-1 0,-1 1 0,5 4 0,-6-7 0,1 0 0,-1 1 0,0-1 0,0 0 0,0 0 0,1 1 0,-1-1 0,0 0 0,0 0 0,1 1 0,-1-1 0,0 0 0,1 0 0,-1 0 0,0 1 0,1-1 0,-1 0 0,0 0 0,1 0 0,-1 0 0,0 0 0,1 0 0,-1 0 0,0 0 0,1 0 0,0-7 0,-7-14 0,-14-22 0,18 40 0,0-1 0,0 0 0,0 1 0,0 0 0,-1 0 0,0 0 0,0 0 0,0 0 0,-4-3 0,7 6 0,0 0 0,0 0 0,0 0 0,0 0 0,0 0 0,0 0 0,0 0 0,0 0 0,0 0 0,-1-1 0,1 1 0,0 0 0,0 0 0,0 0 0,0 0 0,0 0 0,0 0 0,0 0 0,0 0 0,0 0 0,-1 0 0,1 0 0,0 0 0,0 0 0,0 0 0,0 0 0,0 0 0,0 0 0,0 0 0,0 0 0,0 1 0,0-1 0,-1 0 0,1 0 0,0 0 0,0 0 0,0 0 0,0 0 0,0 0 0,0 0 0,0 0 0,0 0 0,0 0 0,0 0 0,0 0 0,0 1 0,0-1 0,0 0 0,0 0 0,0 0 0,0 0 0,0 0 0,0 0 0,0 0 0,-1 0 0,1 0 0,1 9 0,5 8 0,6 7 0,23 37 0,-7-16 0,-23-34-1365,-1-1-5461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24575,'0'-1'0,"1"-1"0,-1 1 0,1-1 0,-1 1 0,1-1 0,0 1 0,0 0 0,-1 0 0,1-1 0,0 1 0,0 0 0,0 0 0,1 0 0,-1 0 0,0 0 0,2-1 0,-2 1 0,0 1 0,0 0 0,0 0 0,0 0 0,0 0 0,0 0 0,0 0 0,0 0 0,0 0 0,0 0 0,0 0 0,0 0 0,0 1 0,0-1 0,0 0 0,0 1 0,0-1 0,-1 1 0,1-1 0,0 1 0,0-1 0,0 1 0,-1 0 0,1-1 0,0 1 0,1 1 0,246 274 0,-222-243 0,-2 1 0,-2 2 0,-1 0 0,-1 1 0,-2 1 0,23 73 0,-37-96 0,-1 0 0,-1-1 0,0 1 0,0 0 0,-2 0 0,0 0 0,0 0 0,-1 0 0,-6 25 0,5-34 0,1 1 0,-2-1 0,1 0 0,-1 1 0,0-1 0,0-1 0,0 1 0,-1 0 0,0-1 0,0 0 0,-1 0 0,1 0 0,-1 0 0,0-1 0,0 1 0,-1-1 0,1-1 0,-1 1 0,0-1 0,0 0 0,0 0 0,0-1 0,-12 4 0,-32 5-1365,37-8-5461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24575,'4'-3'0,"-1"1"0,0 0 0,1 0 0,0 1 0,-1-1 0,1 1 0,0-1 0,0 1 0,-1 1 0,1-1 0,0 0 0,5 1 0,-4 0 0,0 1 0,0 0 0,0 0 0,1 0 0,-1 1 0,0-1 0,-1 1 0,9 4 0,-1 2 0,1-1 0,-1 1 0,-1 1 0,0 0 0,18 19 0,44 59 0,-50-58 0,5 7 0,-2 1 0,-1 1 0,-2 2 0,35 80 0,-34-56 0,21 80 0,-40-119 0,0 1 0,-1-1 0,-1 1 0,-2 0 0,-1 0 0,-3 36 0,1-55-80,1 1 0,-1-1-1,0 1 1,0-1 0,-1 0-1,0 0 1,-1-1 0,1 1-1,-1 0 1,0-1 0,-1 0 0,0 0-1,0-1 1,0 1 0,0-1-1,-7 5 1,2-1-6746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13123 1 24575,'0'0'0,"0"0"0,0 0 0,-1 1 0,1-1 0,0 0 0,0 0 0,0 1 0,0-1 0,0 0 0,0 0 0,0 0 0,0 1 0,0-1 0,1 0 0,-1 0 0,0 1 0,0-1 0,0 0 0,0 0 0,0 0 0,0 1 0,0-1 0,0 0 0,1 0 0,-1 0 0,0 0 0,0 1 0,0-1 0,0 0 0,1 0 0,-1 0 0,0 0 0,0 0 0,0 0 0,1 1 0,-1-1 0,0 0 0,0 0 0,0 0 0,1 0 0,-1 0 0,0 0 0,0 0 0,1 0 0,-1 0 0,0 0 0,0 0 0,0 0 0,1 0 0,-1 0 0,0 0 0,0 0 0,1 0 0,-1-1 0,0 1 0,0 0 0,0 0 0,1 0 0,-1 0 0,0 0 0,0 0 0,0-1 0,0 1 0,0 0 0,1 0 0,-1 0 0,0 0 0,0-1 0,0 1 0,-1 18 0,-3-6 0,0 0 0,-1-1 0,0 1 0,-1-1 0,0 0 0,-13 17 0,15-24 0,0 1 0,-1-1 0,1 0 0,-1 0 0,0 0 0,0-1 0,0 1 0,-1-1 0,1-1 0,-1 1 0,1-1 0,-1 0 0,0 0 0,-11 2 0,-5-2 0,1 0 0,-41-1 0,35-2 0,-24 0 0,-71 2 0,83 6 0,29-4 0,-1-1 0,-15 1 0,0-2 0,1-1 0,-1-1 0,1-2 0,0 0 0,-45-12 0,60 13 0,0 0 0,0 0 0,0 1 0,0 0 0,0 1 0,0 1 0,-1-1 0,1 1 0,-16 4 0,8-1 0,-12-1 0,0-1 0,0-1 0,-39-4 0,21-4 0,30 4 0,-32-2 0,24 6 0,-35 6 0,35-4 0,-34 2 0,55-5 0,-27 0 0,0-1 0,-43-8 0,54 6 0,0 1 0,-23 1 0,21 1 0,-32-5 0,-2-2 0,0 3 0,-73 5 0,47 0 0,-325-1 0,307-8 0,41 1 0,2 1 0,-61-2 0,118 8 0,-29 0 0,0-1 0,-43-6 0,59 4 0,1 1 0,0 1 0,-1 0 0,1 1 0,0 1 0,-1 0 0,1 1 0,-16 3 0,20-3 0,0-1 0,1-1 0,-1 0 0,0 0 0,0-1 0,0 0 0,-14-4 0,-1 1 0,-9-1 0,13 1 0,0 1 0,-23 0 0,17 2 0,-26-5 0,27 2 0,-31 0 0,-758 5 0,787 0 0,-29 5 0,-26 2 0,43-8 0,18-1 0,-1 1 0,0 1 0,0 1 0,-41 9 0,37-5 0,-48 6 0,-15 2 0,74-9 0,0 0 0,0 1 0,0 0 0,1 1 0,0 1 0,-24 17 0,-70 67 0,102-86 0,5-5 0,0 0 0,-1 0 0,1 0 0,0 0 0,0 1 0,0-1 0,0 0 0,0 0 0,1 1 0,-1-1 0,0 0 0,1 1 0,-1-1 0,0 1 0,1-1 0,0 1 0,-1-1 0,1 1 0,0-1 0,0 1 0,0 0 0,0 2 0,1-1 0,0 0 0,1 0 0,-1 0 0,1 0 0,0 0 0,-1-1 0,1 1 0,0-1 0,5 5 0,-6-6 0,0 1 0,0 0 0,1 0 0,-1 0 0,-1 0 0,1 0 0,1 3 0,-3 2 0,1-6 0,-1-1 0,1 0 0,0 0 0,-1 0 0,1 0 0,-1 1 0,1-1 0,-1 0 0,1 0 0,-1 0 0,1 0 0,0 0 0,-1 0 0,1 0 0,-1 0 0,1 0 0,-1-1 0,1 1 0,-1 0 0,1 0 0,0 0 0,-1-1 0,-1 0 0,0 0 0,0 0 0,0 0 0,0 0 0,0-1 0,0 1 0,0-1 0,1 1 0,-1-1 0,1 0 0,-3-3 0,-15-26 0,7 9 0,9 18 0,-1 0 0,1 0 0,-1 0 0,0 1 0,0-1 0,0 1 0,-1 0 0,1 0 0,-1 0 0,1 1 0,-1 0 0,0-1 0,0 2 0,0-1 0,0 1 0,-9-2 0,-6 1 0,0 0 0,0 1 0,-23 3 0,1 0 0,-1185-2 0,1138 7 0,5 0 0,-44 1 0,-19-1 0,-407-8 0,446 9 0,9-1 0,-551-6 0,315-2 0,242 8 0,-1 1 0,3-1 0,4 0 0,4-8 0,-62 2 0,36 13 0,68-8 0,14-2 0,-31 1 0,-30 2 0,-6 1 0,8-1 0,-1 0 0,-28 0 0,-4 0 0,103-7 0,-40 0 0,-71 9 0,90-4 0,-145 26 0,164-27 0,-7 3 0,0-2 0,0 0 0,0-2 0,-28 1 0,33-4 0,-1 1 0,-38 6 0,35-4 0,-25 1 0,-23 3 0,54-4 0,-1-1 0,-21-1 0,22-2 0,1 2 0,-30 5 0,18-2 0,0-1 0,0-1 0,-46-3 0,-37 2 0,64 6 0,30-4 0,-31 1 0,-427-4 0,461 1 0,1 0 0,-17 4 0,15-2 0,-24 2 0,-38-6 0,-31 2 0,61 5 0,30-2 0,-32 0 0,14-3 0,-72-3 0,69-5 0,29 5 0,-1 0 0,-15-1 0,-67-7 0,84 9 0,-92-11 0,93 10 0,0 1 0,1 0 0,0 0 0,-1-1 0,1 0 0,0-1 0,0 0 0,0 0 0,1 0 0,-12-7 0,8 3 0,0 0 0,-1 1 0,1 0 0,-24-7 0,24 9 0,0 0 0,0 0 0,1-1 0,-1 0 0,1-1 0,0 0 0,-8-8 0,9 6 0,1 0 0,0-1 0,0 0 0,1 0 0,-8-15 0,-19-52 0,13 28 0,13 36-1365,1 3-5461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332 16 24575,'-15'0'0,"-39"0"0,-75-9 0,94 5-682,-51 2-1,74 2-6143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16 24575,'-27'-3'0,"-14"0"0,-2 0 0,3 0 0,7 1 0,6 1 0,5 1 0,6 2 0,4 1 0,-3 8 0,0 4 0,3-1-8191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 80 24575,'-24'-16'0,"17"13"0,1-1 0,1 0 0,-1 0 0,1-1 0,-1 1 0,1-1 0,0 0 0,-4-7 0,9 12 0,-1-1 0,1 0 0,-1 1 0,1-1 0,0 0 0,-1 1 0,1-1 0,0 0 0,0 1 0,0-1 0,0 0 0,-1 0 0,1 1 0,0-1 0,0 0 0,1-1 0,-1 2 0,0 0 0,0-1 0,0 1 0,0 0 0,0 0 0,1-1 0,-1 1 0,0 0 0,0 0 0,0-1 0,1 1 0,-1 0 0,0 0 0,0 0 0,1 0 0,-1-1 0,0 1 0,1 0 0,-1 0 0,0 0 0,0 0 0,1 0 0,-1 0 0,0 0 0,1 0 0,-1 0 0,2 0 0,-1 0 0,0 0 0,0 0 0,0 0 0,0 0 0,1 1 0,-1-1 0,0 0 0,0 1 0,0-1 0,0 1 0,0 0 0,0-1 0,0 1 0,0 0 0,0-1 0,0 1 0,0 0 0,1 1 0,7 12 0,-1 0 0,12 27 0,-12-23 0,16 25 0,9 2 0,2-2 0,42 39 0,-12-12 0,83 81 0,-63-68 0,-69-65 0,19 27 0,-10-13 0,-25-31-45,1 0-85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45 24575,'-1'-2'0,"0"0"0,1 0 0,-1-1 0,1 1 0,0 0 0,0 0 0,-1 0 0,2 0 0,-1 0 0,0-1 0,0 1 0,1 0 0,-1 0 0,1 0 0,-1 0 0,1 0 0,0 0 0,1-2 0,0 2 0,-3 4 0,-4 6 0,-6 3 0,2-1 0,-1 2 0,1-1 0,1 1 0,0 0 0,1 1 0,-11 26 0,9-14 0,2-1 0,0 1 0,2 1 0,-3 34 0,-16 73 0,6-50 0,14-58-273,-2 0 0,0-1 0,-2 0 0,-11 25 0,13-38-6553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9 24575,'0'-1'0,"0"1"0,-1-1 0,1 1 0,-1-1 0,0 1 0,1-1 0,-1 1 0,1-1 0,-1 1 0,0-1 0,1 1 0,-1 0 0,0-1 0,1 1 0,-1 0 0,0 0 0,0-1 0,1 1 0,-1 0 0,0 0 0,0 0 0,1 0 0,-1 0 0,-1 0 0,1 1 0,0-1 0,0 1 0,1-1 0,-1 1 0,1 0 0,-1-1 0,0 1 0,1 0 0,-1 0 0,1-1 0,0 1 0,-1 0 0,1 0 0,0 0 0,-1-1 0,1 1 0,0 2 0,-2 5 0,1 1 0,0 0 0,1 11 0,0-17 0,0 8 0,1 0 0,0 1 0,3 15 0,-2-21 0,0-1 0,0 1 0,0-1 0,0 1 0,1-1 0,0 0 0,0 0 0,6 6 0,63 75-1365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0 24575,'-2'8'0,"0"0"0,0 0 0,-1 0 0,-5 10 0,-26 48 0,24-49 0,2 0 0,0 1 0,1 0 0,0 0 0,2 1 0,-4 22 0,4-4 0,1 0 0,2 47 0,2-53 0,7 48 0,-5-67 0,1 0 0,0-1 0,0 1 0,2-1 0,-1 1 0,13 20 0,-2-9 0,1 0 0,1-1 0,0-1 0,2-1 0,28 24 0,-5-11 0,81 50 0,-55-46-1365,-56-31-5461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1 160 24575,'28'4'0,"8"1"0,0-2 0,37-1 0,-63-2 0,-1-1 0,1 0 0,-1-1 0,0 0 0,0-1 0,0 0 0,0 0 0,0-1 0,-1 0 0,1-1 0,10-7 0,-17 10 0,0 1 0,-1-1 0,1 1 0,-1-1 0,0 0 0,1 1 0,-1-1 0,0 0 0,0 0 0,0 0 0,0 0 0,0 0 0,-1 0 0,1 0 0,0 0 0,-1 0 0,0 0 0,1 0 0,-1-1 0,0 1 0,0 0 0,0 0 0,-1 0 0,1 0 0,0 0 0,-1-1 0,1 1 0,-1 0 0,-1-2 0,0 0 0,0 0 0,-1 0 0,1 1 0,-1-1 0,0 1 0,0 0 0,0 0 0,0 0 0,-1 0 0,1 0 0,-1 1 0,0-1 0,-6-2 0,1 0 0,-1 1 0,0 1 0,0 0 0,0 0 0,0 0 0,-17-1 0,21 4 0,1 0 0,-1 0 0,0 0 0,1 1 0,-1 0 0,1 0 0,-1 0 0,1 1 0,-1 0 0,1 0 0,0 0 0,0 1 0,-8 5 0,-6 4 0,12-8 0,0 0 0,1 1 0,-10 8 0,14-11 0,0 0 0,1 1 0,-1-1 0,0 0 0,0 1 0,1 0 0,0-1 0,0 1 0,-1 0 0,1 0 0,1 0 0,-1-1 0,0 5 0,0 1 0,0-1 0,1 1 0,-1 0 0,2-1 0,-1 1 0,3 8 0,-2-11 0,0-1 0,0 0 0,1 1 0,0-1 0,0 0 0,0 0 0,0 0 0,1 0 0,-1-1 0,1 1 0,5 5 0,-2-4 0,59 54 0,-56-51 0,1-2 0,1 1 0,-1-1 0,1-1 0,15 7 0,3-1 0,0-2 0,1 0 0,0-2 0,1-1 0,-1-2 0,48 2 0,-76-6-44,39-4 214,-38 4-270,-1-1 1,0 1 0,1-1-1,-1 0 1,0 0-1,1 0 1,-1 0 0,0 0-1,0 0 1,0 0-1,0-1 1,0 1 0,0-1-1,2-3 1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 24575,'6'2'0,"0"0"0,-1 1 0,1 0 0,-1 1 0,0-1 0,0 1 0,0 0 0,-1 0 0,1 0 0,-1 1 0,0 0 0,0 0 0,4 7 0,4 9 0,0 0 0,9 27 0,-7-17 0,72 169 0,-83-192 0,0 0 0,0 0 0,-1 0 0,2 17 0,-3-24 0,-1 0 0,0 1 0,0-1 0,0 1 0,0-1 0,0 1 0,0-1 0,0 1 0,-1-1 0,1 0 0,0 1 0,-1-1 0,1 0 0,-1 1 0,0-1 0,1 0 0,-1 1 0,0-1 0,0 0 0,0 0 0,0 0 0,0 0 0,0 0 0,0 0 0,0 0 0,0 0 0,0 0 0,-1-1 0,1 1 0,0 0 0,-1-1 0,1 1 0,0-1 0,-1 1 0,1-1 0,-2 1 0,-5-1 0,0 0 0,0 0 0,0 0 0,1-1 0,-1 0 0,0 0 0,0-1 0,1 0 0,-13-5 0,8 2 0,-1-1 0,2 0 0,-1-1 0,-20-15 0,27 18 0,1-1 0,-1 0 0,0 0 0,1 0 0,0 0 0,1-1 0,-1 1 0,1-1 0,0 0 0,-3-8 0,5 12 0,0 0 0,1 0 0,-1 0 0,1-1 0,-1 1 0,1 0 0,0 0 0,0-1 0,0 1 0,0 0 0,0 0 0,0-1 0,1 1 0,-1 0 0,1 0 0,0-1 0,-1 1 0,1 0 0,0 0 0,0 0 0,0 0 0,1 0 0,-1 1 0,0-1 0,1 0 0,-1 0 0,1 1 0,0-1 0,-1 1 0,1-1 0,0 1 0,0 0 0,3-1 0,6-3 0,0 0 0,0 1 0,1 1 0,18-4 0,-12 4 0,19-8 0,6-5-1365,-34 10-5461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 24575,'3'-10'0,"-2"0"0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7 24575,'0'0'0,"0"-1"0,0 1 0,-1 0 0,1-1 0,0 1 0,0 0 0,0 0 0,0-1 0,0 1 0,-1 0 0,1 0 0,0-1 0,0 1 0,0 0 0,-1 0 0,1-1 0,0 1 0,0 0 0,-1 0 0,1 0 0,0 0 0,-1-1 0,1 1 0,0 0 0,0 0 0,-1 0 0,1 0 0,0 0 0,-1 0 0,1 0 0,0 0 0,-1 0 0,1 0 0,0 0 0,-1 0 0,1 0 0,0 0 0,-1 0 0,1 0 0,0 0 0,0 0 0,-1 1 0,1-1 0,0 0 0,-1 0 0,1 0 0,0 0 0,0 1 0,-1-1 0,1 0 0,0 0 0,0 1 0,0-1 0,-1 0 0,1 0 0,0 1 0,-14 22 0,5-7 0,-12 6 0,16-16 0,-1 0 0,0 0 0,1 0 0,-8 13 0,10-12 0,0 0 0,0 0 0,0 1 0,1-1 0,0 1 0,0-1 0,0 1 0,1 0 0,0 13 0,2-8 0,0-1 0,1 0 0,0 1 0,1-1 0,6 16 0,7 14 0,1-2 0,2 0 0,2-1 0,32 44 0,-44-71 0,1 1 0,1-2 0,0 1 0,0-1 0,1-1 0,0 0 0,22 12 0,-22-16-1365,-2-2-5461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31 24575,'-8'-15'0,"7"15"0,1-1 0,0 0 0,0 0 0,-1 1 0,1-1 0,0 0 0,0 1 0,0-1 0,0 0 0,0 0 0,0 1 0,0-1 0,0 0 0,0 1 0,0-1 0,1 0 0,-1 0 0,0 1 0,1-2 0,0 3 0,-1 0 0,1-1 0,-1 1 0,1 0 0,-1 0 0,1 1 0,-1-1 0,0 0 0,1 0 0,-1 0 0,0 0 0,0 2 0,4 37 0,-4-27 0,1 0 0,1-1 0,3 13 0,-4-21 0,1 1 0,-1 0 0,1-1 0,1 0 0,-1 1 0,0-1 0,1 0 0,0 0 0,0-1 0,0 1 0,6 5 0,-4-6 0,-1 1 0,1-1 0,0 0 0,0 0 0,1-1 0,-1 1 0,0-1 0,1 0 0,0-1 0,-1 1 0,1-1 0,0 0 0,-1-1 0,1 1 0,0-1 0,0 0 0,0-1 0,-1 0 0,1 1 0,0-2 0,0 1 0,-1-1 0,1 0 0,-1 0 0,0 0 0,1-1 0,-1 1 0,0-1 0,-1-1 0,1 1 0,0-1 0,-1 0 0,6-6 0,-8 7 0,0 0 0,0 0 0,0-1 0,0 1 0,-1-1 0,1 0 0,-1 1 0,1-6 0,3-7 0,-4 16 0,-1-1 0,0 0 0,1 1 0,-1-1 0,1 1 0,-1-1 0,1 0 0,0 1 0,-1-1 0,1 1 0,-1-1 0,1 1 0,0 0 0,-1-1 0,1 1 0,0-1 0,0 1 0,-1 0 0,1 0 0,0 0 0,0-1 0,-1 1 0,1 0 0,0 0 0,0 0 0,0 0 0,-1 0 0,1 0 0,0 0 0,0 1 0,0-1 0,-1 0 0,1 0 0,1 1 0,5 2 0,0-1 0,-1 1 0,7 4 0,-2-2 0,13 4 0,0-1 0,1-1 0,0-1 0,47 5 0,-69-11 0,1 0 0,-1 0 0,1 0 0,-1 0 0,1 0 0,-1-1 0,1 1 0,-1-1 0,1 0 0,2-2 0,-4 3 0,-1-1 0,0 1 0,0-1 0,0 0 0,0 1 0,0-1 0,0 0 0,0 0 0,0 0 0,0 0 0,-1 0 0,1 0 0,0 0 0,-1 0 0,1 0 0,0 0 0,-1-1 0,1 1 0,-1 0 0,0 0 0,1 0 0,-1-1 0,0 1 0,0 0 0,0-1 0,0 1 0,0 0 0,0 0 0,0-1 0,-1-1 0,0-2 8,0 1 0,-1-1 0,0 0 0,0 1 0,0-1 0,0 1 0,-1 0 0,1 0 0,-1 0 0,0 0 0,-1 0 0,1 1 0,-1-1 0,-5-4 0,-2 0-305,0 1 0,0 0 0,0 0 0,-16-5 0,14 6-6529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0 24575,'-3'0'0,"0"3"0,0 2 0,3 2 0,1 1 0,4 2 0,0 1 0,2 0 0,2 0 0,3 0 0,-2 1 0,1-1 0,-3-1 0,1 1 0,1 1 0,-1 1 0,-2 0 0,-3-1-8191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1 24575,'-20'2'0,"-8"1"0,-3 3 0,2 0 0,3-2 0,4 3 0,3-2 0,5 0-8191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1 100 24575,'0'-6'0,"0"-1"0,1 0 0,-1 0 0,2 1 0,2-13 0,-3 17 0,0 0 0,0 0 0,0 0 0,0 0 0,0 0 0,0 0 0,1 0 0,-1 0 0,0 1 0,1-1 0,0 0 0,-1 1 0,1 0 0,0-1 0,0 1 0,0 0 0,-1 0 0,1 0 0,1 0 0,3-2 0,6 0 0,1 0 0,0 0 0,0 2 0,0-1 0,0 2 0,22 0 0,-32 1 0,0-1 0,1 1 0,-1-1 0,1 1 0,-1 0 0,0 0 0,1 1 0,-1-1 0,0 1 0,0-1 0,0 1 0,0 0 0,0 0 0,-1 1 0,1-1 0,0 0 0,-1 1 0,0 0 0,0-1 0,0 1 0,0 0 0,0 0 0,0 0 0,-1 0 0,1 1 0,-1-1 0,0 0 0,0 0 0,1 7 0,8 69 0,-8-74 0,-1 1 0,-1-1 0,1 1 0,-1-1 0,1 1 0,-2-1 0,1 1 0,-1 0 0,1-1 0,-2 0 0,1 1 0,0-1 0,-1 0 0,0 1 0,0-1 0,-1 0 0,0 0 0,0-1 0,0 1 0,0-1 0,0 1 0,-1-1 0,0 0 0,0 0 0,0 0 0,-7 4 0,9-7 0,0 1 0,0 0 0,0 0 0,0 0 0,0 0 0,0 0 0,1 0 0,-1 0 0,-1 5 0,2-7 0,1 1 0,0-1 0,0 1 0,0-1 0,0 1 0,0-1 0,0 1 0,0-1 0,0 1 0,0-1 0,0 1 0,0-1 0,0 1 0,0-1 0,0 1 0,0-1 0,0 1 0,1-1 0,-1 0 0,0 1 0,0-1 0,1 1 0,0 0 0,0 0 0,-1-1 0,1 1 0,0 0 0,0-1 0,0 1 0,0-1 0,0 1 0,0-1 0,0 0 0,0 1 0,0-1 0,0 0 0,2 0 0,20 3 0,-1-2 0,42-3 0,-11 0 0,-45 2-111,-3 0-140,0 0 0,1 0 1,-1 0-1,7-3 0,-3 0-6575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24575,'-2'2'0,"-2"4"0,4 0 0,0 2 0,4 2 0,3 2 0,1 1 0,1-2 0,-1 1 0,1-1 0,1-1 0,-1 0 0,0 0 0,2 2 0,-2 0 0,0-1 0,-1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24575,'27'14'0,"14"8"0,2 3 0,-3-1 0,-7-2 0,-6-5 0,-7-2 0,-6-2 0,-4-1 0,-2 1 0,-2-3-8191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367 34 24575,'-27'-7'0,"-11"-3"0,-2 1 0,1 4 0,5 3 0,5 4 0,4 2 0,0 2 0,2 1 0,1 2 0,-2-2 0,1 1 0,5 0-8191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24575,'0'-2'0,"0"1"0,3 1 0,0 3 0,2 1 0,1 2 0,2 1 0,-2 0 0,2 0 0,-1 1 0,1 0 0,2 0 0,1-1 0,1-2 0,2-2 0,-2-3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24575,'-5'0'0,"1"2"0,1 4 0,3 1 0,2 1 0,3-1 0,1 2 0,2-2 0,-1 1 0,-4-3 0,-5-3 0,-2-4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24575,'14'12'0,"0"0"0,0-2 0,20 12 0,-15-11 0,24 22 0,-37-28 0,0 0 0,-1 1 0,0-1 0,0 1 0,0 1 0,-1-1 0,0 1 0,3 7 0,-3-5 0,0 1 0,-1 0 0,0-1 0,-1 1 0,0 0 0,-1 0 0,1 11 0,-2-15 0,0 1 0,-1-1 0,1 0 0,-1 1 0,-1-1 0,1 0 0,-1 1 0,0-1 0,0 0 0,-1 0 0,1-1 0,-5 7 0,4-7-114,0-1 1,0 1-1,-1-1 0,1 0 0,-1 0 1,0-1-1,0 1 0,0-1 0,-1 0 1,1 0-1,-8 3 0,0-1-6712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66 24575,'0'-11'0,"1"-1"0,0 1 0,4-20 0,-31 74 0,19-34 0,1 0 0,1 0 0,0 1 0,0-1 0,-4 13 0,4-3 0,-32 96 0,28-91 0,-1 0 0,-23 38 0,11-24 0,2 2 0,2 0 0,-22 72 0,36-99-1365,1 0-5461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98 24575,'-1'4'0,"-1"0"0,1-1 0,0 1 0,0 0 0,1 1 0,-1-1 0,1 0 0,0 0 0,0 0 0,0 0 0,1 0 0,-1 0 0,2 4 0,3 10 0,10 28 0,-7-25 0,-3-8 0,-1 1 0,-1-1 0,0 1 0,3 27 0,-6-41 0,0 0 0,0 0 0,0 0 0,-1 0 0,1 0 0,0 0 0,0 0 0,0 0 0,0 0 0,0 0 0,0 0 0,0 0 0,0 0 0,0 0 0,0 0 0,0 0 0,0 0 0,0 0 0,0 0 0,0 0 0,0 0 0,0 0 0,0 0 0,0 0 0,0 0 0,-1 0 0,1 0 0,0 0 0,0 0 0,0 0 0,0 0 0,0 0 0,0 0 0,0 0 0,0 0 0,0 0 0,0 0 0,0 0 0,0 0 0,0 0 0,0 0 0,0 0 0,0 0 0,0 0 0,0 0 0,0 0 0,0 0 0,0 0 0,0 0 0,0 0 0,0 1 0,0-1 0,0 0 0,0 0 0,0 0 0,0 0 0,-5-7 0,-3-9 0,-2-11 0,2 0 0,0-1 0,2 0 0,1 0 0,-2-34 0,6 47 0,0 1 0,1-1 0,1 0 0,0 0 0,4-16 0,-5 30 0,0 1 0,0-1 0,0 1 0,1-1 0,-1 1 0,0-1 0,0 1 0,0-1 0,0 1 0,1-1 0,-1 1 0,0-1 0,0 1 0,1 0 0,-1-1 0,0 1 0,1 0 0,-1-1 0,1 1 0,-1 0 0,0-1 0,1 1 0,-1 0 0,1-1 0,0 1 0,-1 0 0,1 0 0,0 0 0,-1 1 0,1-1 0,-1 0 0,1 0 0,0 0 0,-1 1 0,1-1 0,-1 0 0,1 1 0,-1-1 0,1 1 0,-1-1 0,0 0 0,1 1 0,-1-1 0,1 1 0,4 6 0,-1 0 0,7 12 0,-5-8 0,1-1 0,0 0 0,1 0 0,0-1 0,1-1 0,0 1 0,0-2 0,17 12 0,-21-16 0,0 1 0,1-1 0,-1-1 0,1 1 0,0-1 0,0 0 0,0 0 0,0-1 0,0 0 0,0 0 0,0 0 0,0-1 0,1 1 0,-1-2 0,0 1 0,11-3 0,-15 3 0,1-1 0,-1 0 0,0 0 0,0 1 0,0-2 0,0 1 0,0 0 0,0 0 0,0-1 0,0 1 0,-1 0 0,1-1 0,-1 0 0,1 1 0,-1-1 0,1 0 0,-1 0 0,0 0 0,0 0 0,1-2 0,1-3 0,-1-1 0,0 1 0,-1-1 0,2-12 0,-3 12 0,1 0 0,1 0 0,2-10 0,-4 18 0,0 0 0,0 0 0,0 0 0,0 0 0,0 0 0,0-1 0,0 1 0,0 0 0,1 0 0,-1 0 0,0 0 0,0 0 0,0 0 0,0-1 0,0 1 0,0 0 0,0 0 0,0 0 0,0 0 0,0 0 0,0 0 0,1 0 0,-1 0 0,0 0 0,0 0 0,0 0 0,0-1 0,0 1 0,0 0 0,0 0 0,1 0 0,-1 0 0,0 0 0,0 0 0,0 0 0,0 0 0,0 0 0,0 0 0,0 0 0,1 0 0,-1 0 0,0 0 0,0 0 0,0 0 0,0 0 0,0 0 0,0 1 0,1-1 0,-1 0 0,0 0 0,0 0 0,0 0 0,0 0 0,0 0 0,0 0 0,0 0 0,0 0 0,0 0 0,1 0 0,-1 1 0,0-1 0,0 0 0,0 0 0,0 0 0,0 0 0,0 0 0,0 1 0,5 8 0,-5-8 0,31 68 0,44 71 0,-34-65 0,-23-41-1365,-10-21-5461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24575,'0'0'0,"1"-1"0,-1 1 0,0-1 0,0 1 0,1-1 0,-1 1 0,0-1 0,1 1 0,-1-1 0,0 1 0,1-1 0,-1 1 0,1 0 0,-1-1 0,1 1 0,-1 0 0,1-1 0,-1 1 0,1 0 0,-1 0 0,1-1 0,-1 1 0,1 0 0,-1 0 0,1 0 0,0 0 0,-1 0 0,1 0 0,-1 0 0,1 0 0,-1 0 0,1 0 0,0 0 0,-1 0 0,1 0 0,0 1 0,22 2 0,-14 0 0,-1 0 0,1 0 0,-1 1 0,0 0 0,-1 0 0,8 6 0,41 34 0,-44-34 0,9 10 0,-1 1 0,-1 1 0,-1 0 0,-1 1 0,-1 1 0,13 26 0,-15-22 0,-1 0 0,-2 0 0,-1 1 0,-1 0 0,-1 1 0,4 32 0,-4 2 0,-1 118 0,-7-171 0,-1 0 0,0 1 0,-1-1 0,0 0 0,-1 0 0,0 0 0,-1 0 0,0 0 0,-8 14 0,4-12 0,-1 0 0,0 0 0,0-1 0,-1 0 0,-1-1 0,-16 14 0,9-10 0,-1 0 0,-32 19 0,43-29 0,-1 1 0,1 0 0,-9 10 0,-11 7 0,24-21-114,0 0 1,0 0-1,0 0 0,0-1 0,-1 0 1,1 0-1,0 0 0,-1-1 0,1 1 1,0-1-1,-9 0 0,1 0-6712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38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54 24575,'3'-1'0,"1"0"0,-1 0 0,0 0 0,0 0 0,5-3 0,3-1 0,8-3 0,-19 7 0,0 1 0,1 0 0,-1 0 0,0 0 0,0 0 0,0 0 0,0 0 0,0 0 0,0 0 0,1 0 0,-1 0 0,0 0 0,0-1 0,0 1 0,0 0 0,0 0 0,0 0 0,0 0 0,0 0 0,0 0 0,0 0 0,1-1 0,-1 1 0,0 0 0,0 0 0,0 0 0,0 0 0,0 0 0,0-1 0,0 1 0,0 0 0,0 0 0,0 0 0,0 0 0,0 0 0,0-1 0,-11-2 0,-54 3 0,48 1 0,-1-1 0,0-1 0,-27-4 0,-40-10-1365,72 12-5461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39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47 24575,'-11'-5'0,"4"3"0,1 0 0,0-1 0,-1 0 0,1 0 0,1 0 0,-1-1 0,1 0 0,-8-6 0,12 9 0,-1 0 0,1 0 0,0 0 0,0 1 0,-1-1 0,1 1 0,0-1 0,-1 1 0,1 0 0,0-1 0,-1 1 0,1 0 0,0 0 0,-2 0 0,-24 1 0,16 0 0,-133 0-1365,132-1-5461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40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24575,'0'-1'0,"0"0"0,0 0 0,0 0 0,0 0 0,0 0 0,0 0 0,0 0 0,1 0 0,-1 0 0,1 0 0,0-2 0,-1 3 0,0 0 0,0-1 0,1 1 0,-1 0 0,0 0 0,0 0 0,0-1 0,1 1 0,-1 0 0,0 0 0,0 0 0,1 0 0,-1 0 0,0-1 0,1 1 0,-1 0 0,0 0 0,0 0 0,1 0 0,-1 0 0,0 0 0,1 0 0,-1 0 0,0 0 0,0 0 0,1 0 0,-1 0 0,2 1 0,-1 0 0,0-1 0,0 1 0,1 0 0,-1 0 0,0 0 0,0 0 0,0 0 0,0 0 0,0 0 0,0 0 0,0 0 0,0 0 0,-1 1 0,2 0 0,2 8 0,-1 0 0,1-1 0,-2 1 0,4 20 0,5 17 0,35 95 0,-41-127-273,1 0 0,-2 0 0,0 1 0,3 27 0,-6-31-6553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41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690 1 24575,'6'0'0,"-4"0"0,-1 0 0,1 0 0,-1 0 0,1 0 0,-1 0 0,1 0 0,-1 0 0,1 0 0,-1 1 0,0-1 0,1 1 0,1 0 0,-3 2 0,-5 0 0,-8 0 0,-28 0 0,-78-2 0,59-2 0,-77-6 0,89 2 0,0 3 0,-84 7 0,118-4-119,-68 12-1127,65-9-5580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42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22 24575,'-1'10'0,"-3"23"0,-1 41 0,6-63 0,-1 1 0,2-1 0,-1 0 0,1 0 0,1-1 0,0 1 0,8 16 0,13 17 0,-19-37 0,-1 1 0,1-1 0,-1 1 0,-1 0 0,1 1 0,-1-1 0,-1 1 0,1-1 0,1 17 0,-4-21 0,1 13 0,-2-15 0,-1-11 0,-4-17 0,-1-1 0,-20-48 0,7 21 0,14 37 0,0 0 0,2 0 0,0-1 0,1 0 0,0 0 0,2 1 0,0-1 0,2-24 0,-1 41 0,0 0 0,0 0 0,0 0 0,0 0 0,0 0 0,1 0 0,-1 0 0,0 0 0,1 0 0,-1 0 0,0 0 0,1 0 0,-1 0 0,1 1 0,0-1 0,-1 0 0,1 0 0,0 0 0,-1 1 0,1-1 0,0 0 0,1 0 0,-1 1 0,0-1 0,0 1 0,0 0 0,1 0 0,-1 0 0,0 0 0,0 0 0,0 0 0,0 0 0,0 1 0,0-1 0,0 0 0,0 1 0,0-1 0,0 0 0,0 1 0,1 0 0,5 3 0,0 1 0,0 0 0,-1 0 0,7 8 0,-12-12 0,35 35 0,-19-17 0,1-1 0,28 23 0,-40-37 0,-1 0 0,1-1 0,0 1 0,0-1 0,0 0 0,0-1 0,1 0 0,-1 0 0,1 0 0,-1 0 0,1-1 0,0 0 0,0-1 0,6 0 0,-10 0 0,0 0 0,0 0 0,-1-1 0,1 0 0,0 1 0,0-1 0,-1 0 0,1 0 0,0-1 0,-1 1 0,1 0 0,-1-1 0,1 0 0,-1 1 0,4-5 0,-4 3 0,1 0 0,-1-1 0,1 1 0,-1-1 0,0 1 0,-1-1 0,1 0 0,0 0 0,1-8 0,-1 1 0,-1 0 0,0 0 0,0 0 0,-1 0 0,-1 0 0,0 0 0,-3-14 0,-2-4 0,10 62 0,3-8 0,1-2 0,1 1 0,22 39 0,-8-24 0,36 45 0,-41-62-682,22 20-1,-28-29-6143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49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723 2 24575,'74'0'0,"-182"-1"0,-116 2 0,188 3 0,-67 15 0,34-4 0,22-6 0,-105 15 0,138-23 0,4-1 0,19 0 0,15 1 0,-1 1 0,0 1 0,0 0 0,0 2 0,35 12 0,109 50 0,-127-49 0,-31-14 0,0 0 0,0 0 0,0 1 0,0 1 0,-1 0 0,15 12 0,-21-15 0,0-1 0,0 1 0,0 0 0,0 0 0,0-1 0,0 1 0,-1 0 0,0 0 0,1 0 0,-1 1 0,0-1 0,-1 0 0,1 0 0,0 1 0,-1-1 0,0 0 0,0 1 0,0-1 0,0 0 0,0 1 0,-1-1 0,1 0 0,-1 1 0,-2 3 0,1-1 0,-1 0 0,1 0 0,-1 0 0,-1 0 0,1-1 0,-1 0 0,0 0 0,0 0 0,-1 0 0,1 0 0,-1-1 0,-8 6 0,-5 2 0,-2 0 0,-26 11 0,25-13 0,-32 21 0,-126 87 0,60-45 0,119-73 0,0 0 0,0 0 0,-1 0 0,1 0 0,0 0 0,0 1 0,-1-1 0,1 0 0,0 0 0,0 0 0,0 0 0,-1 1 0,1-1 0,0 0 0,0 0 0,0 0 0,0 1 0,-1-1 0,1 0 0,0 0 0,0 1 0,0-1 0,0 0 0,0 0 0,0 1 0,0-1 0,0 0 0,0 0 0,0 1 0,7 1 0,12-3 0,546-75 0,-552 75 0,48-5 0,99 3 0,-144 5-1365,-5 2-5461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49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24575,'-4'9'0,"0"1"0,0-1 0,1 1 0,0-1 0,1 1 0,0 0 0,1 0 0,0 0 0,1 13 0,0-18 0,0 1 0,1-1 0,-1 0 0,1 0 0,1 0 0,-1 0 0,1 0 0,0 0 0,0 0 0,0-1 0,1 1 0,-1 0 0,1-1 0,0 0 0,1 0 0,-1 0 0,1 0 0,-1 0 0,8 5 0,-10-9-40,0 1 0,0-1 0,0 1 0,0-1-1,0 1 1,0-1 0,-1 0 0,1 0 0,0 1 0,0-1 0,0 0-1,0 0 1,0 0 0,0 0 0,0 0 0,0 0 0,0 0-1,0 0 1,0 0 0,0-1 0,0 1 0,0 0 0,0 0 0,0-1-1,0 1 1,0-1 0,0 1 0,-1-1 0,1 1 0,0-1-1,0 0 1,0 1 0,0-2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0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10 24575,'-7'-5'0,"-3"1"0,1 3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0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3 24575,'-27'0'0,"-14"0"0,-4 0 0,2 0 0,6 0 0,8 0 0,5 0 0,5 0 0,3 0 0,2 0 0,3-2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0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43 24575,'-29'-7'0,"-13"-3"0,-3 0 0,3 3 0,6 2 0,7 1 0,8 5 0,6 1 0,5 2-8191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1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58 24575,'-73'-1'0,"-79"2"0,149 0 0,0-1 0,0 0 0,-1 1 0,1-1 0,0 1 0,0 0 0,0 0 0,0 0 0,0 0 0,0 1 0,0-1 0,-3 3 0,5-3 0,0 0 0,0 1 0,0-1 0,0 0 0,0 0 0,0 1 0,0-1 0,1 0 0,-1 1 0,0-1 0,1 1 0,-1-1 0,1 1 0,0-1 0,-1 1 0,1-1 0,0 1 0,0-1 0,0 1 0,0-1 0,0 1 0,0 0 0,0-1 0,1 1 0,-1-1 0,1 1 0,0 1 0,1 2 0,1 0 0,-1 1 0,1-1 0,0 0 0,1-1 0,-1 1 0,1-1 0,0 1 0,0-1 0,1 0 0,-1-1 0,1 1 0,0-1 0,0 0 0,8 5 0,10 2 0,-1-1 0,32 10 0,-48-18 0,4 3 0,79 20 0,-80-22 0,1-1 0,0 0 0,0 0 0,0-1 0,0 0 0,20-4 0,-28 4 0,1 0 0,-1-1 0,0 1 0,0-1 0,0 0 0,0 0 0,0 0 0,0 0 0,0 0 0,0 0 0,0-1 0,0 1 0,-1 0 0,1-1 0,0 0 0,-1 1 0,1-1 0,-1 0 0,0 0 0,0 0 0,0 0 0,0 0 0,0 0 0,0 0 0,0 0 0,0-3 0,0 1 0,-1 1 0,0-1 0,0 1 0,0-1 0,0 1 0,-1 0 0,0-1 0,1 1 0,-1 0 0,0-1 0,-1 1 0,1 0 0,-1 0 0,1 0 0,-1 0 0,-4-5 0,-5-7-105,-1 1 0,-1 1 0,0 0 0,-1 1 0,-1 0 0,1 1 0,-2 1 0,1 0 0,-2 2 0,1-1 0,-1 2 0,-27-9 0,25 12-6721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2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76 24575,'3'15'0,"0"0"0,1 0 0,1-1 0,0 1 0,1-1 0,1-1 0,12 21 0,34 57 0,-52-89 0,0 0 0,0-1 0,-1 1 0,1 0 0,-1 0 0,1-1 0,-1 1 0,1 3 0,-1-5 0,0 0 0,0 0 0,0 0 0,0 1 0,0-1 0,0 0 0,0 0 0,0 0 0,0 1 0,-1-1 0,1 0 0,0 0 0,0 0 0,0 0 0,0 1 0,0-1 0,0 0 0,0 0 0,0 0 0,-1 0 0,1 0 0,0 1 0,0-1 0,0 0 0,0 0 0,0 0 0,-1 0 0,1 0 0,0 0 0,0 0 0,-11-3 0,5-1 0,-1-1 0,1 0 0,0-1 0,0 1 0,1-1 0,-1 0 0,1 0 0,1-1 0,-1 1 0,-4-12 0,-4-8 0,-14-42 0,23 57 0,-12-42 0,15 48 0,0 0 0,0-1 0,1 1 0,-1-1 0,1 1 0,1 0 0,0-11 0,-1 16 0,0 0 0,0 0 0,0 0 0,1 0 0,-1 0 0,0 0 0,0 0 0,0-1 0,0 1 0,0 0 0,0 0 0,0 0 0,0 0 0,0 0 0,0 0 0,0 0 0,0 0 0,0 0 0,0 0 0,0 0 0,0 0 0,0-1 0,1 1 0,-1 0 0,0 0 0,0 0 0,0 0 0,0 0 0,0 0 0,0 0 0,0 0 0,0 0 0,0 0 0,0 0 0,1 0 0,-1 0 0,0 0 0,0 0 0,0 0 0,0 0 0,0 0 0,0 0 0,0 0 0,0 0 0,0 0 0,1 0 0,-1 1 0,5 3 0,4 8 0,0 0 0,-1 1 0,1 0 0,1-1 0,12 12 0,-18-20 0,0 0 0,1-1 0,-1 1 0,1-1 0,0 0 0,0-1 0,0 1 0,1-1 0,-1 0 0,0-1 0,1 1 0,7 1 0,-2-2 0,-1 1 0,1-1 0,0-1 0,-1 0 0,1-1 0,11-1 0,-19 1 0,0 1 0,0-1 0,-1 0 0,1 0 0,0 0 0,-1 0 0,1-1 0,-1 1 0,1 0 0,-1-1 0,0 0 0,0 0 0,1 0 0,-1 0 0,0 0 0,-1 0 0,1 0 0,0-1 0,-1 1 0,1 0 0,-1-1 0,0 0 0,0 1 0,0-1 0,0 0 0,0 1 0,0-5 0,1-4 0,-1 1 0,-1 0 0,0-11 0,0 17 0,0-1 0,-1 1 0,0-1 0,0 1 0,0 0 0,0-1 0,-1 1 0,1 0 0,-4-5 0,5 8 0,0 1 0,0 0 0,0-1 0,-1 1 0,1 0 0,0-1 0,0 1 0,-1 0 0,1-1 0,0 1 0,0 0 0,-1-1 0,1 1 0,0 0 0,-1 0 0,1-1 0,0 1 0,-1 0 0,1 0 0,-1 0 0,0-1 0,0 8 0,5 15 0,3-9 0,0 0 0,1 0 0,1 0 0,0-1 0,0 0 0,19 17 0,-6-5 0,39 40-1365,-48-51-5461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3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25 24575,'-27'-5'0,"-12"-2"0,-1 1 0,4 1 0,5 4 0,6 2 0,6 1-8191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3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24575,'12'10'0,"7"8"0,2 3 0,1 4 0,-2 2 0,-1-2 0,-2 1 0,-1-2 0,-1 0 0,-3-2 0,-1-2 0,-2-2 0,-1-2 0,-1-1 0,-2 0 0,-2-3-8191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5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24575,'248'246'0,"-93"-99"0,-65-62 0,72 70 0,-159-153-118,-3-4 156,-4-8 162,-9-14-1685,6 14-5341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6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39 24575,'-4'-6'0,"-9"-15"0,12 20 0,1 0 0,-1 0 0,0 0 0,0 0 0,0 1 0,0-1 0,0 0 0,0 0 0,0 1 0,0-1 0,0 0 0,0 1 0,0-1 0,0 1 0,-2-1 0,2 1 0,0 0 0,1 0 0,-1 1 0,0-1 0,0 0 0,1 0 0,-1 1 0,0-1 0,1 0 0,-1 1 0,0-1 0,1 1 0,-1-1 0,1 1 0,-1-1 0,1 1 0,-1-1 0,1 1 0,-1 0 0,-10 16 0,6-10 0,-31 37 0,24-29 0,0 0 0,1 0 0,-19 33 0,-12 45 0,-51 160 0,50-132-1365,40-111-5461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7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24575,'0'0'0,"0"0"0,1 0 0,-1 0 0,0 1 0,0-1 0,0 0 0,0 0 0,0 1 0,0-1 0,0 0 0,0 0 0,0 0 0,0 1 0,0-1 0,-1 0 0,1 0 0,0 0 0,0 1 0,0-1 0,0 0 0,0 0 0,0 0 0,0 1 0,-1-1 0,1 0 0,0 0 0,0 0 0,0 0 0,0 1 0,-1-1 0,1 0 0,0 0 0,0 0 0,0 0 0,0 0 0,-1 0 0,1 0 0,0 0 0,0 1 0,-1-1 0,1 0 0,0 0 0,0 0 0,0 0 0,-1 0 0,1 0 0,0 0 0,0 0 0,-1 0 0,1-1 0,0 1 0,0 0 0,0 0 0,-1 0 0,1 0 0,0 0 0,0 0 0,0 0 0,-1 0 0,1-1 0,0 1 0,0 0 0,0 0 0,0 0 0,-1 0 0,1-1 0,0 1 0,0 0 0,0 0 0,1 17 0,26 75 0,-4-18 0,-15-50-1365,-5-15-5461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8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56 24575,'-5'-6'0,"-25"-27"0,29 32 0,-1-1 0,0 0 0,0 1 0,0-1 0,0 1 0,0 0 0,0 0 0,0 0 0,-1 0 0,1 0 0,0 0 0,-1 1 0,1-1 0,-5 0 0,6 2 0,0-1 0,0 0 0,0 0 0,0 1 0,0-1 0,1 1 0,-1-1 0,0 0 0,0 1 0,0 0 0,0-1 0,1 1 0,-1 0 0,0-1 0,1 1 0,-1 0 0,0 0 0,1-1 0,-1 1 0,1 0 0,-1 0 0,1 0 0,0 0 0,-1 1 0,-7 26 0,6-21 0,-33 97 0,18-59 0,9-21 0,1 1 0,1-1 0,1 2 0,1-1 0,1 0 0,2 29 0,2-18 0,2 0 0,1-1 0,17 63 0,-10-56 0,26 67 0,-30-95 0,0 0 0,0 0 0,1-1 0,1 0 0,0 0 0,1-1 0,1 0 0,12 11 0,-1-8-1365,-12-11-5461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9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1 174 24575,'70'-7'0,"20"-4"0,-76 9 0,0-1 0,0-1 0,0 0 0,15-8 0,-27 11 0,-1 0 0,1 1 0,-1-1 0,1 0 0,-1 0 0,1 0 0,-1 0 0,1 0 0,-1-1 0,0 1 0,0 0 0,0-1 0,0 1 0,0 0 0,0-1 0,0 1 0,0-1 0,0 0 0,-1 1 0,1-1 0,-1 0 0,1 1 0,-1-1 0,0 0 0,1 0 0,-1-3 0,-1 3 0,1-1 0,-1 1 0,1 0 0,-1-1 0,0 1 0,0-1 0,0 1 0,-1 0 0,1 0 0,0 0 0,-1 0 0,1 0 0,-1 0 0,0 0 0,0 0 0,0 1 0,0-1 0,-3-2 0,-8-3 0,-1 0 0,0 1 0,-1 0 0,1 1 0,-1 0 0,0 2 0,-28-4 0,40 6 0,-1 0 0,1 1 0,0 0 0,0 0 0,0 0 0,0 0 0,0 0 0,0 1 0,-1-1 0,1 1 0,0 0 0,0 0 0,0 0 0,1 1 0,-1-1 0,0 0 0,0 1 0,1 0 0,-1 0 0,1 0 0,-1 0 0,1 0 0,0 0 0,0 1 0,0-1 0,0 0 0,0 1 0,1 0 0,-1 0 0,1-1 0,-1 1 0,1 0 0,0 0 0,0 0 0,1 0 0,-1 0 0,1 0 0,-1 1 0,1 2 0,-1 10 0,2-1 0,-1 0 0,2 0 0,0 0 0,1 0 0,0 0 0,1-1 0,1 1 0,0-1 0,12 23 0,-14-33 0,0 0 0,0 0 0,1 0 0,-1 0 0,1 0 0,0-1 0,0 0 0,0 0 0,0 0 0,0 0 0,1 0 0,-1-1 0,1 0 0,0 0 0,5 1 0,10 3 0,1-2 0,29 4 0,-26-5 0,37 5 0,98 1 0,-126-10-1365,-20 1-5461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9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24575,'26'28'0,"-2"1"0,38 59 0,24 59 0,-66-110 0,-15-29 0,-1 0 0,0 1 0,-1-1 0,0 1 0,0 0 0,-1 0 0,0 0 0,0 0 0,-1 0 0,0 0 0,-1 14 0,0-21 0,0-1 0,0 0 0,0 0 0,-1 0 0,1 1 0,0-1 0,-1 0 0,1 0 0,0 0 0,-1 0 0,0 0 0,1 0 0,-1 0 0,0 0 0,1 0 0,-1 0 0,0 0 0,0 0 0,0 0 0,0-1 0,-1 2 0,0-1 0,0 0 0,0-1 0,0 1 0,0-1 0,0 1 0,0-1 0,0 0 0,0 0 0,0 0 0,0 0 0,-4-1 0,-5-1 0,0 0 0,1-2 0,-20-7 0,21 7 0,-8-3 0,0-1 0,-18-11 0,28 14 0,0 0 0,1 0 0,-1 0 0,1-1 0,0 0 0,0 0 0,-5-8 0,10 13 0,0 0 0,0 0 0,0-1 0,0 1 0,0-1 0,0 1 0,1-1 0,-1 1 0,0-1 0,1 1 0,0-1 0,-1 1 0,1-1 0,0 0 0,0 1 0,-1-1 0,1 0 0,1 1 0,-1-1 0,0 0 0,0 1 0,1-1 0,-1 0 0,0 1 0,1-1 0,0 1 0,-1-1 0,1 1 0,0-1 0,0 1 0,0-1 0,0 1 0,0 0 0,0 0 0,0-1 0,0 1 0,1 0 0,-1 0 0,0 0 0,3-1 0,3-2 0,1 0 0,0 1 0,0-1 0,0 2 0,0-1 0,13-1 0,3 0 32,40-1 0,-46 4-270,-1 0 0,1 0-1,-1-2 1,1 0 0,16-7 0,-24 7-6588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0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24575,'5'0'0,"-1"3"0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1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45 24575,'-2'-5'0,"0"0"0,0 0 0,-1 0 0,0 1 0,0-1 0,-4-4 0,6 8 0,1 1 0,-1-1 0,1 1 0,-1-1 0,0 1 0,1-1 0,-1 1 0,1-1 0,-1 1 0,0 0 0,0 0 0,1-1 0,-1 1 0,0 0 0,1 0 0,-1 0 0,0-1 0,0 1 0,1 0 0,-3 0 0,2 1 0,0-1 0,0 1 0,0 0 0,0-1 0,0 1 0,0 0 0,0-1 0,1 1 0,-1 0 0,0 0 0,0 0 0,1 0 0,-1 0 0,0 0 0,1 0 0,-1 0 0,1 0 0,-1 1 0,-8 17 0,1 0 0,1 0 0,0 1 0,-4 30 0,9-37 0,0 1 0,1 0 0,1 0 0,0-1 0,1 1 0,1 0 0,5 23 0,-2-16 0,2 1 0,0-1 0,2 0 0,0-1 0,1 0 0,24 35 0,-15-29 0,2-1 0,0-1 0,2-1 0,0-1 0,2-1 0,41 27 0,-37-33-1365,-17-11-5461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1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14 101 24575,'-1'0'0,"0"0"0,1 0 0,-1 1 0,0-1 0,0 0 0,1 1 0,-1-1 0,0 1 0,1-1 0,-1 1 0,1-1 0,-1 1 0,0-1 0,1 1 0,0 0 0,-1-1 0,1 1 0,-1 0 0,1-1 0,0 1 0,-1 0 0,1 0 0,0-1 0,0 1 0,-1 0 0,1 0 0,0 0 0,0-1 0,0 1 0,0 0 0,0 0 0,0 0 0,0-1 0,0 1 0,1 0 0,-1 0 0,0-1 0,0 1 0,1 0 0,-1 0 0,0-1 0,1 1 0,-1 0 0,1-1 0,-1 1 0,1 0 0,-1-1 0,1 1 0,0 0 0,4 4 0,0 0 0,1-1 0,-1 0 0,9 5 0,-14-9 0,17 11 0,0-2 0,0 0 0,1-1 0,-1-1 0,2-1 0,-1 0 0,1-1 0,0-1 0,0-1 0,0-1 0,35 0 0,-52-2 0,1 0 0,-1 0 0,1-1 0,-1 1 0,0-1 0,1 1 0,-1-1 0,0 0 0,0 0 0,1 0 0,-1 0 0,0 0 0,0-1 0,0 1 0,0-1 0,2-2 0,-3 3 0,0 0 0,-1 0 0,1-1 0,-1 1 0,1 0 0,-1-1 0,1 1 0,-1 0 0,0-1 0,0 1 0,1-1 0,-1 1 0,0-1 0,0 1 0,0 0 0,-1-1 0,1 1 0,0-1 0,-1 1 0,1 0 0,0-1 0,-1 1 0,0 0 0,1-1 0,-1 1 0,0 0 0,1 0 0,-3-2 0,-4-6 0,-1 1 0,-12-11 0,12 12 0,8 7 0,0 0 0,0 0 0,0 0 0,0 0 0,0 0 0,0-1 0,0 1 0,0 0 0,0 0 0,0 0 0,0 0 0,0 0 0,0 0 0,0 0 0,0 0 0,0 0 0,0 0 0,0 0 0,0 0 0,0 0 0,15 7 0,-1 0 0,1-1 0,0-1 0,1 0 0,-1-1 0,1-1 0,0 0 0,0-1 0,0-1 0,0 0 0,21-2 0,-33 0 0,-1 1 0,1 0 0,-1-1 0,0 0 0,1 0 0,-1 0 0,0 0 0,0 0 0,1-1 0,-1 0 0,0 1 0,0-1 0,-1 0 0,4-3 0,-5 4 0,0-1 0,1 1 0,-1-1 0,0 1 0,0-1 0,0 0 0,-1 1 0,1-1 0,0 0 0,-1 0 0,1 0 0,-1 1 0,1-1 0,-1 0 0,0 0 0,0 0 0,0 0 0,0 0 0,0 0 0,0 0 0,-1 1 0,1-1 0,0 0 0,-1 0 0,0 0 0,-1-3 0,-1-1 10,0 1 0,-1-1 0,1 1 0,-1 0 0,0 0 0,-1 0 0,1 0 0,-1 1 0,0-1 0,0 1 0,-6-3 0,1 0-307,-1 1 0,0 1 0,-1-1 0,-21-6 0,19 9-6529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2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7 24575,'-1'0'0,"0"-1"0,0 0 0,0 1 0,0-1 0,0 0 0,0 1 0,0-1 0,0 1 0,0 0 0,-1-1 0,1 1 0,0 0 0,0 0 0,0 0 0,0-1 0,-1 1 0,-1 1 0,3-1 0,0 0 0,0 0 0,-1 0 0,1 0 0,0 1 0,0-1 0,0 0 0,0 0 0,-1 0 0,1 1 0,0-1 0,0 0 0,0 0 0,0 0 0,0 1 0,-1-1 0,1 0 0,0 0 0,0 1 0,0-1 0,0 0 0,0 0 0,0 1 0,0-1 0,0 0 0,0 0 0,0 1 0,5 13 0,3-2 0,1 1 0,0-1 0,1-1 0,1 0 0,21 18 0,19 20 0,-49-46-227,1 1-1,-1-1 1,0 0-1,0 1 1,2 4-1,0 3-6598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3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41 24575,'-20'-8'0,"-8"-2"0,-3 1 0,2 1 0,4 3 0,5 4 0,5 3 0,3 3 0,3 0 0,0 1 0,1 0 0,0 0 0,-1-1 0,0 1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4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24575,'2'-8'0,"1"0"0,0 0 0,0 0 0,0 1 0,1 0 0,1 0 0,-1 0 0,1 0 0,6-7 0,-8 12 0,-1-1 0,1 1 0,0 0 0,-1 0 0,1 0 0,0 0 0,0 0 0,0 1 0,1-1 0,-1 1 0,0 0 0,0 0 0,1 0 0,-1 1 0,1-1 0,-1 1 0,0-1 0,1 1 0,-1 0 0,1 1 0,-1-1 0,1 0 0,-1 1 0,6 2 0,-1-1 0,1 1 0,0 1 0,-1 0 0,0 0 0,0 0 0,0 1 0,11 9 0,-17-12 0,0-1 0,0 1 0,0 0 0,-1 0 0,1 0 0,-1 0 0,1 0 0,-1 0 0,0 0 0,0 1 0,0-1 0,0 0 0,0 1 0,0-1 0,-1 1 0,1-1 0,-1 1 0,0-1 0,1 1 0,-1-1 0,0 1 0,-1-1 0,1 1 0,0-1 0,-1 1 0,1-1 0,-1 1 0,0-1 0,0 0 0,0 1 0,-2 3 0,-2 1 0,1 0 0,0 1 0,0 0 0,1 0 0,0 0 0,1 1 0,-1-1 0,2 1 0,-1-1 0,0 12 0,2-14 0,-1 1 0,0-1 0,0 1 0,-3 6 0,-2 12 0,6-24 0,0-1 0,0 0 0,0 1 0,0-1 0,0 1 0,0-1 0,1 0 0,-1 1 0,0-1 0,0 1 0,0-1 0,0 0 0,0 1 0,1-1 0,-1 0 0,0 1 0,0-1 0,1 0 0,-1 1 0,0-1 0,1 0 0,-1 0 0,0 1 0,1-1 0,-1 0 0,0 0 0,1 0 0,-1 1 0,1-1 0,-1 0 0,0 0 0,1 0 0,-1 0 0,1 0 0,-1 0 0,1 0 0,18 1 0,-15-1 0,38-2 0,53-9 0,-90 10 0,35-5-1365,-31 2-5461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4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18 24575,'-6'-14'0,"2"11"0,2 10 0,2-3 0,1 1 0,-1-1 0,1 1 0,0-1 0,1 1 0,-1-1 0,1 1 0,0-1 0,0 0 0,4 7 0,5 6 0,15 16 0,-21-27 0,20 22 61,-16-19-536,-1-1-1,10 15 1,-13-15-6351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4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24575,'5'3'0,"1"3"0,1 2 0,0 6 0,2 3 0,0 0 0,0 0 0,-1 0 0,-2-1 0,1 0 0,-2-1 0,0-3-8191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5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68 24575,'-27'-14'0,"-11"-6"0,-5 4 0,3 4 0,4 7 0,2 6 0,3 4 0,1 3 0,1 0 0,1 1 0,0 0 0,2-3 0,3 1 0,6-1-8191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5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24575,'1'-1'0,"0"1"0,0-1 0,-1 0 0,1 0 0,0 1 0,0-1 0,0 0 0,0 1 0,0-1 0,0 1 0,0-1 0,0 1 0,0 0 0,0-1 0,0 1 0,1 0 0,-1 0 0,1-1 0,-1 2 0,0-1 0,0 0 0,-1 0 0,1 1 0,0-1 0,0 0 0,-1 1 0,1-1 0,0 1 0,0-1 0,-1 1 0,1-1 0,-1 1 0,1-1 0,0 1 0,-1 0 0,1-1 0,0 2 0,1 2 0,-1-1 0,1 1 0,-1 0 0,0-1 0,0 1 0,0 0 0,0 0 0,0 7 0,-1-4 0,1 0 0,-1 1 0,1-1 0,2 12 0,-2-16 0,0 0 0,0-1 0,1 1 0,-1-1 0,0 1 0,1-1 0,0 1 0,-1-1 0,1 0 0,0 0 0,0 0 0,4 3 0,2 2-124,1-1 0,-1-1 0,1 0 0,0 0 0,0 0 0,1-1-1,-1-1 1,1 0 0,0 0 0,13 2 0,-10-4-6702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5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10 24575,'-8'-5'0,"-4"1"0,-3 3 0,1 3-8191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6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24575,'7'-4'0,"0"2"0,0-1 0,1 1 0,-1 0 0,1 1 0,-1 0 0,1 0 0,0 1 0,-1-1 0,1 2 0,0-1 0,12 3 0,-11 0 0,-1-1 0,0 1 0,0 1 0,-1-1 0,1 1 0,-1 1 0,0-1 0,0 1 0,0 0 0,-1 1 0,9 8 0,25 29 0,46 62 0,-71-83 0,0 0 0,-2 1 0,0 0 0,-2 1 0,12 34 0,-20-48 0,0 0 0,-1 1 0,0-1 0,-1 1 0,0-1 0,-1 13 0,0-18 0,0 0 0,-1-1 0,0 1 0,0 0 0,0 0 0,-1-1 0,1 1 0,-1-1 0,0 1 0,-1-1 0,1 0 0,-1 0 0,0 0 0,1 0 0,-7 5 0,-1 0-115,-1-1-1,0-1 1,0 1 0,-1-2-1,-14 7 1,17-9-558,-3 2-6153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8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30 24575,'5'-19'0,"-5"10"0,0 9 0,0 0 0,0 0 0,-1 0 0,1 0 0,0-1 0,0 1 0,0 0 0,0 0 0,0 0 0,0 0 0,-1 0 0,1 0 0,0 0 0,0-1 0,0 1 0,0 0 0,0 0 0,-1 0 0,1 0 0,0 0 0,0 0 0,0 0 0,0 0 0,0 0 0,-1 0 0,1 0 0,0 0 0,0 0 0,0 0 0,0 0 0,-1 0 0,1 0 0,0 0 0,0 0 0,0 0 0,0 0 0,-1 1 0,1-1 0,0 0 0,0 0 0,0 0 0,-3 3 0,0 0 0,0 0 0,1 0 0,0 0 0,-1 1 0,1-1 0,0 1 0,1-1 0,-1 1 0,-2 7 0,0 0 0,-59 166 0,40-105 0,3-6-82,-13 33 277,27-84-491,-1 1 1,-1-1-1,0 0 1,-12 15-1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9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104 144 24575,'-1'4'0,"-1"0"0,1 0 0,0 1 0,0-1 0,0 0 0,1 1 0,0-1 0,-1 0 0,2 1 0,-1-1 0,0 1 0,1-1 0,1 5 0,3 9 0,12 31 0,-12-36 0,19 39 0,-2-9 0,-30-55 0,1-1 0,-11-11 0,-1-2 0,11 14 0,-18-27 0,-23-44 0,43 71 0,0-1 0,1 0 0,0 0 0,1-1 0,1 1 0,0-1 0,1 0 0,-1-15 0,3 27 0,0 0 0,0 0 0,0 0 0,0 0 0,0 1 0,1-1 0,-1 0 0,1 0 0,-1 0 0,1 0 0,0 0 0,0 1 0,-1-1 0,1 0 0,0 1 0,2-3 0,-2 3 0,0 0 0,1 1 0,-1-1 0,0 1 0,0-1 0,0 1 0,0-1 0,0 1 0,1-1 0,-1 1 0,0 0 0,0 0 0,1 0 0,-1 0 0,0 0 0,1 0 0,-1 0 0,0 0 0,0 0 0,1 1 0,-1-1 0,0 0 0,0 1 0,0-1 0,0 1 0,2 0 0,15 9 0,-2 1 0,1 0 0,-1 1 0,-1 1 0,24 25 0,-2-3 0,-28-27 0,11 10 0,31 22 0,-45-36 0,0-1 0,0 1 0,0-1 0,0 0 0,1 0 0,-1-1 0,1 0 0,0 0 0,-1 0 0,13 0 0,-18-2 0,1 0 0,-1 0 0,0 0 0,0 0 0,1-1 0,-1 1 0,0 0 0,0-1 0,0 1 0,1-1 0,-1 1 0,0-1 0,0 1 0,0-1 0,0 0 0,0 0 0,0 0 0,0 1 0,1-2 0,-1-1 0,1 1 0,0-1 0,-1 1 0,0-1 0,1 1 0,-1-1 0,0 0 0,0-3 0,1-3 0,0 0 0,-1 0 0,0-1 0,-1-11 0,-1-1 0,-5-24 0,-1-4 0,35 106 0,-6-9 0,58 87 0,-46-72-333,-27-49-699,1 1-5794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11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73 24575,'-2'-5'0,"1"-1"0,1 1 0,-1 0 0,1 0 0,0 0 0,0 0 0,1-10 0,-1 14 0,1 0 0,-1 0 0,0 0 0,0 0 0,1 0 0,-1 0 0,1 0 0,-1 0 0,1 0 0,-1 1 0,1-1 0,-1 0 0,1 0 0,0 0 0,-1 0 0,1 1 0,0-1 0,0 0 0,0 1 0,0-1 0,0 1 0,-1-1 0,1 1 0,0-1 0,0 1 0,0-1 0,0 1 0,0 0 0,1 0 0,-1 0 0,0-1 0,0 1 0,0 0 0,0 0 0,0 0 0,0 1 0,0-1 0,0 0 0,0 0 0,0 1 0,0-1 0,0 0 0,0 1 0,1 0 0,3 1 0,-1 0 0,0 1 0,0 0 0,0 0 0,0 0 0,-1 0 0,1 1 0,-1-1 0,0 1 0,0 0 0,0 0 0,0 0 0,-1 0 0,3 5 0,-1-2 0,0 0 0,1-1 0,-1 1 0,9 7 0,43 32 0,-36-30 0,0 0 0,26 29 0,-10-3 0,41 49 0,-64-73 0,-1 1 0,0 0 0,12 29 0,-14-23 0,-2 2 0,-1-1 0,-1 1 0,-1 0 0,-2 0 0,1 28 0,2 13 0,2 53 0,-8-105 0,-3 86 0,1-89 0,0 0 0,-1 0 0,0 0 0,-1-1 0,-9 22 0,1-8 0,-2-1 0,-1-1 0,-1 0 0,-32 37 0,46-59-91,0-1 0,0 1 0,0 0 0,0-1 0,-1 1 0,1-1 0,0 0 0,-1 0 0,1 0 0,-1 0 0,1 0 0,-1-1 0,1 1 0,-5-1 0,-5 1-6735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27.9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14208 60 24575,'0'-1'0,"0"1"0,0 0 0,1 0 0,-1 0 0,0 0 0,0 0 0,0-1 0,0 1 0,0 0 0,1 0 0,-1 0 0,0-1 0,0 1 0,0 0 0,0 0 0,0 0 0,0-1 0,0 1 0,0 0 0,0 0 0,0 0 0,0-1 0,0 1 0,0 0 0,0 0 0,0 0 0,0-1 0,0 1 0,0 0 0,0 0 0,0-1 0,0 1 0,0 0 0,0 0 0,0-1 0,-9-3 0,-11 1 0,19 3 0,-204-1 0,105 2 0,-294-1 0,301-7 0,8-1 0,7 1 0,50 3 0,-31 1 0,-344 3 0,389-1 0,-1 0 0,-16-4 0,16 2 0,-26-2 0,12 5 0,-1 1 0,-43 8 0,-74 5 0,87-8 0,-105-5 0,78-2 0,-832 1 0,894 1 0,-29 5 0,-20 1 0,-56 1 0,-29-1 0,124-7 0,-51 8 0,27-2 0,-106-5 0,81-2 0,47 1 0,-61-9 0,-34-6 0,89 11 0,-75 3 0,76 2 0,-76-8 0,52 1 0,-123 4 0,19 1 0,95-6 0,-24 0 0,-666 7 0,679-7 0,6-1 0,48 8 0,-180 1 0,151 6 0,-18 1 0,-1-1 0,-2 0 0,-4 0 0,-7 1 0,45-9 0,20 0 0,1 1 0,-46 7 0,30-2 0,-1-1 0,-60-3 0,-49 3 0,-43 3 0,56-5 0,3 12 0,31-6 0,26 0 0,9-2 0,-55 2 0,78-8 0,-59 8 0,74-5 0,-54-2 0,-8 1 0,50 5 0,30-4 0,-26 1 0,-37 5 0,29-3 0,-81 8 0,77-8 0,-70 3 0,77-9 0,-182 8 0,-75-1 0,186-8 0,-165 10 0,73 5 0,163-9 0,-196 11 0,139-9 0,0 0 0,-496-7 0,508-8 0,6 1 0,-26 6 0,-138-7 0,-73 1 0,198 9 0,-68 6 0,23-1 0,-9 1 0,75-1 0,-8 0 0,28 0 0,-4 1 0,31-3 0,-109-3 0,80-4 0,-523 2-1365,590 0-5461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30.1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2709 31 24575,'-280'-8'0,"-197"-14"0,-1 22 0,196 1 0,-892-1-1365,1157 0-5461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33.8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10996 275 24575,'-5'-3'0,"1"0"0,-1 0 0,0 1 0,0-1 0,0 1 0,-1 0 0,1 1 0,0-1 0,-9 0 0,2-1 0,-14-4 0,-43-4 0,22 6 0,-55-4 0,-69-8 0,83 5 0,-63-11 0,23 3 0,90 14 0,18 2 0,-37-1 0,36 5 0,-6 0 0,-1 0 0,-40-8 0,39 4 0,-43-1 0,-4 0 0,2-4 0,-106-17 0,19 0 0,146 24 0,1 0 0,0 1 0,0 1 0,-1 1 0,1 0 0,0 1 0,0 0 0,0 1 0,-26 9 0,34-10 0,0-1 0,-1 1 0,0-1 0,1-1 0,-1 1 0,0-1 0,1 0 0,-1-1 0,0 0 0,1 0 0,-9-2 0,-32-3 0,4 6 0,-3 0 0,-58-8 0,70 5 0,-40 0 0,39 3 0,-37-6 0,-40-4 0,24 3 0,-75-8 0,-56 9 0,144 7 0,55 0 0,-35 7 0,16-3 0,-69 10 0,63-10 0,-73 5 0,-10-3 0,-4 0 0,-270-7 0,307 7 0,2 1 0,2-1 0,4 0 0,-12 2 0,50-4 0,-1 1 0,-71 3 0,-619-10 0,613 10 0,66-3 0,-3 0 0,-46 3 0,16-2 0,-5 0 0,10 0 0,2 0 0,-382-6 0,225-2 0,220 2 0,-29 6 0,29-4 0,-28 1 0,31-4 0,0 2 0,-29 4 0,-65 9 0,14 0 0,67-11 0,-1-1 0,-65-4 0,36 0 0,49 1 0,-32 0 0,-74 9 0,43-2 0,-3 0 0,-16 2 0,15-3 0,9-1 0,-104-4 0,81-2 0,74 1 0,-29 0 0,-76 9 0,20 0 0,22-3 0,35-3 0,1-2 0,-87-10 0,123 8 0,-259-4 0,159 7 0,-147 6 0,-100-1 0,223-8 0,81 1 0,-69-9 0,66 4 0,-100 3 0,77 4 0,71-2 0,0 1 0,-19 5 0,19-4 0,-1 1 0,-13-1 0,7-1-682,-36 7-1,41-6-6143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2.1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403 62 24575,'0'-12'0,"0"-1"0,5-24 0,-44 114 0,-49 105 0,66-130 0,-121 287 0,132-309 0,3-6 0,-1 0 0,-1-1 0,-2 0 0,-16 25 0,28-47 5,0-1-1,-1 1 1,1 0-1,-1-1 0,1 1 1,-1 0-1,1-1 1,-1 1-1,0-1 1,1 1-1,-1-1 0,0 1 1,1-1-1,-1 0 1,0 1-1,0-1 1,1 0-1,-1 0 0,0 1 1,0-1-1,1 0 1,-1 0-1,0 0 1,0 0-1,0 0 1,-1 0-1,1-1-82,0 1 0,0-1 0,0 1-1,0-1 1,1 1 0,-1-1 0,0 0 0,0 0 0,0 0-1,1 1 1,-1-1 0,0 0 0,1 0 0,-1 0 0,0 0-1,1 0 1,-1 0 0,1-2 0,-4-7-6748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2.7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202 59 24575,'2'-2'0,"0"-1"0,0 0 0,0 1 0,1-1 0,-1 1 0,1 0 0,4-4 0,-6 6 0,0-1 0,0 1 0,0 0 0,0-1 0,0 1 0,0 0 0,1 0 0,-1 0 0,0-1 0,0 1 0,0 0 0,0 1 0,0-1 0,0 0 0,0 0 0,0 0 0,0 1 0,0-1 0,0 0 0,0 1 0,0-1 0,0 1 0,0-1 0,0 1 0,0-1 0,-1 1 0,1 0 0,0-1 0,0 2 0,3 2 0,0 1 0,0-1 0,-1 1 0,1 0 0,-1 0 0,-1 0 0,3 7 0,14 40 0,-13-34 0,55 191 0,-60-206 0,0-1 0,-1-1 0,1 1 0,-1-1 0,1 1 0,-1-1 0,0 1 0,0-1 0,0 1 0,0-1 0,0 1 0,0-1 0,0 1 0,0-1 0,-1 2 0,0-3 0,1 0 0,-1 0 0,1-1 0,-1 1 0,1 0 0,-1 0 0,1-1 0,-1 1 0,1 0 0,0-1 0,-1 1 0,1-1 0,-1 1 0,1 0 0,0-1 0,-1 1 0,1-1 0,0 1 0,0-1 0,-1 0 0,-7-12 0,-12-29 0,1 0 0,-24-86 0,38 108 0,1 0 0,0-1 0,2 1 0,1-1 0,1-24 0,0 45 0,0-1 0,0 1 0,0-1 0,0 1 0,0-1 0,0 1 0,0 0 0,0-1 0,0 1 0,0-1 0,0 1 0,0-1 0,-1 1 0,1-1 0,0 1 0,0 0 0,0-1 0,-1 1 0,1-1 0,0 1 0,0 0 0,-1-1 0,1 1 0,0 0 0,-1-1 0,1 1 0,0 0 0,-1 0 0,1-1 0,-1 1 0,1 0 0,0 0 0,-1 0 0,1 0 0,-1-1 0,1 1 0,-1 0 0,1 0 0,-1 0 0,1 0 0,0 0 0,-1 0 0,1 0 0,-1 0 0,1 0 0,-1 0 0,1 0 0,-1 1 0,1-1 0,0 0 0,-1 0 0,1 0 0,-1 1 0,0-1 0,-5 3 0,0 0 0,0 0 0,-6 5 0,2-3 0,-32 17 0,15-9 0,-35 23 0,54-29 0,1 0 0,-1 0 0,1 0 0,0 1 0,1 0 0,0 0 0,-7 12 0,12-17 0,-5 5-1365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4.4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1 24575,'-2'22'0,"-2"10"0,4 2 0,0-1 0,2-2 0,-1-5 0,0-4 0,3-3 0,-1-3 0,1-1 0,-1-1 0,-2 0 0,3-1 0,0 1 0,-1 0 0,-1-3-8191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4.7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 24575,'26'-2'0,"0"1"0,1 2 0,-1 0 0,0 2 0,0 1 0,39 11 0,-47-9 0,0 0 0,-1 1 0,0 1 0,-1 0 0,0 2 0,0 0 0,-1 0 0,0 1 0,-1 1 0,14 15 0,-22-21 0,-1 0 0,1 1 0,-2 0 0,1 0 0,-1 0 0,0 1 0,0-1 0,-1 1 0,0 0 0,3 12 0,-5-16 0,-1 0 0,1 0 0,-1 0 0,0 0 0,0 0 0,0-1 0,0 1 0,-1 0 0,0 0 0,0 0 0,0-1 0,0 1 0,0 0 0,-1-1 0,0 1 0,1-1 0,-1 0 0,0 1 0,-1-1 0,1 0 0,-1 0 0,1-1 0,-1 1 0,-5 4 0,-5 1 0,1 0 0,-2 0 0,1-1 0,-1-1 0,0-1 0,0 1 0,0-2 0,-27 5 0,4-4 0,-1-1 0,-50-2 0,73-2-341,-1-2 0,1 0-1,-16-4 1,19 3-6485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5.1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24575,'4'22'0,"5"9"0,3 6 0,0-3 0,-1-3 0,2-8 0,-3-5 0,0-3 0,-1-2 0,-1-3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5.3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418 43 24575,'-29'-5'0,"-13"-2"0,-3-1 0,0-1 0,6 3 0,4 1 0,6 2 0,6 4 0,1 2 0,2 0 0,0 2 0,1 0 0,0 0 0,2 1 0,4-1-8191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5.7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24575,'0'23'0,"3"8"0,2 3 0,2-3 0,-2-3 0,2-7 0,-1-5 0,2-5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6.0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46 24575,'30'-8'0,"14"-1"0,2-1 0,-1 3 0,-7 1 0,-4 3 0,-6 1 0,-5 2 0,-9 0 0,-9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6.2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22 24575,'27'3'0,"12"0"0,1-2 0,-4-2 0,-5 0 0,-8-3 0,-6-1 0,-5-1 0,-2 0 0,-1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6.6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24575,'9'17'0,"4"11"0,0 3 0,-1-2 0,-1-3 0,-1-3 0,-2-3 0,-2-3 0,0-2 0,-1-1 0,-1 0 0,1-3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6.8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506 40 24575,'-27'-5'0,"-14"-4"0,-5-1 0,1 2 0,3 2 0,3 5 0,7 2 0,3 1 0,2 2 0,3 2 0,0 1 0,-2 2 0,-3 0 0,3-2 0,-1 0 0,5-1-8191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7.5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273 4 24575,'1'15'0,"0"0"0,1-1 0,7 23 0,1 12 0,-10-47 0,1-1 0,-1 1 0,0-1 0,0 1 0,0-1 0,0 1 0,0 0 0,0-1 0,-1 1 0,1-1 0,0 1 0,-1-1 0,1 1 0,-1-1 0,0 1 0,1-1 0,-1 0 0,0 1 0,0-1 0,0 0 0,0 1 0,-1 0 0,0-1 0,0 1 0,0-1 0,0 0 0,0 0 0,-1 0 0,1 0 0,0 0 0,-1-1 0,1 1 0,0-1 0,-1 0 0,1 1 0,-3-1 0,-6-1 0,0 1 0,0-2 0,0 1 0,0-2 0,-13-3 0,2-2 0,-42-19 0,55 22 0,1 1 0,-1-2 0,1 1 0,0-1 0,1 0 0,-1-1 0,-8-10 0,14 15 0,1 1 0,0 0 0,0-1 0,0 0 0,0 1 0,0-1 0,0 1 0,0-1 0,1 0 0,-1 0 0,0 0 0,1 1 0,0-1 0,-1 0 0,1 0 0,0 0 0,0 0 0,0 0 0,0 0 0,0 1 0,1-1 0,0-4 0,0 4 0,0 1 0,0-1 0,1 0 0,-1 1 0,1-1 0,-1 0 0,1 1 0,-1 0 0,1-1 0,0 1 0,0 0 0,0 0 0,-1 0 0,1 0 0,0 0 0,0 1 0,1-1 0,-1 0 0,4 0 0,18-2-3,0 1-1,1 0 0,40 4 0,-13 0-1346,-39-2-5476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7.9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226 96 24575,'-15'-10'0,"-11"-8"0,0 1 0,-1 2 0,-29-12 0,52 25 0,0 1 0,0-1 0,0 1 0,0 0 0,-1 0 0,-5 0 0,9 1 0,-1 0 0,1 0 0,0 1 0,-1-1 0,1 0 0,0 0 0,0 1 0,-1-1 0,1 1 0,0-1 0,0 1 0,0-1 0,0 1 0,0 0 0,0-1 0,0 1 0,0 0 0,0 0 0,0 0 0,0 0 0,0 0 0,0 0 0,1 0 0,-1 0 0,0 2 0,-2 3 0,1 0 0,0 0 0,1 0 0,-1 0 0,1 1 0,0-1 0,1 1 0,0 10 0,7 56 0,-4-51 0,40 207-367,14-4-71,-49-193 428,-2-8-68,1 1-1,1-1 0,1 0 1,2-1-1,0 0 1,18 27-1,-23-41-6747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8.0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281 41 24575,'-25'-7'0,"-12"-3"0,-6 0 0,1 3 0,1 2 0,4 4 0,5 2 0,8 2-8191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9.1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222 402 24575,'-179'-94'0,"175"91"0,0 2 0,0-1 0,0 0 0,-7-1 0,10 3 0,1 0 0,-1 0 0,1 0 0,-1-1 0,1 1 0,-1 0 0,1 0 0,-1 0 0,1 0 0,-1 0 0,1 0 0,-1 1 0,1-1 0,-1 0 0,1 0 0,-1 0 0,1 0 0,-1 1 0,1-1 0,0 0 0,-1 0 0,1 1 0,-1-1 0,1 0 0,0 0 0,-1 1 0,1-1 0,0 1 0,-1-1 0,1 0 0,0 1 0,0-1 0,-1 1 0,1-1 0,0 1 0,0-1 0,0 1 0,-1-1 0,1 0 0,0 1 0,0-1 0,0 1 0,0-1 0,0 1 0,0-1 0,0 1 0,0-1 0,0 1 0,0-1 0,1 2 0,0 6 0,1-1 0,0 1 0,0 0 0,1-1 0,0 0 0,7 14 0,30 41 0,-19-32 0,-13-18 0,1-1 0,-1 0 0,1-1 0,15 13 0,-19-18 0,0-2 0,0 1 0,0 0 0,0-1 0,1 0 0,-1 0 0,1-1 0,0 0 0,0 0 0,0 0 0,0 0 0,7 0 0,-12-2 0,1 0 0,-1 0 0,1 0 0,-1 0 0,1 0 0,-1 0 0,1 0 0,-1-1 0,0 1 0,1-1 0,-1 1 0,1-1 0,-1 1 0,0-1 0,0 0 0,1 0 0,-1 1 0,0-1 0,1-1 0,0 0 0,-1 0 0,1 0 0,-1-1 0,1 1 0,-1 0 0,0 0 0,0-1 0,0 1 0,-1 0 0,2-4 0,-1-4 0,1-1 0,-2 1 0,1 0 0,-2-13 0,-2-9 0,-2 1 0,0 0 0,-2 1 0,-2-1 0,-15-38 0,2 20 0,-1 1 0,-39-59 0,57 99 0,-9-15 0,13 22 0,0 0 0,0-1 0,0 1 0,0 0 0,0 0 0,0 0 0,0 0 0,-1 0 0,1 0 0,0 1 0,0-1 0,-1 0 0,-1 0 0,3 1 0,0 0 0,0 0 0,0 0 0,-1 0 0,1 0 0,0 0 0,0 1 0,0-1 0,-1 0 0,1 0 0,0 0 0,0 0 0,0 0 0,0 0 0,0 1 0,-1-1 0,1 0 0,0 0 0,0 0 0,0 0 0,0 1 0,0-1 0,0 0 0,0 0 0,-1 0 0,1 1 0,0-1 0,0 0 0,0 0 0,0 0 0,0 1 0,0-1 0,0 0 0,0 0 0,0 0 0,0 1 0,0-1 0,1 0 0,-1 11 0,0-11 0,3 16 0,1 0 0,0-1 0,1 0 0,8 17 0,32 59 0,-29-60 0,8 18 0,-9-17 0,2-1 0,1 0 0,40 53 0,-47-72-1365,-1-3-5461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9.5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195 144 24575,'-14'-11'0,"-7"-8"0,-2 1 0,0 1 0,-39-21 0,59 36 0,0 1 0,1 0 0,-1 0 0,0 0 0,1 0 0,-1 0 0,0 1 0,0-1 0,0 1 0,-4 0 0,7 0 0,-1 0 0,0 0 0,0 1 0,0-1 0,0 0 0,0 1 0,1-1 0,-1 1 0,0-1 0,0 1 0,1-1 0,-1 1 0,0-1 0,1 1 0,-1 0 0,1-1 0,-1 1 0,0 0 0,1-1 0,0 1 0,-1 0 0,1 0 0,-1 0 0,1 0 0,0-1 0,0 1 0,-1 0 0,1 0 0,0 0 0,0 0 0,0 0 0,0 0 0,0-1 0,0 3 0,1 2 0,-1-1 0,1 1 0,0 0 0,0 0 0,0 0 0,1 0 0,-1-1 0,1 1 0,0-1 0,1 1 0,3 5 0,4 5 0,21 23 0,-22-28 0,1 0 0,0 0 0,1-1 0,0 0 0,17 10 0,-22-16 0,0 1 0,1-1 0,-1 0 0,1-1 0,0 0 0,0 0 0,0 0 0,0-1 0,0 0 0,1 0 0,-1-1 0,9-1 0,-14 1 0,0 0 0,0 0 0,0 0 0,0-1 0,0 1 0,0-1 0,0 1 0,-1-1 0,1 0 0,0 0 0,-1 0 0,1 0 0,0 0 0,-1 0 0,1 0 0,1-2 0,-2 2 0,0-1 0,-1 1 0,1 0 0,0-1 0,0 1 0,-1-1 0,1 1 0,-1-1 0,1 0 0,-1 1 0,0-1 0,0 1 0,1-1 0,-1 0 0,-1-2 0,0-2 0,0 0 0,0 0 0,-1 0 0,0 1 0,0-1 0,0 0 0,-1 1 0,-6-10 0,-2-2 30,-1 1 0,0 0 0,-29-26 0,31 33-242,0 0 0,-1 1 0,0 0-1,-1 1 1,1 0 0,-23-9 0,20 12-6614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0.1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1 155 24575,'0'0'0,"0"0"0,1 0 0,-1 0 0,0-1 0,1 1 0,-1 0 0,0 0 0,1 0 0,-1 0 0,1 0 0,-1 0 0,0 0 0,1 0 0,-1 0 0,1 0 0,-1 0 0,0 0 0,1 0 0,-1 0 0,1 0 0,-1 0 0,0 0 0,1 0 0,-1 0 0,1 1 0,-1-1 0,0 0 0,1 0 0,-1 1 0,0-1 0,0 0 0,1 1 0,15 7 0,17 15 0,-17-12 0,0 0 0,27 12 0,-39-21 0,1 0 0,-1 0 0,1-1 0,-1 1 0,1-1 0,0 0 0,0-1 0,-1 1 0,1-1 0,0 0 0,0 0 0,0 0 0,-1-1 0,1 0 0,6-1 0,-10 1 0,1 1 0,-1-1 0,1 0 0,-1 1 0,1-1 0,-1 0 0,0 0 0,1 0 0,-1 0 0,0 0 0,0 0 0,0 0 0,0-1 0,0 1 0,0 0 0,0-1 0,0 1 0,0 0 0,1-4 0,-1 2 0,-1 0 0,1 0 0,-1 0 0,0 1 0,0-1 0,0 0 0,0 0 0,0 0 0,0 0 0,-2-4 0,-1-3 0,0 0 0,-1 0 0,0 0 0,0 1 0,-7-11 0,-3-4 0,14 24 0,0 0 0,0-1 0,0 1 0,0 0 0,0 0 0,0 0 0,0 0 0,0 0 0,0-1 0,0 1 0,0 0 0,0 0 0,0 0 0,0 0 0,0 0 0,0 0 0,0-1 0,0 1 0,0 0 0,1 0 0,-1 0 0,0 0 0,0 0 0,0 0 0,0 0 0,0-1 0,0 1 0,0 0 0,0 0 0,1 0 0,-1 0 0,0 0 0,0 0 0,0 0 0,0 0 0,0 0 0,0 0 0,1 0 0,-1 0 0,0 0 0,0 0 0,0 0 0,0 0 0,0 0 0,1 0 0,-1 0 0,0 0 0,0 0 0,0 0 0,0 0 0,0 0 0,0 0 0,1 0 0,-1 0 0,0 0 0,0 0 0,0 0 0,0 0 0,0 1 0,0-1 0,0 0 0,1 0 0,-1 0 0,0 0 0,0 0 0,10 5 0,32 23 0,-23-15 0,0 0 0,0-2 0,1 0 0,41 15 0,-48-22 0,-1 0 0,1-1 0,0-1 0,0 0 0,15 0 0,-25-2 0,0-1 0,0 1 0,1 0 0,-1-1 0,0 0 0,0 1 0,0-1 0,-1-1 0,1 1 0,0 0 0,0-1 0,2-1 0,-3 2 0,0-1 0,-1 0 0,1 0 0,0 1 0,-1-1 0,0 0 0,1 0 0,-1 0 0,0-1 0,0 1 0,0 0 0,-1 0 0,1-1 0,0 1 0,-1 0 0,1-1 0,-1-3 0,0 0 8,0 1 0,0-1 0,-1 0 0,0 1 0,0-1 0,0 1 0,-1 0 0,1-1 0,-1 1 0,-1 0 0,1 0 0,-1 0 0,0 0 0,-6-7 0,3 4-194,-1 1 1,1 0-1,-1 0 0,-1 0 1,0 1-1,1 0 1,-15-7-1,9 7-6640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0.6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63 24575,'10'10'0,"27"25"0,-35-33 0,1 0 0,0 0 0,0 0 0,0 0 0,1 0 0,-1 0 0,0-1 0,1 0 0,-1 0 0,6 2 0,-6-3 0,-1 0 0,1 0 0,-1-1 0,1 1 0,-1-1 0,1 1 0,-1-1 0,0 0 0,1 0 0,-1 1 0,0-2 0,0 1 0,0 0 0,0 0 0,0-1 0,0 1 0,0-1 0,0 0 0,0 0 0,-1 1 0,3-4 0,3-5 0,0-1 0,-1 1 0,6-14 0,0 2 0,-11 20 0,0 0 0,1 0 0,0 0 0,0 0 0,-1 1 0,1-1 0,0 1 0,0-1 0,0 1 0,1 0 0,-1 0 0,0-1 0,0 2 0,1-1 0,-1 0 0,0 0 0,1 1 0,-1-1 0,1 1 0,-1 0 0,1 0 0,-1 0 0,1 0 0,-1 0 0,3 1 0,7 1 0,0 0 0,0 1 0,19 7 0,-13-3 40,-1 0 0,31 19 0,-41-21-226,1 0 1,-1 0-1,0 1 0,0 0 1,-1 0-1,1 1 1,9 14-1,-8-8-6640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2.1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347 3 24575,'-60'-1'0,"12"0"0,-87 9 0,131-8 0,0 1 0,1 0 0,-1 0 0,0 0 0,0 0 0,0 1 0,0-1 0,1 1 0,-1 0 0,-5 5 0,7-5 0,0-1 0,0 1 0,1 0 0,-1 0 0,1 0 0,0 1 0,-1-1 0,1 0 0,0 0 0,0 1 0,1-1 0,-1 0 0,0 1 0,1-1 0,-1 1 0,1-1 0,0 1 0,0 2 0,0 3 0,1-1 0,0-1 0,0 1 0,1 0 0,0 0 0,0 0 0,1-1 0,-1 1 0,1-1 0,1 0 0,-1 0 0,1 0 0,0 0 0,1-1 0,-1 1 0,8 6 0,9 6 0,0 0 0,44 26 0,-50-34 0,9 5 0,-13-9 0,-2 0 0,1 0 0,9 9 0,-18-14 0,-1-1 0,1 1 0,-1-1 0,0 0 0,1 1 0,-1-1 0,1 1 0,-1-1 0,0 1 0,1-1 0,-1 1 0,0-1 0,0 1 0,1-1 0,-1 1 0,0-1 0,0 1 0,0 0 0,0-1 0,1 1 0,-1-1 0,0 1 0,0-1 0,-1 2 0,1-2 0,0 1 0,-1-1 0,1 1 0,0-1 0,-1 1 0,1-1 0,-1 1 0,1-1 0,-1 0 0,1 1 0,-1-1 0,1 1 0,-1-1 0,0 0 0,1 0 0,-1 1 0,1-1 0,-2 0 0,-4 1 0,0 0 0,0 0 0,-9 0 0,14-1 0,-14 0 0,0-1 0,0 0 0,0-1 0,-16-5 0,-58-19 0,34 8 0,51 17-68,-5-3-1229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2.9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176 30 24575,'-14'-5'0,"-8"-2"0,-28-6 0,44 11 0,1 1 0,-1 1 0,0-1 0,0 1 0,1 0 0,-1 0 0,0 1 0,0-1 0,0 1 0,-6 3 0,11-4 0,-1 0 0,1 1 0,0-1 0,0 1 0,0-1 0,0 1 0,0-1 0,0 1 0,0 0 0,0-1 0,1 1 0,-1 0 0,0 0 0,0 0 0,0 0 0,1 0 0,-1 0 0,1 0 0,-1 0 0,1 0 0,-2 2 0,2-2 0,0 1 0,0-1 0,0 1 0,0 0 0,0-1 0,1 1 0,-1-1 0,0 1 0,1-1 0,-1 1 0,1-1 0,-1 1 0,1-1 0,1 2 0,2 3 0,0-1 0,0 1 0,1-1 0,-1 0 0,11 9 0,-2-4 0,0 0 0,1-1 0,0-1 0,1 0 0,0-1 0,0 0 0,0-2 0,1 1 0,-1-2 0,31 5 0,-44-9 0,0 1 0,0-1 0,0 0 0,0 0 0,0 0 0,0 0 0,0 0 0,0-1 0,0 1 0,0-1 0,0 1 0,0-1 0,0 0 0,-1 1 0,1-1 0,2-2 0,-3 2 0,0 0 0,0 0 0,0 0 0,0-1 0,0 1 0,0 0 0,0-1 0,-1 1 0,1-1 0,0 1 0,-1-1 0,1 0 0,-1 1 0,0-1 0,1 1 0,-1-1 0,0 0 0,0 1 0,0-1 0,-1-2 0,1-2 0,-2 0 0,1 1 0,-1-1 0,1 0 0,-1 0 0,-1 1 0,1 0 0,-1-1 0,0 1 0,-1 0 0,-3-5 0,1 1 0,0 0 0,-5-11 0,11 20 0,0 0 0,0 0 0,0 0 0,0 0 0,0 0 0,-1-1 0,1 1 0,0 0 0,0 0 0,0 0 0,0 0 0,0 0 0,0-1 0,0 1 0,0 0 0,0 0 0,0 0 0,0 0 0,0-1 0,0 1 0,0 0 0,0 0 0,0 0 0,0 0 0,0 0 0,0-1 0,0 1 0,0 0 0,0 0 0,0 0 0,0 0 0,1 0 0,-1-1 0,0 1 0,0 0 0,0 0 0,0 0 0,0 0 0,0 0 0,8 2 0,12 10 0,-14-8 0,22 13 0,50 28 0,-67-40 0,1 0 0,-1-1 0,1 0 0,0 0 0,15 1 0,-26-4 0,0-1 0,1 0 0,-1 0 0,1 1 0,-1-1 0,0 0 0,1 0 0,-1 0 0,1-1 0,-1 1 0,0 0 0,1-1 0,-1 1 0,0 0 0,1-1 0,-1 1 0,0-1 0,0 0 0,1 0 0,-1 1 0,0-1 0,0 0 0,0 0 0,0 0 0,0 0 0,0 0 0,0 0 0,0 0 0,-1-1 0,1 1 0,0 0 0,-1 0 0,2-2 0,-1-3 0,0-1 0,1 1 0,-2-1 0,1 1 0,-1-1 0,-1-6 0,3-22 0,-2 35 0,0-1 0,0 1 0,0-1 0,0 1 0,0 0 0,1-1 0,-1 1 0,0 0 0,0-1 0,0 1 0,0-1 0,1 1 0,-1 0 0,0-1 0,0 1 0,1 0 0,-1 0 0,0-1 0,0 1 0,1 0 0,-1 0 0,0-1 0,1 1 0,-1 0 0,0 0 0,1 0 0,-1 0 0,1-1 0,-1 1 0,0 0 0,1 0 0,-1 0 0,1 0 0,-1 0 0,0 0 0,1 0 0,-1 0 0,0 0 0,1 0 0,-1 0 0,1 0 0,-1 1 0,0-1 0,1 0 0,-1 0 0,0 0 0,1 0 0,-1 1 0,1-1 0,20 16 0,-12-8 0,-3-5 0,-1 1 0,1-1 0,0-1 0,0 1 0,0-1 0,0 0 0,8 1 0,-11-3 0,0 1 0,1-1 0,-1 0 0,0 0 0,0 0 0,0 0 0,0-1 0,1 0 0,-1 1 0,0-1 0,0 0 0,0 0 0,0-1 0,0 1 0,-1-1 0,5-2 0,-4 2 0,1 0 0,0 0 0,0 0 0,1 0 0,-1 0 0,0 1 0,1 0 0,-1 0 0,0 0 0,1 0 0,-1 1 0,1 0 0,0 0 0,5 1 0,9 1 0,-1 1 0,23 7 0,11 2 0,-36-10-1365,-3-1-5461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3.3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191 293 24575,'28'50'0,"38"97"0,-65-143 0,0-1 0,0 1 0,0 0 0,-1 0 0,1 0 0,-1 7 0,0-10 0,0 0 0,0-1 0,0 1 0,0-1 0,0 1 0,0 0 0,-1-1 0,1 1 0,0-1 0,0 1 0,-1-1 0,1 1 0,0-1 0,-1 1 0,1-1 0,-1 1 0,1-1 0,0 1 0,-1-1 0,0 1 0,0-1 0,0 1 0,0-1 0,1 0 0,-1 0 0,0 0 0,0 0 0,0 0 0,0 0 0,0 0 0,0 0 0,1 0 0,-1 0 0,0-1 0,0 1 0,0 0 0,0 0 0,1-1 0,-1 1 0,-1-1 0,-5-3 0,1 0 0,-1 0 0,1-1 0,0 1 0,0-1 0,-5-7 0,-31-38 0,24 28 0,-6-7 0,1 0 0,2-2 0,-22-43 0,35 58 0,1 1 0,1-1 0,0 0 0,1-1 0,1 1 0,1-1 0,0 0 0,1 0 0,0-26 0,2 40 0,0 0 0,1-1 0,-1 1 0,0 0 0,1 0 0,0 0 0,0 0 0,0 0 0,0 0 0,0 1 0,1-1 0,-1 0 0,1 0 0,-1 1 0,1-1 0,0 1 0,0 0 0,5-5 0,-4 5 0,0 1 0,0-1 0,0 1 0,0 0 0,1-1 0,-1 1 0,0 0 0,1 1 0,-1-1 0,0 1 0,1-1 0,-1 1 0,1 0 0,-1 1 0,1-1 0,-1 0 0,4 2 0,4 0 0,1 1 0,-1 1 0,0 0 0,0 0 0,0 1 0,17 11 0,-22-13 0,-1 0 0,0 1 0,0 0 0,0 0 0,-1 1 0,0-1 0,1 1 0,-2 0 0,1 0 0,0 0 0,-1 0 0,0 1 0,0 0 0,2 8 0,-4-12 0,0 0 0,-1 1 0,1-1 0,-1 1 0,0-1 0,0 0 0,0 1 0,0-1 0,0 0 0,0 1 0,-1-1 0,1 1 0,-1-1 0,1 0 0,-1 1 0,0-1 0,0 0 0,-1 2 0,0-1 0,0-1 0,-1 1 0,1-1 0,0 0 0,-1 1 0,1-1 0,-1 0 0,0-1 0,1 1 0,-1 0 0,-6 1 0,-2 1 0,0-1 0,-1 0 0,0-1 0,0 0 0,1-1 0,-15 0 0,-16-1-1365,24-1-5461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3.7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0 493 24575,'85'1'0,"113"-5"0,-191 4 0,0-1 0,-1 0 0,1 0 0,0-1 0,-1 0 0,12-5 0,-16 6 0,1-1 0,-1 1 0,0-1 0,0 0 0,1 1 0,-1-1 0,0 0 0,-1-1 0,1 1 0,0 0 0,-1 0 0,1-1 0,-1 1 0,1-1 0,-1 1 0,0-1 0,0 1 0,-1-1 0,2-3 0,0-5 0,-1 0 0,0-1 0,-1 1 0,0-1 0,0 1 0,-2-1 0,1 1 0,-1-1 0,-6-18 0,-1 5 0,-1 0 0,-1 0 0,-14-22 0,-81-111 0,100 149 0,5 9 0,1-1 0,0 0 0,-1 1 0,1-1 0,-1 1 0,1-1 0,-1 1 0,1-1 0,-1 1 0,0-1 0,1 1 0,-1-1 0,1 1 0,-2-1 0,1 1 0,1 0 0,0 0 0,0 0 0,0 0 0,-1 1 0,1-1 0,0 0 0,0 0 0,0 0 0,-1 0 0,1 0 0,0 0 0,0 1 0,0-1 0,0 0 0,-1 0 0,1 0 0,0 0 0,0 1 0,0-1 0,0 0 0,0 0 0,0 0 0,0 1 0,0-1 0,0 0 0,-1 0 0,1 0 0,0 1 0,0-1 0,0 0 0,0 26 0,0-19 0,3 32 0,11 57 0,-2-19 0,-10-60 0,14 87 0,-13-92 0,0 1 0,1-1 0,0 0 0,1 0 0,1 0 0,6 10 0,-9-18 0,-1-1 0,1 1 0,0-1 0,0 0 0,1 0 0,-1 0 0,0 0 0,1-1 0,0 0 0,-1 1 0,1-1 0,0-1 0,0 1 0,1 0 0,-1-1 0,0 0 0,0 0 0,1 0 0,-1-1 0,0 1 0,8-1 0,-5-1 0,1 1 0,0-1 0,-1-1 0,1 1 0,-1-1 0,0 0 0,0-1 0,0 0 0,0 0 0,0-1 0,10-6 0,-8 3-341,0 0 0,0 0-1,11-14 1,-9 8-6485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3.9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 1 24575,'-3'16'0,"-14"97"0,16-98 0,1 1 0,0-1 0,1 0 0,0 0 0,6 22 0,-6-32 0,1-1 0,-1 1 0,1-1 0,0 1 0,0-1 0,1 0 0,-1 0 0,1 0 0,0 0 0,0-1 0,0 1 0,1-1 0,-1 0 0,1 1 0,0-2 0,5 4 0,-7-4 0,0-1 0,1 0 0,0 0 0,-1 0 0,1 0 0,0-1 0,-1 1 0,1-1 0,0 1 0,0-1 0,0 0 0,-1 0 0,1 0 0,0-1 0,0 1 0,-1 0 0,1-1 0,0 0 0,-1 0 0,1 0 0,0 0 0,-1 0 0,1 0 0,-1-1 0,0 1 0,1-1 0,-1 0 0,3-3 0,4-3-1365,-1 0-5461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4.6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216 533 24575,'-16'2'0,"0"0"0,1 2 0,-1 0 0,1 0 0,-15 7 0,30-11 0,-1 0 0,1 0 0,0 0 0,0 0 0,0-1 0,-1 1 0,1 0 0,0 0 0,0 0 0,0-1 0,0 1 0,0 0 0,-1 0 0,1-1 0,0 1 0,0 0 0,0 0 0,0-1 0,0 1 0,0 0 0,0 0 0,0-1 0,0 1 0,0 0 0,0 0 0,0-1 0,0 1 0,0 0 0,0 0 0,0-1 0,0 1 0,0 0 0,1 0 0,-1-1 0,0 1 0,4-22 0,-1-1 0,-3 20 0,0 1 0,0-1 0,-1 0 0,1 0 0,-1 1 0,0-1 0,0 0 0,0 1 0,0-1 0,0 1 0,0-1 0,0 1 0,-1-1 0,0 1 0,1 0 0,-1 0 0,-3-3 0,4 4 0,0 0 0,0 0 0,0 1 0,0-1 0,-1 0 0,1 1 0,0-1 0,-1 1 0,1-1 0,0 1 0,-1 0 0,1 0 0,0-1 0,-1 1 0,1 0 0,0 0 0,-1 0 0,1 1 0,-1-1 0,1 0 0,0 0 0,-1 1 0,1-1 0,0 1 0,0-1 0,-1 1 0,1-1 0,0 1 0,0 0 0,0 0 0,0 0 0,0-1 0,0 1 0,0 0 0,0 0 0,-1 2 0,-3 2 0,-1 1 0,2 0 0,-1 0 0,1 0 0,0 0 0,0 1 0,-5 12 0,8-17 0,0 1 0,0 0 0,1 0 0,-1 0 0,1-1 0,0 1 0,0 0 0,0 0 0,0 0 0,0 0 0,0-1 0,1 1 0,-1 0 0,1 0 0,0 0 0,0-1 0,0 1 0,0-1 0,1 1 0,-1-1 0,1 1 0,-1-1 0,4 4 0,1 0 0,1 1 0,0-2 0,0 1 0,1-1 0,-1 0 0,1-1 0,0 1 0,15 4 0,-13-5 0,1-1 0,-1 0 0,1 0 0,0-1 0,0-1 0,20 1 0,-27-2 0,-1-1 0,1 1 0,0-1 0,-1 0 0,1 0 0,-1 0 0,1 0 0,-1-1 0,1 0 0,-1 1 0,0-1 0,0 0 0,0-1 0,0 1 0,0 0 0,0-1 0,-1 0 0,1 1 0,-1-1 0,0 0 0,0 0 0,0 0 0,0-1 0,0 1 0,2-6 0,0-3 0,-1 0 0,1 0 0,-2 0 0,0-1 0,0 1 0,-1-18 0,-2-2 0,-1 0 0,-1 0 0,-2 1 0,-1-1 0,-2 1 0,-11-31 0,-1 10 0,-2 2 0,-46-80 0,67 128 0,0 0 0,-1 0 0,1 0 0,-1 0 0,1 1 0,-1-1 0,-3-3 0,5 5 0,0 0 0,0 0 0,0 0 0,-1 0 0,1 0 0,0 0 0,0 0 0,0 0 0,0 0 0,-1 0 0,1 0 0,0 0 0,0 0 0,0 0 0,0 0 0,-1 0 0,1 0 0,0 0 0,0 0 0,0 0 0,0 0 0,-1 0 0,1 0 0,0 0 0,0 0 0,0 0 0,0 0 0,-1 0 0,1 0 0,0 0 0,0 0 0,0 1 0,0-1 0,0 0 0,-1 0 0,-1 13 0,3 3 0,0 1 0,1-1 0,8 30 0,20 49 0,-4-13 0,22 105-1365,-42-163-5461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4.9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0 24575,'-3'15'0,"0"7"0,0 0-8191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5.8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211 1 24575,'-13'5'0,"1"0"0,0 1 0,1 0 0,-1 1 0,1 0 0,-11 9 0,20-14 0,0 0 0,0 0 0,0 0 0,0 0 0,1 0 0,-1 0 0,0 1 0,1-1 0,0 0 0,-1 1 0,1-1 0,0 1 0,0 0 0,1-1 0,-1 1 0,0 0 0,1-1 0,0 1 0,0 0 0,-1-1 0,2 1 0,-1 0 0,0 0 0,0-1 0,1 1 0,0 0 0,-1-1 0,1 1 0,0 0 0,0-1 0,1 1 0,-1-1 0,0 0 0,1 1 0,3 3 0,4 5 0,1 0 0,1-1 0,0 0 0,0-1 0,25 16 0,-14-10 0,-21-14 0,0 0 0,0 0 0,1 0 0,-1 0 0,0 0 0,0 0 0,0 0 0,0 0 0,-1 1 0,1-1 0,0 0 0,0 2 0,0-2 0,-1 0 0,0 0 0,0-1 0,0 1 0,0 0 0,0 0 0,0-1 0,0 1 0,0 0 0,0 0 0,0-1 0,0 1 0,0 0 0,0 0 0,-1-1 0,1 1 0,0 0 0,-1 0 0,0 1 0,-1 0 0,1-1 0,-1 1 0,1-1 0,-1 0 0,0 1 0,0-1 0,1 0 0,-1 0 0,0 0 0,0 0 0,0 0 0,0 0 0,0-1 0,-4 1 0,-2 1 0,0-1 0,1-1 0,-1 0 0,0 0 0,0 0 0,-13-4 0,-47-13 0,56 14 0,5 1-273,0-1 0,0 1 0,0-1 0,-7-4 0,5 1-6553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6.1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24575,'0'5'0,"0"4"0,0 3 0,2-1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6.3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24575,'2'7'0,"2"6"0,-1 4 0,-1 3 0,3 0 0,-1-1 0,0 1 0,1 0 0,0-2 0,-1-3-8191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6.6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247 130 24575,'-19'-15'0,"-66"-46"0,68 50 0,0 1 0,-1 1 0,-19-8 0,34 16 0,-1-1 0,1 1 0,-1 0 0,0 1 0,0-1 0,1 1 0,-8-1 0,10 1 0,0 0 0,1 0 0,-1 1 0,0-1 0,0 0 0,1 0 0,-1 0 0,0 1 0,0-1 0,1 1 0,-1-1 0,0 0 0,1 1 0,-1-1 0,0 1 0,1-1 0,-1 1 0,1 0 0,-1-1 0,1 1 0,-1 0 0,1-1 0,-1 1 0,1 0 0,0-1 0,-1 1 0,1 0 0,0 0 0,0-1 0,0 1 0,-1 0 0,1 0 0,0 0 0,0-1 0,0 1 0,0 0 0,0 0 0,1 0 0,-1-1 0,0 2 0,1 4 0,0-1 0,1 1 0,0-1 0,0 1 0,0-1 0,1 0 0,-1 0 0,7 8 0,31 38 0,-33-43 0,12 12 0,1 0 0,1-2 0,34 23 0,33 29 0,-86-68 0,-1 0 0,1 0 0,-1 0 0,0 0 0,1 1 0,-1-1 0,0 0 0,0 0 0,-1 1 0,1-1 0,0 0 0,-1 1 0,1-1 0,-1 1 0,0-1 0,0 1 0,0-1 0,0 1 0,0-1 0,-1 1 0,1-1 0,-1 1 0,0 2 0,-3 7 0,-1 1 0,0-1 0,-8 14 0,4-8 0,-2 11 0,9-22 0,-1 1 0,0 0 0,0-1 0,-8 11 0,10-16 0,-1 0 0,1 0 0,-1 0 0,0-1 0,0 1 0,0 0 0,0-1 0,0 0 0,0 1 0,0-1 0,0 0 0,0 0 0,-1 0 0,1 0 0,-1 0 0,1-1 0,0 1 0,-1-1 0,-3 1 0,0-1-341,0-1 0,0 1-1,-11-3 1,2-1-6485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7.1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47 15 24575,'-47'-13'0,"76"11"0,13 2 0,54 2 0,-81 0 0,1 0 0,0 0 0,30 11 0,-13-2-1365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7.8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205 591 24575,'-25'-10'0,"-47"-15"0,63 23 0,0 0 0,-1 0 0,0 1 0,1 0 0,-15 0 0,22 1 0,1 0 0,-1 0 0,1 0 0,-1 0 0,1 0 0,-1 1 0,1-1 0,0 0 0,-1 1 0,1-1 0,-1 1 0,1 0 0,0-1 0,-1 1 0,1 0 0,0 0 0,0 0 0,0 0 0,0 0 0,0 0 0,0 0 0,0 0 0,0 0 0,0 0 0,0 1 0,0-1 0,1 0 0,-1 1 0,1-1 0,-2 2 0,2 0 0,0-1 0,0 1 0,0-1 0,1 1 0,-1-1 0,0 1 0,1-1 0,-1 0 0,1 1 0,0-1 0,0 0 0,0 1 0,0-1 0,1 0 0,-1 0 0,0 0 0,3 2 0,0 1 0,1 0 0,0 0 0,0-1 0,1 0 0,-1 0 0,1-1 0,0 1 0,0-1 0,0 0 0,0-1 0,12 4 0,-15-5 0,1 0 0,-1-1 0,1 1 0,-1 0 0,1-1 0,-1 0 0,1 0 0,-1 0 0,1 0 0,-1-1 0,1 1 0,-1-1 0,0 0 0,1 0 0,-1 0 0,0 0 0,0-1 0,1 1 0,-1-1 0,0 0 0,-1 0 0,1 0 0,0 0 0,3-4 0,-4 3 0,0 0 0,0-1 0,0 1 0,-1-1 0,1 1 0,-1-1 0,0 0 0,0 0 0,0 1 0,0-1 0,-1-8 0,1 7 0,-1 0 0,0 0 0,-1 0 0,1 0 0,-1 0 0,0 0 0,-1 0 0,-2-9 0,4 15 0,1 0 0,-1 0 0,0 0 0,0 0 0,0 0 0,0 1 0,0-1 0,0 0 0,0 0 0,0 0 0,0 0 0,0 0 0,-1 0 0,1 0 0,0 0 0,-1-1 0,1 1 0,-1 0 0,1 0 0,-1 0 0,1 0 0,-1 0 0,1 0 0,-1-1 0,0 1 0,0 0 0,1-1 0,-1 1 0,0 0 0,0-1 0,0 1 0,0-1 0,0 1 0,1-1 0,-1 0 0,0 1 0,0-1 0,0 0 0,0 0 0,0 1 0,0-1 0,0 0 0,0 0 0,-1 0 0,1 0 0,0-1 0,0 1 0,0 0 0,0 0 0,0 0 0,1-1 0,-1 1 0,0-1 0,0 1 0,0-1 0,0 1 0,0-1 0,0 1 0,1-1 0,-1 0 0,0 1 0,0-1 0,1 0 0,-1 0 0,0 0 0,1 1 0,-1-1 0,0-1 0,3 5 0,-1 1 0,1-1 0,0 0 0,0 1 0,0-1 0,1 0 0,-1 0 0,1 0 0,-1 0 0,1-1 0,0 1 0,0-1 0,1 0 0,-1 0 0,0 0 0,1 0 0,-1 0 0,1-1 0,-1 1 0,6 0 0,1 1 0,1 0 0,-1-1 0,1-1 0,0 0 0,0 0 0,12-1 0,-13-1 0,-1 0 0,1-1 0,-1 0 0,0 0 0,0 0 0,0-2 0,0 1 0,0-1 0,-1 0 0,0-1 0,0 0 0,0 0 0,13-11 0,-14 8 0,0 1 0,0-1 0,0-1 0,-1 1 0,0-1 0,-1 0 0,0 0 0,-1-1 0,1 1 0,-2-1 0,0 0 0,3-13 0,-3 4 0,0 1 0,-2-1 0,0 0 0,-1 0 0,-1 1 0,-1-1 0,0 0 0,-2 1 0,-8-29 0,5 25 0,-1 1 0,-2-1 0,0 1 0,-1 1 0,-1 0 0,0 1 0,-22-25 0,30 40 0,0-1 0,0 1 0,0 0 0,-10-6 0,13 9 0,1 1 0,-1-1 0,0 1 0,1 0 0,-1-1 0,0 1 0,1 0 0,-1-1 0,0 1 0,0 0 0,0 0 0,1-1 0,-1 1 0,0 0 0,0 0 0,0 0 0,1 0 0,-1 0 0,0 0 0,0 0 0,0 1 0,1-1 0,-1 0 0,0 0 0,0 0 0,1 1 0,-1-1 0,0 0 0,1 1 0,-1-1 0,0 1 0,1-1 0,-1 1 0,0-1 0,1 1 0,-1 0 0,1-1 0,-1 1 0,1 0 0,-1-1 0,1 1 0,0 0 0,-1-1 0,1 2 0,-4 8 0,1 0 0,1 0 0,0 0 0,0 0 0,1 1 0,0-1 0,1 0 0,1 15 0,3 9 0,9 40 0,4-1-455,4-2 0,47 112 0,-59-162-6371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8.4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44 24575,'1'4'0,"-1"-1"0,1 1 0,1 0 0,-1 0 0,1-1 0,-1 1 0,1-1 0,0 1 0,0-1 0,0 0 0,1 0 0,-1 0 0,1 0 0,0 0 0,0-1 0,6 6 0,-8-8 0,-1 0 0,1 0 0,-1 1 0,1-1 0,0 0 0,-1 0 0,1 1 0,-1-1 0,1 0 0,0 0 0,-1 0 0,1 0 0,0 0 0,-1 0 0,1 0 0,0 0 0,-1 0 0,1-1 0,0 1 0,-1 0 0,1 0 0,0-1 0,-1 1 0,1 0 0,-1 0 0,1-1 0,-1 1 0,1-1 0,-1 1 0,1-1 0,-1 1 0,1-1 0,-1 1 0,1-1 0,-1 1 0,0-1 0,1 1 0,-1-2 0,14-27 0,-11 21 0,-1 3 0,0 1 0,0-1 0,1 1 0,0 0 0,0 0 0,0 0 0,0 0 0,0 0 0,1 1 0,4-5 0,-5 7 0,-1-1 0,1 1 0,-1 0 0,1 0 0,-1 0 0,1 0 0,0 0 0,-1 1 0,1-1 0,0 1 0,-1 0 0,1 0 0,0 0 0,0 0 0,0 0 0,-1 0 0,1 1 0,0-1 0,4 3 0,6 2-151,-1 0-1,1 1 0,-2 1 0,1 0 1,-1 1-1,0 0 0,0 0 1,15 17-1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0.7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32 24575,'0'-4'0,"0"1"0,1-1 0,-1 0 0,2-7 0,-2 11 0,0 0 0,0-1 0,0 1 0,0 0 0,0 0 0,1-1 0,-1 1 0,0 0 0,0 0 0,0-1 0,0 1 0,1 0 0,-1 0 0,0-1 0,0 1 0,0 0 0,1 0 0,-1 0 0,0 0 0,0-1 0,1 1 0,-1 0 0,0 0 0,1 0 0,-1 0 0,0 0 0,1 0 0,0 0 0,-1 0 0,1 0 0,0 1 0,0-1 0,0 0 0,-1 1 0,1-1 0,0 1 0,-1-1 0,1 1 0,-1-1 0,1 1 0,0 0 0,-1-1 0,1 2 0,9 11 0,-1 1 0,-1 0 0,0 0 0,6 16 0,-2-5 0,28 57 0,4-2 0,4-2 0,63 78 0,270 277 0,-367-419 0,17 23 0,-27-32 0,0 0 0,-1 0 0,0 0 0,0 1 0,-1 0 0,1-1 0,-1 1 0,2 11 0,-3-16-72,-1 0 1,0 1-1,0-1 0,0 0 0,0 0 0,0 0 0,0 0 0,0 0 1,-1 0-1,1 0 0,0 0 0,-1 0 0,1 0 0,0 0 0,-1 0 1,1 0-1,-1 0 0,0 1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1.8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24575,'36'113'0,"-27"-90"0,1 0 0,22 37 0,-26-50 0,0-1 0,-1 1 0,0 0 0,-1 0 0,0 1 0,5 19 0,-9-29-68,0 0 0,0 0-1,0 0 1,0-1 0,0 1 0,0 0-1,0 0 1,0 0 0,0-1 0,0 1-1,-1 0 1,1 0 0,0 0 0,-1-1-1,1 1 1,0 0 0,-1-1-1,1 1 1,-1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2.2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 24575,'22'-1'0,"1"0"0,-1 2 0,0 0 0,1 1 0,-1 2 0,30 8 0,-36-7 0,0 0 0,-1 2 0,0 0 0,0 1 0,0 0 0,-1 1 0,-1 0 0,1 2 0,14 14 0,-14-11 0,-1 1 0,0 0 0,0 1 0,-2 1 0,14 23 0,-21-32 0,0 1 0,-1-1 0,1 1 0,-1 0 0,-1-1 0,0 1 0,0 0 0,-1 1 0,0-1 0,-1 0 0,1 0 0,-2 0 0,-2 18 0,1-19 0,-1 0 0,0 0 0,-1-1 0,1 0 0,-2 1 0,1-2 0,-1 1 0,0 0 0,0-1 0,0 0 0,-1 0 0,-11 9 0,1-2 0,-2-1 0,1-1 0,-35 17 0,36-21-151,0 1-1,0-2 0,-1 0 0,0-1 1,0-1-1,0-1 0,0 0 1,-25 0-1,29-3-6674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2.6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24575,'3'20'0,"2"11"0,2 3 0,1-2 0,-1-4 0,-1-4 0,1-4 0,-1-3 0,1-2 0,-1-3-8191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2.8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500 45 24575,'-30'-8'0,"-14"-2"0,-4 1 0,-3 2 0,4 1 0,4 3 0,8 1 0,4 4 0,3 1 0,1 3 0,0 0 0,3 2 0,-1 2 0,3-1 0,5-2-8191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3.4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24575,'3'19'0,"3"10"0,2 2 0,4-3 0,1-2 0,1-4 0,-2-3 0,0-2 0,0-2 0,-2-3-8191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3.7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69 24575,'22'-3'0,"10"0"0,2 0 0,0 1 0,-4 0 0,-4 1 0,-3-2 0,-5-1 0,-2-1 0,-1-4 0,-3-1 0,-7 0 0,-6 2 0,-5 3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3.9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24575,'26'3'0,"13"0"0,1 0 0,-1-1 0,-5-2 0,-6-2 0,-4-1 0,-5 1 0,-5 0-8191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4.2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0 24575,'-3'17'0,"0"9"0,0 4 0,3-1 0,1-2 0,4-3 0,0-4 0,2-3 0,2-3 0,0-3 0,1 0 0,1-2 0,-2-3-8191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4.5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534 121 24575,'-27'-19'0,"-12"-7"0,-1 1 0,1 5 0,5 5 0,3 6 0,5 5 0,1 2 0,1 4 0,-2 2 0,0 3 0,-1 2 0,-1 3 0,0-2 0,-3 1 0,1 1 0,1-2 0,6-3-8191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5.2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187 48 24575,'7'5'0,"1"0"0,-1 1 0,0 0 0,0 0 0,0 1 0,10 14 0,-16-19 0,1 0 0,-1 1 0,1-1 0,-1 0 0,0 1 0,0-1 0,0 1 0,-1 0 0,1-1 0,-1 1 0,1 0 0,-1-1 0,0 1 0,0 0 0,0 0 0,0-1 0,-1 1 0,1 0 0,-1-1 0,1 1 0,-1-1 0,0 1 0,0 0 0,0-1 0,0 0 0,-1 1 0,-2 3 0,1-2 0,-1 1 0,1 0 0,-1-1 0,-1 0 0,1 0 0,0 0 0,-1 0 0,0-1 0,0 0 0,0 0 0,-6 3 0,7-5 0,0 0 0,0 0 0,0 0 0,0 0 0,0 0 0,0-1 0,0 0 0,0 1 0,0-2 0,0 1 0,0 0 0,0-1 0,0 0 0,0 0 0,0 0 0,-6-3 0,3 1 0,0-1 0,0 0 0,0-1 0,1 0 0,0 0 0,0 0 0,0 0 0,1-1 0,-7-8 0,6 6 0,0-1 0,0 0 0,1 0 0,0-1 0,1 1 0,-5-16 0,8 22 4,0 1 0,1-1-1,-1 0 1,1 1 0,0-1 0,0 0-1,0 0 1,0 1 0,0-1 0,1 0-1,-1 1 1,1-1 0,0 0 0,-1 1-1,1-1 1,0 1 0,1-1 0,-1 1-1,0 0 1,1-1 0,-1 1 0,1 0-1,0 0 1,0 0 0,0 0 0,0 0-1,0 1 1,0-1 0,0 0 0,1 1-1,2-2 1,0 1-97,-1 0 0,1 0 1,0 0-1,0 0 0,0 1 0,0 0 0,0 0 0,0 0 1,1 1-1,-1 0 0,0 0 0,0 0 0,0 1 1,0-1-1,9 3 0,-4 1-6733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5.7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166 50 24575,'-5'-3'0,"-13"-8"0,-21-11 0,34 20 0,0 0 0,0 0 0,-1 0 0,1 1 0,0-1 0,-1 1 0,1 1 0,0-1 0,-10 1 0,13 0 0,1 0 0,-1 1 0,0-1 0,1 1 0,-1-1 0,0 1 0,1 0 0,-1 0 0,1-1 0,-1 1 0,1 0 0,-1 0 0,1 1 0,0-1 0,-1 0 0,1 0 0,0 1 0,0-1 0,0 1 0,0-1 0,0 1 0,0-1 0,1 1 0,-1-1 0,0 1 0,1 0 0,-1 1 0,-1 5 0,0 0 0,1 0 0,0 0 0,1 13 0,1 5 0,1 0 0,2 0 0,0 0 0,2-1 0,17 49 0,63 120 0,-57-133 0,37 66-1365,-56-110-5461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5.89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342 41 24575,'-27'-7'0,"-11"-3"0,-5 1 0,4 1 0,2 3 0,6 4 0,6 2 0,1 2 0,3 2 0,0 0 0,2 2 0,3 0-8191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6.7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234 147 24575,'-20'-23'0,"-42"-43"0,54 58 0,-1 0 0,0 1 0,-1 0 0,0 1 0,-17-9 0,25 14 0,0 0 0,0 0 0,0 0 0,0 1 0,0-1 0,-1 1 0,1-1 0,0 1 0,0 0 0,-1 0 0,1 0 0,0 0 0,0 0 0,-1 0 0,1 1 0,0-1 0,0 1 0,0-1 0,-1 1 0,1 0 0,0 0 0,0 0 0,-2 2 0,2-1 0,0 0 0,0 0 0,0 0 0,0 0 0,0 1 0,1-1 0,-1 0 0,1 1 0,-1 0 0,1-1 0,0 1 0,0 0 0,0-1 0,1 1 0,-1 0 0,1 0 0,-1 5 0,1-4 0,0 1 0,0 0 0,0-1 0,0 1 0,1 0 0,0-1 0,0 1 0,0-1 0,2 5 0,-2-6 0,0-1 0,1 0 0,-1 0 0,1 0 0,-1 0 0,1 0 0,0 0 0,-1 0 0,1 0 0,0-1 0,0 1 0,0-1 0,1 1 0,-1-1 0,0 0 0,0 0 0,1 0 0,2 1 0,-4-2 0,14 5 0,0 0 0,0-2 0,22 3 0,-32-6 0,-1 1 0,0-2 0,1 1 0,-1 0 0,0-1 0,0 0 0,7-2 0,-9 2 0,0 1 0,0-1 0,0 0 0,0-1 0,0 1 0,0 0 0,0 0 0,-1-1 0,1 1 0,-1-1 0,1 0 0,-1 1 0,1-1 0,-1 0 0,2-3 0,-2 3 5,-1 0-1,1 0 0,-1 0 1,1-1-1,-1 1 1,0 0-1,1 0 0,-1 0 1,0 0-1,-1 0 0,1 0 1,0 0-1,0 0 1,-1 0-1,0 0 0,1 0 1,-1 0-1,0 0 0,0 0 1,0 0-1,0 0 0,0 0 1,0 1-1,0-1 1,-1 1-1,-2-3 0,-3-4-360,-1 1-1,-1 0 1,-15-10 0,23 17 298,-13-10-6768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7.0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86 304 24575,'36'-2'0,"-33"1"0,-1 1 0,0-1 0,1 1 0,-1-1 0,0 0 0,0 0 0,0 0 0,0 0 0,0 0 0,0 0 0,0-1 0,3-2 0,-4 3 0,-1 0 0,1 1 0,-1-1 0,0 0 0,1 0 0,-1 0 0,0 1 0,0-1 0,1 0 0,-1 0 0,0 0 0,0 0 0,0 0 0,0 1 0,0-1 0,0 0 0,0 0 0,0 0 0,0 0 0,-1 0 0,1 1 0,0-1 0,-1 0 0,1 0 0,0 0 0,-1 1 0,1-1 0,-1 0 0,1 0 0,-1 1 0,0-2 0,-24-22 0,20 19 0,-15-12 0,2-1 0,-22-28 0,35 40 0,0-1 0,0 0 0,1 0 0,1 0 0,-1-1 0,1 1 0,0-1 0,1 0 0,0 1 0,0-1 0,-1-15 0,2 21 0,1 0 0,0 1 0,0-1 0,0 0 0,0 1 0,0-1 0,0 0 0,1 1 0,-1-1 0,1 0 0,-1 1 0,1-1 0,-1 1 0,1-1 0,0 1 0,0-1 0,0 1 0,0-1 0,0 1 0,0 0 0,0-1 0,0 1 0,0 0 0,1 0 0,-1 0 0,0 0 0,1 0 0,-1 0 0,1 1 0,-1-1 0,1 0 0,-1 1 0,1-1 0,0 1 0,-1-1 0,1 1 0,0 0 0,-1 0 0,1 0 0,2 0 0,2 0 0,-1 1 0,0-1 0,1 1 0,-1 0 0,0 1 0,0 0 0,1-1 0,-1 1 0,0 1 0,-1-1 0,9 6 0,-1 1-455,0 1 0,22 22 0,-25-21-6371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7.2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 1 24575,'-5'5'0,"-2"3"0,-1 2 0,-3 1 0,-1-2 0,0-2-8191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7.4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24575,'10'17'0,"5"8"0,1 5 0,-3-2-8191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8.0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252 151 24575,'-30'-30'0,"10"8"0,-1 1 0,-2 2 0,-24-19 0,43 36 0,-1-1 0,1 0 0,-1 1 0,0 0 0,0 0 0,0 0 0,0 1 0,0-1 0,-5 0 0,8 2 0,0 0 0,0 0 0,0 0 0,0 0 0,0 0 0,0 1 0,0-1 0,1 1 0,-1-1 0,0 1 0,0-1 0,1 1 0,-1 0 0,0 0 0,1 0 0,-1 0 0,0 0 0,1 0 0,0 1 0,-1-1 0,1 0 0,0 1 0,-1-1 0,1 1 0,0-1 0,0 1 0,-1 2 0,0 1 0,0 0 0,0 1 0,1-1 0,0 0 0,0 1 0,0-1 0,0 1 0,1 0 0,0-1 0,0 1 0,0-1 0,1 1 0,0-1 0,0 1 0,2 5 0,-2-8 0,-1-1 0,1 1 0,0-1 0,0 0 0,1 1 0,-1-1 0,0 0 0,1 0 0,-1 1 0,1-1 0,0-1 0,0 1 0,-1 0 0,1 0 0,0-1 0,1 1 0,-1-1 0,0 1 0,0-1 0,1 0 0,-1 0 0,1 0 0,-1 0 0,1 0 0,-1-1 0,1 1 0,-1-1 0,1 0 0,-1 0 0,1 0 0,0 0 0,-1 0 0,5-1 0,-1-1 0,0 1 0,0-2 0,0 1 0,0-1 0,0 1 0,-1-2 0,0 1 0,7-5 0,24-14 0,-35 22 0,0-1 0,0 0 0,1 1 0,-1 0 0,0-1 0,0 1 0,1 0 0,-1-1 0,1 1 0,-1 0 0,0 0 0,1 0 0,-1 0 0,0 1 0,1-1 0,-1 0 0,0 0 0,1 1 0,-1-1 0,1 1 0,0 1 0,0-1 0,0 0 0,-1 0 0,1 1 0,-1-1 0,0 1 0,1 0 0,-1-1 0,0 1 0,0 0 0,0-1 0,1 3 0,2 7 0,0 0 0,-1-1 0,0 1 0,1 12 0,-2-11 0,5 26 0,20 117 0,-23-117 0,-1 0 0,-2 43 0,-1-79 0,0 1 0,0-1 0,-1 1 0,1-1 0,-1 1 0,1-1 0,-1 1 0,0-1 0,0 0 0,0 1 0,0-1 0,0 0 0,-1 0 0,1 0 0,-1 0 0,1 0 0,-1 0 0,-3 3 0,3-4 0,0 0 0,0 0 0,1 0 0,-1-1 0,0 1 0,0-1 0,0 1 0,0-1 0,0 1 0,0-1 0,0 0 0,0 0 0,0 0 0,0 0 0,0-1 0,0 1 0,0 0 0,0-1 0,0 0 0,0 1 0,0-1 0,1 0 0,-1 0 0,-2-1 0,-14-10 0,1 0 0,0-1 0,1-1 0,-16-16 0,21 19 0,0-1 0,-17-26 0,25 33 0,0 0 0,0 0 0,0 0 0,1 0 0,-1-1 0,1 0 0,1 1 0,-1-1 0,1 0 0,0 0 0,0-6 0,1 10-54,1-1-1,-1 1 0,1-1 1,-1 1-1,1 0 1,0 0-1,0-1 0,0 1 1,0 0-1,0 0 1,1 0-1,-1 0 0,1 0 1,-1 0-1,1 0 0,0 1 1,-1-1-1,1 0 1,0 1-1,0 0 0,0-1 1,0 1-1,1 0 1,2-1-1,3-2-6771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8.4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 24575,'2'-2'0,"4"5"0,4 5 0,103 123 0,-112-130 0,0 0 0,0 0 0,0 0 0,0 0 0,0 0 0,0 0 0,0 0 0,1 0 0,-1-1 0,0 1 0,0 0 0,1-1 0,-1 1 0,0-1 0,1 1 0,-1-1 0,1 0 0,-1 0 0,0 1 0,1-1 0,-1 0 0,1 0 0,-1 0 0,1 0 0,-1-1 0,2 1 0,-1-1 0,-1 0 0,1 0 0,-1 0 0,0-1 0,1 1 0,-1 0 0,0 0 0,0-1 0,0 1 0,0 0 0,0-1 0,0 0 0,0 1 0,0-1 0,-1 1 0,1-1 0,-1 0 0,1 1 0,-1-1 0,0 0 0,1-2 0,0-13 0,0 0 0,-2-29 0,0 42 0,0 2 18,0 7-248,0-1-923,-2 5-5673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8.7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24575,'24'14'0,"9"8"0,-2 3 0,-6-1 0,-7-5-8191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9.4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24575,'36'22'0,"-2"3"0,59 53 0,-88-73 0,1 0 0,1 1 0,0-1 0,1 0 0,-1-1 0,13 6 0,-18-9 0,0-1 0,0 1 0,0 0 0,0-1 0,0 0 0,0 1 0,0-1 0,1 0 0,-1 0 0,0 0 0,0 0 0,3-1 0,-4 1 0,0-1 0,0 1 0,0-1 0,0 1 0,1-1 0,-1 0 0,-1 1 0,1-1 0,0 0 0,0 0 0,0 0 0,0 0 0,0 0 0,-1 0 0,1 0 0,0 0 0,-1 0 0,1 0 0,-1 0 0,0 0 0,1 0 0,-1 0 0,1-3 0,-1 1 0,1-1 0,-1 0 0,0 0 0,0 0 0,0 0 0,0 0 0,-1 1 0,1-1 0,-2-4 0,-14-36 0,4 13 0,12 30 0,0 0 0,-1 1 0,1-1 0,0 0 0,0 0 0,-1 0 0,1 0 0,0 0 0,0 0 0,0 0 0,0 1 0,0-1 0,0 0 0,1 0 0,-1 0 0,0 0 0,1-1 0,-1 1 0,0 1 0,1 0 0,-1 0 0,1-1 0,-1 1 0,0 0 0,1 0 0,-1 0 0,0 0 0,1-1 0,-1 1 0,1 0 0,-1 0 0,0 0 0,1 0 0,-1 0 0,1 0 0,-1 0 0,0 0 0,1 0 0,-1 0 0,1 0 0,-1 1 0,0-1 0,1 0 0,0 0 0,2 1 0,0 1 0,0-1 0,0 1 0,0 0 0,0 0 0,-1 0 0,5 4 0,3 5-336,-1 1 0,0 0 0,12 25 0,-20-37 315,6 14-6805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0.1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180 760 24575,'-66'-53'0,"60"49"0,0 0 0,0 0 0,-1 0 0,1 1 0,-1 0 0,0 1 0,0 0 0,-15-3 0,21 4 0,-1 1 0,1 0 0,0 0 0,-1 0 0,1 0 0,-1 0 0,1 0 0,0 1 0,-1-1 0,1 0 0,0 1 0,-1-1 0,1 1 0,0-1 0,-1 1 0,1 0 0,0-1 0,0 1 0,0 0 0,0 0 0,0 0 0,-2 2 0,2-1 0,0 0 0,0 0 0,0 0 0,0 0 0,0 0 0,0 0 0,1 1 0,-1-1 0,1 0 0,0 1 0,-1-1 0,1 4 0,1 1 0,-1 1 0,1-1 0,0 0 0,1 1 0,0-1 0,0 0 0,6 12 0,-5-13 0,1 0 0,0-1 0,1 1 0,-1-1 0,1 0 0,0 0 0,1 0 0,-1-1 0,1 1 0,0-1 0,0-1 0,0 1 0,0-1 0,1 0 0,-1-1 0,1 1 0,13 2 0,-16-4 0,-1-1 0,1 1 0,0-1 0,0 0 0,-1 0 0,1 0 0,0 0 0,-1-1 0,1 1 0,0-1 0,-1 0 0,1 0 0,-1 0 0,1-1 0,-1 1 0,1-1 0,-1 0 0,0 0 0,0 0 0,0 0 0,0-1 0,0 1 0,-1-1 0,1 1 0,-1-1 0,1 0 0,-1 0 0,0 0 0,0-1 0,0 1 0,-1 0 0,1-1 0,-1 1 0,2-8 0,-1 4 0,-1 0 0,1 0 0,-1-1 0,0 1 0,-1 0 0,0-1 0,0 1 0,-1 0 0,0-1 0,0 1 0,-2-8 0,8 28 0,2 1 0,-1-2 0,2 1 0,0-1 0,0 0 0,20 20 0,-22-25 0,1 0 0,0 0 0,0-1 0,0 0 0,1-1 0,0 0 0,0 0 0,1 0 0,0-1 0,-1-1 0,1 1 0,14 2 0,-21-5 0,1-1 0,-1 0 0,0 1 0,0-1 0,0 0 0,0 0 0,0 0 0,0-1 0,0 1 0,0 0 0,0-1 0,0 0 0,0 1 0,0-1 0,0 0 0,0 0 0,-1 0 0,1 0 0,0 0 0,0 0 0,-1-1 0,1 1 0,-1-1 0,1 1 0,-1-1 0,0 1 0,0-1 0,1 0 0,-1 1 0,0-1 0,0 0 0,-1 0 0,1 0 0,1-4 0,0-5 0,0-1 0,0 1 0,-1-1 0,-1 1 0,0-13 0,0 16 0,-2-36 0,-2 0 0,-2 1 0,-2-1 0,-1 2 0,-31-83 0,-108-192 0,142 305 0,-2-4 0,0 1 0,-1 0 0,-17-21 0,26 36 0,-1-1 0,1 1 0,0-1 0,-1 1 0,1-1 0,0 1 0,-1 0 0,1-1 0,-1 1 0,1-1 0,-1 1 0,1 0 0,-1 0 0,1-1 0,-1 1 0,1 0 0,-1 0 0,1 0 0,-1-1 0,1 1 0,-1 0 0,1 0 0,-1 0 0,1 0 0,-2 0 0,2 1 0,-1-1 0,1 0 0,-1 1 0,1-1 0,0 1 0,-1-1 0,1 1 0,0-1 0,-1 1 0,1-1 0,0 1 0,0 0 0,-1-1 0,1 1 0,0-1 0,0 1 0,0 0 0,0 0 0,0 31 0,4-5 0,2 0 0,0-1 0,1 0 0,2-1 0,16 36 0,3-6 0,44 65 0,-30-58-118,4-1-1,73 76 1,-78-96 29,2-2 0,1-2 1,86 54-1,-104-74-1158,-7-4-4987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1.1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210 4 24575,'-20'-2'0,"1"1"0,-1 0 0,1 2 0,-1 0 0,1 1 0,-33 8 0,50-9 0,0-1 0,-1 1 0,1 0 0,0-1 0,0 1 0,0 0 0,0 1 0,1-1 0,-1 0 0,0 0 0,0 1 0,1-1 0,-1 1 0,1 0 0,-1-1 0,1 1 0,0 0 0,-1 0 0,1 0 0,0 0 0,0 0 0,1 0 0,-1 0 0,0 0 0,1 0 0,-1 0 0,1 1 0,-1-1 0,1 0 0,0 0 0,0 0 0,0 1 0,1-1 0,-1 0 0,1 3 0,1 2 0,0 0 0,0-1 0,1 1 0,0-1 0,0 0 0,0 0 0,1 0 0,0 0 0,0 0 0,6 5 0,31 28 0,1-2 0,55 37 0,-27-23 0,-64-46 0,-4-4 0,0 0 0,0 1 0,0-1 0,0 1 0,0-1 0,0 1 0,0 0 0,-1 0 0,1 0 0,-1 0 0,1 0 0,-1 0 0,0 0 0,2 4 0,-3-6 0,0 1 0,0-1 0,-1 1 0,1-1 0,0 0 0,0 1 0,0-1 0,0 1 0,-1-1 0,1 0 0,0 1 0,-1-1 0,1 0 0,0 1 0,0-1 0,-1 0 0,1 0 0,0 1 0,-1-1 0,1 0 0,-1 0 0,1 0 0,0 1 0,-1-1 0,1 0 0,-1 0 0,1 0 0,0 0 0,-1 0 0,0 0 0,-16 2 0,15-2 0,-27-2 0,1 0 0,-1-1 0,1-2 0,-34-11 0,-23-3 0,73 16-1365,2 0-5461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1.4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1 24575,'-5'12'0,"-2"7"0,4 2 0,1 0 0,2 0 0,2-3 0,2-1 0,2-1 0,1-3-8191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1.6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24575,'7'9'0,"3"9"0,-1 4 0,-1 0 0,-3-1 0,1-2 0,-1-4-8191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2.0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237 203 24575,'-18'-21'0,"-15"-20"0,-75-70 0,103 107 0,0 0 0,0 0 0,-1 1 0,1-1 0,-12-3 0,16 6 0,0 1 0,1-1 0,-1 1 0,0 0 0,0-1 0,0 1 0,0 0 0,0 0 0,0 0 0,1 0 0,-1 0 0,0 0 0,0 0 0,0 0 0,0 0 0,0 0 0,0 0 0,0 1 0,0-1 0,1 0 0,-1 1 0,0-1 0,0 1 0,0-1 0,1 0 0,-1 1 0,0 0 0,0-1 0,1 1 0,-1-1 0,1 1 0,-1 0 0,0 0 0,1-1 0,-1 1 0,1 0 0,0 0 0,-1 0 0,1-1 0,0 1 0,-1 0 0,1 0 0,0 0 0,0 0 0,0 0 0,0 0 0,0 0 0,0 0 0,0-1 0,0 3 0,0 3 0,1 1 0,-1 0 0,1 0 0,1-1 0,-1 1 0,1-1 0,1 1 0,-1-1 0,1 0 0,0 0 0,0 0 0,5 7 0,2 0 0,0 0 0,0-1 0,1 0 0,12 11 0,-12-15 0,-1 0 0,1 0 0,1-1 0,21 10 0,52 15 0,-49-19 0,-33-12 0,-1 0 0,1 0 0,-1 0 0,1 0 0,-1 0 0,0 1 0,0-1 0,0 1 0,0 0 0,0-1 0,0 1 0,0 0 0,0 0 0,-1 0 0,1 1 0,-1-1 0,1 0 0,0 3 0,-1-1 0,0 0 0,0-1 0,0 1 0,-1 0 0,1 0 0,-1 0 0,0-1 0,0 1 0,-1 0 0,1 0 0,-1 0 0,-1 4 0,-5 13 0,-1-1 0,-1 0 0,-1 0 0,-23 36 0,5-10 0,24-39 0,1-1 0,-1 0 0,0-1 0,-1 1 0,1-1 0,-1 1 0,-9 6 0,12-10 0,-1-1 0,1 1 0,0-1 0,-1 0 0,1 0 0,-1 0 0,0 0 0,1 0 0,-1-1 0,0 1 0,0-1 0,1 0 0,-1 1 0,0-1 0,0-1 0,1 1 0,-1 0 0,0-1 0,1 1 0,-1-1 0,0 0 0,-3-1 0,-1-2 11,0 1 0,0-1 0,0 0 0,1 0 0,0-1 0,0 0-1,0 0 1,0 0 0,1-1 0,-8-11 0,0-1-506,2-1 0,-15-30 0,19 35-6331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2.5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24575,'33'42'0,"-17"-26"0,-1-1 0,1 0 0,0-1 0,1-1 0,0 0 0,22 11 0,-37-23 0,1 0 0,0 0 0,0 0 0,0 0 0,1 0 0,-1 0 0,0-1 0,0 1 0,0-1 0,0 0 0,0 0 0,1 0 0,-1-1 0,0 1 0,0-1 0,0 0 0,0 0 0,0 0 0,0 0 0,0 0 0,0-1 0,0 1 0,0-1 0,-1 0 0,1 1 0,-1-1 0,1 0 0,-1-1 0,0 1 0,0 0 0,0-1 0,0 1 0,0-1 0,-1 0 0,1 0 0,-1 0 0,1 1 0,-1-1 0,0 0 0,0 0 0,-1-1 0,1 1 0,0 0 0,-1-5 0,1-45 0,-1 53 0,0 0 0,0 0 0,0 0 0,0 0 0,0 0 0,0 0 0,0 0 0,0 0 0,0 0 0,0 0 0,0 0 0,0 0 0,0 0 0,0 0 0,0 0 0,0 0 0,1 0 0,-1 0 0,0 0 0,0 0 0,0 0 0,0 0 0,0 0 0,0 0 0,0 0 0,0 0 0,0 0 0,0 0 0,0 0 0,0 0 0,0 0 0,0 0 0,0 0 0,0 0 0,0 0 0,0 0 0,1 0 0,-1 0 0,0 0 0,0 0 0,0 0 0,0 0 0,0 0 0,0 0 0,0 0 0,0 0 0,0 0 0,0 0 0,0 0 0,0 0 0,0 0 0,0-1 0,0 1 0,0 0 0,0 0 0,0 0 0,0 0 0,0 0 0,0 0 0,0 0 0,0 0 0,0 0 0,0 0 0,0 0 0,0 0 0,0 0 0,0 0 0,0 0 0,0 0 0,4 6 0,2 8 0,-1-1-1365,-1 0-5461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3.2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189 815 24575,'-16'-11'0,"-56"-31"0,66 39 0,-1-1 0,-1 2 0,1-1 0,0 1 0,-1 0 0,1 0 0,-1 1 0,-9 0 0,16 0 0,0 1 0,0 0 0,0 0 0,0 0 0,0 0 0,0 1 0,0-1 0,0 0 0,0 0 0,0 0 0,0 1 0,1-1 0,-1 1 0,0-1 0,0 1 0,0-1 0,0 1 0,0-1 0,1 1 0,-1 0 0,0-1 0,0 1 0,1 0 0,-1 0 0,0 1 0,0-1 0,1 1 0,0-1 0,-1 1 0,1-1 0,0 1 0,0 0 0,0-1 0,0 1 0,0 0 0,0-1 0,0 1 0,1-1 0,-1 1 0,1 1 0,2 5 0,0-1 0,0 0 0,0 0 0,1 0 0,6 8 0,4 1 0,0 0 0,1 0 0,0-2 0,1 0 0,0 0 0,2-2 0,-1 0 0,31 14 0,-39-22 0,0 0 0,0-1 0,0-1 0,1 1 0,-1-2 0,1 1 0,-1-1 0,1-1 0,0 1 0,9-2 0,-15 0 0,-1 1 0,0-1 0,1 0 0,-1 0 0,0 0 0,0 0 0,0 0 0,0-1 0,0 0 0,0 1 0,-1-1 0,1 0 0,4-4 0,-5 4 0,0-1 0,-1 1 0,1-1 0,-1 1 0,1-1 0,-1 0 0,0 0 0,0 1 0,0-1 0,-1 0 0,1 0 0,-1 0 0,1 0 0,-1 0 0,0 0 0,0 0 0,-1-5 0,-1-4 0,0 0 0,-1 1 0,0-1 0,-1 1 0,0 0 0,-1 0 0,0 1 0,-1-1 0,0 1 0,0 0 0,-10-10 0,15 19 0,1 0 0,-1 0 0,1 1 0,-1-1 0,0 0 0,1 1 0,-1-1 0,0 1 0,1-1 0,-1 1 0,0-1 0,0 1 0,0-1 0,1 1 0,-1 0 0,0-1 0,0 1 0,0 0 0,0 0 0,0 0 0,-1-1 0,1 2 0,0-1 0,1 0 0,-1 1 0,0-1 0,1 0 0,-1 1 0,0-1 0,1 1 0,-1-1 0,0 1 0,1-1 0,-1 1 0,1 0 0,-1-1 0,1 1 0,0 0 0,-1-1 0,1 1 0,-1 1 0,0 1 0,-1 1 0,1 0 0,0 0 0,1-1 0,-1 1 0,1 0 0,-1 0 0,1 0 0,1 4 0,0-2 0,0 0 0,0 0 0,1 0 0,0 0 0,1 0 0,-1-1 0,1 1 0,0-1 0,0 1 0,1-1 0,0 0 0,0-1 0,0 1 0,0 0 0,7 4 0,-5-4 0,0-1 0,0 0 0,0 0 0,1-1 0,-1 0 0,1 0 0,0 0 0,0-1 0,0 0 0,0 0 0,1 0 0,11 0 0,-15-2 0,0 0 0,0-1 0,0 1 0,0-1 0,0 0 0,0 0 0,0 0 0,-1 0 0,1-1 0,0 0 0,-1 0 0,1 0 0,-1 0 0,1 0 0,-1 0 0,0-1 0,0 0 0,0 0 0,0 0 0,-1 0 0,1 0 0,2-4 0,0-1 0,-1 0 0,1-1 0,-1 1 0,-1-1 0,1 0 0,-2 0 0,1-1 0,1-12 0,-1-11 0,-1 0 0,-2 0 0,-1 1 0,-2-1 0,-1 0 0,-1 0 0,-2 1 0,-14-41 0,-5 3 0,-2 1 0,-59-101 0,83 161 0,-12-20 0,-1 0 0,-1 1 0,-28-32 0,46 59 0,-1 1 0,1-1 0,-1 0 0,0 1 0,1-1 0,-1 1 0,0-1 0,0 1 0,1-1 0,-1 1 0,0-1 0,0 1 0,0 0 0,-1-1 0,2 1 0,-1 0 0,1 0 0,0 0 0,0 0 0,-1 0 0,1 1 0,0-1 0,-1 0 0,1 0 0,0 0 0,-1 0 0,1 0 0,0 1 0,0-1 0,-1 0 0,1 0 0,0 0 0,0 1 0,0-1 0,-1 0 0,1 0 0,0 1 0,0-1 0,0 0 0,0 0 0,-1 1 0,1-1 0,0 3 0,-1-1 0,0 1 0,1-1 0,0 1 0,0-1 0,-1 1 0,1-1 0,1 6 0,4 18 2,0 0 0,2-1 0,1 1 0,20 43 0,58 91-127,-34-74-179,5-2 0,3-2-1,3-4 1,4-2 0,81 71 0,-122-124-5947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4.7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24575,'12'8'0,"7"2"0,0-1-8191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9.0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31 24575,'-6'-17'0,"6"17"0,0 0 0,-1-1 0,1 1 0,0-1 0,0 1 0,0 0 0,0-1 0,0 1 0,0-1 0,0 1 0,0-1 0,0 1 0,0-1 0,0 1 0,0 0 0,0-1 0,0 1 0,0-1 0,0 1 0,0 0 0,1-1 0,-1 1 0,0-1 0,0 1 0,0 0 0,1-1 0,-1 1 0,0 0 0,1-1 0,-1 1 0,0 0 0,1-1 0,-1 1 0,0 0 0,1-1 0,0 2 0,0-1 0,-1 0 0,1 0 0,0 0 0,-1 1 0,1-1 0,0 1 0,-1-1 0,1 0 0,-1 1 0,1-1 0,-1 1 0,1-1 0,-1 1 0,1-1 0,-1 1 0,1 0 0,-1-1 0,0 1 0,1-1 0,-1 2 0,8 16 0,-8-18 0,13 40 0,-1 0 0,5 42 0,-1-8 0,21 142 0,-37-212 0,1 0 0,-1 0 0,-1 0 0,1 0 0,0 0 0,-2 5 0,2-8 0,0 0 0,0 0 0,-1 0 0,1 0 0,0 0 0,0-1 0,-1 1 0,1 0 0,0 0 0,-1-1 0,1 1 0,-1 0 0,1 0 0,-1-1 0,0 1 0,1 0 0,-1-1 0,1 1 0,-1-1 0,0 1 0,0-1 0,1 1 0,-1-1 0,0 1 0,0-1 0,0 0 0,1 0 0,-1 1 0,0-1 0,0 0 0,0 0 0,0 0 0,0 0 0,0 0 0,-1 0 0,1 0 0,0-1 0,-1 0 0,1 1 0,-1-1 0,1 0 0,0 0 0,0 0 0,-1 0 0,1 0 0,0 0 0,0 0 0,0-1 0,0 1 0,0 0 0,0 0 0,1-1 0,-1 1 0,0-1 0,1 1 0,-1 0 0,1-1 0,-1-2 0,-1 0 0,1-1 0,0 1 0,1-1 0,-1 0 0,1 1 0,0-7 0,1 6 0,-1 0 0,1 0 0,0 0 0,1 0 0,-1 0 0,1 0 0,0 0 0,0 1 0,0-1 0,1 1 0,0 0 0,0-1 0,0 1 0,0 1 0,5-6 0,-5 7 0,1-1 0,0 0 0,0 1 0,-1 0 0,2-1 0,-1 2 0,0-1 0,0 0 0,1 1 0,-1 0 0,0 0 0,1 0 0,0 1 0,-1-1 0,1 1 0,-1 0 0,7 1 0,0 0 0,0 1 0,0 0 0,0 1 0,-1 0 0,1 1 0,-1 0 0,12 7 0,-16-8 0,-1 0 0,0 1 0,0-1 0,0 1 0,-1 0 0,1 0 0,-1 1 0,0-1 0,0 1 0,-1 0 0,1 0 0,-1 0 0,0 0 0,4 11 0,-6-14 0,-1 0 0,1 0 0,-1 0 0,1 0 0,-1 0 0,0 0 0,0 0 0,0 0 0,0 0 0,0 0 0,-1 0 0,1 0 0,0 0 0,-1 0 0,0 0 0,1 0 0,-3 3 0,2-2 0,-1-1 0,0 1 0,-1 0 0,1-1 0,0 1 0,-1-1 0,1 0 0,-1 1 0,-5 2 0,-1 0 0,0-1 0,-1 0 0,1 0 0,-1-1 0,0 0 0,-11 2 0,-2-1-119,-1 1 245,-31 2 1,48-7-294,0 0 1,0 0-1,0 0 1,0-1-1,0 0 1,0-1-1,0 1 0,-13-6 1,8 1-6660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9.7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55 24575,'-9'-3'0,"9"5"0,12 10 0,-6-6 0,-4-4 0,5 5 0,0 0 0,0-1 0,0 0 0,1 0 0,10 5 0,-17-10 0,1 0 0,-1 0 0,1-1 0,-1 1 0,1-1 0,0 1 0,-1-1 0,1 1 0,0-1 0,-1 0 0,1 0 0,0 0 0,-1 0 0,1 0 0,0 0 0,0-1 0,-1 1 0,1 0 0,0-1 0,-1 1 0,1-1 0,-1 0 0,1 1 0,-1-1 0,1 0 0,-1 0 0,1 0 0,-1 0 0,0 0 0,0-1 0,1 1 0,-1 0 0,0 0 0,0-1 0,0 1 0,1-4 0,0 1 0,0-1 0,0 1 0,-1-1 0,0 0 0,1 0 0,-2 1 0,1-1 0,0 0 0,-1 0 0,0 0 0,-1-9 0,1-17 0,0 31 0,0 0 0,0 0 0,0 0 0,0-1 0,0 1 0,0 0 0,0 0 0,0 0 0,0 0 0,0 0 0,0-1 0,1 1 0,-1 0 0,0 0 0,0 0 0,0 0 0,0 0 0,0 0 0,0 0 0,0-1 0,1 1 0,-1 0 0,0 0 0,0 0 0,0 0 0,0 0 0,1 0 0,-1 0 0,0 0 0,0 0 0,0 0 0,0 0 0,1 0 0,-1 0 0,0 0 0,0 0 0,0 0 0,0 0 0,0 0 0,1 0 0,-1 0 0,0 0 0,0 0 0,0 1 0,0-1 0,0 0 0,1 0 0,-1 0 0,0 0 0,0 0 0,0 0 0,0 0 0,0 0 0,0 1 0,0-1 0,1 0 0,-1 0 0,0 0 0,0 1 0,8 7 0,3 6 0,0-1 0,-1 2 0,9 19 0,22 51 0,-14-26 0,11 16 0,27 55 0,-53-101 0,-1 0 0,12 47 0,-22-74 0,-1 1 0,1 0 0,-1-1 0,0 1 0,1 0 0,-1-1 0,0 1 0,-1 0 0,1-1 0,0 1 0,-2 3 0,2-4 0,-1-1 0,0 0 0,0 0 0,1 0 0,-1 0 0,0 0 0,0 0 0,0 0 0,0 0 0,0-1 0,-1 1 0,1 0 0,0 0 0,0-1 0,0 1 0,-1-1 0,1 1 0,0-1 0,-1 0 0,1 1 0,0-1 0,-1 0 0,1 0 0,-2 0 0,-6 0 0,0 0 0,1 0 0,-1-1 0,0 0 0,1-1 0,-12-3 0,-50-21 0,61 22 0,-6-2 0,0-1 0,0-1 0,1 0 0,-16-13 0,25 17 0,0 1 0,0-2 0,1 1 0,0 0 0,0-1 0,0 0 0,0 0 0,1 0 0,0 0 0,0-1 0,0 1 0,1-1 0,-1 0 0,-1-8 0,4 11-50,-1 1-1,1-1 1,0 1-1,0 0 0,0-1 1,1 1-1,-1-1 1,0 1-1,1-1 1,0 1-1,-1 0 0,1-1 1,0 1-1,0 0 1,0 0-1,1 0 1,-1 0-1,0 0 0,1 0 1,-1 0-1,1 0 1,0 0-1,0 1 1,-1-1-1,1 1 1,3-2-1,5-2-6775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20.3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24575,'0'9'0,"0"7"0,3 2 0,3 1 0,2-1 0,1 0 0,1-4 0,1-1 0,2-1 0,0-3 0,-2-2-8191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20.5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24575,'0'0'-8191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20.9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24575,'7'17'0,"1"0"0,17 27 0,-21-38 0,0 0 0,1 0 0,0 0 0,0 0 0,0-1 0,1 0 0,0 0 0,0 0 0,9 4 0,-13-8 0,0 1 0,0-2 0,0 1 0,0 0 0,0 0 0,0-1 0,1 1 0,-1-1 0,0 1 0,1-1 0,-1 0 0,0 0 0,0 0 0,1-1 0,-1 1 0,0 0 0,0-1 0,4-1 0,-4 1 0,0 0 0,0 0 0,0 0 0,-1 0 0,1-1 0,-1 1 0,1-1 0,-1 1 0,1-1 0,-1 0 0,0 0 0,0 1 0,0-1 0,0 0 0,0 0 0,0 0 0,-1 0 0,1 0 0,0 0 0,-1-3 0,2-17 0,-2 17 0,0 0 0,1 1 0,-1-1 0,1 1 0,2-9 0,-3 12 0,1 0 0,-1 1 0,1-1 0,-1 0 0,1 0 0,0 0 0,-1 0 0,1 0 0,0 0 0,-1 1 0,1-1 0,0 0 0,0 1 0,0-1 0,0 1 0,0-1 0,0 1 0,0-1 0,0 1 0,0-1 0,0 1 0,0 0 0,0 0 0,0 0 0,0-1 0,0 1 0,0 0 0,0 0 0,2 1 0,2-1 2,1 1-1,-1 0 0,1 0 1,-1 0-1,1 1 1,-1 0-1,0 0 0,7 3 1,3 5-13,19 12 0,3 3-1345,-24-18-5470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21.2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24575,'22'27'0,"10"14"0,2 4 0,-3 1 0,-3-4 0,-5-4 0,-4-3 0,-2-2 0,-2-6 0,-3-1 0,-2-3 0,-2-3 0,-2-3 0,-3-1 0,-4-4 0,-4-3 0,-4-4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21.6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1 144 24575,'108'12'0,"67"4"0,-153-15 0,0-2 0,0-1 0,-1 0 0,1-2 0,41-12 0,-54 13 0,0-1 0,0 0 0,0 0 0,0-1 0,9-8 0,-15 12 0,-1 0 0,0-1 0,-1 1 0,1-1 0,0 0 0,0 1 0,-1-1 0,1 0 0,-1 0 0,0 0 0,1 0 0,-1 0 0,0-1 0,0 1 0,0 0 0,0 0 0,-1-1 0,1 1 0,-1-1 0,1 1 0,-1 0 0,0-1 0,0 1 0,0-1 0,0 1 0,-1-4 0,-1 3 0,1 0 0,0 1 0,-1-1 0,0 1 0,0-1 0,0 1 0,0-1 0,0 1 0,0 0 0,-1 0 0,1 0 0,-1 0 0,1 1 0,-1-1 0,0 1 0,0-1 0,1 1 0,-5-1 0,-4-2 0,1 1 0,-1 0 0,-19-2 0,24 4 0,1 1 0,-1 0 0,0 0 0,1 1 0,-1 0 0,0 0 0,1 0 0,-1 0 0,1 1 0,-1 0 0,1 0 0,0 1 0,0 0 0,0-1 0,-7 7 0,8-6 0,1 0 0,-1 0 0,1 0 0,0 0 0,0 1 0,0-1 0,1 1 0,-1 0 0,1 0 0,0 0 0,0 0 0,0 0 0,1 0 0,-1 1 0,1-1 0,0 0 0,0 1 0,1-1 0,-1 1 0,1 5 0,1-5 0,0-1 0,0 0 0,0 1 0,0-1 0,1 0 0,0 1 0,0-1 0,0 0 0,0 0 0,0-1 0,1 1 0,0 0 0,0-1 0,0 0 0,0 1 0,1-1 0,4 3 0,3 2 0,0 0 0,0-2 0,0 1 0,21 8 0,-18-10 0,0 0 0,0 0 0,0-1 0,19 3 0,-29-7 0,1 0 0,-1 1 0,0-1 0,1-1 0,-1 1 0,1-1 0,-1 1 0,0-1 0,0-1 0,1 1 0,-1 0 0,0-1 0,0 0 0,0 0 0,0 0 0,-1-1 0,1 1 0,4-5 0,-3 2-151,-1 0-1,1 1 0,-2-1 0,1 0 1,0-1-1,-1 1 0,0-1 1,4-11-1,-3 4-6674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22.5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148 65 24575,'-9'0'0,"0"-1"0,-13-4 0,16 4 0,0 0 0,0-1 0,0 2 0,0-1 0,0 1 0,0 0 0,-8 1 0,13-1 0,0 1 0,-1-1 0,1 1 0,0-1 0,0 1 0,0-1 0,0 1 0,0-1 0,0 1 0,0 0 0,0 0 0,0 0 0,0 0 0,0-1 0,0 1 0,1 0 0,-1 0 0,0 1 0,1-1 0,-1 0 0,1 0 0,-1 0 0,1 0 0,-1 0 0,1 1 0,0-1 0,0 0 0,-1 0 0,1 1 0,0-1 0,0 0 0,0 0 0,0 1 0,1-1 0,-1 2 0,1 2 0,0 0 0,1-1 0,-1 1 0,1-1 0,-1 1 0,2-1 0,-1 0 0,3 5 0,3 1 0,0-1 0,1 0 0,0-1 0,1 0 0,0 0 0,0-1 0,0 0 0,1-1 0,0 0 0,0 0 0,1-2 0,0 1 0,16 3 0,-25-8 0,0 1 0,0-1 0,0 0 0,0 0 0,0-1 0,-1 1 0,1 0 0,0-1 0,0 0 0,4-1 0,-14 21 0,0 1 0,2 0 0,0 1 0,-3 36 0,3-18 0,-1 4 0,4-24 0,0 1 0,-2-1 0,0 0 0,-1 0 0,-10 24 0,14-41 0,0 0 0,-1 1 0,1-1 0,0 0 0,-1 1 0,0-1 0,1 0 0,-1 0 0,0 0 0,0-1 0,0 1 0,0 0 0,0-1 0,-1 1 0,1-1 0,0 0 0,-1 0 0,-3 2 0,3-3 0,-1 1 0,1-1 0,0 0 0,0 0 0,0 0 0,0-1 0,-1 1 0,1-1 0,0 1 0,0-1 0,0 0 0,0 0 0,0-1 0,0 1 0,-3-2 0,1-1 0,-1 1 0,1-1 0,0 0 0,0-1 0,0 1 0,1-1 0,-1 0 0,1 0 0,0-1 0,1 1 0,-1-1 0,1 1 0,0-1 0,1 0 0,-1 0 0,1-1 0,1 1 0,-1 0 0,1-1 0,-1-6 0,1 6 0,1 0 0,0 0 0,0 1 0,0-1 0,1 0 0,0 1 0,1-1 0,-1 1 0,1-1 0,0 1 0,1 0 0,0-1 0,0 1 0,0 1 0,0-1 0,1 0 0,0 1 0,0 0 0,8-8 0,-2 6 0,-1 0 0,1 0 0,0 1 0,0 0 0,1 1 0,0 0 0,0 1 0,17-4 0,12-2 0,45-4 0,-32 7 0,55-15 0,-86 17 0,-1-2 0,39-16 0,-56 21 0,-1 0 0,0 0 0,0 0 0,1 0 0,-1 0 0,-1-1 0,1 1 0,0-1 0,-1 0 0,1 0 0,-1 0 0,0 0 0,0 0 0,0-1 0,0 1 0,-1 0 0,0-1 0,1 0 0,-1 1 0,1-5 0,-2 3 0,1 0 0,-1-1 0,0 1 0,0 0 0,-1 0 0,1-1 0,-1 1 0,0 0 0,-1 0 0,1 0 0,-1 0 0,0 0 0,-5-9 0,6 12 0,0 1 0,0-1 0,-1 0 0,1 1 0,0-1 0,0 1 0,-1-1 0,1 1 0,-1-1 0,0 1 0,1 0 0,-1 0 0,0 0 0,0 0 0,0 0 0,0 0 0,1 0 0,-1 1 0,0-1 0,0 1 0,-3-1 0,4 1 0,-1 0 0,0 1 0,0-1 0,1 0 0,-1 1 0,1-1 0,-1 1 0,0-1 0,1 1 0,-1 0 0,1 0 0,-1 0 0,1 0 0,0 0 0,-1 0 0,1 0 0,0 0 0,0 0 0,0 1 0,0-1 0,0 0 0,0 1 0,0-1 0,0 1 0,0-1 0,0 3 0,-2 6 0,-1 0 0,1 1 0,1-1 0,0 1 0,1-1 0,0 1 0,0 0 0,1 0 0,1 0 0,0-1 0,0 1 0,1 0 0,0-1 0,1 1 0,8 18 0,-10-26 0,0-1 0,1 1 0,-1-1 0,0 1 0,1-1 0,0 0 0,0 0 0,-1 0 0,1 0 0,1 0 0,-1 0 0,0-1 0,0 1 0,1-1 0,-1 1 0,0-1 0,1 0 0,0 0 0,-1 0 0,1 0 0,-1-1 0,1 1 0,0-1 0,0 1 0,3-1 0,-1 0 0,0-1 0,0 0 0,1 0 0,-1 0 0,0-1 0,0 0 0,0 0 0,0 0 0,-1 0 0,1-1 0,-1 0 0,5-3 0,26-19 0,-19 15 0,0-1 0,-1-1 0,0 0 0,-1-1 0,17-21 0,-29 32 0,-1 1 0,1-2 0,-1 1 0,0 0 0,0 0 0,0 0 0,0-1 0,0 1 0,0 0 0,-1-1 0,1 1 0,-1 0 0,0-1 0,0 1 0,1-1 0,-2 1 0,1-1 0,0 1 0,0-1 0,-1 1 0,0-3 0,-1 1 0,0-1 0,-1 1 0,1 0 0,-1 0 0,0 0 0,0 0 0,0 0 0,0 1 0,-7-6 0,-47-49-1365,49 50-5461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23.9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7 108 24575,'1'27'0,"2"1"0,0-1 0,2 0 0,1 0 0,1 0 0,2-1 0,15 34 0,-5-9 0,-39-92 0,11 23 0,0 0 0,1 0 0,-7-29 0,9 23 0,2 0 0,1 0 0,-1-49 0,4 58 0,1-4 0,-1 0 0,-5-37 0,4 56 0,1-1 0,0 1 0,0-1 0,0 1 0,0 0 0,-1-1 0,1 1 0,0-1 0,0 1 0,0-1 0,0 1 0,0-1 0,0 1 0,0-1 0,1 1 0,-1 0 0,0-1 0,0 1 0,0-1 0,0 1 0,0-1 0,1 1 0,-1 0 0,1-1 0,-1 1 0,1 0 0,-1 0 0,0 0 0,1 0 0,-1 0 0,1 0 0,-1 0 0,1 1 0,-1-1 0,1 0 0,-1 0 0,0 0 0,1 1 0,-1-1 0,1 0 0,-1 1 0,0-1 0,1 1 0,21 23 0,-18-20 0,20 24 0,43 45 0,-59-65 0,1-1 0,0 0 0,0-1 0,0 0 0,0 0 0,19 8 0,-23-13 0,0 1 0,-1-1 0,1 1 0,0-1 0,0-1 0,0 1 0,0-1 0,0 0 0,0 0 0,-1 0 0,1-1 0,0 1 0,0-1 0,9-3 0,-8 1 0,-1 1 0,1-1 0,-1 0 0,0-1 0,0 1 0,0-1 0,0 0 0,-1-1 0,0 1 0,0-1 0,6-7 0,3-5 0,-6 8 0,0-1 0,0 0 0,-1 0 0,6-13 0,-12 23 0,0-1 0,0 1 0,0 0 0,0-1 0,0 1 0,0 0 0,0-1 0,1 1 0,-1 0 0,0-1 0,0 1 0,0 0 0,1-1 0,-1 1 0,0 0 0,0 0 0,1-1 0,-1 1 0,0 0 0,1 0 0,-1-1 0,0 1 0,1 0 0,-1 0 0,0 0 0,1 0 0,4 6 0,0 17 0,-2-3 0,0 0 0,1 0 0,1 0 0,0-1 0,2 0 0,0 0 0,2 0 0,19 32 0,-10-14-1365,-12-25-5461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25.2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35 140 24575,'3'0'0,"0"3"0,0-3 0,0-2 0,-4-5 0,-1-2 0,-3-3 0,-1-2 0,2 0 0,-3-1 0,2-1 0,0 1 0,2 0 0,-2 3 0,1 1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6:45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8 24575,'-5'-8'0,"2"9"0,3 0 0,-1 0 0,1 0 0,0 0 0,0 0 0,0 0 0,0 0 0,0-1 0,0 1 0,0 0 0,0 0 0,0 0 0,0 0 0,1 1 0,2 13 0,-1 0 0,-1 0 0,0 0 0,-1 0 0,0 0 0,-1-1 0,-5 23 0,1 3 0,5-26 0,0-1 0,1 0 0,0 0 0,4 16 0,-2-12 0,1 29 0,-5 242 0,2-274 0,0 1 0,5 16 0,-3-16 0,1 26 0,-3-10 0,-1 0 0,-2 0 0,-6 34 0,4-37 0,1 1 0,2-1 0,0 0 0,5 33 0,2-10 0,-2-28 0,0 33 0,-3-11 0,-3 95 0,-4-81 0,-2 17 0,20 183 0,-9-213 0,-4 88 0,-5-75 0,2-32 0,0 29 0,4 241 0,-1-279 0,-6 35 0,2-21 0,-1 6 0,2-11 0,-2 45 0,5-14 0,3 86 0,5-80 0,0 26 0,-6-74 0,-2 14 0,2-1 0,7 36 0,-4-29 0,-1 1 0,-3 68 0,-2-38 0,2 265 0,0-318 0,-2 0 0,-3 17 0,2-15 0,-1 24 0,-4 27 0,5-45 0,-1 33 0,5-27-52,0-18-210,-1 0-1,0 0 0,0 1 1,-4 18-1,1-19-6563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6:50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26482 175 24575,'2'-3'0,"-2"3"0,0 0 0,0 0 0,0 0 0,0 0 0,0 0 0,0 0 0,0 0 0,0 0 0,0 0 0,0 0 0,0 0 0,0 0 0,0 0 0,0 0 0,0 0 0,0 0 0,0 0 0,0 0 0,0 0 0,0 0 0,0 0 0,0 0 0,0 0 0,-7 2 0,4-2 0,-72 14 0,65-13 0,0 0 0,0-1 0,-1-1 0,1 1 0,-16-5 0,-7 0 0,0 1 0,-1 2 0,-60 3 0,28 0 0,6 0 0,-68-2 0,80-6 0,30 4 0,-31-2 0,11 5 0,9 1 0,0-2 0,-48-7 0,11 0 0,2 1 0,40 4 0,-1 1 0,-37 1 0,37 2 0,0-1 0,-33-6 0,5 0 0,-1 2 0,-78 4 0,51 1 0,-263-1 0,314 2 0,1 1 0,-32 7 0,-39 3 0,5-6 0,-64 2 0,-280-9 0,332-8 0,6 1 0,-71-2 0,82 3 0,-164-19 0,102 8 0,101 11 0,-56-3 0,-6 2 0,-20-1 0,6 1 0,8 0 0,-18 0 0,-2-1 0,-46 1 0,-25 0 0,90 6 0,-135 3 0,138 5 0,-46 0 0,-80 2 0,-76-3 0,218-7 0,-24-6 0,10-1 0,-96 9 0,-75-2 0,163-5 0,-50-2 0,-474 8 0,477 8 0,13-1 0,-59-8 0,-88 2 0,169 6 0,-126-2 0,-223-29 0,173 12 0,-273 6 0,355 7 0,159-1 0,-318 9 0,187-3 0,-17 2 0,-173-1 0,241-8 0,-7 2 0,-175-3 0,184-4 0,-57-2 0,118 7 0,-183 3 0,27 14 0,84-4 0,-89 3 0,-46 0 0,172-9 0,-93 2 0,-89 0 0,63 0 0,19-1 0,-322 0 0,338-9 0,-27-6 0,-183 1 0,260 8 0,-900-1 0,857-7 0,13-1 0,95 8 0,-267-8 0,-219 1 0,357 8 0,-514-1 0,561-7 0,13-1 0,27 8 0,-226-8 0,111-7 0,-177 8 0,258 9 0,-63 5 0,-3 1 0,-39-17 0,44 3 0,-11 0 0,36-4 0,38 2 0,-316 2 0,293 7 0,-568-1 0,640 7 0,4 1 0,20-1 0,1 0 0,70-6 0,-28 6 0,28-4 0,-27 1 0,34-4 0,-1 1 0,1 0 0,-21 5 0,16-2 0,-23 1 0,-6 1 0,24-3 0,0-1 0,-45-2 0,-16 0 0,39 7 0,31-4 0,-28 2 0,-211-5-1365,239 0-5461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6:56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24575,'0'0'0,"-1"0"0,1 0 0,-1 0 0,1 0 0,-1 1 0,1-1 0,-1 0 0,1 0 0,-1 1 0,1-1 0,0 0 0,-1 1 0,1-1 0,0 0 0,-1 1 0,1-1 0,0 1 0,-1-1 0,1 0 0,0 1 0,0-1 0,0 1 0,-1 0 0,-4 14 0,3-10 0,-1 9 0,0 0 0,0 0 0,2 0 0,-1 23 0,-1 6 0,1-21-116,-9 141-1133,11-152-5577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6:57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24575,'3'-4'0,"0"1"0,0 0 0,0 0 0,0 0 0,0 0 0,1 0 0,0 1 0,-1 0 0,1-1 0,0 1 0,0 1 0,0-1 0,0 0 0,0 1 0,0 0 0,1 0 0,-1 0 0,0 1 0,1-1 0,-1 1 0,0 0 0,6 1 0,-7-1 0,0 1 0,0-1 0,0 1 0,0-1 0,0 1 0,0 0 0,-1 0 0,1 0 0,0 1 0,0-1 0,-1 1 0,1-1 0,-1 1 0,1 0 0,-1 0 0,0 0 0,0 0 0,0 1 0,0-1 0,0 0 0,0 1 0,-1 0 0,1-1 0,-1 1 0,0 0 0,1 0 0,-1 0 0,-1-1 0,1 1 0,0 0 0,-1 0 0,1 4 0,-1-2 0,0-1 0,0 0 0,-1 1 0,1-1 0,-1 1 0,0-1 0,-1 0 0,1 0 0,-1 1 0,-2 4 0,-3 3 0,-16 22 0,17-27 0,1 0 0,0 0 0,1 0 0,0 0 0,0 1 0,0 0 0,1-1 0,-3 12 0,6-17 0,-1 0 0,1 0 0,0 0 0,0 0 0,0 0 0,0 0 0,0 0 0,0 0 0,1 0 0,-1 1 0,1-1 0,-1 0 0,1-1 0,0 1 0,0 0 0,0 0 0,2 3 0,-1-2 0,1-1 0,-1 0 0,0 1 0,1-1 0,0-1 0,-1 1 0,1 0 0,0 0 0,0-1 0,5 2 0,0 0 0,0-1 0,1 0 0,-1 0 0,1-1 0,0-1 0,-1 1 0,17-2 0,-21 1-170,1-1-1,-1 0 0,1 0 1,-1 0-1,1-1 0,-1 0 1,5-2-1,1-2-6655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6:57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24575,'-2'5'0,"1"4"0,4 3 0,1 2 0,2 1 0,3-2 0,-1-1 0,2 0 0,1 1 0,1 0 0,1 0 0,1 1 0,0 0 0,1-2 0,-3-3-8191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6:57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24575,'10'22'0,"3"10"0,2-1 0,-2-2 0,0-8 0,-3-3 0,-2-6-8191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6:58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4 24575,'-29'-2'0,"-10"1"0,-1 1 0,4 3 0,6 1 0,3 2 0,3 1 0,4 0 0,5 0-8191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6:59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 24575,'17'13'0,"26"26"0,-39-34 0,0-1 0,0 1 0,0-1 0,-1 1 0,0 0 0,0 0 0,0 1 0,-1-1 0,0 1 0,0-1 0,2 7 0,-4-10 0,0 0 0,0 0 0,0 1 0,0-1 0,0 0 0,0 0 0,-1 1 0,1-1 0,-1 0 0,1 0 0,-1 0 0,0 0 0,0 0 0,0 0 0,-1 2 0,-1 0 0,0 0 0,0-1 0,0 0 0,0 1 0,0-1 0,-1 0 0,-4 2 0,1 0 0,-1-1 0,1 1 0,-1-2 0,-1 1 0,1-1 0,0 0 0,-11 1 0,11-2 0,0-1 0,-1-1 0,1 1 0,0-1 0,0 0 0,0-1 0,-1 0 0,1-1 0,-9-2 0,14 3 0,0 0 0,-1-1 0,1 1 0,0-1 0,0 1 0,1-1 0,-1 0 0,0 0 0,1-1 0,-1 1 0,1 0 0,0-1 0,-1 1 0,1-1 0,1 0 0,-1 0 0,0 0 0,1 0 0,-1 0 0,1 0 0,0 0 0,0-1 0,0 1 0,0-6 0,0 3-170,1 0-1,-1 0 0,1 0 1,1 0-1,0 0 0,-1 0 1,4-11-1,0 4-6655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1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91 24575,'-13'-28'0,"7"14"0,-1 0 0,-9-14 0,16 28 0,0-1 0,0 1 0,0 0 0,0-1 0,-1 1 0,1 0 0,0-1 0,0 1 0,-1 0 0,1-1 0,0 1 0,-1 0 0,1 0 0,0-1 0,0 1 0,-1 0 0,1 0 0,-1 0 0,1-1 0,0 1 0,-1 0 0,1 0 0,0 0 0,-1 0 0,1 0 0,-1 0 0,1 0 0,0 0 0,-2 0 0,2 0 0,-1 1 0,1-1 0,0 1 0,-1-1 0,1 1 0,0-1 0,-1 1 0,1-1 0,0 1 0,-1 0 0,1-1 0,0 1 0,0-1 0,0 1 0,-1 1 0,-1 29 0,2-30 0,1 18 0,1-1 0,1 1 0,1-1 0,11 34 0,0 1 0,-14-50-97,-1 1-1,1 0 1,0-1-1,-1 1 1,0 0-1,0 0 1,0-1-1,0 1 1,0 0-1,-1-1 1,0 1-1,1 0 0,-3 5 1,-4 3-6729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2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1 24575,'-12'2'0,"-7"1"0,-2 3 0,-1 0 0,2-1 0,1 1 0,2-1 0,1 0 0,1 0 0,1 1 0,-3-2 0,0-2 0,2 0-8191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2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24575,'0'-1'0,"0"-1"0,0 1 0,1 0 0,-1 0 0,0 0 0,0 0 0,1 0 0,-1 0 0,1 0 0,-1 0 0,1 0 0,-1 0 0,1 0 0,-1 0 0,1 0 0,0 0 0,0 1 0,0-1 0,-1 0 0,1 0 0,0 1 0,0-1 0,0 0 0,0 1 0,0-1 0,0 1 0,0 0 0,0-1 0,0 1 0,0 0 0,0-1 0,1 1 0,-1 0 0,0 0 0,0 0 0,0 0 0,2 0 0,1 0 0,1 1 0,-1-1 0,1 1 0,-1 0 0,1 0 0,-1 0 0,1 0 0,3 3 0,-1-1 0,0 0 0,-1 1 0,1 0 0,-1 0 0,0 1 0,5 5 0,-8-7 0,-1 0 0,0-1 0,0 1 0,0 0 0,0 0 0,-1 0 0,1 0 0,-1 0 0,0 1 0,0-1 0,0 0 0,0 1 0,0-1 0,-1 1 0,1 4 0,-1 1 0,0 0 0,0 0 0,-1 0 0,0 0 0,-1 0 0,0 0 0,0 0 0,-1 0 0,0-1 0,0 1 0,-7 11 0,-14 13 0,20-28 0,-1 1 0,1 0 0,0 0 0,1 0 0,-1 0 0,1 0 0,-3 10 0,6-16 0,-1 1 0,1 0 0,0-1 0,0 1 0,0 0 0,0-1 0,0 1 0,0 0 0,0-1 0,0 1 0,0 0 0,1-1 0,-1 1 0,0 0 0,0-1 0,0 1 0,1 0 0,-1-1 0,0 1 0,1-1 0,-1 1 0,1-1 0,-1 1 0,1-1 0,0 1 0,0 0 0,0 0 0,1 0 0,-1 0 0,1-1 0,-1 1 0,1 0 0,-1-1 0,1 1 0,0-1 0,1 0 0,3 1 0,0-1 0,0 0 0,0 0 0,12-2 0,0-2-455,0-2 0,29-12 0,-32 12-6371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3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24575,'0'7'0,"0"6"0,0 2 0,0 1 0,3-2 0,0-1 0,2-2 0,1-1 0,1-3 0,0 1 0,1-1 0,2-2 0,1-2 0,-1-1-8191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3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24575,'10'17'0,"5"9"0,3 1 0,1 0 0,0-6 0,-2-3 0,0-6 0,-4-3-8191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3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10 24575,'-27'-3'0,"-11"0"0,-2 0 0,4 3 0,5 1 0,5 4 0,3 2 0,0 1 0,1 1 0,5 0-8191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4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24575,'0'-1'0,"0"1"0,0 0 0,0 0 0,0 0 0,0 0 0,0-1 0,0 1 0,0 0 0,0 0 0,0 0 0,0-1 0,0 1 0,0 0 0,0 0 0,0 0 0,0-1 0,0 1 0,0 0 0,0 0 0,0 0 0,0 0 0,1-1 0,-1 1 0,0 0 0,0 0 0,0 0 0,0 0 0,0 0 0,0-1 0,1 1 0,-1 0 0,0 0 0,0 0 0,0 0 0,0 0 0,1 0 0,-1 0 0,0 0 0,0 0 0,1 0 0,6 5 0,7 10 0,13 18 0,1-2 0,41 35 0,-54-52 0,32 30 0,84 76 0,-125-114 0,-8-5 0,-11-8 0,-14-20 0,1-2 0,2-1 0,1 0 0,-26-46 0,32 49 0,-32-36 0,46 59 0,0 1 0,0-1 0,0 1 0,0 0 0,-1 1 0,0-1 0,1 1 0,-5-3 0,7 5 0,0-1 0,0 1 0,0 0 0,0-1 0,0 1 0,0 0 0,0 0 0,0 0 0,0 0 0,0 0 0,-1 0 0,1 0 0,0 0 0,0 0 0,0 0 0,0 0 0,0 1 0,0-1 0,0 1 0,0-1 0,0 0 0,0 1 0,1 0 0,-1-1 0,0 1 0,0-1 0,0 1 0,1 0 0,-1 0 0,0-1 0,1 1 0,-1 0 0,0 0 0,1 0 0,-1 0 0,1 0 0,-1 0 0,1 0 0,-1 1 0,-3 11 0,0-1 0,1 1 0,0 0 0,1 1 0,0-1 0,1 0 0,1 22 0,-2 15 0,2-47-227,-1 1-1,1 0 1,-1-1-1,0 1 1,-3 6-1,-3 2-6598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8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24575,'0'0'0,"0"-1"0,0 1 0,0 0 0,0 0 0,0 0 0,0 0 0,0 0 0,0-1 0,0 1 0,0 0 0,0 0 0,0 0 0,0 0 0,0 0 0,0 0 0,0-1 0,1 1 0,-1 0 0,0 0 0,0 0 0,0 0 0,0 0 0,0 0 0,0 0 0,0-1 0,0 1 0,0 0 0,1 0 0,-1 0 0,0 0 0,0 0 0,0 0 0,0 0 0,0 0 0,0 0 0,1 0 0,-1 0 0,0 0 0,0 0 0,0 0 0,0 0 0,0 0 0,0 0 0,1 0 0,-1 0 0,0 0 0,0 0 0,0 0 0,0 0 0,0 0 0,1 0 0,-1 0 0,0 0 0,0 0 0,0 0 0,0 0 0,0 0 0,0 0 0,0 0 0,1 1 0,-1-1 0,0 0 0,0 0 0,0 0 0,0 0 0,13 13 0,13 20 0,219 284 0,-233-305 0,1 0 0,14 10 0,16 15 0,-40-32-1365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8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16 24575,'0'-1'0,"-6"-12"0,6 13 0,0 0 0,-1-1 0,1 1 0,0 0 0,0 0 0,0 0 0,-1 0 0,1 0 0,0 0 0,0 0 0,-1-1 0,1 1 0,0 0 0,0 0 0,0 0 0,-1 0 0,1 0 0,0 0 0,0 0 0,-1 0 0,1 0 0,0 0 0,0 0 0,-1 0 0,1 0 0,0 1 0,0-1 0,0 0 0,-1 0 0,1 0 0,0 0 0,0 0 0,0 0 0,-1 1 0,1-1 0,0 0 0,0 0 0,0 0 0,0 0 0,-1 1 0,1-1 0,0 0 0,0 0 0,0 0 0,0 1 0,0-1 0,0 0 0,0 0 0,0 0 0,0 1 0,0-1 0,0 0 0,-1 0 0,1 1 0,-17 36 0,11-23 0,0-1 0,-10 15 0,1-7 0,2 1 0,0 0 0,1 1 0,-14 38 0,-22 90 0,37-117 0,-2-1 0,-1 0 0,-21 35 0,27-54-1365,0-2-5461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9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28 24575,'-3'-4'0,"0"0"0,-1 1 0,1-1 0,-6-4 0,9 8 0,0-1 0,-1 1 0,1 0 0,-1-1 0,1 1 0,0 0 0,-1 0 0,1-1 0,-1 1 0,1 0 0,-1 0 0,1-1 0,-1 1 0,1 0 0,-1 0 0,1 0 0,-1 0 0,1 0 0,-1 0 0,1 0 0,-1 0 0,1 0 0,-1 0 0,1 0 0,-1 0 0,1 0 0,-1 1 0,1-1 0,-1 0 0,1 0 0,-1 0 0,1 1 0,0-1 0,-1 0 0,1 1 0,-1-1 0,1 0 0,0 1 0,-1-1 0,1 0 0,0 1 0,-1-1 0,1 1 0,0-1 0,0 1 0,-1-1 0,1 1 0,0-1 0,0 1 0,0-1 0,0 1 0,0-1 0,-1 1 0,1-1 0,0 2 0,-8 43 0,-4 11 0,-7 3 0,12-39 0,0 1 0,1 0 0,1 0 0,1 0 0,-2 32 0,6-46 0,0-1 0,0 1 0,0-1 0,0 0 0,1 1 0,0-1 0,1 0 0,-1 1 0,1-1 0,1 0 0,-1 0 0,4 6 0,2-1 0,0 0 0,1-1 0,0 0 0,1-1 0,0 0 0,0 0 0,1-1 0,0 0 0,1-1 0,0 0 0,0-1 0,0-1 0,26 9 0,-24-11-1365,-2-1-5461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9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104 147 24575,'31'-27'0,"8"-8"0,-36 32 0,0-1 0,0 0 0,0 1 0,0-1 0,-1 0 0,0 0 0,1-1 0,1-5 0,-4 9 0,0 0 0,1 0 0,-1 0 0,0 0 0,0 0 0,1 0 0,-1 0 0,0 0 0,0 0 0,0 0 0,-1 0 0,1-1 0,0 1 0,0 0 0,-1 0 0,1 0 0,0 0 0,-1 0 0,1 0 0,-1 0 0,1 0 0,-2-1 0,1 1 0,-1 0 0,1-1 0,-1 1 0,1 0 0,-1 0 0,0 0 0,1 0 0,-1 0 0,0 0 0,0 1 0,-2-2 0,-5 1 0,0-1 0,0 1 0,0 0 0,-10 1 0,11 0 0,0 0 0,1 1 0,-1 0 0,0 0 0,1 1 0,-1 0 0,-13 5 0,18-5 0,1-1 0,-1 1 0,0-1 0,0 1 0,1 0 0,0 0 0,-1 1 0,1-1 0,0 0 0,0 1 0,0-1 0,0 1 0,0 0 0,1-1 0,-1 1 0,1 0 0,0 0 0,0 0 0,0 0 0,0 0 0,-1 5 0,2-2 0,-1 0 0,1 0 0,0-1 0,0 1 0,1 0 0,0-1 0,0 1 0,0 0 0,1-1 0,-1 1 0,1-1 0,1 0 0,-1 1 0,1-1 0,0 0 0,0-1 0,0 1 0,1 0 0,-1-1 0,1 0 0,0 0 0,1 0 0,-1 0 0,1-1 0,8 6 0,-9-7 0,0 0 0,0 0 0,0 0 0,1-1 0,-1 0 0,1 1 0,-1-2 0,1 1 0,6 0 0,45-2 0,-28 0 0,-21 0-114,0 1 1,0-1-1,0 0 0,0 0 0,0-1 1,0 0-1,-1 0 0,1 0 0,-1-1 1,1 0-1,6-4 0,-4 0-6712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10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0 24575,'-3'12'0,"1"-1"0,0 1 0,0 0 0,1-1 0,1 1 0,0 0 0,0 0 0,1 0 0,1 0 0,0-1 0,0 1 0,1-1 0,1 1 0,6 13 0,9 13 0,1 0 0,2-2 0,31 41 0,-48-71 0,-3-4 0,0 1 0,0-1 0,0 1 0,0 0 0,0 0 0,-1 0 0,1 0 0,-1 0 0,2 6 0,-3-9 0,0 1 0,0-1 0,0 1 0,0-1 0,-1 0 0,1 1 0,0-1 0,0 0 0,0 1 0,0-1 0,0 0 0,0 1 0,-1-1 0,1 0 0,0 1 0,0-1 0,-1 0 0,1 1 0,0-1 0,0 0 0,-1 0 0,1 1 0,0-1 0,-1 0 0,1 0 0,0 0 0,-1 0 0,1 1 0,0-1 0,-1 0 0,1 0 0,0 0 0,-1 0 0,1 0 0,-1 0 0,1 0 0,0 0 0,-1 0 0,1 0 0,0 0 0,-1 0 0,1 0 0,-1 0 0,-19-5 0,19 5 0,-18-7 0,0-1 0,1-1 0,-1-1 0,2-1 0,-1 0 0,-18-17 0,28 21-183,0-1-1,0 0 0,1-1 1,-11-16-1,15 21-263,-7-10-6379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10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29 24575,'-2'-12'0,"-2"-4"-8191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11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4 137 24575,'0'0'0,"0"0"0,0 1 0,0-1 0,0 0 0,0 0 0,0 0 0,0 0 0,0 0 0,0 0 0,0 0 0,0 0 0,0 0 0,0 0 0,0 0 0,0 0 0,-1 0 0,1 0 0,0 0 0,0 0 0,0 1 0,0-1 0,0 0 0,0 0 0,0 0 0,0 0 0,0 0 0,0 0 0,0 0 0,-1 0 0,1 0 0,0 0 0,0 0 0,0 0 0,0 0 0,0 0 0,0 0 0,0 0 0,0-1 0,0 1 0,0 0 0,0 0 0,-1 0 0,1 0 0,0 0 0,0 0 0,0 0 0,0 0 0,0 0 0,0 0 0,0 0 0,0 0 0,0 0 0,0 0 0,0 0 0,0 0 0,0-1 0,0 1 0,0 0 0,0 0 0,0 0 0,0 0 0,0 0 0,0 0 0,0 0 0,0 0 0,0 0 0,0 0 0,0-1 0,2 10 0,8 10 0,-5-12 0,0-1 0,1 0 0,0 0 0,0 0 0,0-1 0,1 0 0,-1 0 0,1-1 0,1 0 0,-1 0 0,0-1 0,1 1 0,0-2 0,-1 1 0,1-1 0,0 0 0,1-1 0,-1 0 0,0 0 0,0-1 0,0 0 0,16-2 0,-22 2 0,1 0 0,0-1 0,-1 0 0,1 1 0,0-1 0,-1 0 0,1 0 0,-1 0 0,0 0 0,1-1 0,-1 1 0,0-1 0,0 0 0,0 1 0,0-1 0,0 0 0,2-3 0,-2 2 0,0 0 0,0 0 0,-1 0 0,1-1 0,-1 1 0,0 0 0,0-1 0,0 1 0,0-1 0,-1 0 0,0 1 0,1-5 0,-1 5 0,0 1 0,0 0 0,0-1 0,0 1 0,1-1 0,-1 1 0,1 0 0,0-1 0,0 1 0,-1 0 0,2-1 0,0-1 0,-1 2 0,1 1 0,-1 0 0,0 0 0,1 0 0,-1 0 0,1 0 0,-1 0 0,1 0 0,-1 1 0,1-1 0,-1 0 0,1 1 0,0 0 0,0-1 0,-1 1 0,1 0 0,0 0 0,1 0 0,39 1 0,4 0 0,-42-2 0,0 1 0,0-1 0,0 1 0,0-1 0,0 0 0,-1-1 0,1 1 0,6-4 0,-8 5 0,-1-1 0,0 0 0,0 0 0,0 1 0,0-1 0,1 0 0,-1 0 0,0 0 0,-1 0 0,1 0 0,0 0 0,0 0 0,0-1 0,-1 1 0,1 0 0,0 0 0,-1 0 0,1-1 0,-1 1 0,0 0 0,1-1 0,-1 1 0,0-1 0,0 1 0,0 0 0,0-1 0,0 1 0,0-1 0,0 1 0,0 0 0,-1-1 0,1 1 0,0 0 0,-1-1 0,1 1 0,-1 0 0,-1-2 0,0-1 0,-1 0 0,1 1 0,-1-1 0,0 1 0,0 0 0,0 0 0,-1 0 0,1 0 0,-1 1 0,-6-4 0,1 1-84,-1 1-1,-18-4 1,16 4-1028,-6-1-5714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11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 24575,'-4'-3'0,"-3"2"0,3 4 0,2 3 0,2 4 0,3 2 0,1 1 0,-1 2 0,3 0 0,-1 0 0,2 0 0,0 0 0,-2 0 0,1-3 0,0 0 0,-2-1 0,-1 1 0,-1-2-8191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12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24575,'27'24'0,"0"1"0,-2 1 0,0 0 0,-2 2 0,-2 1 0,24 40 0,-32-45 0,-1 0 0,-1 1 0,-1 0 0,-2 1 0,0 0 0,-2 1 0,0-1 0,3 55 0,-9-69 0,0-1 0,0 1 0,-1 0 0,-1-1 0,0 1 0,0-1 0,-7 18 0,7-23 0,0-1 0,-1 0 0,0 0 0,0 0 0,0 0 0,-1-1 0,1 1 0,-1-1 0,0 0 0,0 0 0,-1 0 0,1-1 0,-1 0 0,0 1 0,0-2 0,0 1 0,-9 3 0,6-3-341,0-1 0,0 0-1,-8 1 1,-2-1-6485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13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478 197 24575,'0'-1'0,"-1"-1"0,1 1 0,-1 0 0,0-1 0,1 1 0,-1 0 0,0-1 0,0 1 0,1 0 0,-1 0 0,0 0 0,0 0 0,0 0 0,-1 0 0,1 0 0,0 0 0,0 0 0,-3-1 0,-25-13 0,9 7 0,-1 1 0,-34-6 0,34 8 0,0 0 0,1-1 0,-20-9 0,-162-71 0,173 73 0,48 24 0,24 17 0,-4-2 0,0-2 0,-20-14 0,-1 1 0,0 2 0,32 27 0,-48-38 0,0 0 0,0 0 0,0 1 0,-1-1 0,1 0 0,-1 1 0,1-1 0,-1 1 0,0 0 0,0-1 0,0 1 0,-1 0 0,1 0 0,-1-1 0,1 1 0,-1 0 0,0 0 0,0 0 0,0 0 0,-1-1 0,1 1 0,-2 6 0,1-6 0,-1 1 0,1-1 0,-1 1 0,0-1 0,1 0 0,-1 0 0,-1 0 0,1 0 0,0 0 0,-1 0 0,0 0 0,0-1 0,1 0 0,-2 1 0,1-1 0,-6 3 0,-6 1-341,-1 0 0,0-2-1,-30 6 1,29-7-6485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14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24575,'-4'8'0,"0"-1"0,1 1 0,0 0 0,1 0 0,0 0 0,0 1 0,0-1 0,1 0 0,0 16 0,2-18 0,-1-1 0,1 1 0,1-1 0,-1 0 0,1 1 0,-1-1 0,2 0 0,-1 0 0,0 0 0,1 0 0,0 0 0,0-1 0,1 1 0,-1-1 0,8 8 0,-6-8 0,0 0 0,1-1 0,-1 1 0,1-1 0,-1 0 0,1 0 0,0-1 0,0 1 0,0-1 0,1-1 0,-1 1 0,0-1 0,1 0 0,-1-1 0,1 1 0,-1-1 0,1 0 0,-1-1 0,1 0 0,-1 0 0,8-2 0,-11 2 0,-1 0 0,1 0 0,-1-1 0,0 1 0,1 0 0,-1-1 0,0 1 0,0-1 0,0 0 0,0 0 0,0 0 0,-1 0 0,1 0 0,0 0 0,-1 0 0,0 0 0,1-1 0,-1 1 0,0 0 0,0-1 0,0 1 0,0-6 0,6-10 0,-6 16 0,1 1 0,-1-1 0,0 1 0,0-1 0,0 1 0,1-1 0,-1 1 0,1 0 0,-1 0 0,1 0 0,-1 0 0,1 0 0,0 0 0,0 0 0,-1 0 0,1 1 0,0-1 0,0 1 0,0-1 0,0 1 0,0 0 0,2 0 0,7-1 0,0 1 0,19 1 0,-12 1 0,-12-2 0,1 0 0,0 0 0,0 0 0,0-1 0,0 0 0,13-4 0,-18 4 0,0 1 0,0-1 0,-1 0 0,1 0 0,0 0 0,-1 0 0,1-1 0,-1 1 0,1 0 0,-1-1 0,0 1 0,0-1 0,1 1 0,-1-1 0,0 1 0,0-1 0,-1 0 0,1 0 0,0 0 0,0 1 0,-1-1 0,1 0 0,-1 0 0,0 0 0,0 0 0,1 0 0,-1 0 0,0 0 0,-1-2 0,1 0-80,-1 0 0,0 0-1,0 0 1,-1 0 0,1 1-1,-1-1 1,1 0 0,-1 1-1,0-1 1,-1 1 0,1 0 0,0 0-1,-1 0 1,0 0 0,0 0-1,-5-4 1,-1 1-6746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15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24575,'0'10'0,"3"5"0,0 3 0,3 1 0,-1 2 0,3 0 0,1-1 0,2-2 0,-1 1 0,1 0 0,-2-1 0,0-1 0,-2-1 0,-1 0 0,-3-2 0,-1-2-8191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23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16 24575,'-1'0'0,"1"0"0,0 0 0,0 1 0,0-1 0,-1 0 0,1 0 0,0 0 0,0 0 0,0 0 0,-1 0 0,1 0 0,0 0 0,0 0 0,0 0 0,-1 0 0,1 0 0,0 0 0,0 0 0,0-1 0,-1 1 0,1 0 0,0 0 0,0 0 0,0 0 0,0 0 0,-1 0 0,1 0 0,0-1 0,0 1 0,0 0 0,0 0 0,0 0 0,-1 0 0,1 0 0,0-1 0,0 1 0,0 0 0,0 0 0,0 0 0,0-1 0,0 1 0,0 0 0,0 0 0,0 0 0,0-1 0,0 1 0,-1 2 0,0 0 0,0 0 0,0 1 0,0-1 0,0 0 0,1 1 0,-1-1 0,1 0 0,0 1 0,0-1 0,0 1 0,0-1 0,0 0 0,0 1 0,1-1 0,-1 0 0,1 1 0,1 3 0,-2-6 0,0 0 0,1 0 0,-1 0 0,0 0 0,0 1 0,0-1 0,0 0 0,1 0 0,-1 0 0,0 0 0,0 0 0,0 0 0,0 0 0,0 0 0,1 0 0,-1 0 0,0 0 0,0-1 0,0 1 0,0 0 0,1 0 0,-1 0 0,0 0 0,0 0 0,0 0 0,0 0 0,0 0 0,0 0 0,1 0 0,-1 0 0,0-1 0,0 1 0,0 0 0,0 0 0,0 0 0,0 0 0,0 0 0,0-1 0,0 1 0,0 0 0,0 0 0,1 0 0,-1 0 0,0 0 0,0-1 0,4-8 0,-4 8 0,2-2 0,-1 0 0,0 1 0,0-1 0,0 0 0,0 0 0,-1 0 0,1 0 0,-1 0 0,0 0 0,1 0 0,-1 0 0,-1 0 0,0-5 0,1 8 0,0 0 0,0 0 0,0 0 0,0 0 0,0 0 0,-1 0 0,1 0 0,0 0 0,0 0 0,0 0 0,0 0 0,-1 0 0,1 0 0,0 0 0,0 0 0,0 0 0,-1 0 0,1 0 0,0 0 0,0 0 0,0 0 0,0 0 0,-1 0 0,1 0 0,0 1 0,0-1 0,0 0 0,0 0 0,0 0 0,0 0 0,-1 0 0,1 0 0,0 0 0,0 1 0,0-1 0,0 0 0,0 0 0,0 0 0,0 0 0,0 1 0,0-1 0,-1 0 0,1 0 0,0 0 0,0 0 0,0 1 0,0-1 0,-5 9 0,2-1 0,1 1 0,0-1 0,0 0 0,1 1 0,0 0 0,1-1 0,0 1 0,0-1 0,0 1 0,1 0 0,1-1 0,-1 1 0,2-1 0,-1 0 0,6 13 0,10 30-1365,-14-42-5461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26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42 24575,'4'0'0,"0"0"0,1 0 0,-1 0 0,1 0 0,-1-1 0,6-1 0,-10 2 0,1 0 0,0 0 0,-1-1 0,1 1 0,-1 0 0,1 0 0,-1-1 0,1 1 0,0-1 0,-1 1 0,1 0 0,-1-1 0,0 1 0,1-1 0,-1 1 0,1-1 0,-1 1 0,0-1 0,1 1 0,-1-1 0,0 0 0,1 1 0,-1-1 0,0 1 0,0-1 0,0 0 0,0 1 0,0-1 0,1 0 0,-1 1 0,0-1 0,0 0 0,-1 1 0,1-1 0,0 1 0,0-1 0,0 0 0,0 1 0,0-1 0,-1 0 0,1 1 0,0-1 0,-1 0 0,0 0 0,1 0 0,0 0 0,-1 0 0,1 0 0,-1 0 0,1 0 0,-1 1 0,1-1 0,-1 0 0,0 0 0,0 0 0,1 1 0,-1-1 0,0 0 0,0 1 0,0-1 0,-1 0 0,2 1 0,-1 0 0,0 0 0,1 0 0,-1 0 0,1 0 0,-1 0 0,0 0 0,1 0 0,-1 0 0,1 0 0,-1 0 0,0 1 0,1-1 0,-1 0 0,1 0 0,-1 1 0,1-1 0,-1 0 0,1 1 0,-1-1 0,0 1 0,-1 1 0,0 1 0,1-1 0,-1 0 0,0 1 0,1-1 0,0 1 0,-1-1 0,1 1 0,0 0 0,0-1 0,0 4 0,-2 13-10,2-1 0,0 0 0,2 26 0,0-9-1315,0-22-5501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27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0 24575,'-27'0'0,"-9"3"0,-1 0 0,4 0 0,4 0 0,8 1 0,5 0 0,5 2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27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24575,'-1'0'0,"-1"0"0,1 0 0,0 0 0,-1 0 0,1 0 0,0 0 0,-1 0 0,1 0 0,0 1 0,-1-1 0,1 0 0,0 1 0,0-1 0,-1 1 0,1 0 0,0-1 0,0 1 0,0 0 0,0 0 0,0 0 0,0 0 0,0 0 0,0 0 0,0 0 0,0 0 0,1 0 0,-1 0 0,0 0 0,1 0 0,-1 1 0,1-1 0,-1 0 0,1 0 0,-1 1 0,1-1 0,0 0 0,0 1 0,0-1 0,0 0 0,0 1 0,0-1 0,0 3 0,1 2 0,1 0 0,-1 0 0,1 0 0,0-1 0,0 1 0,1 0 0,-1-1 0,6 7 0,43 58 0,-50-69-62,0 0 0,0 0 0,0 0 0,0 0 0,-1 0 0,1 0 0,0 0 0,-1 1 0,1-1 0,-1 0 0,1 1 0,-1-1-1,0 0 1,1 0 0,-1 1 0,0-1 0,0 0 0,0 1 0,0-1 0,0 1 0,0 1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27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24575,'2'10'0,"2"5"0,1 4 0,1-1 0,1 1 0,0-2 0,1 0 0,2-1 0,-2-1 0,2-3 0,0-1 0,2 0 0,1-1 0,-2-4-8191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28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42 24575,'-27'-5'0,"-11"-4"0,-2 0 0,3 1 0,6 1 0,4 3 0,3 5 0,1 1 0,-1 1 0,2-1 0,2 3 0,4 0-8191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47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2 24575,'-11'30'0,"10"-23"0,0 0 0,0 0 0,1 0 0,0-1 0,0 1 0,0 0 0,1 0 0,0-1 0,1 1 0,0 0 0,4 12 0,-2-12 0,0 1 0,1-1 0,-1 0 0,2 0 0,-1 0 0,0-1 0,1 0 0,1 0 0,7 7 0,-7-8 0,0 0 0,0-1 0,1 0 0,-1 0 0,1 0 0,9 2 0,-14-5 0,0 0 0,0 0 0,1 0 0,-1-1 0,0 1 0,0-1 0,0 0 0,0 0 0,1 0 0,-1 0 0,0-1 0,0 1 0,0-1 0,0 0 0,0 0 0,0 0 0,0 0 0,0 0 0,4-3 0,-5 2 0,-1 1 0,0 0 0,0-1 0,0 1 0,0-1 0,0 1 0,0-1 0,0 1 0,-1-1 0,1 0 0,0 1 0,-1-1 0,0 0 0,1 0 0,-1 0 0,0 1 0,0-1 0,0 0 0,0 0 0,0 0 0,0 1 0,-1-1 0,0-3 0,9 13 0,0 0 0,0 0 0,16 10 0,-17-13 0,2 0 0,-1-1 0,0 0 0,1 0 0,13 3 0,-19-6 0,1 0 0,0 0 0,-1 0 0,1-1 0,0 1 0,0-1 0,0 0 0,-1 0 0,1 0 0,0-1 0,0 1 0,0-1 0,-1 0 0,1 0 0,6-3 0,-8 2 0,0 1 0,-1-1 0,1 0 0,0 0 0,-1 0 0,0 0 0,1 0 0,-1 0 0,0 0 0,0 0 0,0 0 0,0-1 0,0 1 0,-1 0 0,1-1 0,-1 1 0,0 0 0,1-1 0,-1 1 0,-1-5 0,1-3 0,-1 0 0,0 0 0,-5-16 0,2 13 0,-1 1 0,-1 1 0,0-1 0,0 1 0,-1 0 0,-1 0 0,0 0 0,-14-13 0,19 21-136,0 0-1,0 0 1,0 1-1,0-1 1,0 1-1,-1 0 1,1 0-1,-1 0 0,-6-2 1,-2 0-6690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47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94 24575,'1'16'0,"-1"-1"0,2 1 0,0-1 0,6 20 0,-16-56 0,4 13 0,1 0 0,0-1 0,-3-11 0,5 13 0,0 0 0,0 1 0,1-1 0,0 0 0,1-10 0,-1 16 0,0 0 0,0 0 0,0 0 0,0 0 0,1 0 0,-1 0 0,0 1 0,1-1 0,-1 0 0,0 0 0,1 0 0,-1 0 0,1 0 0,0 0 0,-1 1 0,1-1 0,0 0 0,-1 0 0,1 1 0,0-1 0,0 0 0,0 1 0,-1-1 0,1 1 0,0-1 0,0 1 0,0 0 0,0-1 0,0 1 0,0 0 0,0 0 0,0-1 0,0 1 0,0 0 0,0 0 0,0 0 0,0 0 0,0 0 0,0 1 0,0-1 0,0 0 0,0 0 0,0 1 0,0-1 0,1 1 0,5 3 0,0-1 0,0 2 0,-1-1 0,1 1 0,-1 0 0,0 0 0,-1 0 0,0 1 0,6 7 0,18 18 0,-9-15 0,0-1 0,1-1 0,27 15 0,-47-29 0,0 1 0,0-1 0,0 1 0,0-1 0,0 1 0,0-1 0,0 0 0,0 1 0,0-1 0,0 0 0,0 0 0,0 0 0,1 0 0,-1 0 0,0 0 0,0 0 0,0 0 0,0 0 0,2-1 0,-2 0 0,0 1 0,0-1 0,0 1 0,-1-1 0,1 0 0,0 0 0,-1 1 0,1-1 0,0 0 0,-1 0 0,1 0 0,-1 0 0,1 0 0,-1 0 0,0 0 0,1 0 0,-1-1 0,1-6 0,0 0 0,0 0 0,-1 0 0,-1-12 0,0 10 0,2-20-95,-1 15 202,-1-24 0,0 36-230,1-1-1,-1 0 0,0 1 1,0-1-1,0 0 0,0 1 0,-1 0 1,1-1-1,-1 1 0,0 0 1,-3-5-1,-4-1-6702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48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218 16 24575,'-17'-3'0,"-9"0"0,-1 0 0,0 0 0,4 1 0,2 1 0,2 1 0,3-1 0,1 1 0,1 1 0,2-1-8191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49.5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5 118 24575,'0'0'0,"0"0"0,0 0 0,0 0 0,0 0 0,0 0 0,0-1 0,0 1 0,0 0 0,0 0 0,0 0 0,0 0 0,-1 0 0,1 0 0,0 0 0,0-1 0,0 1 0,0 0 0,0 0 0,0 0 0,-1 0 0,1 0 0,0 0 0,0 0 0,0 0 0,0 0 0,0 0 0,-1 0 0,1 0 0,0 0 0,0 0 0,0 0 0,0 0 0,0 0 0,-1 0 0,1 0 0,0 0 0,0 0 0,0 0 0,0 0 0,-1 0 0,2 7 0,6 10 0,2-4 0,0 0 0,1 0 0,0-1 0,1-1 0,0 0 0,1 0 0,0-1 0,1-1 0,0 0 0,1-1 0,19 10 0,-32-17 0,0-1 0,1 1 0,-1 0 0,0-1 0,1 1 0,-1-1 0,1 0 0,-1 1 0,1-1 0,-1 0 0,0 0 0,1 0 0,-1 0 0,1 0 0,-1 0 0,1 0 0,-1 0 0,1-1 0,-1 1 0,0-1 0,1 1 0,1-2 0,-2 1 0,0 0 0,0-1 0,0 1 0,0-1 0,0 1 0,0-1 0,0 1 0,-1-1 0,1 1 0,-1-1 0,1 0 0,-1 1 0,1-1 0,-1 0 0,0 1 0,0-1 0,0 0 0,0 1 0,-1-3 0,1-5 0,-1 1 0,-1 0 0,0 0 0,0 0 0,-5-10 0,-3-14 0,10 32 0,0 0 0,0-1 0,-1 1 0,1-1 0,0 1 0,0-1 0,0 1 0,0 0 0,0-1 0,0 1 0,0-1 0,0 1 0,0-1 0,0 1 0,0 0 0,0-1 0,0 1 0,0-1 0,0 1 0,1-1 0,-1 1 0,0 0 0,0-1 0,0 1 0,1-1 0,-1 1 0,0 0 0,0-1 0,1 1 0,-1 0 0,0 0 0,1-1 0,-1 1 0,0 0 0,1-1 0,1 1 0,-1 0 0,0 0 0,1 0 0,-1 0 0,0 0 0,1 0 0,-1 0 0,0 0 0,1 1 0,-1-1 0,2 1 0,34 17 0,-36-18 0,25 15 0,52 28 0,-66-37 0,0-1 0,1 0 0,-1-1 0,22 4 0,-32-7 0,0-1 0,0 0 0,1 0 0,-1 1 0,0-1 0,1 0 0,-1-1 0,0 1 0,0 0 0,1-1 0,-1 1 0,0-1 0,0 0 0,0 0 0,3-1 0,-4 1 0,0 0 0,1 0 0,-1-1 0,0 1 0,0-1 0,0 1 0,0-1 0,0 1 0,0-1 0,0 1 0,-1-1 0,1 0 0,-1 0 0,1 1 0,-1-1 0,1 0 0,-1 0 0,0 1 0,0-5 0,0-2 7,0 0 0,-1 0-1,0 0 1,-1 0 0,0 0-1,0 0 1,0 0-1,-1 0 1,0 0 0,-1 1-1,0 0 1,0-1 0,0 2-1,-1-1 1,0 0 0,0 1-1,-10-9 1,8 9-106,0-1 0,-1 1 0,0 0 0,0 1 0,0 0 0,-1 1 0,1-1 0,-1 2 0,0-1 0,-1 1 0,1 0 0,0 1 0,-1 0 0,-14 0 0,10 2-6727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50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68 142 24575,'-11'30'0,"10"-23"0,0-1 0,1 0 0,0 0 0,0 9 0,0-13 0,1 0 0,-1 0 0,0 0 0,1 1 0,-1-1 0,1 0 0,0 0 0,0 0 0,0 0 0,0 0 0,0 0 0,0 0 0,0 0 0,1-1 0,1 3 0,-1-4 0,-2-5 0,-2-5 0,-7-7 0,-11-18 0,13 24 0,0 0 0,1-1 0,0 0 0,-7-23 0,13 34 0,-1 0 0,1 0 0,0 1 0,0-1 0,0 0 0,-1 0 0,1 0 0,0 0 0,0 0 0,1 0 0,-1 0 0,0 0 0,0 0 0,0 0 0,1 0 0,-1 1 0,0-1 0,1-1 0,0 1 0,-1 1 0,1-1 0,-1 1 0,1-1 0,-1 1 0,1 0 0,0-1 0,-1 1 0,1 0 0,0 0 0,-1-1 0,1 1 0,-1 0 0,1 0 0,0 0 0,-1 0 0,1 0 0,0 0 0,1 0 0,1 0 0,1 1 0,0 0 0,-1 0 0,1 0 0,-1 0 0,1 1 0,5 3 0,21 13 0,16 10 0,98 43 0,-140-69 0,0-1 0,0 0 0,-1 0 0,1 0 0,0 0 0,0-1 0,6 1 0,-9-1 0,0 0 0,-1 0 0,1-1 0,0 1 0,0 0 0,0 0 0,0 0 0,-1-1 0,1 1 0,0 0 0,0-1 0,-1 1 0,1-1 0,0 1 0,0-1 0,-1 1 0,1-1 0,-1 0 0,1 1 0,-1-1 0,1 0 0,-1 1 0,1-1 0,-1 0 0,1 1 0,-1-1 0,0 0 0,1 0 0,-1 0 0,0 0 0,0 1 0,0-1 0,1 0 0,-1 0 0,0 0 0,0 0 0,0 0 0,-1 1 0,1-1 0,0-1 0,-1-8 15,-1 0 0,0 0 0,-1 0 0,0 0 0,-1 1 0,0-1 0,-7-12 0,-2 0-758,-28-36 1,28 42-6084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01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24575,'3'7'0,"1"1"0,0-2 0,1 1 0,6 8 0,-1-1 0,60 75 0,-3-6 0,-35-41 0,54 51 0,-73-80 0,5 7 0,-12-12 0,1-1 0,0 0 0,0 0 0,9 6 0,-7-10 0,-8-8 0,-7-10 0,-12-7-1365,10 12-5461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02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16 24575,'0'-1'0,"-1"0"0,1 0 0,-1 0 0,1 0 0,-1 0 0,0 0 0,1 0 0,-1 1 0,0-1 0,0 0 0,0 1 0,1-1 0,-1 0 0,0 1 0,0-1 0,0 1 0,0-1 0,0 1 0,0 0 0,0-1 0,0 1 0,0 0 0,0 0 0,0 0 0,-3 0 0,3 0 0,-1 1 0,1 0 0,-1 0 0,1 0 0,-1-1 0,1 2 0,-1-1 0,1 0 0,0 0 0,0 0 0,0 0 0,-1 1 0,1-1 0,0 1 0,1-1 0,-2 2 0,-12 23 0,-13 33 0,2-4 0,17-36 0,-13 42 0,15-40 0,-16 36 0,18-48 30,-1 0 0,0-1 0,-12 15 0,14-20-165,0 1 0,0-1 0,-1 0 0,0 0 0,1 0 0,-1 0 0,0-1 0,0 0 0,0 0 0,-5 2 0,-3 0-6691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02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24575,'1'-2'0,"0"0"0,0 0 0,1 1 0,-1-1 0,1 0 0,-1 1 0,1-1 0,-1 1 0,1-1 0,0 1 0,0 0 0,0 0 0,0 0 0,0 0 0,0 0 0,0 0 0,0 1 0,0-1 0,0 0 0,0 1 0,0 0 0,1 0 0,-1-1 0,0 1 0,3 1 0,-3-1 0,1 0 0,0 0 0,0 1 0,0 0 0,-1-1 0,1 1 0,0 0 0,-1 0 0,1 1 0,-1-1 0,1 0 0,-1 1 0,1-1 0,-1 1 0,0 0 0,0 0 0,0 0 0,4 4 0,-4-2 0,-1-1 0,1 0 0,0 0 0,-1 1 0,0-1 0,1 1 0,-1-1 0,-1 1 0,1-1 0,0 1 0,-1 0 0,0-1 0,0 1 0,0 0 0,0-1 0,-1 1 0,0 4 0,-2 2 0,-1 1 0,0-1 0,-1 1 0,-7 11 0,5-9 0,-8 22 0,14-34 0,0 1 0,1 0 0,-1 0 0,1-1 0,-1 1 0,1 0 0,0 0 0,0 0 0,-1 0 0,1-1 0,1 1 0,-1 0 0,0 0 0,0 0 0,1-1 0,-1 1 0,1 0 0,-1 0 0,2 2 0,0-3 0,-1 1 0,0-1 0,1 0 0,-1 0 0,1 0 0,-1 0 0,1 0 0,0 0 0,-1 0 0,1 0 0,0-1 0,0 1 0,0 0 0,-1-1 0,1 0 0,0 1 0,0-1 0,3 0 0,25 1 0,48-3 0,-62 0 0,-1 0 0,0-1 0,0-1 0,28-10 0,-41 13-124,-1 1 0,0-1 0,1 0 0,-1 0 0,1 0 0,-1 0-1,0 0 1,0 0 0,0 0 0,2-3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03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24 24575,'0'-2'0,"0"0"0,0 1 0,0-1 0,-1 1 0,1-1 0,0 1 0,-1-1 0,1 1 0,0-1 0,-1 1 0,-1-3 0,2 4 0,0 0 0,0 0 0,0-1 0,-1 1 0,1 0 0,0 0 0,0 0 0,0 0 0,-1 0 0,1 0 0,0-1 0,0 1 0,0 0 0,-1 0 0,1 0 0,0 0 0,0 0 0,0 0 0,-1 0 0,1 0 0,0 0 0,0 0 0,-1 0 0,1 0 0,0 0 0,0 0 0,0 0 0,-1 0 0,-7 8 0,-2 7 0,1 0 0,1 1 0,-8 21 0,-14 52 0,30-87 0,-6 17 0,1 0 0,1 0 0,1 0 0,0 0 0,1 1 0,2 23 0,1-33 0,0 1 0,0-1 0,1 0 0,1 0 0,-1 0 0,2 0 0,-1-1 0,2 1 0,-1-1 0,1 0 0,0 0 0,1 0 0,9 10 0,-4-6 60,24 20 0,-31-30-195,-1 0 0,2 0 0,-1 0 0,0-1 0,0 1 0,1-1 0,-1 0 0,1-1 0,0 1 0,9 1 0,-3-2-6691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03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1 161 24575,'33'-15'0,"56"-17"0,-51 20 0,-32 10 0,-1 0 0,0 0 0,0 0 0,0-1 0,0 0 0,6-5 0,-10 8 0,0-1 0,0 0 0,-1 1 0,1-1 0,0 0 0,-1 0 0,1 1 0,-1-1 0,1 0 0,-1 0 0,1 0 0,-1 0 0,1 0 0,-1 0 0,0 0 0,0 0 0,1 0 0,-1 1 0,0-1 0,0 0 0,0 0 0,0 0 0,0 0 0,0 0 0,0 0 0,-1 0 0,1 0 0,0 0 0,0 0 0,-1 0 0,1 0 0,-1 0 0,1 0 0,-1 0 0,1 0 0,-1 1 0,1-1 0,-1 0 0,0 0 0,1 1 0,-1-1 0,-1-1 0,-4-2 0,0-1 0,0 1 0,0 0 0,0 0 0,-1 1 0,1 0 0,-1 0 0,0 1 0,0-1 0,0 1 0,0 1 0,0-1 0,-1 1 0,1 1 0,0-1 0,-1 1 0,1 1 0,-13 1 0,17-1 0,1 0 0,0-1 0,-1 1 0,1 0 0,0 0 0,0 1 0,0-1 0,0 0 0,0 1 0,0-1 0,0 1 0,0 0 0,1 0 0,-1-1 0,0 1 0,-1 3 0,1-1 0,1-1 0,-1 1 0,1 0 0,0-1 0,-1 1 0,2 0 0,-1 0 0,0 0 0,1 6 0,0-3 0,0 1 0,0 0 0,1-1 0,1 1 0,-1-1 0,1 1 0,0-1 0,1 0 0,0 0 0,3 7 0,4 3 0,0-2 0,1 1 0,13 14 0,-16-23 0,-1 1 0,1-1 0,0-1 0,1 0 0,-1 0 0,1 0 0,11 4 0,-9-5 0,1 0 0,0-1 0,0 0 0,25 4 0,-33-7 0,1-1 0,-1 0 0,0 0 0,1 0 0,-1-1 0,0 1 0,0-1 0,5-1 0,-6 1 0,-1 0 0,0 0 0,0 0 0,1 0 0,-1-1 0,0 1 0,0-1 0,0 1 0,-1-1 0,1 0 0,0 0 0,-1 1 0,1-1 0,-1 0 0,2-3 0,-2 3-114,0 0 1,0 0-1,0 0 0,-1 0 0,1 0 1,-1 0-1,1 0 0,-1 0 0,0 0 1,0-1-1,0-1 0,-1-9-6712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04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24575,'-1'6'0,"-1"0"0,1 0 0,1 0 0,-1 0 0,1 0 0,0 0 0,1 0 0,0 7 0,3 6 0,6 21 0,-3-16 0,2 0 0,0-1 0,19 31 0,43 60 0,-48-81 0,-23-32 0,1-1 0,-1 1 0,1 0 0,-1-1 0,0 1 0,1 0 0,-1-1 0,0 1 0,1 0 0,-1-1 0,0 1 0,0 0 0,0 0 0,0-1 0,1 2 0,-2-2 0,1 1 0,0-1 0,0 0 0,0 0 0,-1 0 0,1 0 0,0 0 0,0 0 0,-1 0 0,1 0 0,0 0 0,0 0 0,-1 1 0,1-1 0,0 0 0,0 0 0,-1-1 0,1 1 0,0 0 0,0 0 0,-1 0 0,1 0 0,0 0 0,0 0 0,0 0 0,-1 0 0,1 0 0,0 0 0,0-1 0,-22-12 0,6 1 0,2 1 0,-16-15 0,28 24 0,-1-1 0,0 0 0,0-1 0,1 1 0,0 0 0,0-1 0,0 1 0,0-1 0,0 0 0,-2-7 0,4 9-151,0 0-1,0 0 0,0 1 0,0-1 1,0 0-1,0 0 0,0 1 1,1-4-1,2-3-6674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04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24575,'0'-10'0,"0"0"0,0 3 0,2 6 0,1 5 0,1 5 0,-2 0-8191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05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80 24575,'0'0'0,"-1"0"0,1 0 0,-1 0 0,1 0 0,-1 0 0,1 1 0,-1-1 0,1 0 0,-1 1 0,1-1 0,0 0 0,-1 1 0,1-1 0,-1 0 0,1 1 0,0-1 0,0 1 0,-1-1 0,1 0 0,0 1 0,-1-1 0,1 1 0,0-1 0,0 1 0,0-1 0,0 1 0,0-1 0,-1 1 0,1-1 0,0 1 0,0-1 0,0 1 0,0-1 0,0 1 0,1 0 0,-1-1 0,0 1 0,0-1 0,0 1 0,7 22 0,-4-18 0,1-1 0,-1 1 0,1 0 0,0-1 0,1 0 0,-1 0 0,1 0 0,0-1 0,0 1 0,0-1 0,0 0 0,0 0 0,1-1 0,7 3 0,2-1 0,0 0 0,0 0 0,0-2 0,22 2 0,-34-3 0,0-1 0,0 0 0,0 0 0,0 0 0,0-1 0,0 1 0,0-1 0,0 0 0,0 1 0,0-1 0,-1 0 0,1-1 0,0 1 0,4-3 0,-6 3 0,0-1 0,1 1 0,-1-1 0,0 1 0,0-1 0,0 1 0,0-1 0,0 0 0,0 1 0,-1-1 0,1 0 0,-1 0 0,1 0 0,-1 1 0,1-1 0,-1 0 0,0 0 0,0 0 0,0 0 0,0 0 0,0 0 0,-1 0 0,1 1 0,-1-3 0,-1-5 0,-1 1 0,-1-1 0,1 1 0,-1 0 0,-1 0 0,1 0 0,-1 1 0,-1 0 0,-8-10 0,29 28 0,32 19 0,-34-24 0,0 0 0,0-1 0,0-1 0,0 0 0,1-1 0,0-1 0,-1 0 0,1 0 0,0-2 0,0 0 0,14-1 0,-25 0 0,0 1 0,0 0 0,-1-1 0,1 0 0,0 0 0,-1 0 0,1 0 0,0 0 0,-1 0 0,0-1 0,1 1 0,-1-1 0,0 0 0,0 0 0,1 1 0,-1-1 0,-1-1 0,1 1 0,0 0 0,2-4 0,-3 4 0,0-1 0,0 1 0,0 0 0,-1 0 0,1-1 0,-1 1 0,1 0 0,-1-1 0,0 1 0,0 0 0,0-1 0,0 1 0,0-1 0,-1 1 0,1 0 0,-1-1 0,1 1 0,-1 0 0,0 0 0,0 0 0,0-1 0,0 1 0,0 0 0,-3-3 0,-16-18-1365,10 15-5461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09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24575,'0'-1'0,"1"0"0,-1 1 0,0-1 0,1 0 0,-1 1 0,1-1 0,-1 0 0,1 1 0,-1-1 0,1 1 0,-1-1 0,1 1 0,-1-1 0,1 1 0,0-1 0,-1 1 0,1 0 0,0-1 0,-1 1 0,1 0 0,0 0 0,0-1 0,-1 1 0,1 0 0,0 0 0,0 0 0,1 0 0,22-2 0,-23 2 0,0 0 0,1 0 0,-1 0 0,0 0 0,0 0 0,1 0 0,-1 0 0,0 1 0,1-1 0,-1 0 0,0 1 0,0-1 0,0 1 0,1 0 0,-1-1 0,0 1 0,0 0 0,0-1 0,0 1 0,0 0 0,0 0 0,0 0 0,-1 0 0,2 1 0,-2 0 0,0-1 0,1 0 0,-1 1 0,0-1 0,0 0 0,-1 1 0,1-1 0,0 0 0,0 1 0,-1-1 0,1 0 0,0 1 0,-1-1 0,1 0 0,-1 0 0,0 0 0,1 1 0,-1-1 0,0 0 0,0 0 0,0 0 0,0 0 0,-1 1 0,-1 1 0,-4 5 0,0 0 0,1 0 0,-9 15 0,14-21 0,0 0 0,0-1 0,0 1 0,0 0 0,0 0 0,1-1 0,-1 1 0,1 0 0,-1 0 0,1 0 0,0 0 0,0 0 0,0 0 0,0-1 0,0 1 0,0 0 0,0 0 0,1 0 0,-1 0 0,1 0 0,-1-1 0,1 1 0,0 0 0,0 0 0,0-1 0,0 1 0,2 2 0,-1-2 0,-1-1 0,1 0 0,0 1 0,0-1 0,0 0 0,0 0 0,0 0 0,0 0 0,1 0 0,-1-1 0,0 1 0,0-1 0,1 1 0,2-1 0,37-1 0,-27 1 0,-3-1-341,-1 0 0,1-1-1,17-5 1,-19 5-6485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0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24575,'6'7'0,"3"8"0,41 78 0,-16-30 0,-16-30 0,87 184 0,-94-188 0,-1 1 0,-1 0 0,-1 1 0,-2 0 0,4 51 0,-9-65 0,-1 1 0,-1-1 0,0 1 0,-1-1 0,-1 1 0,-6 21 0,6-32 0,1 1 0,-2-1 0,1 0 0,-1 0 0,0 0 0,0-1 0,-1 1 0,0-1 0,0 0 0,0 0 0,-1-1 0,0 1 0,0-1 0,0-1 0,-1 1 0,-8 4 0,-70 29-1365,72-32-5461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2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0 24575,'-9'0'0,"-7"0"0,-5 0 0,-1 0 0,1 0 0,1 0 0,1 0 0,2 0 0,2 0 0,0 0 0,1 3 0,-1 0 0,1 0 0,0 0 0,0-2 0,2 1-8191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2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46 24575,'-29'-7'0,"-13"-3"0,-3 1 0,0 1 0,6 3 0,5 1 0,5 3 0,5 0 0,2 1 0,3 0 0,1 1 0,2 1 0,1 2 0,3-1-8191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3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15 171 24575,'0'0'0,"0"0"0,0 0 0,0-1 0,0 1 0,0 0 0,0 0 0,0 0 0,0 0 0,0 0 0,0-1 0,0 1 0,0 0 0,0 0 0,0 0 0,0 0 0,0-1 0,0 1 0,0 0 0,0 0 0,0 0 0,0 0 0,0 0 0,0-1 0,0 1 0,0 0 0,0 0 0,0 0 0,1 0 0,-1 0 0,0 0 0,0-1 0,0 1 0,0 0 0,0 0 0,0 0 0,1 0 0,-1 0 0,0 0 0,5 6 0,8 20 0,-7-15 0,-5-9 0,1 2 0,-1 0 0,1-1 0,1 0 0,-1 1 0,0-1 0,1 0 0,0 0 0,3 3 0,-5-6 0,-1 1 0,0-1 0,0 0 0,0 0 0,0 0 0,0 0 0,0 0 0,1 0 0,-1 0 0,0 0 0,0 0 0,0 0 0,0 0 0,0 0 0,0 0 0,1 0 0,-1 0 0,0 0 0,0 0 0,0 0 0,0 0 0,0 0 0,0 0 0,1 0 0,-1 0 0,0 0 0,0 0 0,0 0 0,0-1 0,0 1 0,0 0 0,0 0 0,1 0 0,-1 0 0,0 0 0,0 0 0,0 0 0,0 0 0,0-1 0,0 1 0,0 0 0,0 0 0,2-9 0,-3-7 0,-5-4 0,-14-38 0,-2-4 0,-1-15 0,25 128 0,4-25 0,17 42 0,-2-7 0,-19-54-341,-1 0 0,1 0-1,-1 9 1,-1-4-6485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3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635 15 24575,'-17'0'0,"-27"-6"0,-4-1 0,-141 5 0,111 3 0,-50 6 134,25 0-1633,76-6-5327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4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80 24575,'-5'7'0,"0"1"0,0-1 0,1 1 0,0-1 0,0 1 0,1 0 0,-4 16 0,5-18 0,2-1 0,-1 1 0,1-1 0,-1 1 0,2-1 0,-1 1 0,1 0 0,-1-1 0,2 1 0,-1-1 0,0 0 0,1 1 0,3 6 0,-2-7 0,3 8 0,0 0 0,1-1 0,0 0 0,15 18 0,-32-55 0,-26-41 0,24 47 0,1-1 0,1 0 0,1-1 0,-12-38 0,17 43 0,1 7 0,1 0 0,-2-13 0,3 20 0,1 0 0,0 0 0,0 0 0,0 0 0,0 0 0,0 0 0,1 0 0,-1 0 0,1 1 0,-1-1 0,1 0 0,-1 0 0,1 0 0,0 0 0,0 1 0,0-1 0,1-1 0,-1 2 0,0 1 0,-1-1 0,1 1 0,-1 0 0,1-1 0,0 1 0,-1 0 0,1-1 0,0 1 0,-1 0 0,1 0 0,0 0 0,0 0 0,-1 0 0,1-1 0,0 1 0,0 1 0,-1-1 0,1 0 0,0 0 0,-1 0 0,1 0 0,0 0 0,0 1 0,-1-1 0,1 0 0,0 1 0,-1-1 0,1 0 0,-1 1 0,1-1 0,0 1 0,22 19 0,-19-16 0,38 43 0,-31-33 0,1-1 0,26 23 0,-33-32 0,0-1 0,0 0 0,0 0 0,1 0 0,-1 0 0,1-1 0,-1 0 0,1 0 0,0-1 0,0 1 0,0-1 0,11 0 0,-12-1 0,0 0 0,-1 0 0,1 0 0,0-1 0,0 0 0,-1 0 0,1 0 0,-1-1 0,1 1 0,-1-1 0,1 0 0,-1 0 0,0-1 0,0 1 0,0-1 0,0 0 0,-1 0 0,1 0 0,-1-1 0,0 1 0,0-1 0,0 0 0,0 0 0,0 0 0,-1 0 0,0 0 0,0 0 0,2-6 0,4-18 0,-7 22 0,1 0 0,-1 1 0,1-1 0,5-9 0,-7 15 0,0 0 0,0 0 0,0 0 0,0-1 0,0 1 0,1 0 0,-1 0 0,0 0 0,0 0 0,0 0 0,0-1 0,1 1 0,-1 0 0,0 0 0,0 0 0,0 0 0,1 0 0,-1 0 0,0 0 0,0 0 0,0 0 0,1 0 0,-1 0 0,0 0 0,0 0 0,1 0 0,-1 0 0,0 0 0,0 0 0,0 0 0,1 0 0,-1 0 0,0 0 0,0 0 0,0 0 0,1 0 0,-1 1 0,0-1 0,0 0 0,0 0 0,0 0 0,1 0 0,-1 0 0,0 1 0,0-1 0,0 0 0,0 0 0,0 0 0,0 0 0,0 1 0,1-1 0,-1 0 0,0 0 0,0 0 0,0 1 0,7 14 0,-6-13 0,15 33 0,2-2 0,1 0 0,1-1 0,29 34 0,-22-31-1365,-19-27-5461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7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751 13 24575,'14'-3'0,"4"-1"0,26-2 0,-71 15 0,-16-5 0,0-1 0,-49-5 0,21 1 0,51 1 0,-213 9 0,38-4 0,178-5 0,35 2 0,0 0 0,0 1 0,-1 1 0,24 7 0,-8-1 0,-10-5 0,-1 2 0,0 0 0,0 2 0,-1 0 0,30 19 0,-49-27 0,0 0 0,0 1 0,0-1 0,0 1 0,0 0 0,0 0 0,-1 0 0,1 0 0,-1 0 0,1 0 0,-1 0 0,0 0 0,0 0 0,0 1 0,0-1 0,0 0 0,-1 1 0,1-1 0,-1 1 0,1-1 0,-1 5 0,0-4 0,-1 0 0,1 0 0,-1 0 0,0 0 0,1 0 0,-2 0 0,1-1 0,0 1 0,0 0 0,-1-1 0,0 1 0,1-1 0,-1 1 0,0-1 0,0 0 0,0 0 0,-5 4 0,-3 1 0,-1 1 0,0-2 0,-1 1 0,1-2 0,-26 9 0,-64 13 0,82-23 0,-12 3 0,-33 8 0,56-13 0,1 1 0,-1 0 0,1 0 0,0 1 0,-13 8 0,18-10 0,-1 0 0,1 1 0,0-1 0,0 0 0,0 1 0,0 0 0,0-1 0,0 1 0,1 0 0,-1 0 0,1 0 0,0 0 0,0 0 0,-1 5 0,2-7 0,-1 0 0,1 0 0,0 1 0,0-1 0,0 0 0,0 0 0,0 1 0,0-1 0,1 0 0,-1 1 0,0-1 0,1 0 0,-1 0 0,1 0 0,-1 1 0,1-1 0,-1 0 0,1 0 0,0 0 0,0 0 0,0 0 0,-1 0 0,1 0 0,0 0 0,0 0 0,0-1 0,0 1 0,0 0 0,1-1 0,-1 1 0,0 0 0,0-1 0,0 0 0,0 1 0,1-1 0,-1 0 0,3 1 0,8 0 0,1 0 0,0-1 0,-1 0 0,1-1 0,0 0 0,16-5 0,30-2 0,203-6 0,-52 12 0,-177 2 0,-28 0-120,-4 0 37,1 0 0,0 0 0,0 0 0,0 0 0,-1 0 0,1 0 0,0 1 0,0-1 0,-1 1 0,1-1 0,0 1 0,0-1 0,-1 1 0,3 1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8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24575,'-1'1'0,"-7"17"0,1 1 0,-7 30 0,12-44 0,1-1 0,0 2 0,1-1 0,0 0 0,-1 0 0,1 0 0,1 0 0,-1 0 0,1 0 0,0 0 0,0 0 0,1 0 0,-1 0 0,1-1 0,4 8 0,-3-8 0,0 0 0,0 0 0,1 0 0,0-1 0,0 1 0,0-1 0,0 0 0,1 0 0,-1-1 0,1 1 0,-1-1 0,10 3 0,-4-1 0,1-1 0,-1-1 0,1 0 0,0 0 0,11 0 0,-8-2-1365,-1 0-5461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8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24575,'-10'0'0,"-6"2"0,-2 1 0,2 0-8191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8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52 24575,'-29'-7'0,"-13"-3"0,-1 0 0,4 3 0,6 2 0,7 1 0,5 2 0,5-1 0,7 0-8191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9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40 24575,'-27'-7'0,"-11"-3"0,-2 0 0,4 3 0,7 2-8191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9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32 24575,'-24'-5'0,"-30"-1"0,47 6 0,0 0 0,1 0 0,-1 0 0,1 1 0,-1 0 0,0 0 0,1 1 0,0 0 0,-11 4 0,15-5 0,1 0 0,-1-1 0,1 1 0,0 0 0,-1 0 0,1 0 0,0 1 0,-1-1 0,1 0 0,0 0 0,0 1 0,0-1 0,0 1 0,0-1 0,0 1 0,1-1 0,-1 1 0,0-1 0,1 1 0,-1 0 0,1-1 0,-1 1 0,1 0 0,0-1 0,0 1 0,0 0 0,0-1 0,0 1 0,0 0 0,1 0 0,-1-1 0,0 1 0,1 0 0,-1-1 0,1 1 0,1 2 0,1 1 0,-1 0 0,1 0 0,1 0 0,-1-1 0,0 1 0,1-1 0,0 0 0,0 0 0,1 0 0,4 3 0,10 5 0,0 0 0,1-1 0,36 14 0,-43-21 0,0 0 0,0-1 0,0 0 0,0-1 0,0 0 0,0-1 0,23-1 0,-34 0 0,0 0 0,0 0 0,0-1 0,0 1 0,0-1 0,0 1 0,0-1 0,0 1 0,-1-1 0,1 0 0,0 0 0,0 0 0,-1 0 0,1 0 0,0 0 0,-1-1 0,1 1 0,-1 0 0,0-1 0,1 1 0,-1-1 0,0 1 0,0-1 0,0 0 0,0 0 0,0 1 0,0-1 0,-1 0 0,1 0 0,-1 0 0,1 0 0,-1 0 0,0 0 0,0 0 0,1 0 0,-1 0 0,-1-3 0,1-1 0,-1 0 0,0-1 0,-1 1 0,1 0 0,-1 0 0,0 0 0,-1 0 0,1 0 0,-1 0 0,-5-7 0,2 5-97,-1 0-1,1 0 1,-1 1-1,-1 0 1,1 0-1,-1 1 1,0 0-1,-1 0 1,0 1-1,1 0 1,-2 0-1,1 1 0,-16-5 1,9 6-6729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1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97 24575,'-3'-3'0,"7"7"0,8 9 0,-3 4 0,18 27 0,-24-40 0,0 1 0,1-1 0,-1 0 0,1 0 0,0 0 0,9 6 0,-13-10 0,0 0 0,1 0 0,-1 1 0,0-1 0,0 0 0,1 0 0,-1 0 0,0 1 0,1-1 0,-1 0 0,0 0 0,1 0 0,-1 0 0,0 1 0,1-1 0,-1 0 0,1 0 0,-1 0 0,0 0 0,1 0 0,-1 0 0,0 0 0,1 0 0,-1 0 0,1 0 0,-1-1 0,0 1 0,1 0 0,-1 0 0,0 0 0,1 0 0,-1 0 0,0-1 0,1 1 0,-1 0 0,1-1 0,-1 0 0,0 0 0,1 0 0,-1 0 0,0 0 0,0 0 0,0 0 0,1 0 0,-1 0 0,0 0 0,0 0 0,-1-1 0,1 0 0,-8-32 0,1 18 0,-1-1 0,-15-24 0,-2-4 0,23 36 0,7 10 0,16 16 0,-9-6 0,-4-6 0,0 0 0,1 0 0,0-1 0,0 0 0,0 0 0,12 2 0,-19-6 0,-1 0 0,1 1 0,-1-1 0,1 0 0,-1 0 0,1 0 0,-1 0 0,1 0 0,0 0 0,-1-1 0,1 1 0,-1-1 0,1 1 0,-1-1 0,1 1 0,-1-1 0,0 0 0,1 1 0,-1-1 0,0 0 0,0 0 0,1 0 0,-1 0 0,0 0 0,0-1 0,0 1 0,0 0 0,0 0 0,0-1 0,-1 1 0,1 0 0,0-2 0,2-4 0,-1-1 0,0 1 0,-1 0 0,0 0 0,1-11 0,-1 4 0,-1 14 0,0 0 0,0 0 0,0 0 0,0 0 0,0 0 0,0 0 0,0 0 0,0 0 0,0 0 0,0 0 0,0-1 0,0 1 0,0 0 0,0 0 0,0 0 0,0 0 0,0 0 0,0 0 0,0 0 0,0 0 0,0 0 0,0 0 0,0 0 0,0 0 0,0 0 0,0 0 0,0 0 0,1 0 0,-1 0 0,0 0 0,0 0 0,0-1 0,0 1 0,0 0 0,0 0 0,0 0 0,0 0 0,0 0 0,0 0 0,0 0 0,0 0 0,0 0 0,1 0 0,-1 0 0,0 0 0,0 0 0,0 0 0,0 0 0,0 0 0,0 1 0,0-1 0,0 0 0,0 0 0,0 0 0,0 0 0,0 0 0,0 0 0,0 0 0,0 0 0,1 0 0,4 6 0,4 7 0,5 11 0,1 0 0,1-2 0,1 0 0,37 37 0,-35-42-1365,-11-11-5461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1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45 24575,'-27'-7'0,"-11"-3"0,-2 1 0,4 1 0,5 3 0,5 2 0,6 1 0,2 1 0,3 1 0,1 1 0,3-1-8191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1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24575,'7'19'0,"5"10"0,3 4 0,-1-1 0,0-3 0,-3-2 0,-1-3 0,-2-6-8191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24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 24575,'-3'-3'0,"0"3"0,0 2 0,3 4 0,1 4 0,1 2 0,3 2 0,-1 3 0,1 1 0,0 0 0,1 0 0,1-1 0,-1-1 0,-1-1 0,-1 0 0,-2-1 0,-1 0 0,-1-2-8191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24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24575,'-7'7'0,"-3"5"0,1 3 0,1 2 0,5-1 0,3 1 0,1-1 0,4-1 0,2-2 0,1-2 0,-1 1 0,0-3 0,2 0 0,2-1 0,-2-2-8191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24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74 24575,'-29'-10'0,"-13"-6"0,-1 1 0,4 1 0,6 5 0,7 3 0,5 2 0,3 5 0,3 2 0,1 3 0,1 0 0,-3 0 0,0 1 0,-4-1 0,-2-1 0,0-2 0,3-1-8191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2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 24575,'-8'-3'0,"6"5"0,9 13 0,58 78 0,119 129 0,-139-175 0,65 53 0,-106-97 0,0 1 0,1 0 0,-1-1 0,1 0 0,0 0 0,0-1 0,8 4 0,-13-7 0,0 0 0,-1 0 0,1 0 0,0 1 0,0-1 0,-1 0 0,1 0 0,0 1 0,-1-1 0,1 0 0,-1 1 0,1-1 0,-1 0 0,1 1 0,-1-2 0,-32-28-1365,21 19-5461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3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24 24575,'0'-10'0,"0"-4"0,-2 14 0,-2 9 0,-19 48 0,-26 104 0,40-115 0,-6 66 0,1-25 0,5-53-1365,7-24-5461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3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24575,'-1'0'0,"0"0"0,1 0 0,-1 1 0,1-1 0,-1 0 0,0 1 0,1-1 0,-1 0 0,1 1 0,-1-1 0,1 1 0,-1-1 0,1 1 0,-1-1 0,1 1 0,0 0 0,-1-1 0,1 1 0,0-1 0,0 1 0,-1 0 0,1-1 0,0 1 0,0 0 0,0-1 0,0 1 0,-1 1 0,-1 22 0,2-22 0,0 4 7,0 0-1,0 0 1,1 0 0,0 0-1,0 0 1,0-1-1,1 1 1,0 0 0,0-1-1,5 9 1,3 3-266,22 29 0,-17-26-661,-9-11-5906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6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16 24575,'0'0'0,"0"-1"0,0 1 0,0-1 0,0 0 0,0 1 0,0-1 0,0 0 0,0 1 0,0-1 0,0 0 0,-1 1 0,1-1 0,0 1 0,0-1 0,-1 0 0,1 1 0,0-1 0,-1 1 0,1-1 0,0 1 0,-1-1 0,1 1 0,-1-1 0,1 1 0,-1-1 0,0 0 0,0 1 0,0 0 0,0 0 0,1 0 0,-1 0 0,0 0 0,0 0 0,0 1 0,0-1 0,0 0 0,1 0 0,-1 0 0,0 1 0,0-1 0,0 0 0,1 1 0,-2 0 0,-3 2 0,0 1 0,1 0 0,-1 0 0,-5 6 0,-2 5 0,0 0 0,1 1 0,1 0 0,1 1 0,0 0 0,1 1 0,1-1 0,0 1 0,2 1 0,0-1 0,1 1 0,1 0 0,0 0 0,2 0 0,0 0 0,1 0 0,1 1 0,1-1 0,1 0 0,0-1 0,2 1 0,0 0 0,1-1 0,12 27 0,-2-15 0,0-2 0,40 52 0,53 43 0,-106-120-170,1 0-1,-1 0 0,1 0 1,0 0-1,-1-1 0,1 1 1,6 2-1,1-1-6655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7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119 203 24575,'3'-5'0,"0"-1"0,0 1 0,1 0 0,0 0 0,0 0 0,0 0 0,8-6 0,1 1 0,23-12 0,-3 1 0,-32 20 0,1 0 0,-1 0 0,0 0 0,1 0 0,-1 0 0,0 0 0,0 0 0,0 0 0,0-1 0,0 1 0,0 0 0,0-1 0,0 1 0,-1-1 0,1 1 0,0-1 0,-1 1 0,1-1 0,-1 1 0,0-1 0,1 0 0,-1-1 0,-1 1 0,1 1 0,0-1 0,-1 0 0,1 1 0,-1-1 0,0 1 0,0-1 0,1 1 0,-1-1 0,0 1 0,0 0 0,0-1 0,-1 1 0,1 0 0,0 0 0,0 0 0,-1 0 0,1 0 0,-1 0 0,1 0 0,-3-1 0,-9-5 0,1 1 0,-1 1 0,-1 0 0,1 1 0,-1 0 0,0 1 0,1 0 0,-1 1 0,-1 1 0,-24 0 0,36 2 0,1-1 0,-1 0 0,1 1 0,-1 0 0,1-1 0,0 1 0,-1 0 0,1 0 0,0 0 0,0 1 0,0-1 0,0 1 0,0-1 0,0 1 0,0-1 0,0 1 0,-3 4 0,3-3 0,0 1 0,0 0 0,0-1 0,1 1 0,-1 0 0,1 0 0,0 0 0,0 1 0,-1 7 0,1-3 0,1 1 0,1-1 0,-1 1 0,1-1 0,1 1 0,0-1 0,0 0 0,7 18 0,-7-22 0,1 0 0,0-1 0,0 1 0,1 0 0,-1-1 0,1 0 0,0 0 0,0 0 0,0 0 0,0-1 0,1 1 0,0-1 0,0-1 0,-1 1 0,2 0 0,-1-1 0,7 2 0,9 2 0,0-1 0,0-1 0,26 2 0,-2 0 0,-31-4-195,0 1 0,0-2 0,1 0 0,-1-1 0,0 0 0,29-5 0,-31 2-6631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8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3 24575,'-1'0'0,"0"-1"0,0 1 0,0-1 0,0 1 0,0 0 0,0 0 0,0-1 0,0 1 0,0 0 0,-1 0 0,1 0 0,0 0 0,0 0 0,0 1 0,0-1 0,0 0 0,0 0 0,0 1 0,0-1 0,0 0 0,0 1 0,0-1 0,0 1 0,-1 0 0,1 0 0,1 0 0,-1 0 0,1 0 0,-1 1 0,1-1 0,0 0 0,-1 0 0,1 0 0,0 0 0,0 0 0,0 0 0,0 0 0,0 0 0,0 1 0,0-1 0,0 0 0,1 0 0,-1 0 0,0 0 0,1 0 0,-1 0 0,1 0 0,0 2 0,62 112 0,-41-78 0,25 57 0,-45-91 0,-1 1 0,1 0 0,-1-1 0,-1 1 0,1 0 0,0 0 0,-1 6 0,0-10 0,0 1 0,0 0 0,0 0 0,0-1 0,0 1 0,0 0 0,-1 0 0,1-1 0,0 1 0,-1 0 0,1-1 0,0 1 0,-1 0 0,1-1 0,-1 1 0,1-1 0,-1 1 0,1-1 0,-1 1 0,1-1 0,-1 1 0,0-1 0,1 1 0,-1-1 0,0 0 0,1 1 0,-1-1 0,0 0 0,1 0 0,-1 1 0,0-1 0,0 0 0,1 0 0,-1 0 0,0 0 0,0 0 0,1 0 0,-1 0 0,0 0 0,0 0 0,1 0 0,-1-1 0,0 1 0,-1-1 0,-5 0 0,-1-2 0,0 1 0,1-1 0,-1 0 0,1-1 0,0 0 0,0 0 0,0 0 0,-11-11 0,13 12 0,1-1 0,0 0 0,1 0 0,-1-1 0,1 1 0,0-1 0,0 1 0,0-1 0,1 0 0,-1 0 0,1 0 0,0 0 0,1-1 0,-1 1 0,0-8 0,2 11 5,0 0-1,0-1 1,0 1-1,1 0 0,-1-1 1,0 1-1,1 0 1,0 0-1,-1-1 1,1 1-1,0 0 0,0 0 1,1 0-1,-1 0 1,0 0-1,1 0 1,-1 0-1,1 1 0,-1-1 1,1 0-1,0 1 1,0-1-1,-1 1 1,1 0-1,0 0 1,4-2-1,2-1-216,0 1 0,0 0 0,0 1-1,0 0 1,0 0 0,10 0 0,-5 0-6614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8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24575,'0'-7'0,"0"-1"0,0 5 0,0 4 0,0 5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9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42 24575,'0'-2'0,"-2"-3"0,-1 0 0,1-1 0,-1 1 0,-5-7 0,8 12 0,0-1 0,-1 1 0,1-1 0,-1 1 0,1-1 0,-1 1 0,1-1 0,-1 1 0,1 0 0,-1-1 0,1 1 0,-1 0 0,0-1 0,1 1 0,-1 0 0,1 0 0,-1 0 0,0 0 0,-1-1 0,2 2 0,-1-1 0,0 0 0,0 1 0,0-1 0,1 0 0,-1 1 0,0-1 0,0 1 0,1-1 0,-1 1 0,0-1 0,1 1 0,-1 0 0,1-1 0,-1 1 0,1 0 0,-1 0 0,1-1 0,-1 3 0,-9 16 0,0 1 0,2 1 0,1 0 0,0 0 0,1 0 0,-4 36 0,6-31 0,2-14 0,0 0 0,0 0 0,1 1 0,1-1 0,0 0 0,1 0 0,0 1 0,4 16 0,0-15-72,0-1 1,0 0-1,2 0 0,-1 0 0,2-1 0,-1 0 0,2-1 0,-1 1 1,2-1-1,0-1 0,0 0 0,0 0 0,1-1 0,1-1 0,0 0 1,0 0-1,0-1 0,27 11 0,-29-16-6754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0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0 110 24575,'0'4'0,"0"0"0,1 0 0,-1 0 0,1-1 0,0 1 0,0 0 0,0 0 0,1 0 0,-1-1 0,1 1 0,0-1 0,0 1 0,3 3 0,-1-2 0,0-1 0,0 0 0,0 0 0,1 0 0,0 0 0,-1-1 0,1 0 0,8 4 0,-4-3 0,1 0 0,0-1 0,0 0 0,0 0 0,0-1 0,1 0 0,-1-1 0,0 0 0,1-1 0,10-1 0,-20 1 0,1 0 0,-1 0 0,1 0 0,0 0 0,-1-1 0,1 1 0,-1 0 0,1-1 0,-1 1 0,0-1 0,1 0 0,-1 1 0,0-1 0,1 0 0,-1 0 0,0 0 0,0 0 0,1 0 0,-1 0 0,0 0 0,0-1 0,0 1 0,-1 0 0,1 0 0,0-1 0,0 1 0,-1 0 0,1-1 0,-1 1 0,1-1 0,-1 1 0,1-1 0,-1 1 0,0-1 0,0 1 0,0-3 0,0-1 0,-1 0 0,0 0 0,0 0 0,0 0 0,0 0 0,-1 0 0,0 0 0,0 1 0,-4-7 0,5 10 0,1 0 0,-1 1 0,1-1 0,0 0 0,-1 0 0,1 1 0,0-1 0,-1 0 0,1 0 0,0 0 0,0 0 0,0 1 0,-1-1 0,1 0 0,0 0 0,0 0 0,1-1 0,-1 2 0,0 0 0,0-1 0,1 1 0,-1 0 0,0 0 0,0 0 0,1-1 0,-1 1 0,0 0 0,1 0 0,-1 0 0,0 0 0,1-1 0,-1 1 0,0 0 0,1 0 0,-1 0 0,0 0 0,1 0 0,-1 0 0,0 0 0,1 0 0,-1 0 0,0 0 0,1 0 0,-1 0 0,1 1 0,3 0 0,1 0 0,0 1 0,-1 0 0,7 3 0,6 4 0,37 14 0,-47-20 0,1-1 0,-1 0 0,1-1 0,0 0 0,0 0 0,0-1 0,15 0 0,-22 0 0,1 0 0,-1-1 0,0 1 0,1 0 0,-1-1 0,0 1 0,0-1 0,1 1 0,-1-1 0,0 1 0,0-1 0,0 0 0,0 0 0,1 1 0,-1-1 0,0 0 0,-1 0 0,1 0 0,0 0 0,1-2 0,-1 1 0,0 0 0,0 0 0,-1 0 0,1 0 0,-1 0 0,1 0 0,-1 0 0,0 0 0,0 0 0,0-1 0,0-3 0,-1 0 0,0 0 0,-1 0 0,1 0 0,-1 0 0,0 1 0,-1-1 0,1 0 0,-5-5 0,1 3-170,0 1-1,0 0 0,0 1 1,-1 0-1,0 0 0,-1 0 1,-13-7-1,8 5-6655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3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1 24575,'-11'0'0,"1"2"0,0-1 0,0 2 0,-18 5 0,-19 4 0,17-9 0,-1-1 0,-56-5 0,33-5-1365,41 5-5461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3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24575,'0'-8'0,"0"1"0,1 0 0,-1-1 0,2 1 0,-1 0 0,4-12 0,-4 17 0,0-1 0,1 1 0,-1-1 0,0 1 0,1 0 0,0 0 0,-1 0 0,1 0 0,0 0 0,0 0 0,0 0 0,0 1 0,0-1 0,0 1 0,1 0 0,-1-1 0,1 1 0,-1 0 0,1 0 0,-1 0 0,5 0 0,-1 0 0,0 0 0,-1 1 0,1 0 0,0 0 0,0 0 0,0 1 0,-1-1 0,1 2 0,0-1 0,-1 1 0,1-1 0,-1 1 0,0 1 0,1-1 0,-1 1 0,0 0 0,0 0 0,-1 1 0,6 3 0,-7-4 0,-1 0 0,1-1 0,0 1 0,-1 0 0,1 0 0,-1 0 0,0 1 0,0-1 0,-1 0 0,1 1 0,0 0 0,-1-1 0,0 1 0,0 0 0,0-1 0,-1 1 0,1 0 0,-1 0 0,0 0 0,0 0 0,0 0 0,0-1 0,-1 1 0,0 0 0,1 0 0,-2 0 0,1-1 0,0 1 0,-3 4 0,0-1 0,-1 1 0,0-1 0,-1 1 0,-8 8 0,-10 12 0,24-27 0,-1 0 0,0 0 0,1-1 0,-1 1 0,0 0 0,1 0 0,0 0 0,-1-1 0,1 1 0,-1 0 0,1 0 0,0 0 0,-1 0 0,1 0 0,0 0 0,0 0 0,0 0 0,0 0 0,0 0 0,0 0 0,0 0 0,0 0 0,0 0 0,1 0 0,-1 0 0,0 0 0,0-1 0,1 1 0,-1 0 0,1 0 0,-1 0 0,1 0 0,-1 0 0,1-1 0,0 1 0,-1 0 0,1-1 0,0 1 0,-1 0 0,1-1 0,0 1 0,0-1 0,0 1 0,0-1 0,-1 1 0,1-1 0,0 0 0,0 1 0,0-1 0,2 0 0,4 2 0,0 0 0,1-1 0,-1 0 0,1 0 0,8-1 0,30-2-1365,-34 2-5461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4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8 24575,'-1'-1'0,"1"1"0,-1-1 0,1 1 0,-1-1 0,0 1 0,1-1 0,-1 1 0,0-1 0,1 1 0,-1-1 0,0 1 0,0 0 0,1-1 0,-1 1 0,0 0 0,0 0 0,0 0 0,1 0 0,-3 0 0,1 4 0,6 7 0,3-1 0,1 0 0,0-1 0,0 0 0,1 0 0,16 12 0,-6-7 0,41 23 0,-31-24-1365,-16-10-5461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4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24575,'15'15'0,"7"7"0,2 3 0,0-2 0,-2-3 0,-2-3 0,-5-3 0,-2-3 0,-3 0 0,-1-4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4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13 24575,'-29'-2'0,"-13"-1"0,-3 0 0,3 0 0,6 1 0,7 4 0,6 0 0,4 1 0,1 0 0,0 1 0,4 1-8191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5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24575,'0'2'0,"0"4"0,2 3 0,4 2 0,3 2 0,2 1 0,2 1 0,2-2 0,-1-2 0,2-1 0,-1-4 0,0-1 0,-1-3 0,-1-2-8191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5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7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41 24575,'-1'-2'0,"1"-1"0,-1 1 0,1 0 0,0 0 0,0 0 0,0 0 0,0-1 0,0 1 0,0 0 0,0 0 0,1 0 0,1-4 0,-2 6 0,0-1 0,1 0 0,-1 1 0,1-1 0,-1 0 0,1 1 0,0-1 0,-1 1 0,1-1 0,-1 1 0,1 0 0,0-1 0,0 1 0,-1-1 0,1 1 0,0 0 0,0 0 0,-1-1 0,1 1 0,0 0 0,0 0 0,0 0 0,-1 0 0,1 0 0,0 0 0,0 0 0,-1 0 0,1 0 0,0 1 0,0-1 0,0 0 0,-1 0 0,1 1 0,0-1 0,-1 0 0,1 1 0,1 0 0,12 6 0,0 0 0,-1 1 0,0 1 0,14 11 0,45 46 0,-52-46 0,0 2 0,-1 1 0,-2 0 0,0 1 0,-1 1 0,-2 0 0,13 31 0,-22-45 0,-2 1 0,0-1 0,0 1 0,-1 0 0,0 0 0,-1-1 0,0 1 0,-1 0 0,-3 20 0,2-23 0,-1 1 0,0 0 0,-1-1 0,0 0 0,0 1 0,-1-1 0,0-1 0,-1 1 0,0 0 0,0-1 0,-1 0 0,-7 7 0,7-8-195,-1-1 0,0 1 0,0-1 0,0 0 0,-1-1 0,-12 6 0,8-4-6631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8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26 24575,'-1'-1'0,"1"-1"0,-1 0 0,1 1 0,-1-1 0,0 1 0,0 0 0,1-1 0,-1 1 0,0 0 0,0-1 0,0 1 0,-1 0 0,1 0 0,0 0 0,0 0 0,-1 0 0,1 0 0,-2-1 0,2 2 0,-1 0 0,1 0 0,0-1 0,0 1 0,0 0 0,0 0 0,-1 1 0,1-1 0,0 0 0,0 0 0,0 0 0,0 1 0,0-1 0,0 1 0,-1-1 0,1 1 0,0-1 0,0 1 0,0 0 0,1-1 0,-1 1 0,0 0 0,0 0 0,0 0 0,-1 1 0,-21 26 0,-36 58 0,57-82 0,-92 176 0,64-117 0,17-36-455,-1-1 0,-31 43 0,38-61-6371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9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77 24575,'-5'19'0,"2"0"0,0 0 0,-1 33 0,4-43 0,1 1 0,-1-1 0,2 0 0,-1 0 0,1 0 0,1 0 0,0 0 0,0 0 0,8 15 0,-6-15 0,-5-7 0,1 0 0,0 0 0,0 0 0,0 0 0,0 0 0,0 0 0,0-1 0,0 1 0,1 0 0,-1-1 0,1 1 0,-1-1 0,3 2 0,-4-3 0,1 0 0,-1 0 0,0 0 0,1 0 0,-1 0 0,0 0 0,1 0 0,-1 0 0,0-1 0,0 1 0,1 0 0,-1 0 0,0 0 0,1 0 0,-1 0 0,0-1 0,0 1 0,1 0 0,-1 0 0,0-1 0,0 1 0,0 0 0,1 0 0,-1-1 0,0 1 0,0 0 0,0 0 0,0-1 0,0 1 0,0 0 0,1-1 0,-1 1 0,0 0 0,0-1 0,0 1 0,0 0 0,0-1 0,0 1 0,0 0 0,0-1 0,0 1 0,-1 0 0,1 0 0,0-1 0,0 1 0,0-1 0,-2-17 0,1 17 0,-7-35 0,-26-65 0,0 2 0,33 95 0,0-1 0,0 1 0,0-1 0,0 1 0,0-1 0,1 0 0,0 0 0,0 1 0,2-10 0,-2 14 0,0-1 0,0 1 0,0 0 0,0 0 0,0-1 0,0 1 0,1 0 0,-1 0 0,0-1 0,0 1 0,0 0 0,0 0 0,1 0 0,-1-1 0,0 1 0,0 0 0,0 0 0,1 0 0,-1-1 0,0 1 0,0 0 0,1 0 0,-1 0 0,0 0 0,0 0 0,1 0 0,-1 0 0,0 0 0,0 0 0,1 0 0,-1 0 0,1 0 0,10 5 0,9 15 0,-17-17 0,32 38 0,-26-30 0,-1 0 0,1-1 0,1 0 0,0-1 0,0 0 0,17 11 0,-25-19 0,0 0 0,-1 0 0,1 0 0,0 0 0,-1-1 0,1 1 0,0-1 0,0 1 0,0-1 0,0 0 0,0 0 0,-1 1 0,1-1 0,0-1 0,0 1 0,0 0 0,0 0 0,0-1 0,-1 1 0,1-1 0,0 0 0,0 1 0,-1-1 0,4-2 0,-3 2 0,0-1 0,0 0 0,0 0 0,0 0 0,-1 0 0,1 0 0,-1 0 0,1 0 0,-1 0 0,0-1 0,0 1 0,0-1 0,0 1 0,0-1 0,-1 1 0,1-1 0,0-3 0,12-82 0,-13 88 0,0-1 0,0 1 0,0-1 0,0 0 0,0 1 0,0-1 0,0 1 0,0-1 0,1 1 0,-1-1 0,0 1 0,0-1 0,1 1 0,-1-1 0,0 1 0,1-1 0,-1 1 0,1 0 0,-1-1 0,0 1 0,2-1 0,-2 1 0,0 0 0,1 0 0,-1 0 0,1 0 0,-1 0 0,1 0 0,-1 0 0,0 1 0,1-1 0,-1 0 0,1 0 0,-1 0 0,0 0 0,1 1 0,-1-1 0,0 0 0,1 1 0,-1-1 0,0 0 0,1 0 0,-1 1 0,17 25 0,-14-21 0,82 146 0,-80-141-455,1 0 0,3 12 0,-5-9-6371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41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24575,'4'-4'0,"-3"3"0,0-1 0,0 1 0,0 0 0,0 0 0,0 0 0,0-1 0,0 1 0,1 1 0,-1-1 0,0 0 0,1 0 0,-1 0 0,1 1 0,-1-1 0,1 0 0,-1 1 0,1 0 0,-1-1 0,1 1 0,0 0 0,-1 0 0,1 0 0,-1 0 0,1 0 0,0 0 0,-1 0 0,1 0 0,2 2 0,5 1 0,0 1 0,0 1 0,-1 0 0,0 0 0,0 1 0,13 11 0,-11-9 0,5 4 0,-2 1 0,1 1 0,-2 0 0,0 0 0,-1 2 0,19 31 0,-11-10 0,-2 0 0,13 43 0,-15-35 0,-3 0 0,-1 1 0,-3 0 0,-2 0 0,1 83 0,-7-115 0,-1 0 0,-1 0 0,0 0 0,-1 0 0,-1-1 0,0 1 0,0-1 0,-1 0 0,-1-1 0,-1 1 0,1-1 0,-2 0 0,0 0 0,-17 19 0,21-28-76,1-1 1,0 0-1,-1 1 0,0-1 0,1-1 0,-1 1 0,0 0 0,0-1 1,0 0-1,0 0 0,0 0 0,0 0 0,0-1 0,0 0 1,0 1-1,-1-2 0,-3 1 0,-4-1-6750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51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26073 203 24575,'14'-1'0,"0"0"0,0-2 0,0 1 0,-1-2 0,1 1 0,-1-2 0,23-10 0,-35 14 0,0 1 0,0 0 0,0-1 0,0 1 0,-1-1 0,1 1 0,0-1 0,0 0 0,0 1 0,0-1 0,-1 0 0,1 0 0,0 0 0,-1 1 0,1-1 0,0-2 0,-1 2 0,0 1 0,0-1 0,0 1 0,-1-1 0,1 1 0,0-1 0,0 1 0,-1-1 0,1 1 0,0-1 0,-1 1 0,1-1 0,0 1 0,-1 0 0,1-1 0,-1 1 0,1 0 0,-1-1 0,1 1 0,-1 0 0,1-1 0,-1 1 0,1 0 0,-1 0 0,1 0 0,-1 0 0,1-1 0,-1 1 0,0 0 0,1 0 0,-2 0 0,-23-5 0,0 0 0,-46-1 0,-53 7 0,49 0 0,19 0 0,-61-3 0,78-5 0,28 5 0,1 0 0,-17-1 0,-143 3 0,80 0 0,82 0 0,1-1 0,-1 0 0,1-1 0,-1 0 0,1 0 0,-12-6 0,-18-4 0,18 7 0,0 1 0,0 1 0,-39-1 0,30 4 0,6 0 0,0 0 0,0 2 0,-34 6 0,39-5 0,-25 2 0,29-4 0,0 0 0,0 1 0,0 0 0,-12 5 0,7-1 0,0-2 0,0 0 0,-19 1 0,8-1 0,10-2 0,0-1 0,0 0 0,0-1 0,1-1 0,-29-6 0,24 4 0,0 1 0,0 0 0,0 2 0,0 1 0,-1 1 0,-27 5 0,20-3 0,-1-1 0,1-2 0,-49-3 0,9-5 0,-86-20 0,59 9 0,-6-2 0,-57-8 0,88 18 0,11 1 0,-101-3 0,55 21 0,48-2 0,5-1 0,-42 2 0,-584-8 0,567 7 0,2 1 0,-65 0 0,-34-2 0,3-1 0,-44 13 0,129-9 0,-315 16 0,397-24 0,-157 7 0,-4-3 0,38-4 0,92 6 0,-25 1 0,78-8 0,-307-1 0,221-6 0,-41-1 0,4 1 0,7 0 0,-56 0 0,-28-1 0,-110 18 0,82 5 0,-94-9 0,225-7 0,-52-7 0,3 1 0,22 0 0,8 0 0,-549 6 0,328 2 0,201 6 0,12 1 0,101-8 0,-222 8 0,-78 7 0,4-1 0,-113-7 0,276-8 0,139 1 0,-605 19 0,609-15 0,-387 28 0,56-29 0,215-4 0,-12-6 0,12 0 0,-91-2 0,-219 2 0,283 9 0,49-2 0,-144-1 0,135-6 0,-52 0 0,11-1 0,0 1 0,-584 8 0,552-10 0,84 2 0,5 2 0,-103-4 0,104 9 0,-210 1 0,185 6 0,-36 1 0,-29-1 0,-16 0 0,-955-7 0,982-9 0,90 3 0,-232-9 0,-38-5 0,-153-3 0,379 22 0,-156 3 0,167 5 0,-34 0 0,107-6 0,-336-3 0,269-4 0,-49-2 0,144 8 0,-310-8 0,-88 2 0,311 13 0,-47 1 0,-331-9 0,369 10 0,68-3 0,0 0 0,-97 3 0,-598-10 0,649 9 0,10-1 0,71-5-273,1 0 0,-1 3 0,1 0 0,-37 12 0,50-11-6553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53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571 287 24575,'-43'-21'0,"-46"-25"0,77 39 0,0-1 0,1 0 0,0-1 0,0 0 0,-9-12 0,16 18 0,-1 0 0,1 0 0,-1 1 0,1-1 0,-1 1 0,0 0 0,0 0 0,1 0 0,-1 1 0,-1 0 0,-9-1 0,-6-3 0,-17-4 0,-1-3 0,2-1 0,0-1 0,-63-35 0,82 34 0,17 15 0,1-1 0,0 1 0,-1 0 0,1 0 0,0 0 0,0-1 0,-1 1 0,1 0 0,0 0 0,0-1 0,0 1 0,-1 0 0,1-1 0,0 1 0,0 0 0,0 0 0,0-1 0,0 1 0,0 0 0,-1-1 0,1 1 0,0 0 0,0-1 0,0 1 0,0 0 0,0-1 0,0 1 0,0 0 0,1-1 0,-1 1 0,0 0 0,0-1 0,0 1 0,0 0 0,0-1 0,0 1 0,1 0 0,-1-1 0,0 1 0,0 0 0,0 0 0,1-1 0,-1 1 0,0 0 0,0 0 0,1-1 0,-1 1 0,0 0 0,1 0 0,-1 0 0,0 0 0,0 0 0,1-1 0,-1 1 0,0 0 0,1 0 0,-1 0 0,0 0 0,1 0 0,-1 0 0,0 0 0,1 0 0,-1 0 0,0 0 0,1 0 0,5 1 0,1-1 0,-1 1 0,0 0 0,1 0 0,-1 1 0,0 0 0,0 0 0,0 0 0,10 6 0,-6-3 0,288 155 0,-281-151 0,54 36 0,-63-39 0,-1 0 0,1 0 0,-1 0 0,-1 1 0,0 0 0,10 13 0,-15-18 0,-1-1 0,1 0 0,0 0 0,-1 1 0,1-1 0,-1 0 0,1 1 0,-1-1 0,0 0 0,1 1 0,-1-1 0,0 1 0,0-1 0,0 1 0,0-1 0,0 0 0,0 1 0,-1-1 0,1 1 0,-1 1 0,0-1 0,0 0 0,0 0 0,-1 0 0,1 0 0,-1 0 0,1-1 0,-1 1 0,1 0 0,-1-1 0,0 1 0,-3 1 0,-2 1 0,1 0 0,-1-1 0,0 0 0,-1-1 0,1 1 0,-13 1 0,-20 2 0,-79 2 0,83-6-1365,20 1-5461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53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58 24575,'-2'1'0,"-1"0"0,1 0 0,-1 0 0,1 0 0,0 0 0,-1 1 0,1-1 0,0 1 0,0 0 0,0-1 0,0 1 0,1 0 0,-1 0 0,0 0 0,1 0 0,-1 1 0,1-1 0,0 0 0,-1 1 0,1-1 0,1 1 0,-1-1 0,0 1 0,0-1 0,1 1 0,0 0 0,-1-1 0,1 1 0,0 0 0,0-1 0,1 1 0,0 4 0,0 0 0,0-1 0,1 0 0,0 0 0,0 0 0,1 0 0,0-1 0,-1 1 0,2-1 0,-1 1 0,1-1 0,0 0 0,8 8 0,-5-7 0,1-1 0,-1 1 0,1-2 0,0 1 0,0-1 0,1 0 0,-1-1 0,1 0 0,0 0 0,0-1 0,0 0 0,0-1 0,0 0 0,0 0 0,1-1 0,13-1 0,-21 1 0,0 0 0,0-1 0,0 1 0,0-1 0,-1 1 0,1-1 0,0 0 0,0 0 0,-1 1 0,1-1 0,0-1 0,-1 1 0,1 0 0,-1 0 0,1 0 0,-1-1 0,0 1 0,0-1 0,0 1 0,1-1 0,-1 0 0,-1 1 0,1-1 0,0 0 0,0 0 0,-1 1 0,2-5 0,-1-1 0,0 1 0,0-1 0,-1 0 0,0 0 0,0 0 0,-2-8 0,21 32 0,-8-5 0,0-3 0,0 0 0,0 0 0,1-1 0,0-1 0,1 0 0,16 7 0,-21-11 0,0 0 0,0-1 0,0 1 0,0-2 0,0 1 0,0-1 0,1 0 0,-1-1 0,0 0 0,1 0 0,-1-1 0,9-1 0,-14 1 0,0 0 0,-1 0 0,0 0 0,1-1 0,-1 1 0,0-1 0,1 1 0,-1-1 0,0 0 0,0 1 0,0-1 0,-1 0 0,1-1 0,0 1 0,-1 0 0,1 0 0,-1-1 0,0 1 0,0-1 0,0 1 0,0-1 0,0 1 0,0-1 0,-1 1 0,1-1 0,-1 0 0,0-3 0,1-4 0,-1 0 0,0 0 0,-1 1 0,0-1 0,-1 0 0,-3-12 0,2 12 17,-1 0 0,0 0 1,0 0-1,-1 1 0,0 0 0,-8-11 0,10 15-141,-1 0 0,-1 1 1,1-1-1,0 1 0,-1 0 0,0 0 1,0 0-1,-1 1 0,1 0 0,0 0 1,-11-4-1,3 3-6702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54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24575,'1'-2'0,"-1"0"0,1 0 0,0 0 0,0 0 0,0 0 0,0 0 0,0 0 0,0 0 0,0 1 0,0-1 0,1 0 0,-1 1 0,1-1 0,-1 1 0,1 0 0,0-1 0,-1 1 0,1 0 0,0 0 0,0 0 0,0 0 0,0 0 0,0 1 0,0-1 0,0 0 0,0 1 0,0 0 0,0-1 0,0 1 0,0 0 0,0 0 0,1 0 0,3 1 0,-1 1 0,1-1 0,0 1 0,-1 0 0,0 0 0,1 1 0,-1 0 0,0-1 0,0 2 0,-1-1 0,1 1 0,4 4 0,-3-3 0,-1 0 0,0 0 0,1 1 0,-2-1 0,8 11 0,-11-14 0,0 0 0,0-1 0,-1 1 0,1 0 0,0 0 0,-1 0 0,1 0 0,-1 0 0,0 0 0,0 0 0,1 0 0,-1 0 0,-1 0 0,1 0 0,0 0 0,0 0 0,-1 0 0,1 0 0,-1-1 0,1 1 0,-1 0 0,-1 2 0,-1 1 0,-1 1 0,1-1 0,-1 0 0,0 0 0,0 0 0,-1 0 0,-8 6 0,-4 1 0,-18 11 0,19-14 0,15-8 0,0 0 0,0-1 0,0 1 0,0 0 0,0 0 0,0 0 0,0-1 0,1 1 0,-1 0 0,0 0 0,0 0 0,1 0 0,-1 1 0,1-1 0,-1 0 0,1 0 0,-1 2 0,1-2 0,0 0 0,0 0 0,0-1 0,0 1 0,0 0 0,0-1 0,1 1 0,-1 0 0,0-1 0,1 1 0,-1 0 0,0-1 0,1 1 0,-1 0 0,1-1 0,-1 1 0,1-1 0,-1 1 0,1-1 0,-1 1 0,1-1 0,0 0 0,-1 1 0,1-1 0,-1 0 0,1 1 0,0-1 0,0 0 0,-1 0 0,1 1 0,0-1 0,0 0 0,20 5 25,0-1 1,0 0-1,24 0 0,66-3-991,-95-1 466,-4 0-6326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06.6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16 24575,'0'-1'0,"0"0"0,0 1 0,0-1 0,0 1 0,0-1 0,0 1 0,0-1 0,0 1 0,0-1 0,0 1 0,0-1 0,0 1 0,0-1 0,0 0 0,1 1 0,-1-1 0,0 1 0,0-1 0,1 1 0,-1 0 0,0-1 0,1 1 0,-1-1 0,0 1 0,1-1 0,-1 1 0,1 0 0,-1-1 0,1 1 0,0 0 0,-1 0 0,1 1 0,-1-1 0,1 1 0,-1-1 0,1 1 0,-1-1 0,0 1 0,1-1 0,-1 1 0,0-1 0,1 1 0,-1-1 0,0 1 0,1 0 0,-1-1 0,0 1 0,0-1 0,0 1 0,0 0 0,0-1 0,0 1 0,1 0 0,-2 0 0,4 18 0,0-1 0,1 0 0,7 21 0,-9-33 0,0 0 0,1-1 0,0 1 0,0-1 0,0 0 0,0 1 0,1-2 0,0 1 0,0 0 0,0-1 0,1 0 0,0 0 0,8 6 0,-10-8 0,0 0 0,1 0 0,-1-1 0,1 1 0,-1-1 0,1 0 0,0 1 0,-1-2 0,1 1 0,0 0 0,5-1 0,-6 0 0,0 0 0,0-1 0,0 0 0,-1 1 0,1-1 0,0 0 0,-1-1 0,1 1 0,-1 0 0,1-1 0,-1 1 0,1-1 0,-1 0 0,0 0 0,0 0 0,2-2 0,9-15 0,-11 16 0,0 0 0,-1 1 0,1-1 0,0 0 0,0 1 0,1-1 0,-1 1 0,0 0 0,4-3 0,-5 5 0,0 0 0,-1 0 0,1 0 0,0 0 0,-1 0 0,1 0 0,0 0 0,0 0 0,-1 0 0,1 0 0,0 1 0,0-1 0,-1 0 0,1 0 0,0 1 0,-1-1 0,1 0 0,0 1 0,-1-1 0,1 0 0,-1 1 0,2 0 0,14 14 0,-10-9 0,-2-3 0,0 0 0,1 0 0,-1 0 0,1-1 0,0 0 0,0 0 0,0 0 0,5 1 0,1-1 0,-1 1 0,22 0 0,-29-3 0,1 0 0,0 0 0,0 0 0,-1-1 0,1 0 0,-1 0 0,1 0 0,0 0 0,-1 0 0,0-1 0,1 1 0,-1-1 0,0 0 0,0 0 0,0 0 0,0-1 0,0 1 0,3-4 0,-4 3 0,0 1 0,0 0 0,-1-1 0,1 1 0,-1-1 0,0 0 0,1 1 0,-1-1 0,0 0 0,-1 0 0,1 1 0,0-1 0,-1 0 0,0 0 0,1 0 0,-1 0 0,0 0 0,-1 0 0,1 0 0,0 0 0,-1 0 0,0 1 0,-1-5 0,0 1 20,-1 0 0,0 1 0,0-1 0,0 0 0,-9-9 0,10 12-144,0 1 0,-1-1 1,0 0-1,0 1 0,1 0 0,-1 0 1,-1 0-1,1 0 0,0 0 0,0 1 1,-7-3-1,-1 2-6702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07.2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0 24575,'0'0'0,"0"0"0,-1 0 0,1 0 0,0 0 0,0 0 0,-1 0 0,1 1 0,0-1 0,0 0 0,-1 0 0,1 0 0,0 0 0,0 0 0,0 0 0,-1 1 0,1-1 0,0 0 0,0 0 0,0 0 0,0 0 0,0 1 0,-1-1 0,1 0 0,0 0 0,0 1 0,0-1 0,0 0 0,0 0 0,0 0 0,0 1 0,0-1 0,0 0 0,0 13 0,6 11 0,-6-23 0,7 18 0,1 1 0,1-1 0,11 17 0,-13-22 0,-6-13-85,0 1 0,0-1-1,0 1 1,0-1 0,0 1-1,1-1 1,-1 1 0,1-1-1,-1 0 1,1 0 0,-1 0-1,1 0 1,-1 0 0,1 0-1,2 1 1,5 0-6741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07.8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181 12 24575,'-3'0'0,"-2"0"0,-4 0 0,-3 0 0,-1 0 0,-1 0 0,-1 0 0,0 0 0,0 0 0,0 0 0,0-3 0,-2 0 0,-1 0 0,3 1-8191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08.0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258 61 24575,'-20'-10'0,"-8"-3"0,-3 1 0,2 2 0,1 3 0,3 2 0,3 3 0,0 1 0,2 1 0,2 0 0,3 1-8191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1.1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22 24575,'-3'-18'0,"-1"15"0,0 12 0,3-2 0,0 0 0,1 0 0,-1 0 0,2 0 0,-1 0 0,1 0 0,0 0 0,0 0 0,1 0 0,0 0 0,0 0 0,0-1 0,1 1 0,0-1 0,0 0 0,1 0 0,0 0 0,0 0 0,1 0 0,-1-1 0,1 0 0,0 0 0,0 0 0,1-1 0,0 1 0,-1-1 0,11 4 0,-15-7 0,1 0 0,-1 0 0,1 0 0,0-1 0,-1 1 0,1-1 0,0 1 0,0-1 0,-1 0 0,1 0 0,0 0 0,0 0 0,-1 0 0,1 0 0,0 0 0,0 0 0,-1-1 0,1 1 0,0-1 0,0 1 0,-1-1 0,1 0 0,-1 1 0,1-1 0,2-2 0,-2 1 0,1-1 0,-1 1 0,0-1 0,0 1 0,0-1 0,-1 0 0,1 0 0,-1 0 0,1 0 0,-1 0 0,0 0 0,0 0 0,1-4 0,0-5 0,-1 7 0,-1 0 0,1 0 0,1 1 0,-1-1 0,4-8 0,-4 12 0,-1 1 0,1-1 0,-1 0 0,1 1 0,-1-1 0,1 0 0,0 1 0,-1-1 0,1 1 0,0-1 0,0 1 0,-1-1 0,1 1 0,0-1 0,0 1 0,0 0 0,-1-1 0,1 1 0,0 0 0,0 0 0,0 0 0,0 0 0,0 0 0,0-1 0,0 2 0,-1-1 0,1 0 0,0 0 0,0 0 0,0 0 0,0 1 0,0-1 0,-1 0 0,1 1 0,0-1 0,0 0 0,0 1 0,50 27 0,-31-17 0,35 15 0,-35-18 0,28 10 0,-43-17 0,-1 0 0,1 0 0,-1 0 0,1-1 0,0 1 0,-1-1 0,1 0 0,6-1 0,-10 1 0,1-1 0,-1 1 0,1 0 0,-1-1 0,0 1 0,1-1 0,-1 1 0,0-1 0,1 0 0,-1 1 0,0-1 0,0 0 0,0 0 0,1 0 0,-1 0 0,0 0 0,0 0 0,0 0 0,-1 0 0,1 0 0,1-3 0,-1 2 0,-1 0 0,1 0 0,-1 0 0,0 0 0,0 0 0,0 0 0,0-1 0,0 1 0,0 0 0,0 0 0,-1 0 0,1 0 0,-2-3 0,0-2 0,-1 1 0,0 0 0,-1 0 0,1 0 0,-1 0 0,0 0 0,-1 1 0,-5-7 0,3 6-227,-1 0-1,1 1 1,-1 0-1,-1 0 1,-8-4-1,4 4-6598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1.7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24575,'13'0'0,"-1"0"0,18 4 0,-26-3 0,0 0 0,0 0 0,0 0 0,0 0 0,0 1 0,0 0 0,0 0 0,0 0 0,-1 0 0,7 5 0,-9-6 0,0 1 0,0-1 0,-1 1 0,1-1 0,0 1 0,0-1 0,-1 1 0,1-1 0,-1 1 0,0 0 0,1-1 0,-1 1 0,0 0 0,0-1 0,0 1 0,0 0 0,0-1 0,0 1 0,-1 0 0,1-1 0,0 1 0,-1-1 0,0 1 0,1 0 0,-1-1 0,0 1 0,0-1 0,-1 3 0,-2 3 0,-1 0 0,0 0 0,0-1 0,-9 9 0,-4 0 0,14-12 0,1 0 0,-1 0 0,0 0 0,1 1 0,0-1 0,-1 1 0,-4 7 0,8-10 0,0-1 0,0 1 0,-1-1 0,1 1 0,0-1 0,0 1 0,0-1 0,0 1 0,0-1 0,0 1 0,-1-1 0,1 1 0,0-1 0,1 1 0,-1 0 0,0-1 0,0 1 0,0-1 0,0 1 0,0-1 0,0 1 0,1-1 0,-1 1 0,0-1 0,0 0 0,1 1 0,0 0 0,0 0 0,0 0 0,0-1 0,0 1 0,0 0 0,0-1 0,0 1 0,0-1 0,0 0 0,0 1 0,2 0 0,2-1 0,1 1 0,-1 0 0,0-1 0,8 0 0,35-8 0,-33 5 0,27-3 0,1 6-1365,-31 0-5461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2.1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142 7 24575,'-5'-2'0,"-4"-2"0,-3 4 0,-2 1 0,-1 0 0,-3 3 0,-1 0 0,1 0 0,0-1 0,4-1-8191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3.0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90 24575,'14'-14'0,"0"0"0,30-20 0,-39 31 0,1-1 0,0 1 0,0 0 0,0 0 0,0 1 0,1 0 0,-1 0 0,1 0 0,0 1 0,-1 0 0,14 0 0,-15 1 0,0 0 0,0 0 0,0 0 0,0 1 0,0 0 0,0 0 0,0 0 0,0 1 0,0-1 0,0 1 0,-1 0 0,1 1 0,-1-1 0,1 1 0,-1 0 0,0 0 0,0 0 0,0 0 0,-1 1 0,6 6 0,-6-6 0,0 0 0,0 0 0,0 0 0,0 1 0,-1-1 0,0 1 0,0-1 0,0 1 0,-1 0 0,1 0 0,-1 0 0,0 0 0,-1 0 0,1 0 0,-1 0 0,0 0 0,0 0 0,-1 0 0,1 0 0,-1 0 0,0 0 0,-1 0 0,1 0 0,-1 0 0,0-1 0,0 1 0,0-1 0,-1 1 0,0-1 0,0 0 0,0 0 0,-4 4 0,1-1 0,1-3 0,1 0 0,0 1 0,0 0 0,0-1 0,-4 11 0,7-15 0,1 1 0,0 0 0,-1 0 0,1-1 0,0 1 0,0 0 0,0 0 0,0-1 0,-1 1 0,1 0 0,0 0 0,0 0 0,1 0 0,-1-1 0,0 1 0,0 0 0,0 0 0,1-1 0,-1 3 0,1-2 0,0 0 0,0 0 0,0 0 0,0 0 0,0 0 0,0-1 0,1 1 0,-1 0 0,0 0 0,0-1 0,0 1 0,1-1 0,-1 1 0,0-1 0,3 1 0,10 1 0,0 0 0,0-1 0,0-1 0,0 0 0,20-3 0,-21 0-1365,-4 0-5461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3.3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 24575,'0'-2'0,"2"1"0,2 4 0,-1 3 0,2 1 0,0 2 0,-1 1 0,2 2 0,1 2 0,1 0 0,0 0 0,0 1 0,0-3 0,0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3.5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24575,'10'9'0,"3"7"0,2 2 0,0 1 0,1-1 0,0 0 0,-3-1 0,-1-2 0,-3 0 0,0-2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3.7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328 41 24575,'-30'-7'0,"-11"-3"0,-2 0 0,4 3 0,4 2 0,5 4 0,3 2 0,4 2 0,0-1 0,2 3 0,5-1-8191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4.1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24575,'0'2'0,"0"4"0,2 0 0,2 3 0,1-2 0,1 2 0,1 0 0,3 3 0,1 1 0,1 0 0,2-1 0,-2-1 0,-1-2 0,1-2 0,-2-1 0,0 0 0,0-5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4.3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0 24575,'-3'0'0,"0"3"0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7.8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2655 88 24575,'0'-3'0,"0"-3"0,0 1 0,0-1 0,-1 1 0,0-1 0,1 1 0,-4-8 0,4 11 0,-1 1 0,0-1 0,0 1 0,0-1 0,0 1 0,0 0 0,0-1 0,0 1 0,-1 0 0,1 0 0,0 0 0,-1-1 0,1 2 0,-1-1 0,1 0 0,-1 0 0,1 0 0,-1 1 0,0-1 0,1 1 0,-1-1 0,0 1 0,1 0 0,-4-1 0,-15 0 0,-26 1 0,28 1 0,0-1 0,-21-4 0,-28-2 0,-131 3 0,108 4 0,-331-1 0,319 7 0,8 1 0,-281-8 0,179-1 0,170 2 0,-29 6 0,-21 0 0,-374-6 0,219-2 0,218 1 1,0 2-1,-17 3 1,7-1-1368,11-2-5459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8.8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6 133 24575,'-5'-16'0,"5"12"0,4 12 0,9 24 0,12 47 0,-17-51 0,1 1 0,19 38 0,-28-67 0,0 0 0,0 1 0,0-1 0,0 1 0,0-1 0,0 0 0,1 1 0,-1-1 0,0 1 0,0-1 0,1 0 0,-1 1 0,0-1 0,0 0 0,1 0 0,-1 1 0,0-1 0,1 0 0,-1 0 0,0 1 0,1-1 0,-1 0 0,1 0 0,-1 0 0,0 0 0,1 1 0,-1-1 0,1 0 0,0 0 0,-1-1 0,1 1 0,-1 0 0,1-1 0,-1 1 0,1-1 0,-1 1 0,0-1 0,1 1 0,-1-1 0,0 0 0,1 1 0,-1-1 0,0 1 0,0-1 0,0 0 0,1 0 0,3-28 0,-3-3 0,-2 0 0,-1 0 0,-2 1 0,-1-1 0,-1 1 0,-20-59 0,24 86 0,1 3 0,1-1 0,-1 0 0,0 1 0,0-1 0,1 0 0,0 0 0,-1 0 0,1 0 0,0 1 0,0-1 0,-1 0 0,2 0 0,-1-3 0,1 4 0,-1 1 0,0 0 0,1 0 0,-1 1 0,1-1 0,-1 0 0,0 0 0,1 0 0,-1 0 0,1 0 0,-1 0 0,0 0 0,1 1 0,-1-1 0,0 0 0,1 0 0,-1 0 0,0 1 0,1-1 0,-1 0 0,0 1 0,0-1 0,1 0 0,-1 1 0,0-1 0,0 0 0,1 1 0,8 10 0,18 26 0,55 58 0,-77-90 0,1-1 0,-1 1 0,1-1 0,0 0 0,1 0 0,-1-1 0,1 0 0,-1 0 0,14 3 0,-18-5 0,1 0 0,-1-1 0,1 1 0,0-1 0,-1 0 0,1 1 0,0-1 0,0-1 0,-1 1 0,1 0 0,0-1 0,-1 1 0,1-1 0,-1 0 0,1 0 0,-1 0 0,1 0 0,-1 0 0,1-1 0,-1 1 0,0-1 0,0 1 0,0-1 0,0 0 0,0 0 0,0 0 0,0 0 0,2-4 0,4-10 0,0 0 0,-1-1 0,-1 0 0,4-18 0,7-19 0,-17 52 0,0 1 0,1 0 0,-1 0 0,1 0 0,-1 0 0,1 0 0,0 0 0,-1 0 0,1 0 0,0 0 0,0 0 0,-1 0 0,1 0 0,0 0 0,0 0 0,0 1 0,0-1 0,2-1 0,-2 2 0,0 0 0,-1 0 0,1 0 0,0 0 0,0 0 0,0 0 0,-1 0 0,1 0 0,0 0 0,0 1 0,0-1 0,-1 0 0,1 0 0,0 1 0,0-1 0,-1 1 0,1-1 0,0 0 0,0 1 0,0 0 0,3 4 0,1-1 0,-1 1 0,-1-1 0,1 1 0,5 11 0,101 155 0,-94-150-53,-10-14-134,-1-1-1,-1 1 1,1 0-1,-1 0 1,0 0-1,3 8 1,-3-2-6639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0.6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566 42 24575,'-11'6'0,"0"-2"0,-1 1 0,0-2 0,1 1 0,-1-1 0,-1-1 0,1-1 0,0 1 0,-13-2 0,2 1 0,-26 5 0,-14 0 0,26-5 0,-61-6 0,82 3 0,0-1 0,0 0 0,0-1 0,0-1 0,1-1 0,-19-9 0,31 14-97,1-1-1,-1 1 1,1-1-1,0 0 1,-1 1-1,1-1 1,0 0-1,0 0 1,0 0-1,1-1 1,-1 1-1,0 0 0,-2-5 1,1-4-6729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0.9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549 13 24575,'-21'-3'0,"-4"-1"0,1 1 0,-1 2 0,0 0 0,0 1 0,-36 6 0,36-3 0,-38 1 0,-4 1 0,46-2 0,0-1 0,-1-1 0,1 0 0,0-2 0,-34-5 0,41 3-1365,1 1-5461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1.4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107 0 24575,'0'0'0,"-1"1"0,0-1 0,0 1 0,1-1 0,-1 1 0,0-1 0,1 1 0,-1-1 0,0 1 0,1 0 0,-1-1 0,1 1 0,-1 0 0,1 0 0,-1-1 0,1 1 0,0 0 0,-1 0 0,1 0 0,0-1 0,0 1 0,0 0 0,-1 1 0,1 1 0,1-1 0,-1 0 0,0 0 0,1 0 0,-1 0 0,1 0 0,0 0 0,-1 0 0,3 3 0,1 3 0,1 0 0,0 0 0,9 9 0,14 11 0,1-1 0,1-1 0,46 30 0,-45-35 0,0-3 0,52 24 0,-76-39 0,16 8 0,-22-11 0,0 1 0,0-1 0,0 1 0,0 0 0,0 0 0,0 0 0,0-1 0,-1 1 0,1 0 0,0 0 0,0 0 0,-1 0 0,1 0 0,0 0 0,0 2 0,-1-2 0,0-1 0,0 1 0,0-1 0,0 1 0,-1 0 0,1-1 0,0 1 0,0-1 0,0 1 0,0-1 0,-1 1 0,1-1 0,0 1 0,-1-1 0,1 1 0,0-1 0,-1 1 0,1-1 0,-1 1 0,1-1 0,0 1 0,-1-1 0,1 0 0,-1 1 0,1-1 0,-1 0 0,0 0 0,1 1 0,-1-1 0,1 0 0,-1 0 0,1 0 0,-1 0 0,0 0 0,0 0 0,-27 4 0,23-3 0,-76 5-114,-97 15 357,157-17-457,1 1 1,-1 1-1,1 1 1,0 0 0,0 2-1,-24 14 1,35-17-6613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2.6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70 24575,'1'2'0,"0"1"0,0 0 0,-1 0 0,2 0 0,-1 0 0,0 0 0,1-1 0,-1 1 0,1-1 0,0 1 0,-1-1 0,1 1 0,0-1 0,1 0 0,2 2 0,7 10 0,0-2 0,-1-1 0,2 0 0,-1 0 0,26 15 0,-9-7 0,-24-15 0,0-1 0,0 0 0,0-1 0,0 1 0,1-1 0,-1 0 0,7 1 0,-11-2 0,0-1 0,0 0 0,0 0 0,0 0 0,0 0 0,1 0 0,-1 0 0,0 0 0,0 0 0,0 0 0,0-1 0,0 1 0,0 0 0,0-1 0,0 1 0,0-1 0,0 1 0,1-1 0,-1 0 0,-1 0 0,1 0 0,0 0 0,-1-1 0,1 1 0,-1 0 0,1 0 0,-1 0 0,1 0 0,-1 0 0,0-1 0,1 1 0,-1 0 0,0 0 0,0-1 0,0 1 0,0 0 0,0 0 0,0 0 0,-1-2 0,0-2 0,0 0 0,-1 0 0,1 0 0,-1 0 0,0 1 0,-1-1 0,1 1 0,-6-8 0,4 6 0,1 1 0,0-1 0,-5-11 0,8 17 0,0 0 0,0 0 0,0-1 0,0 1 0,0 0 0,-1 0 0,1 0 0,0-1 0,0 1 0,0 0 0,0 0 0,0-1 0,0 1 0,0 0 0,0 0 0,0-1 0,0 1 0,0 0 0,0 0 0,0-1 0,1 1 0,-1 0 0,0 0 0,0-1 0,0 1 0,0 0 0,0 0 0,0 0 0,0-1 0,1 1 0,-1 0 0,0 0 0,0 0 0,0 0 0,1-1 0,-1 1 0,0 0 0,0 0 0,0 0 0,1 0 0,-1 0 0,14 1 0,14 10 0,0 4 0,82 36 0,-99-47 0,0 0 0,1-1 0,-1 0 0,1-1 0,0 0 0,0-1 0,23-1 0,-33 0 0,0 0 0,0 0 0,0 0 0,0-1 0,0 1 0,0-1 0,0 1 0,0-1 0,0 0 0,0 0 0,0 0 0,-1 0 0,1 0 0,0 0 0,-1 0 0,1-1 0,0 1 0,-1 0 0,0-1 0,1 0 0,-1 1 0,0-1 0,2-2 0,-2 0 0,1-1 0,-1 1 0,0 0 0,0-1 0,-1 1 0,0-1 0,1 1 0,-1 0 0,-1-10 0,0 7 0,-1-1 0,1 1 0,-1 0 0,-1-1 0,1 1 0,-1 0 0,0 1 0,-1-1 0,0 0 0,-5-7 0,5 10 0,1-1 0,-1 1 0,1 0 0,-1 0 0,0 1 0,-1-1 0,1 1 0,-1 0 0,1 0 0,-1 0 0,0 1 0,0 0 0,0 0 0,-11-3 0,15 5-76,0 0 1,-1 0-1,1 0 0,-1 0 0,1 0 0,-1 0 0,1 0 0,0 0 1,-1 1-1,1-1 0,0 0 0,-1 1 0,1 0 0,0-1 1,-1 1-1,1 0 0,-2 1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3.2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47 24575,'0'-2'0,"0"0"0,0 1 0,0-1 0,0 0 0,1 1 0,-1-1 0,0 0 0,1 1 0,0-1 0,-1 1 0,1-1 0,0 1 0,0-1 0,0 1 0,0 0 0,0-1 0,0 1 0,0 0 0,3-2 0,-1 1 0,-1 0 0,1 0 0,0 1 0,0 0 0,0 0 0,1-1 0,-1 2 0,0-1 0,6-1 0,-1 2 0,0-1 0,1 1 0,-1 0 0,0 1 0,0 0 0,1 1 0,11 3 0,-16-4 0,-1 0 0,1 1 0,-1 0 0,1-1 0,-1 1 0,0 0 0,0 0 0,0 1 0,0-1 0,-1 1 0,1 0 0,-1-1 0,1 1 0,-1 0 0,0 0 0,0 1 0,0-1 0,0 0 0,-1 1 0,0-1 0,1 1 0,-1-1 0,0 1 0,-1-1 0,1 1 0,-1 0 0,1 0 0,-1-1 0,0 1 0,0 0 0,-1 0 0,1-1 0,-1 1 0,0 0 0,0-1 0,0 1 0,-1-1 0,1 1 0,-1-1 0,-1 4 0,-42 50 0,45-57 0,-1 1 0,1-1 0,-1 1 0,1 0 0,0-1 0,-1 1 0,1-1 0,0 1 0,-1 0 0,1-1 0,0 1 0,0 0 0,0-1 0,-1 1 0,1 0 0,0-1 0,0 1 0,0 0 0,0 0 0,0-1 0,1 1 0,-1 0 0,0-1 0,0 1 0,1 1 0,0-1 0,-1 0 0,1-1 0,0 1 0,0 0 0,0-1 0,0 1 0,0-1 0,0 1 0,0-1 0,0 1 0,0-1 0,0 1 0,0-1 0,0 0 0,1 0 0,7 2 0,0-2 0,0 1 0,12-2 0,-15 0 0,69 0-1365,-62 1-5461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3.9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215 22 24575,'-10'-2'0,"-5"-2"0,-1 4 0,1 0 0,-1 2 0,1-1 0,0 0 0,1 0 0,-1 0 0,1-1 0,-1-2 0,1-1 0,0-3 0,-1 0 0,3 1-8191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4.2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303 29 24575,'-27'-7'0,"-11"-3"0,-4 3 0,2 3 0,4 4 0,4 2 0,4 4 0,4 0 0,3 0 0,6-2-8191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5.7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87 130 24575,'1'14'0,"-1"-1"0,2 0 0,0 0 0,0 0 0,7 18 0,-7-25 0,0 0 0,0 0 0,1 0 0,0-1 0,0 1 0,1-1 0,-1 0 0,1 1 0,0-2 0,1 1 0,-1-1 0,1 1 0,6 4 0,-10-9 0,-1 0 0,0 0 0,0 0 0,0 1 0,0-1 0,0 0 0,0 0 0,0 0 0,0 0 0,1 0 0,-1 0 0,0 0 0,0 0 0,0 0 0,0 0 0,0 0 0,1 1 0,-1-1 0,0 0 0,0 0 0,0 0 0,0 0 0,1 0 0,-1 0 0,0 0 0,0 0 0,0 0 0,0 0 0,1-1 0,-1 1 0,0 0 0,0 0 0,0 0 0,0 0 0,0 0 0,0 0 0,1 0 0,-1 0 0,0 0 0,0 0 0,0 0 0,0-1 0,0 1 0,0-8 0,-7-12 0,-5-2 0,0 1 0,-1-1 0,-21-24 0,-16-27 0,44 63 0,0 0 0,1-1 0,0 0 0,1 0 0,-4-15 0,7 13 0,1 13 0,0 0 0,0 0 0,0 0 0,0 0 0,1 0 0,-1 0 0,0 0 0,0 0 0,0 0 0,0 0 0,0 0 0,0-1 0,1 1 0,-1 0 0,0 0 0,0 0 0,0 0 0,0 1 0,0-1 0,0 0 0,1 0 0,-1 0 0,0 0 0,0 0 0,0 0 0,0 0 0,0 0 0,0 0 0,1 0 0,-1 0 0,0 0 0,0 0 0,0 0 0,0 1 0,0-1 0,0 0 0,0 0 0,0 0 0,0 0 0,1 0 0,-1 0 0,0 1 0,16 20 0,-12-14 0,2 0 0,1 0 0,-1 0 0,1 0 0,1-1 0,-1 0 0,1 0 0,0-1 0,15 7 0,-8-5 0,1 0 0,1-2 0,33 8 0,-47-12 0,0-1 0,0 1 0,1-1 0,-1 0 0,1 0 0,-1 0 0,0 0 0,1 0 0,-1-1 0,0 0 0,1 0 0,-1 1 0,0-2 0,0 1 0,0 0 0,0-1 0,0 1 0,0-1 0,0 0 0,0 0 0,-1 0 0,3-3 0,-2 1 0,0 0 0,0 0 0,0 0 0,-1 0 0,1-1 0,-1 1 0,-1-1 0,1 1 0,0-1 0,-1 0 0,0 0 0,0 1 0,-1-1 0,1-8 0,-1 6 0,1-9 0,-1 15 0,0 1 0,0 0 0,0 0 0,0 0 0,0 0 0,0 0 0,0 0 0,0 0 0,0 0 0,0 0 0,0 0 0,0 0 0,0 0 0,0-1 0,0 1 0,0 0 0,0 0 0,0 0 0,0 0 0,1 0 0,-1 0 0,0 0 0,0 0 0,0 0 0,0 0 0,0 0 0,0 0 0,0 0 0,0 0 0,0 0 0,0 0 0,0 0 0,0 0 0,1 0 0,-1 0 0,0 0 0,0 0 0,0 0 0,0 0 0,0 0 0,0 0 0,0 0 0,0 0 0,0 0 0,0 0 0,0 0 0,0 0 0,1 0 0,-1 0 0,6 9 0,55 96 0,-50-89 0,0-1 0,1 0 0,1-1 0,20 18 0,-8-9-14,-19-17-212,0 1 1,1-1 0,0-1 0,0 1 0,13 6 0,-12-9-6601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6.6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56 24575,'0'3'0,"1"1"0,-1 0 0,1-1 0,-1 1 0,1-1 0,0 1 0,0 0 0,1-1 0,-1 0 0,1 1 0,-1-1 0,1 0 0,5 6 0,-4-5 0,1 0 0,0 0 0,0-1 0,0 1 0,1-1 0,-1 0 0,1 0 0,9 4 0,-6-4 0,0-1 0,0 1 0,0-1 0,0 0 0,0-1 0,1 0 0,-1 0 0,0-1 0,1 0 0,-1-1 0,0 0 0,13-2 0,-19 2 0,0 1 0,-1-1 0,1 1 0,-1-1 0,1 0 0,-1 1 0,1-1 0,-1 0 0,0 0 0,1 0 0,-1 0 0,0 0 0,0 0 0,0-1 0,0 1 0,0 0 0,0-1 0,0 1 0,0 0 0,0-1 0,1-2 0,-1-1 0,0 0 0,0 0 0,-1 0 0,1 0 0,-1-8 0,2-20 0,-2 33 0,0 0 0,0-1 0,0 1 0,0 0 0,0 0 0,0-1 0,0 1 0,0 0 0,1 0 0,-1-1 0,0 1 0,0 0 0,0-1 0,0 1 0,1 0 0,-1 0 0,0 0 0,0-1 0,1 1 0,-1 0 0,0 0 0,0 0 0,1 0 0,-1-1 0,0 1 0,0 0 0,1 0 0,-1 0 0,0 0 0,1 0 0,-1 0 0,0 0 0,0 0 0,1 0 0,-1 0 0,0 0 0,1 0 0,-1 0 0,0 0 0,1 0 0,-1 0 0,0 0 0,0 0 0,1 0 0,-1 1 0,0-1 0,0 0 0,1 0 0,-1 0 0,0 0 0,0 1 0,1-1 0,-1 0 0,0 0 0,0 1 0,0-1 0,1 0 0,-1 1 0,17 18 0,-12-12 0,1-1 0,-1 0 0,1-1 0,1 0 0,-1 0 0,1 0 0,-1-1 0,1 0 0,1 0 0,-1 0 0,10 2 0,-15-5 0,0-1 0,-1 0 0,1 0 0,0 0 0,-1 0 0,1 0 0,0 0 0,-1-1 0,1 1 0,-1 0 0,1-1 0,0 1 0,-1-1 0,1 0 0,-1 0 0,0 1 0,2-2 0,0 0 0,-1 0 0,1 0 0,-1-1 0,0 1 0,0-1 0,0 1 0,0-1 0,2-4 0,-2 2 0,1 0 0,-1-1 0,0 1 0,-1-1 0,1 1 0,-1-1 0,0 1 0,0-1 0,-1-9 0,0 13-72,-1 0 1,1 0-1,-1 0 0,1 0 0,-1 0 0,0 0 0,0 0 0,0 0 1,0 0-1,0 1 0,0-1 0,-1 0 0,1 0 0,-1 1 0,1-1 1,-1 1-1,0 0 0,-1-2 0,-5-2-6754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7.0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24575,'0'5'0,"0"4"0,0 3 0,3-1 0,0 1 0,0 0 0,2 1 0,0 0 0,2 1 0,2 1 0,-1-1 0,-1 1 0,-2-3-8191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32.3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8 24575,'-6'-8'0,"6"12"0,5 15 0,38 77 0,-17-42 0,-22-44 0,0 0 0,0 0 0,2 13 0,-5-21-151,-1-1-1,0 1 0,1-1 0,-1 1 1,1 0-1,0-1 0,-1 1 1,3 1-1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32.5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405 30 24575,'-27'-4'0,"-14"-3"0,-5 1 0,1 1 0,5 1 0,5 2 0,6 1 0,5 0 0,2 1 0,2 1 0,2 1 0,2 2 0,1 2 0,0 0 0,4-1-8191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33.1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91 24575,'3'-7'0,"0"1"0,0 0 0,0 0 0,1 0 0,0 0 0,0 1 0,0-1 0,1 1 0,6-6 0,-7 8 0,0 0 0,0 0 0,0 1 0,0-1 0,1 1 0,-1 0 0,1 1 0,-1-1 0,1 1 0,0 0 0,-1 0 0,1 0 0,0 0 0,5 1 0,-2 0 0,1-1 0,-1 1 0,1 1 0,-1-1 0,1 1 0,8 3 0,-15-4 0,0 1 0,0-1 0,-1 1 0,1 0 0,0 0 0,0 0 0,-1 0 0,1 0 0,-1 0 0,1 1 0,-1-1 0,1 0 0,-1 1 0,0-1 0,1 1 0,-1-1 0,0 1 0,0 0 0,0 0 0,-1-1 0,1 1 0,0 0 0,-1 0 0,1 0 0,-1 0 0,1 0 0,-1 2 0,1 3 0,-1-1 0,0 0 0,0 1 0,-1-1 0,0 0 0,0 0 0,0 1 0,-5 10 0,0-2 0,-2 0 0,-9 15 0,10-18 0,6-10 0,-1 0 0,1 0 0,0 1 0,0-1 0,0 0 0,1 0 0,-1 1 0,0-1 0,1 0 0,0 1 0,-1-1 0,1 1 0,0-1 0,0 0 0,0 1 0,1-1 0,0 3 0,-1-3 0,1-1 0,0 0 0,-1 1 0,1-1 0,0 0 0,0 0 0,0 0 0,0 0 0,0 0 0,0 0 0,1 0 0,-1 0 0,0 0 0,0 0 0,1-1 0,-1 1 0,0-1 0,1 1 0,-1-1 0,1 1 0,-1-1 0,0 0 0,1 1 0,-1-1 0,1 0 0,-1 0 0,1 0 0,2-1 0,11 0 0,-1-2 0,1 1 0,-1-2 0,16-5 0,0 0 0,-6 1-1365,-15 4-5461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33.5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24575,'5'10'0,"2"5"0,1 3 0,1 1 0,0 0 0,1-2 0,2-3 0,1-1 0,-2-1 0,0-2 0,1-1 0,0-2 0,-2 1 0,1-1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33.7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24575,'17'15'0,"11"7"0,3 2 0,-2 0 0,-2-2 0,-2-2 0,-2-2 0,-6-2 0,-2-4 0,-2 0 0,-1-1 0,-2-2-8191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33.9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419 44 24575,'-29'-8'0,"-15"-2"0,-5 1 0,4 2 0,4 1 0,5 3 0,5 4 0,4 1 0,3 1 0,4 2 0,3 1 0,1 1 0,2 0 0,0-2 0,3-1-8191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34.3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24575,'0'2'0,"0"4"0,0 3 0,3 0 0,0 1 0,2-2 0,1 2 0,2 0 0,1-1 0,0 0 0,0-1 0,2-2 0,1-2 0,-2-5 0,0-1 0,-1-3 0,-3-4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34.8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84 41 24575,'-7'-10'0,"-1"-3"0,2 3 0,-1 4 0,1 4 0,2 6 0,-2 2 0,-2-1 0,-1-2 0,-3-5 0,2-2-8191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07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24575,'6'-5'0,"-1"1"0,1 0 0,-1 0 0,1 0 0,0 0 0,1 1 0,-1 0 0,1 0 0,-1 1 0,1 0 0,0 0 0,0 1 0,10-2 0,-13 3 0,1 0 0,-1-1 0,0 1 0,1 1 0,-1-1 0,1 1 0,-1 0 0,0 0 0,0 0 0,1 0 0,-1 1 0,0 0 0,0-1 0,0 2 0,-1-1 0,1 0 0,0 1 0,-1 0 0,1-1 0,-1 1 0,0 1 0,4 4 0,-5-4 0,0-1 0,-1 0 0,1 1 0,-1 0 0,0-1 0,0 1 0,0 0 0,0 0 0,-1 0 0,1-1 0,-1 1 0,0 0 0,0 0 0,-1 0 0,1 0 0,-1 0 0,0-1 0,0 1 0,0 0 0,-2 4 0,0-2 0,1-1 0,-1 1 0,0-1 0,0 0 0,0 0 0,-1 0 0,1-1 0,-1 1 0,-1-1 0,1 0 0,0 0 0,-8 5 0,-21 7 0,62-17 0,120-2-156,-106 4-1053,-30-1-5617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43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24575,'0'-5'0,"3"4"0,4 11 0,6 18 0,50 143 0,-53-137 0,-8-26 0,-1-1 0,2 1 0,-1-1 0,7 13 0,-9-19 0,0-1 0,0 0 0,1 0 0,-1 0 0,0 1 0,0-1 0,0 0 0,0 0 0,0 0 0,0 0 0,0 1 0,1-1 0,-1 0 0,0 0 0,0 0 0,0 0 0,0 0 0,0 0 0,1 1 0,-1-1 0,0 0 0,0 0 0,0 0 0,1 0 0,-1 0 0,0 0 0,0 0 0,0 0 0,1 0 0,-1 0 0,0 0 0,0 0 0,0 0 0,1 0 0,-1 0 0,0 0 0,0 0 0,1 0 0,3-8 0,1-13 0,-5 7 0,0 0 0,-1-1 0,0 1 0,-1 0 0,-1 0 0,0 0 0,-1 0 0,-7-16 0,-8-15 0,-27-44 0,36 72 0,7 13 0,0-1 0,0 0 0,0 1 0,1-1 0,0 0 0,0 0 0,0 0 0,1 0 0,-1-1 0,1 1 0,0-7 0,1 12 0,0 0 0,0 0 0,0 0 0,0-1 0,0 1 0,0 0 0,0 0 0,0 0 0,0 0 0,0 0 0,0-1 0,0 1 0,0 0 0,0 0 0,0 0 0,0 0 0,0 0 0,0 0 0,0-1 0,0 1 0,0 0 0,0 0 0,0 0 0,0 0 0,0 0 0,0 0 0,0-1 0,1 1 0,-1 0 0,0 0 0,0 0 0,0 0 0,0 0 0,0 0 0,0 0 0,0 0 0,1 0 0,-1 0 0,0 0 0,0 0 0,0 0 0,0-1 0,0 1 0,0 0 0,1 0 0,-1 0 0,0 0 0,6 7 0,5 12 0,-11-18 0,7 13 0,0 1 0,1-2 0,0 1 0,1-1 0,1-1 0,0 1 0,22 19 0,7 4 0,-23-21 0,0 0 0,26 17 0,-37-28 0,1-1 0,0 0 0,0 0 0,-1 0 0,2-1 0,-1 0 0,0 0 0,0-1 0,1 0 0,-1 0 0,0 0 0,11-1 0,-15 0 0,0 0 0,0-1 0,0 1 0,0-1 0,0 0 0,0 0 0,-1 1 0,1-1 0,0 0 0,0-1 0,-1 1 0,1 0 0,-1 0 0,1-1 0,-1 1 0,0-1 0,1 1 0,-1-1 0,0 1 0,0-1 0,0 0 0,0 0 0,-1 1 0,2-5 0,2-5 0,-1 0 0,0 0 0,1-13 0,-2 13 0,1-20 0,-3 25 0,0-1 0,1 1 0,0-1 0,0 1 0,0 0 0,1 0 0,0 0 0,0 0 0,4-6 0,-6 11 0,0 1 0,1-1 0,-1 1 0,0-1 0,1 1 0,-1 0 0,1-1 0,-1 1 0,1-1 0,-1 1 0,1 0 0,-1 0 0,1-1 0,-1 1 0,1 0 0,0 0 0,-1-1 0,1 1 0,-1 0 0,1 0 0,0 0 0,-1 0 0,1 0 0,-1 0 0,1 0 0,0 0 0,-1 0 0,1 0 0,-1 1 0,1-1 0,0 0 0,-1 0 0,1 0 0,-1 1 0,1-1 0,-1 0 0,1 1 0,-1-1 0,1 1 0,-1-1 0,1 0 0,-1 1 0,1-1 0,-1 1 0,1 0 0,2 2 0,0 0 0,-1 1 0,1 0 0,4 7 0,6 14 0,183 314 0,-185-317-1365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44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29 24575,'-3'0'0,"0"1"0,0-1 0,0 1 0,-1 0 0,-3 2 0,-11 2 0,7-4 0,-1-1 0,1 0 0,0-1 0,0 0 0,-14-4 0,1 1 0,-91-13 0,58 7-1365,45 8-5461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44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30 24575,'-25'0'0,"-34"1"0,1-3 0,-78-13 0,54 3-1365,67 11-5461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45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24575,'40'-3'0,"0"2"0,0 2 0,0 1 0,0 2 0,-1 2 0,0 2 0,57 18 0,-83-23 0,-10-2 0,-1-1 0,1 1 0,0 0 0,-1-1 0,1 1 0,0 0 0,-1 1 0,1-1 0,-1 0 0,0 1 0,3 1 0,-5-2 0,0-1 0,1 0 0,-1 1 0,0-1 0,0 1 0,0-1 0,0 1 0,0-1 0,0 0 0,0 1 0,0-1 0,0 1 0,-1-1 0,1 0 0,0 1 0,0-1 0,0 1 0,0-1 0,-1 0 0,1 1 0,0-1 0,0 0 0,-1 1 0,1-1 0,0 0 0,0 1 0,-1-1 0,1 1 0,-12 8 0,9-7 0,-11 8 0,1 1 0,1 0 0,-1 1 0,2 0 0,-17 22 0,20-23 0,5-8 0,1-1 0,0 1 0,0 0 0,0 0 0,0 1 0,0-1 0,1 0 0,-1 1 0,-1 4 0,4-8 0,-1 1 0,0-1 0,0 1 0,0-1 0,0 1 0,0 0 0,0-1 0,1 1 0,-1-1 0,0 1 0,1-1 0,-1 0 0,0 1 0,1-1 0,-1 1 0,0-1 0,1 1 0,-1-1 0,1 0 0,-1 1 0,0-1 0,1 0 0,-1 0 0,1 1 0,0-1 0,16 6 0,-11-4 0,7 3 0,-1 1 0,0 0 0,0 1 0,0 0 0,-1 1 0,0 0 0,0 1 0,-1 0 0,0 1 0,-1 0 0,14 18 0,-21-25 0,0 0 0,-1 0 0,1 0 0,0 0 0,-1 0 0,0 1 0,0-1 0,0 1 0,0-1 0,-1 0 0,1 1 0,-1-1 0,0 1 0,0-1 0,-1 6 0,1-7 0,-1 0 0,1 0 0,-1 0 0,0 0 0,0-1 0,0 1 0,0 0 0,0 0 0,0-1 0,0 1 0,-1-1 0,1 1 0,0-1 0,-1 1 0,0-1 0,1 0 0,-1 0 0,0 0 0,1 0 0,-1 0 0,0 0 0,0 0 0,0 0 0,0-1 0,0 1 0,0-1 0,-3 1 0,-15 1 0,1-1 0,-36-2 0,17 0 0,-7-2-164,-69-13-1,82 11-871,14 2-5790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53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24575,'3'10'0,"0"6"0,0 2 0,0 1 0,-1-1 0,-1 0 0,-1-2 0,0-2-8191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54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24575,'0'0'0,"0"0"0,0-1 0,0 1 0,0 0 0,0-1 0,0 1 0,0 0 0,0 0 0,0-1 0,0 1 0,0 0 0,1-1 0,-1 1 0,0 0 0,0 0 0,0-1 0,1 1 0,-1 0 0,0 0 0,0 0 0,0-1 0,1 1 0,-1 0 0,0 0 0,1 0 0,-1 0 0,0-1 0,0 1 0,1 0 0,-1 0 0,0 0 0,1 0 0,-1 0 0,0 0 0,1 0 0,-1 0 0,0 0 0,0 0 0,1 0 0,4 13 0,-3 22 0,-2-35 0,1 30 0,7 36 0,-7-57 0,2 19 0,-1 0 0,-1 0 0,-4 32 0,-3-23 0,12-85 0,-5-53 0,-1 127 0,-1 8 0,2-1 0,7 44 0,-5-62 0,-3-11 0,1 1 0,-1-1 0,1 0 0,0 1 0,1-1 0,2 6 0,-4-10 0,0 0 0,0 1 0,0-1 0,0 0 0,0 0 0,0 0 0,0 0 0,0 0 0,0 0 0,0 0 0,0 0 0,0 0 0,0 0 0,0 1 0,0-1 0,0 0 0,0 0 0,0 0 0,0 0 0,0 0 0,0 0 0,0 0 0,0 0 0,0 0 0,1 0 0,-1 0 0,0 0 0,0 0 0,0 0 0,0 1 0,0-1 0,0 0 0,0 0 0,0 0 0,0 0 0,0 0 0,0 0 0,1 0 0,-1 0 0,0 0 0,0 0 0,0 0 0,0 0 0,0 0 0,0 0 0,0 0 0,0 0 0,0 0 0,0 0 0,1 0 0,-1 0 0,0 0 0,0-1 0,0 1 0,0 0 0,0 0 0,0 0 0,0 0 0,0 0 0,1-7 0,-2-10 0,-2 1-1365,1-1-5461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57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20 24575,'-3'-3'0,"-1"1"0,0-1 0,0 1 0,-1 0 0,1 1 0,0-1 0,-1 1 0,1-1 0,-6 1 0,8 0 0,0 1 0,0 0 0,0 0 0,0 1 0,-1-1 0,1 0 0,0 1 0,0-1 0,0 1 0,0 0 0,0-1 0,0 1 0,1 0 0,-1 0 0,0 1 0,0-1 0,1 0 0,-1 0 0,0 1 0,1-1 0,-3 4 0,-3 4 0,0 1 0,1 0 0,0 1 0,1 0 0,0-1 0,0 2 0,1-1 0,-4 22 0,5-18 0,-1 2 0,1-1 0,0 1 0,1 17 0,2-18 0,0-1 0,1 0 0,0 0 0,1 1 0,1-1 0,8 24 0,-8-31 0,0 1 0,1-1 0,1 0 0,-1 0 0,10 10 0,-11-13 0,1-1 0,0 0 0,0-1 0,0 1 0,0-1 0,0 0 0,1 0 0,0 0 0,0 0 0,6 2 0,3-1 0,1 0 0,-1-1 0,0 0 0,27 1 0,59-7 0,-97 3 0,0 0 0,0-1 0,0 0 0,0 1 0,0-1 0,0 0 0,0-1 0,0 1 0,-1 0 0,1-1 0,0 0 0,-1 1 0,1-1 0,-1 0 0,4-5 0,-5 6 0,0 0 0,0 0 0,0 0 0,-1-1 0,1 1 0,-1 0 0,1-1 0,-1 1 0,1 0 0,-1-1 0,0 1 0,1-1 0,-1 1 0,0-1 0,0 1 0,0-1 0,0 1 0,-1 0 0,1-1 0,0 1 0,-1-1 0,1 1 0,-1 0 0,1-1 0,-1 1 0,1 0 0,-1-1 0,0 1 0,0 0 0,0 0 0,1 0 0,-1 0 0,-1 0 0,1 0 0,-1-1 0,-9-7 0,0 0 0,0 1 0,-1 1 0,0 0 0,-1 0 0,0 1 0,-17-5 0,28 10 6,0 1 0,0-1-1,0 0 1,0 1 0,0 0-1,0-1 1,-1 1 0,1 0 0,0 0-1,0 0 1,0 1 0,0-1-1,-1 0 1,1 1 0,0-1-1,0 1 1,0 0 0,0 0 0,0 0-1,-3 1 1,3 0-99,0 0 0,0 0 1,0 0-1,0 0 0,0 1 0,1-1 0,-1 0 0,1 1 1,-1-1-1,1 1 0,0 0 0,0-1 0,0 1 1,0 0-1,0 3 0,-1 7-6733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57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 24575,'-4'-4'0,"5"10"0,7 9 0,-7-14 0,45 74 0,-29-49 0,0 1 0,12 30 0,-29-56-83,5 10 297,-5-11-261,0 0 0,0 0 0,0 1 1,0-1-1,0 0 0,0 1 1,0-1-1,0 0 0,0 0 0,0 1 1,1-1-1,-1 0 0,-1 0 0,1 1 1,0-1-1,0 0 0,0 1 0,0-1 1,0 0-1,0 0 0,0 1 0,0-1 1,0 0-1,0 0 0,-1 1 0,1-1 1,0 0-1,0 0 0,0 0 0,0 1 1,-1-1-1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57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24575,'-1'1'0,"1"0"0,-1 0 0,1 0 0,0 0 0,-1 1 0,1-1 0,0 0 0,-1 0 0,1 0 0,0 0 0,0 1 0,0-1 0,0 0 0,0 0 0,1 0 0,-1 1 0,0-1 0,0 0 0,1 0 0,-1 0 0,1 1 0,11 24 0,-4-13 0,1 0 0,11 12 0,-3-3 0,0-2-455,0-1 0,26 23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58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91 24575,'-29'-14'0,"-13"-6"0,-4 1 0,4 4 0,6 5 0,7 3 0,6 3 0,2 3 0,2 1 0,2 0 0,-1 1 0,-3 0 0,-2 0 0,-2 2 0,0 0 0,2 1 0,6-2-8191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02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53 24575,'0'-1'0,"0"0"0,0 0 0,0 0 0,0 0 0,0 0 0,-1 0 0,1 0 0,0 0 0,0 0 0,-1 0 0,0-2 0,1 3 0,0 0 0,-1-1 0,1 1 0,0 0 0,0 0 0,-1 0 0,1-1 0,0 1 0,0 0 0,-1 0 0,1 0 0,0-1 0,-1 1 0,1 0 0,0 0 0,-1 0 0,1 0 0,0 0 0,-1 0 0,1 0 0,0 0 0,-1 0 0,0 0 0,1 0 0,-1 1 0,0-1 0,0 0 0,0 1 0,0-1 0,1 1 0,-1-1 0,0 1 0,0 0 0,1-1 0,-1 1 0,0 0 0,1-1 0,-1 1 0,1 0 0,-1 0 0,1 0 0,-1 0 0,1-1 0,0 1 0,-1 0 0,1 0 0,0 1 0,-2 4 0,1 0 0,0 0 0,1 0 0,-1 7 0,1-11 0,0 1 0,0 0 0,1-1 0,-1 1 0,0-1 0,1 1 0,0-1 0,0 1 0,0-1 0,0 1 0,2 3 0,-3-6 0,0 0 0,0 0 0,0 0 0,0 0 0,0 0 0,0 0 0,1 1 0,-1-1 0,0 0 0,0 0 0,0 0 0,0 0 0,0 0 0,0 0 0,0 0 0,0 0 0,0 0 0,0 0 0,0 0 0,0 0 0,0 0 0,0 0 0,1 0 0,-1 0 0,0 0 0,0 0 0,0 0 0,0 0 0,0 0 0,0 0 0,0 0 0,0 0 0,0 0 0,0 0 0,0 0 0,0 0 0,0 0 0,0-1 0,0 1 0,1 0 0,-1 0 0,0 0 0,0 0 0,0 0 0,0 0 0,0 0 0,0 0 0,0 0 0,0 0 0,0 0 0,0 0 0,0 0 0,0 0 0,0 0 0,0 0 0,0-1 0,0 1 0,0 0 0,0 0 0,2-8 0,0-7 0,-3-2 0,0 0 0,-1 0 0,-7-32 0,9 82 0,25 77-1365,-24-100-5461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04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22 24575,'-1'0'0,"0"-1"0,1 1 0,-1-1 0,0 1 0,1-1 0,-1 1 0,1-1 0,-1 0 0,1 1 0,-1-1 0,1 0 0,0 1 0,-1-1 0,1 0 0,0 0 0,-1 1 0,1-1 0,0 0 0,0 0 0,0 0 0,0 1 0,0-2 0,0 1 0,0 1 0,1-1 0,-1 1 0,1 0 0,-1-1 0,1 1 0,-1 0 0,1-1 0,-1 1 0,1 0 0,-1-1 0,1 1 0,0 0 0,-1 0 0,1 0 0,-1 0 0,1 0 0,0 0 0,-1 0 0,1 0 0,1 0 0,4 0 0,1 0 0,0 1 0,12 3 0,86 29 0,-86-25 0,-1 0 0,-1 0 0,28 19 0,-44-26 0,1 0 0,0 0 0,-1 0 0,1 1 0,-1-1 0,1 1 0,-1-1 0,0 1 0,0-1 0,0 1 0,0 0 0,0 0 0,0-1 0,0 1 0,0 0 0,0 3 0,-1-4 0,0 1 0,0-1 0,0 0 0,0 0 0,0 1 0,-1-1 0,1 0 0,-1 0 0,1 0 0,-1 0 0,1 0 0,-1 1 0,1-1 0,-1 0 0,0 0 0,0 0 0,0 0 0,1-1 0,-1 1 0,0 0 0,0 0 0,0-1 0,0 1 0,0 0 0,-1-1 0,1 1 0,-2 0 0,-15 7 0,-1-1 0,-28 7 0,-3 1 0,49-15 0,-1 1 0,1-1 0,-1 1 0,1 0 0,-1 0 0,1 0 0,-1 0 0,1 0 0,-1 0 0,1 0 0,0 0 0,-1 2 0,1-3 0,1 1 0,0-1 0,0 1 0,-1 0 0,1-1 0,0 1 0,0 0 0,0-1 0,0 1 0,0-1 0,0 1 0,0 0 0,0-1 0,0 1 0,0 0 0,0-1 0,0 1 0,1-1 0,-1 1 0,0-1 0,0 1 0,1 0 0,-1-1 0,0 1 0,1-1 0,-1 1 0,0-1 0,1 1 0,-1-1 0,1 1 0,-1-1 0,1 0 0,-1 1 0,1-1 0,0 1 0,18 13 0,1-1 0,28 14 0,-29-18 0,-1 1 0,0 1 0,28 24 0,-43-33 0,-1 1 0,0-1 0,1 0 0,-1 1 0,-1-1 0,1 1 0,0 0 0,-1 0 0,1 0 0,-1 0 0,0 0 0,2 5 0,-3-7 0,0 1 0,0-1 0,0 0 0,0 1 0,0-1 0,0 1 0,-1-1 0,1 0 0,0 1 0,-1-1 0,1 0 0,-1 1 0,1-1 0,-1 0 0,0 0 0,1 1 0,-1-1 0,0 0 0,0 0 0,0 0 0,0 0 0,0 0 0,0 0 0,0-1 0,0 1 0,0 0 0,-1 0 0,1-1 0,0 1 0,-3 0 0,-3 2 0,0-1 0,1 0 0,-1 0 0,0-1 0,0 0 0,-10 0 0,-47-3 0,23 0 0,31 2-341,-1 0 0,0-1-1,-14-3 1,13 1-6485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04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24575,'-2'15'0,"-1"7"0,2 0 0,2-2 0,2-1 0,2-2 0,2-1 0,2 0 0,0-2 0,-2 0 0,-2-2-8191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05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24575,'-8'5'0,"1"4"0,1 2 0,4 3 0,5 1 0,4 3 0,1 1 0,2-1 0,1 0 0,2-2 0,1 0 0,0-1 0,-2 0 0,-1-3 0,-1-1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05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331 104 24575,'-30'-17'0,"-11"-6"0,-2 1 0,4 5 0,6 4 0,4 5 0,5 4 0,3 5 0,1 2 0,1 1 0,1 0 0,5-2-8191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07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 24575,'-1'0'0,"0"0"0,0 0 0,0 0 0,0 0 0,0 0 0,0 0 0,0 0 0,1 1 0,-1-1 0,0 0 0,0 1 0,0-1 0,0 0 0,1 1 0,-1-1 0,0 1 0,0 0 0,1-1 0,-1 1 0,0-1 0,1 1 0,-2 1 0,1 0 0,1 0 0,-1-1 0,1 1 0,-1 0 0,1-1 0,-1 1 0,1 0 0,0 0 0,0-1 0,0 1 0,0 2 0,1 5 0,1 0 0,-1 0 0,6 14 0,-6-20 0,9 24 0,-7-18 0,0 0 0,0 1 0,0-1 0,-1 1 0,-1-1 0,1 11 0,-3 61 0,1-207 0,0 315-1365,0-176-5461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08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19 24575,'35'-7'0,"2"2"0,40-1 0,-63 5 0,-1 2 0,1-1 0,-1 2 0,1 0 0,-1 0 0,0 2 0,0-1 0,0 2 0,13 5 0,-19-6 0,0 1 0,0 0 0,0 0 0,0 1 0,-1-1 0,0 1 0,7 9 0,-9-10 0,0-1 0,-1 2 0,0-1 0,0 0 0,0 1 0,0-1 0,-1 1 0,0 0 0,0 0 0,2 10 0,-4-12 0,0 0 0,-1 0 0,1 0 0,-1 0 0,0 0 0,0-1 0,0 1 0,-1 0 0,1 0 0,-1-1 0,0 1 0,0-1 0,0 1 0,0-1 0,-1 0 0,1 0 0,-1 0 0,0 0 0,-4 3 0,0 1 0,-1-2 0,0 1 0,0-1 0,0 0 0,-1 0 0,1-1 0,-10 3 0,6-3 0,1-1 0,-1 0 0,0-1 0,0-1 0,1 0 0,-1 0 0,0-1 0,0-1 0,0 0 0,0 0 0,0-1 0,1-1 0,-1 0 0,1-1 0,0 0 0,0 0 0,0-1 0,-10-7 0,14 7 0,0 0 0,1-1 0,0 0 0,0 0 0,1 0 0,-1-1 0,1 0 0,1 0 0,0 0 0,0-1 0,0 1 0,1-1 0,0 0 0,0 0 0,-2-13 0,4 16-59,1 0 0,-1 0-1,1 0 1,1 0-1,-1 0 1,1 0 0,0 0-1,0 0 1,0 1 0,1-1-1,-1 0 1,1 1 0,0-1-1,1 1 1,-1-1-1,1 1 1,0 0 0,0 0-1,0 0 1,0 0 0,1 1-1,5-5 1,3-2-6767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0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24575,'1'-1'0,"-1"1"0,1-1 0,-1 0 0,1 1 0,-1-1 0,1 0 0,0 1 0,0-1 0,-1 1 0,1-1 0,0 1 0,0 0 0,-1-1 0,1 1 0,0 0 0,0-1 0,0 1 0,0 0 0,-1 0 0,1 0 0,0 0 0,0 0 0,0 0 0,0 0 0,0 0 0,0 0 0,0 0 0,-1 1 0,1-1 0,0 0 0,0 0 0,0 1 0,-1-1 0,1 1 0,0-1 0,1 2 0,0-1 0,-1 1 0,0 0 0,1-1 0,-1 1 0,0 0 0,0 0 0,0 0 0,0 0 0,-1 0 0,1 0 0,0 0 0,-1 0 0,1 5 0,33 182 0,-31-173 0,-1-8 24,0 0 0,-1 0 0,-1 0 0,1 16 0,-2-21-111,1 0-1,-1 0 1,1 0 0,-1 0-1,0 0 1,0 0 0,0 0-1,0-1 1,-1 1-1,1 0 1,-1-1 0,1 1-1,-1-1 1,0 1 0,0-1-1,-3 3 1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1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11 24575,'-25'-2'0,"-10"-1"0,-2 0 0,3 0 0,5 4 0,5 1 0,4 0 0,3 1 0,4-2-8191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2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24575,'11'-3'0,"0"0"0,0 1 0,0 1 0,1 0 0,-1 0 0,1 1 0,-1 1 0,1-1 0,-1 2 0,0 0 0,1 0 0,-1 1 0,0 1 0,-1-1 0,19 10 0,-27-12 0,0 0 0,0 0 0,-1 1 0,1-1 0,0 0 0,-1 0 0,1 1 0,-1-1 0,0 1 0,1-1 0,-1 1 0,0 0 0,0 0 0,0-1 0,0 1 0,0 0 0,0 0 0,-1 0 0,1 0 0,-1 0 0,1 3 0,-1-4 0,0 1 0,0 0 0,-1 0 0,1 0 0,0 0 0,-1 0 0,0-1 0,1 1 0,-1 0 0,0 0 0,0-1 0,0 1 0,0-1 0,0 1 0,0-1 0,0 1 0,-1-1 0,1 0 0,0 1 0,-1-1 0,1 0 0,-1 0 0,-3 2 0,2-2 0,-1 2 0,1-1 0,0 0 0,0 1 0,0 0 0,0-1 0,0 1 0,-4 5 0,7-6 0,-1-1 0,0 0 0,0 1 0,1-1 0,-1 1 0,1-1 0,-1 1 0,1 0 0,0-1 0,0 1 0,0-1 0,-1 1 0,2 0 0,-1-1 0,0 1 0,0-1 0,0 1 0,1-1 0,-1 1 0,1 0 0,-1-1 0,1 1 0,0-1 0,1 3 0,4 4 0,0 1 0,1-1 0,0-1 0,0 1 0,1-1 0,0-1 0,0 1 0,18 9 0,-16-10 0,0 1 0,0 0 0,-1 0 0,0 1 0,-1 0 0,13 15 0,-20-21 0,0-1 0,0 0 0,0 0 0,0 1 0,-1-1 0,1 0 0,-1 1 0,1-1 0,-1 0 0,1 1 0,-1-1 0,0 1 0,1-1 0,-1 1 0,0-1 0,0 1 0,0-1 0,0 1 0,-1-1 0,1 1 0,-1 2 0,0-3 0,0 1 0,0-1 0,0 0 0,0 1 0,0-1 0,0 0 0,0 0 0,-1 0 0,1 0 0,0 0 0,-1 0 0,1 0 0,-1 0 0,1 0 0,-1-1 0,1 1 0,-1-1 0,0 1 0,-2-1 0,-7 2 0,0 0 0,-1-2 0,-15 0 0,15 0 0,0 0 0,-23 4 0,-22 4-1365,45-8-5461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2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24575,'3'12'0,"2"9"0,2 4 0,1-1 0,-1 1 0,2-1 0,-2-2 0,1-3 0,2-2 0,-1-2 0,-3 0 0,-1-3-8191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2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24575,'0'7'0,"0"5"0,2 3 0,1 2 0,3-1 0,0 1 0,1-1 0,2-1 0,0 0 0,0 0 0,0 0 0,-1-3 0,0-1 0,-1-2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2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440 102 24575,'-29'-17'0,"-13"-6"0,-1 1 0,4 5 0,4 4 0,5 6 0,6 5 0,1 4 0,3 3 0,-1 2 0,-1 1 0,-2 2 0,1 0 0,-1 0 0,1-2 0,5-1-8191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4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24575,'-1'38'0,"2"68"0,1-97 32,-1 0 0,1 0-1,7 17 1,-5-18-405,-1 1 0,-1 1 0,3 11 0,-4-9-6453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5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12 24575,'-15'-5'0,"-4"1"0,-2 1 0,0 4 0,1 1 0,2 0 0,2 1 0,-2-1 0,-1-1 0,-1 0 0,0-1 0,1 0 0,4 0-8191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6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71 24575,'2'-1'0,"-1"0"0,0-1 0,-1 1 0,1-1 0,0 1 0,0-1 0,-1 1 0,1-1 0,0 0 0,-1 1 0,0-1 0,1 0 0,-1 1 0,0-1 0,0 0 0,0 0 0,0 1 0,0-1 0,0 0 0,-1 0 0,1 1 0,-1-1 0,1 0 0,-1 1 0,1-1 0,-1 1 0,0-1 0,0 1 0,0-1 0,0 1 0,0-1 0,0 1 0,0 0 0,-2-2 0,0 1 0,1 0 0,-1 1 0,1-1 0,-1 1 0,0 0 0,1 0 0,-1 0 0,0 0 0,0 0 0,0 1 0,0-1 0,0 1 0,0 0 0,0-1 0,0 1 0,0 1 0,0-1 0,0 0 0,-4 2 0,3-1 0,0 1 0,1 0 0,-1 0 0,1 0 0,-1 0 0,1 0 0,0 1 0,0-1 0,0 1 0,-4 4 0,-24 35 0,27-37 0,0 3 0,-1-1 0,1 1 0,0 0 0,1 1 0,0-1 0,0 1 0,1-1 0,0 1 0,1 0 0,0 0 0,0-1 0,1 1 0,0 0 0,0 0 0,1 0 0,0 0 0,1 0 0,0-1 0,4 12 0,23 68 0,-21-57 0,17 38 0,-23-65 0,1 0 0,-1 0 0,1 0 0,0-1 0,0 1 0,0 0 0,1-1 0,-1 0 0,1 0 0,0 0 0,0 0 0,0-1 0,0 0 0,0 1 0,1-1 0,-1-1 0,1 1 0,-1-1 0,1 0 0,-1 0 0,1 0 0,0 0 0,0-1 0,-1 0 0,6 0 0,-5 0 0,0 0 0,0-1 0,0 0 0,0 1 0,0-2 0,0 1 0,0 0 0,-1-1 0,1 0 0,-1 0 0,1 0 0,-1-1 0,0 0 0,0 1 0,0-2 0,0 1 0,0 0 0,-1-1 0,1 1 0,-1-1 0,0 0 0,0 0 0,-1 0 0,3-6 0,-4 8 0,0 0 0,-1 0 0,1 0 0,-1 0 0,1 0 0,-1 0 0,0 0 0,0 0 0,0 0 0,0 0 0,0 0 0,0 0 0,-1 0 0,1 0 0,-1 0 0,1 0 0,-1 0 0,0 0 0,0 0 0,0 1 0,0-1 0,0 0 0,0 0 0,0 1 0,-1-1 0,1 1 0,0-1 0,-1 1 0,0-1 0,1 1 0,-1 0 0,0 0 0,-3-2 0,-1 0 0,0 0 0,0 0 0,-1 0 0,1 1 0,-1 0 0,0 1 0,0-1 0,-13 0 0,16 1 0,0 1 0,0 0 0,-1 0 0,1 1 0,0-1 0,0 1 0,0-1 0,0 1 0,0 1 0,0-1 0,0 1 0,0-1 0,0 1 0,0 0 0,1 0 0,-1 1 0,-4 3 0,-10 8-1365,9-9-5461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7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24575,'-7'0'0,"0"5"0,1 4 0,1 3 0,5 1 0,4 2 0,2 1 0,2-1 0,2 0 0,2 0 0,-1 0 0,0 0 0,0-3 0,2-1 0,-3 1 0,1-3 0,0-2 0,-2-3-8191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7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24575,'0'8'0,"2"6"0,2 5 0,-1 0 0,2-2 0,0-2 0,1 1 0,3 1 0,0 0 0,0-1 0,1 0 0,2-1 0,-1 0 0,-1-3 0,-1-1 0,0-2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7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75 24575,'-27'-12'0,"-16"-5"0,-6 2 0,0 2 0,7 4 0,5 4 0,7 2 0,5 4 0,3 5 0,2 1 0,2 2 0,0 1 0,0 3 0,0 0 0,4-1-8191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35.1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24575,'0'0'0,"0"1"0,1-1 0,-1 1 0,0 0 0,0-1 0,1 1 0,-1-1 0,1 1 0,-1-1 0,1 1 0,-1-1 0,1 1 0,-1-1 0,1 1 0,-1-1 0,1 0 0,-1 1 0,1-1 0,0 0 0,-1 0 0,2 1 0,19 6 0,-12-4 0,-1 1 0,0 1 0,0 0 0,0 0 0,0 1 0,-1 0 0,11 12 0,-8-8 0,21 16 0,-8-9 0,-1 2 0,20 23 0,14 11 0,66 38 0,-25-20 0,32 28 0,-37-30 0,88 87 0,-83-59 0,68 66 0,-91-92 0,64 56 0,-42-50-682,123 75-1,-202-142-6143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36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24575,'249'202'0,"-119"-95"0,-52-40 0,-40-33 0,63 74 0,-84-88 0,118 116 0,-114-116 0,123 98 0,-118-99 0,40 32 0,-104-83 0,-67-59 0,105 90 0,-1 0 0,0 0 0,0 0 0,1 0 0,-1 0 0,0 0 0,1 0 0,-1 0 0,1 0 0,-1-1 0,1 1 0,0-1 0,2-1 0,6 8 0,7 9 0,-1 0 0,22 31 0,-24-29 0,1 0 0,30 28 0,158 127 0,-199-169 0,0-1 0,0 1 0,-1-1 0,1 0 0,0 1 0,-1-1 0,1 1 0,-1 0 0,0-1 0,1 1 0,-1 0 0,0 0 0,0 0 0,0 0 0,0 2 0,-1-4 0,0 0 0,0 1 0,0-1 0,0 0 0,0 0 0,0 0 0,0 0 0,0 0 0,0 0 0,0 0 0,0 1 0,0-1 0,0 0 0,0 0 0,0 0 0,0 0 0,0 0 0,0 0 0,0 0 0,0 0 0,0 1 0,0-1 0,0 0 0,0 0 0,0 0 0,-1 0 0,1 0 0,0 0 0,0 0 0,0 0 0,0 0 0,0 0 0,0 0 0,0 0 0,0 0 0,-1 0 0,1 0 0,0 0 0,0 0 0,0 0 0,0 0 0,0 0 0,0 0 0,0 0 0,-1 0 0,-6-3 0,-8-9 0,14 12 0,-157-116 0,81 64 0,-96-70-237,-177-128-2876,292 207-1728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45.1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4 24575,'-9'-3'0,"9"5"0,12 10 0,-6-6 0,42 38 0,-30-29 0,-1 1 0,31 37 0,-20-18 0,15 23 0,150 213 0,-46-112 0,-48-55 0,-12-20 0,-29-29 0,11 7 0,-47-45 0,-1 2 0,-2 0 0,0 1 0,24 33 0,-31-37 0,0-1 0,1 0 0,17 16 0,49 37 0,-32-28 0,-6-5 0,57 52 0,-79-68 0,-1 1 0,-1 1 0,14 22 0,-10-11 0,2-1 0,38 42 0,46 46 0,-98-109 0,9 11 0,30 43 0,-32-36 0,6 8 0,0-1 0,2-1 0,47 51 0,-18-35 0,25 27 0,-20-16-1365,-46-48-5461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47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1904 30 24575,'0'-1'0,"1"0"0,0 0 0,0 1 0,-1-1 0,1 0 0,-1 0 0,1 0 0,-1 0 0,1 0 0,-1 0 0,0 0 0,1 0 0,-1 0 0,0 0 0,0 0 0,1 0 0,-1 0 0,0 0 0,0 0 0,0 0 0,0 0 0,-1 0 0,1-1 0,0 2 0,0-1 0,-1 1 0,1 0 0,0-1 0,0 1 0,0 0 0,-1-1 0,1 1 0,0 0 0,0 0 0,-1-1 0,1 1 0,0 0 0,0 0 0,-1-1 0,1 1 0,0 0 0,-1 0 0,1 0 0,0 0 0,-1 0 0,1 0 0,-1-1 0,0 1 0,0 0 0,0 1 0,0-1 0,0 0 0,0 0 0,1 0 0,-1 1 0,0-1 0,0 0 0,0 1 0,0-1 0,1 1 0,-1-1 0,-1 1 0,-13 12 0,1 0 0,0 1 0,0 0 0,2 1 0,-12 18 0,-3 3 0,11-18 0,-22 20 0,6-8 0,23-19 0,1 0 0,-1 1 0,2 0 0,-11 22 0,11-20 0,0-1 0,-1-1 0,0 1 0,-13 14 0,-26 19 0,32-32 0,0 0 0,2 1 0,-1 0 0,-21 34 0,22-24 0,-2 0 0,-1-1 0,-1 0 0,-21 21 0,27-33 0,-13 19 0,16-19 0,0-1 0,-15 13 0,-21 13 0,28-26 0,-16 17 0,27-23 0,1 0 0,-1 0 0,1 1 0,0-1 0,1 1 0,-1 0 0,-2 7 0,-17 35 0,-2-1 0,-43 61 0,10-7 0,47-82 0,-14 38 0,19-42 0,0 0 0,-1 0 0,-1-1 0,0 0 0,-11 13 0,-50 47 0,48-53 0,0 0 0,-32 45 0,29-29 0,-56 81 0,-61 70 0,51-57 0,81-119 0,-14 25 0,-37 43 0,-29 40 0,20-24 0,40-58-72,14-18-251,0 0 0,-1-1-1,-27 23 1,32-33-6503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50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2126 12 24575,'1'-1'0,"16"-9"0,-15 10 0,-10 9 0,-3 1 0,-1 0 0,-1-1 0,0-1 0,-18 10 0,19-12 0,1 0 0,0 0 0,0 2 0,1-1 0,0 1 0,1 1 0,-12 12 0,-17 31 0,-15 17 0,44-58 0,-1-1 0,0 0 0,-1-1 0,-13 10 0,14-12 0,-11 6 0,1 1 0,1 1 0,1 0 0,-33 36 0,21-17 0,20-24 0,1 0 0,0 1 0,1 0 0,-8 14 0,1 4 0,2-3 0,-24 35 0,31-53 0,0 0 0,0-1 0,-1 0 0,0 0 0,-1 0 0,1-1 0,-1 0 0,-11 6 0,-18 8 0,22-13 0,-1 1 0,1 1 0,0 0 0,1 1 0,0 1 0,-18 18 0,22-16 0,1 0 0,1 0 0,0 1 0,-9 19 0,8-15 0,-20 32 0,-42 37 0,47-60 0,1 1 0,-24 39 0,-1 10 0,-26 47 0,-38 84 0,74-146 0,-57 71 0,26-30 0,31-45 0,27-40 0,-1-2 0,-1 1 0,-1-2 0,0 0 0,-1 0 0,-1-2 0,0 0 0,-34 21 0,27-21 0,0 2 0,1 0 0,0 2 0,-26 26 0,-6 8 0,31-31 0,1 1 0,-25 32 0,29-27 0,2 0 0,-26 56 0,17-29 0,17-41-1365,2-2-5461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51.8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1761 1983 24575,'106'113'0,"3"4"0,-79-88 0,60 46 0,-55-54 0,-24-15 0,0 1 0,12 9 0,-60-39 0,-135-127 0,12-13 0,136 139 0,-41-44 0,-310-346 0,155 108 0,47 61 0,122 179 0,-4 3 0,-2 3 0,-80-67 0,-209-194 0,287 258 0,-61-84 0,81 97 0,28 37-273,0 2 0,-1-1 0,0 2 0,-16-12 0,16 13-6553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53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5 24575,'-3'-4'0,"8"7"0,9 7 0,20 22 0,4 4 0,38 45 0,-62-65 0,24 20 0,4 5 0,50 61 0,139 157 0,55 55 0,-115-121 0,-123-136 0,163 188 0,-157-181 0,64 68 0,117 115 0,-190-197 0,54 57 0,-73-80 0,0 1 0,26 38 0,211 265 0,-256-323 0,6 9-1365,-3-4-5461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55.5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1713 1 24575,'-3'0'0,"1"1"0,0 0 0,-1 1 0,1-1 0,0 0 0,0 1 0,0-1 0,0 1 0,0 0 0,-3 3 0,-2 1 0,-83 78 0,12-10 0,16-12 0,25-23 0,-115 120 0,140-145 0,0 0 0,1 0 0,-16 30 0,-20 52 0,35-70 0,-9 18 0,-212 446 0,151-345 0,22-41 0,13-21 0,34-65 0,-1 1 0,0-2 0,-30 28 0,22-24 0,-24 31 0,32-34 0,7-9 0,-1 1 0,1 0 0,1 1 0,-10 18 0,6-4 0,-1-1 0,-2-1 0,0 0 0,-1 0 0,-1-2 0,-1 1 0,-21 19 0,24-29 0,-1-1 0,-19 11 0,-9 6 0,14-6 0,-5 3 0,-42 42 0,66-58 0,0 1 0,0 1 0,2-1 0,-1 1 0,1 0 0,1 1 0,0 0 0,-8 21 0,4 5 49,-6 44 0,4-15-1512,8-48-5363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56.0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24575,'0'0'-8191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58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24575,'16'4'0,"0"1"0,-1 0 0,1 1 0,-1 1 0,-1 0 0,1 1 0,-1 1 0,15 12 0,3 5 0,-1 1 0,30 36 0,95 107 0,18 21 0,219 246 0,-221-290 0,-27-25 0,-116-94 0,49 61 0,5 11 0,43 59 0,-111-139 0,1-1 0,2 0 0,0-2 0,0 0 0,33 22 0,9 10 0,66 69 0,-95-88 0,-14-14 0,12 12 0,-1 1 0,46 62 0,-59-62-1365,-11-17-5461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59.9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2347 16 24575,'-2'-2'0,"1"0"0,-1 1 0,0 0 0,0 0 0,1-1 0,-1 1 0,0 0 0,0 0 0,0 1 0,-1-1 0,1 0 0,0 1 0,0-1 0,0 1 0,0 0 0,0-1 0,-1 1 0,1 0 0,0 0 0,0 1 0,0-1 0,-1 0 0,-2 2 0,-5 1 0,1 1 0,-1 0 0,1 1 0,-9 6 0,-20 9 0,22-14 0,0 0 0,0 2 0,0 0 0,1 0 0,1 2 0,-19 14 0,-54 43 0,13-10 0,43-28 0,0 0 0,3 2 0,-33 45 0,51-62 0,1 0 0,0 0 0,1 1 0,1 0 0,0 0 0,-7 27 0,10-31 0,0 0 0,0 0 0,-1-1 0,-1 0 0,0 0 0,0 0 0,-1 0 0,0-1 0,0 0 0,-1-1 0,0 0 0,-10 8 0,14-13 0,-12 11 0,1 0 0,-18 22 0,-76 93 0,99-118 0,-1-2 0,-1 0 0,-14 10 0,-9 6 0,13-8 0,-18 16 0,-46 27 0,67-47 0,1 0 0,0 2 0,-16 17 0,-1 1 0,-152 158 0,124-123 0,26-31 0,-65 48 0,97-81 0,-20 18 0,1 1 0,2 2 0,0 0 0,-27 42 0,-13 15 0,44-62 0,-24 20 0,23-23 0,-27 33 0,-57 62 0,11-15 0,75-75 0,8-11 0,0 0 0,-1 0 0,-13 11 0,10-12-118,-3 4-505,-27 25-1,36-30-6202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35.3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14 24575,'0'0'0,"-1"-1"0,0 1 0,1-1 0,-1 1 0,1-1 0,-1 0 0,1 1 0,-1-1 0,1 1 0,-1-1 0,1 0 0,0 0 0,-1 1 0,1-1 0,0 0 0,0 0 0,0 1 0,0-1 0,0 1 0,0 0 0,1 0 0,-1 0 0,0 0 0,1-1 0,-1 1 0,0 0 0,0 0 0,1 0 0,-1 0 0,0 0 0,1 0 0,-1 0 0,0 0 0,0 0 0,1 0 0,-1 0 0,0 0 0,1 0 0,-1 0 0,0 0 0,0 0 0,1 1 0,-1-1 0,27 11 0,-15-4 0,-1 1 0,0 1 0,-1 0 0,16 17 0,10 9 0,12 10 0,63 77 0,-104-114 0,40 48 0,2-2 0,77 65 0,-90-87 0,42 48 0,15 14 0,191 171 0,-180-147 0,-71-78 0,28 33 0,32 41 0,-79-99 0,9 13 0,1-1 0,2-2 0,28 23 0,47 26 0,-39-32 0,-39-28 0,36 31 0,-4 2 0,-28-26 0,40 42 0,71 79 0,-64-69 0,88 69 0,-122-109 0,16 9 0,-35-27 0,-1 0 0,-1 1 0,0 2 0,16 19 0,72 102 0,-48-65-1365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37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2215 73 24575,'12'-12'0,"-1"0"0,0 0 0,16-25 0,-58 88 0,-32 73 0,49-86 0,9-22 0,-1-1 0,-14 26 0,7-20 0,0-1 0,-2 0 0,0-2 0,-24 24 0,5-6 0,2 1 0,2 1 0,-25 43 0,42-62 0,-1-1 0,-1 0 0,-25 25 0,23-28 0,2 1 0,0 1 0,-12 19 0,-20 32 0,-70 79 0,-28 14 0,128-141 0,-16 22 0,22-27 0,0 0 0,-1-1 0,-24 23 0,-15 7 0,-28 23 0,-131 84 0,179-125 0,-34 35 0,-12 10 0,50-47 0,-48 54 0,-15 35 0,-43 47 0,61-95 0,49-47 0,1 2 0,-29 33 0,-89 93 0,84-91 0,46-47 0,0 0 0,-1 0 0,-13 7 0,7-5 0,1-1-1365,1-1-5461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40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2334 113 24575,'-10'-28'0,"-8"-28"0,18 55 0,0-1 0,0 1 0,-1 0 0,1-1 0,0 1 0,-1-1 0,0 1 0,1 0 0,-1 0 0,0-1 0,1 1 0,-1 0 0,0 0 0,0 0 0,0 0 0,0 0 0,0 0 0,0 0 0,-1 0 0,1 0 0,0 0 0,0 1 0,-1-1 0,0 0 0,0 1 0,0 0 0,1 0 0,-1 0 0,0 0 0,1 0 0,-1 1 0,0-1 0,1 0 0,-1 1 0,0-1 0,1 1 0,-1 0 0,1 0 0,-1-1 0,1 1 0,0 0 0,-1 0 0,1 0 0,0 1 0,-2 0 0,-48 42 0,-67 44 0,46-37 0,56-37 0,0 1 0,-22 25 0,2-1 0,12-16 0,3-3 0,1 0 0,1 2 0,-27 38 0,26-30 0,-29 31 0,31-41 0,2 1 0,0 0 0,-22 43 0,22-35 0,-31 44 0,13-22 0,12-17 0,0-1 0,-44 47 0,25-35 0,-48 47 0,-30 15 0,72-63 0,17-17 0,2 1 0,-36 45 0,-6 20 0,17-31 0,23-29 0,-97 98 0,93-98 0,-3 4 0,-75 79 0,-33 47 0,67-74 0,-7 9 0,-10-15 0,-14 15-1365,93-83-5461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40.8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314 31 24575,'-37'-7'0,"-11"-2"0,0 3 0,-65-2 0,112 8 0,0 0 0,0 0 0,0 0 0,0 0 0,0 0 0,0 0 0,0 0 0,0 0 0,0 1 0,0-1 0,0 0 0,0 0 0,0 1 0,0-1 0,0 1 0,0-1 0,0 1 0,0-1 0,0 1 0,1 0 0,-1-1 0,0 1 0,0 0 0,1 0 0,-1 0 0,0-1 0,1 1 0,-1 0 0,1 0 0,-1 0 0,1 0 0,-1 2 0,1 1 0,0 0 0,0 0 0,0 0 0,1 0 0,-1 0 0,1-1 0,2 6 0,1 8 0,-3-12 14,0 0-1,-1 0 0,1 1 0,-1-1 1,0 0-1,0 0 0,-1 0 1,-2 10-1,2-12-91,0-1 0,0 1 0,0-1-1,0 0 1,-1 1 0,1-1 0,-1 0 0,1 0 0,-1 0-1,0 0 1,0 0 0,0 0 0,0 0 0,0-1 0,-1 1-1,1-1 1,0 1 0,-4 0 0,-6 3-6748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09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367 115 24575,'-24'-10'0,"-14"-5"0,-2-1 0,1 3 0,4 1 0,3 2 0,3 1 0,0 2 0,2-1 0,-1 2 0,2 1 0,6 2-8191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09.9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24575,'1'27'0,"7"47"0,0-41 0,-6-23 0,1-1 0,-1 0 0,0 1 0,-1-1 0,0 1 0,-1 0 0,0-1 0,-1 10 0,0-16-151,1-1-1,-1 0 0,1 0 0,-1 0 1,0 0-1,0 0 0,0 0 1,-2 1-1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0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571 0 24575,'0'1'0,"0"1"0,-1-1 0,1 0 0,-1 1 0,1-1 0,-1 0 0,1 0 0,-1 1 0,0-1 0,0 0 0,0 0 0,0 0 0,0 0 0,0 0 0,0 0 0,0 0 0,-1 1 0,-23 13 0,22-13 0,-4 2 0,0-1 0,0 0 0,-1-1 0,1 0 0,0 0 0,-1 0 0,-15 1 0,-56-3 0,44-1 0,-107-7 0,-18 0 0,139 8-1365,4 0-5461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0.8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0 24575,'-4'4'0,"2"-2"0,0-1 0,0 1 0,0 0 0,1 0 0,-1 1 0,0-1 0,1 0 0,-1 0 0,1 1 0,0-1 0,0 1 0,0-1 0,0 1 0,-1 5 0,1 5 0,1 0 0,0 0 0,0-1 0,2 1 0,-1 0 0,2 0 0,5 18 0,5 36 0,-12-65-96,-1-1 6,0-1-1,0 1 0,0 0 1,0 0-1,0 0 0,0 0 1,0 0-1,0-1 0,0 1 1,0 0-1,-1 0 0,1 0 1,-1 1-1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1.3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476 45 24575,'-5'-3'0,"0"0"0,-1 0 0,1 1 0,0 0 0,-1 0 0,0 0 0,1 1 0,-1 0 0,0 0 0,-6 0 0,-8 1 0,-32 3 0,2 0 0,12-4 65,-69-13 0,66 8-813,-47-2 1,75 8-6079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1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24575,'-2'4'0,"0"0"0,1 0 0,-1 0 0,1 0 0,0 0 0,0 1 0,1-1 0,-1 0 0,1 0 0,0 1 0,0-1 0,0 0 0,2 8 0,1 0 0,1 0 0,0-1 0,8 16 0,7 18 0,-19-44-47,1 1 0,-1-1 0,1 0 0,-1 1 0,0-1 0,1 0 0,-1 1 0,0-1 0,0 1-1,0-1 1,0 0 0,0 1 0,0-1 0,-1 1 0,1-1 0,0 0 0,-1 1 0,1-1 0,-1 0 0,1 0 0,-1 1 0,0-1-1,1 0 1,-1 0 0,0 0 0,0 0 0,0 0 0,-2 2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38.2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2200 39 24575,'-2'-3'0,"0"0"0,0 0 0,0 0 0,0 1 0,0-1 0,-1 1 0,1-1 0,-1 1 0,0 0 0,1 0 0,-1 0 0,0 0 0,0 1 0,-4-2 0,5 2 0,0 1 0,-1-1 0,1 1 0,0 0 0,0 0 0,0 0 0,0 0 0,0 0 0,0 0 0,0 1 0,-1-1 0,1 1 0,0-1 0,0 1 0,0 0 0,0 0 0,0 0 0,1 0 0,-1 0 0,0 0 0,0 0 0,1 1 0,-4 2 0,-36 38 0,28-27 0,-1 0 0,0-1 0,-30 20 0,-60 41 0,41-28 0,45-34 0,-96 76 0,73-46 0,31-31 0,0-1 0,-1-1 0,0 1 0,-1-2 0,-15 11 0,-5-2 0,14-8 0,-18 13 0,30-18 0,0 0 0,0 0 0,0 1 0,1-1 0,0 1 0,-6 9 0,5-6 0,-1 1 0,0-2 0,-1 1 0,0-1 0,0 0 0,-1-1 0,1 1 0,-2-2 0,-15 10 0,16-10 0,1 0 0,-1 1 0,1 0 0,1 1 0,-1 0 0,1 0 0,1 0 0,-7 11 0,5-7 0,0-1 0,-1-1 0,0 1 0,-14 11 0,15-16 0,-2 1 0,0 0 0,1 1 0,0 0 0,1 1 0,0-1 0,0 2 0,1-1 0,-10 17 0,9-8 0,-2 4 0,0-1 0,-1 0 0,-2-1 0,-27 37 0,21-36 0,2-2 0,-21 19 0,-8 10 0,30-31 0,-21 19 0,-13 10 0,3 2 0,-47 61 0,38-43 0,40-47 0,-79 86 0,76-86 0,-1-2 0,0 0 0,-31 19 0,39-28 0,1 0 0,0 1 0,1 0 0,-1 1 0,2 0 0,-1 0 0,2 1 0,-1 1 0,-10 18 0,-81 118 0,76-117 0,-2-1 0,-45 40 0,48-50-1365,3-4-5461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38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1 24575,'-15'7'0,"-5"5"0,2 3 0,3 2 0,4-1 0,2 1 0,2-1 0,2-1 0,0 0 0,-1 0 0,-1-3-8191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40.5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2206 1 24575,'-12'29'0,"-1"-1"0,-20 32 0,24-46 0,-1-1 0,0 0 0,-1 0 0,0-1 0,-24 20 0,-53 46 0,32-14 0,27-30 0,-6 5 0,-61 67 0,74-86 0,-38 26 0,-3 2 0,45-32 0,-7 4 0,2 2 0,-32 36 0,27-26 0,-2 0 0,-2-2 0,0-2 0,-71 48 0,84-63 0,-14 8 0,2 2 0,-33 31 0,50-39 0,1 0 0,-12 20 0,12-16 0,-20 21 0,20-26 0,-129 130 0,114-119 0,-1-1 0,-1-2 0,-46 26 0,67-42 0,1-1 0,-1 1 0,1 1 0,0-1 0,0 1 0,-8 11 0,2 0 0,-22 36 0,20-30 0,-34 39 0,31-40 0,-4 2 0,-31 26 0,30-29 0,-32 37 0,-48 58 0,50-53 0,38-42-114,-5 6 238,-28 30 0,42-51-291,0 0 1,0-1-1,-1 0 1,0 0-1,0-1 1,-1 0-1,1 0 1,-19 7-1,15-8-6659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3.1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464 100 24575,'-4'0'0,"0"-1"0,0 0 0,0 0 0,-7-2 0,-6-3 0,-109-23 0,-25-6 0,37 16-1365,85 15-5461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4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24575,'1'12'0,"0"-1"0,6 23 0,-1-5 0,-2-9 61,8 23 0,-6-25-804,4 24-1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4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644 1 24575,'-26'1'0,"0"2"0,1 1 0,-29 8 0,26-7 0,0-2 0,-1 0 0,1-2 0,-36-3 0,11 1 0,-33-3-682,-91-16-1,158 17-6143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5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24575,'1'11'0,"0"0"0,0 0 0,1-1 0,0 1 0,7 19 0,25 48 0,-8-23 0,-5 8-1365,-18-53-5461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6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534 70 24575,'-5'-3'0,"-14"-10"0,-1 2 0,-30-13 0,44 22 0,0-1 0,0 1 0,0 1 0,0-1 0,-1 1 0,1 1 0,-1-1 0,1 1 0,0 0 0,-1 0 0,1 1 0,-1 0 0,-7 2 0,-15 6 0,15-4 0,0-1 0,0 0 0,0-1 0,-24 2 0,13-6-73,0-1-1,1-1 1,-1-1-1,0-1 1,-29-10-1,24 6-850,18 6-5902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6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24575,'6'-2'0,"0"1"0,-1-1 0,1 2 0,0-1 0,0 1 0,0-1 0,0 2 0,0-1 0,7 2 0,-2 0 0,1 1 0,-1 0 0,18 8 0,-25-9 0,0 1 0,0-1 0,0 0 0,0 1 0,-1 0 0,1 0 0,-1 0 0,0 0 0,0 1 0,0-1 0,0 1 0,-1 0 0,1 0 0,-1 0 0,0 0 0,0 0 0,0 0 0,1 9 0,-2-10 0,0 0 0,-1 0 0,1 1 0,-1-1 0,0 0 0,0 0 0,0 0 0,-1 0 0,1 0 0,-1 0 0,1 0 0,-1 1 0,0-1 0,0-1 0,-1 1 0,1 0 0,0 0 0,-1 0 0,0-1 0,0 1 0,0-1 0,0 1 0,0-1 0,0 0 0,0 0 0,-1 0 0,1 0 0,-4 2 0,-8 2 0,11-5 0,1 0 0,-1 0 0,1 0 0,-1 1 0,1-1 0,0 1 0,-1-1 0,1 1 0,0 0 0,-3 2 0,5-3 0,0-1 0,0 0 0,-1 1 0,1-1 0,0 0 0,0 1 0,0-1 0,0 1 0,0-1 0,0 0 0,0 1 0,0-1 0,-1 1 0,1-1 0,1 0 0,-1 1 0,0-1 0,0 1 0,0-1 0,0 0 0,0 1 0,0-1 0,0 1 0,0-1 0,1 0 0,-1 1 0,0-1 0,0 0 0,0 1 0,1-1 0,12 7 0,18-2 0,32 2 0,-43-4 0,0-1 0,40 0 0,-57-3-151,-1 1-1,1 0 0,-1-1 0,1 0 1,-1 1-1,0-1 0,1 0 1,3-2-1,3-4-6674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32.0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10 24575,'5'-5'0,"1"0"0,-6 6 0,1-1 0,-1 1 0,1-1 0,-1 1 0,0-1 0,0 1 0,1-1 0,-1 1 0,0-1 0,0 1 0,0-1 0,0 1 0,0-1 0,1 1 0,-1 0 0,0-1 0,0 1 0,0-1 0,-1 2 0,1 4 0,0 1 0,-1-1 0,0 1 0,0-1 0,-3 9 0,1-6 0,1 0 0,1 0 0,-2 9 0,3-16 0,0 0 0,0 1 0,0-1 0,1 0 0,-1 1 0,1-1 0,-1 0 0,1 0 0,0 0 0,-1 1 0,1-1 0,0 0 0,0 0 0,1 0 0,-1 0 0,2 2 0,-2-3 0,0 0 0,0 0 0,0 0 0,0 0 0,0-1 0,0 1 0,0 0 0,0 0 0,0-1 0,0 1 0,0-1 0,0 1 0,0-1 0,0 0 0,1 1 0,-1-1 0,0 0 0,0 0 0,0 1 0,1-1 0,-1 0 0,0-1 0,0 1 0,1 0 0,-1 0 0,0 0 0,0-1 0,0 1 0,1 0 0,-1-1 0,0 1 0,0-1 0,2-1 0,-2 1 0,1-1 0,0 1 0,0-1 0,-1 0 0,1 1 0,-1-1 0,1 0 0,-1 0 0,0 0 0,1 0 0,-1 0 0,0-1 0,-1 1 0,1 0 0,0 0 0,0-5 0,0-6-1365,0 0-5461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32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 75 24575,'0'5'0,"0"1"0,-1-1 0,1 0 0,-1 1 0,0-1 0,-1 0 0,-2 7 0,4-12 0,0 0 0,0 0 0,0 0 0,0 0 0,0 0 0,0 0 0,0 0 0,0 0 0,0 0 0,0 0 0,0 0 0,0 0 0,0 0 0,0 0 0,0 0 0,0 0 0,0 0 0,0 0 0,0-1 0,-1 1 0,1 0 0,0 0 0,0 0 0,0 0 0,0 0 0,0 0 0,0 0 0,0 0 0,0 0 0,0 0 0,0 0 0,0 0 0,0 0 0,0 0 0,0 0 0,0 0 0,0 0 0,-1 0 0,1 0 0,0 0 0,0 0 0,0 0 0,0 0 0,0 0 0,0 0 0,0 0 0,0 0 0,0 1 0,0-1 0,0 0 0,0 0 0,0 0 0,0 0 0,0 0 0,0 0 0,0 0 0,0 0 0,0 0 0,0 0 0,0 0 0,-1 0 0,0-9 0,-1-13 0,2 7-120,0 8 171,1 0-1,-2 0 1,1 0-1,-2-8 1,1 14-123,1-1 1,-1 0 0,1 0-1,-1 1 1,0-1 0,0 0-1,0 1 1,0-1 0,0 1-1,0-1 1,0 1 0,0-1-1,-1 1 1,1 0 0,0 0 0,-1 0-1,1 0 1,-1 0 0,1 0-1,-4-1 1,-6-2-6755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32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38 24575,'-12'-7'0,"-7"-3"0,-2 1 0,-1 4 0,2 3 0,2 2 0,0 0 0,2 1 0,1 1 0,-2-2 0,0 1 0,-1-1 0,2 1 0,-3-1 0,1 0 0,-3-3 0,1 0 0,3 0-8191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33.4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477 56 24575,'-39'-6'0,"0"2"0,-44 1 0,14 1 0,6-5-449,-93-21-1,142 25-16,0 0-6360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34.2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218 148 24575,'0'-4'0,"0"0"0,0 0 0,-1 0 0,1 0 0,-1 1 0,0-1 0,0 0 0,0 0 0,-1 1 0,1-1 0,-4-4 0,4 6 0,-1 0 0,1 0 0,-1 0 0,0 1 0,0-1 0,0 0 0,1 1 0,-2 0 0,1-1 0,0 1 0,0 0 0,0 0 0,0 0 0,-1 0 0,1 1 0,0-1 0,-1 1 0,1-1 0,-3 1 0,-9-2 0,0 2 0,0 0 0,0 0 0,1 1 0,-19 4 0,29-4 0,-1 0 0,1 0 0,0 1 0,0-1 0,-1 1 0,1 0 0,0 0 0,1 0 0,-1 0 0,0 0 0,1 0 0,-1 1 0,1 0 0,0-1 0,-1 1 0,1 0 0,1 0 0,-1 0 0,0 0 0,1 0 0,-1 1 0,1-1 0,0 0 0,0 1 0,1-1 0,-1 1 0,1-1 0,-1 1 0,1 3 0,0 1 0,0 0 0,1 0 0,0 0 0,1 0 0,-1 0 0,1 0 0,1 0 0,-1-1 0,1 1 0,1-1 0,6 12 0,-4-12 0,-1 0 0,1 0 0,1 0 0,-1-1 0,1 0 0,0 0 0,1-1 0,-1 0 0,1 0 0,0-1 0,0 0 0,0 0 0,1-1 0,0 0 0,-1 0 0,1-1 0,0 0 0,0-1 0,0 0 0,0 0 0,0-1 0,0 0 0,1-1 0,-1 0 0,0 0 0,13-5 0,-20 6 0,0-1 0,1 0 0,-1 0 0,0 0 0,1-1 0,-1 1 0,0 0 0,0-1 0,0 0 0,0 1 0,0-1 0,0 0 0,-1 0 0,1 0 0,-1 0 0,3-4 0,-3 2 0,1 0 0,0 0 0,-1 0 0,0 0 0,0-1 0,0 1 0,-1 0 0,1-9 0,-2 0 0,0 1 0,0-1 0,-2 1 0,1 0 0,-9-22 0,6 22 12,0 1 0,0 0 0,-2 0 0,1 0 0,-1 1 0,-1 0 0,0 0 0,0 1 0,-12-11 0,12 14-126,0 0 0,1 0-1,-2 1 1,1 0 0,-1 0 0,1 1-1,-1 0 1,-1 0 0,1 1 0,0 1-1,-1-1 1,-11 0 0,3 1-6712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15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24575,'0'0'0,"0"-1"0,-1 1 0,1-1 0,0 1 0,0-1 0,0 1 0,0-1 0,0 0 0,0 1 0,0-1 0,0 1 0,1-1 0,-1 1 0,0-1 0,0 1 0,0-1 0,1 1 0,-1-1 0,0 1 0,0-1 0,1 1 0,-1-1 0,0 1 0,1 0 0,-1-1 0,1 1 0,-1 0 0,0-1 0,1 1 0,0 0 0,0 0 0,-1 1 0,1-1 0,-1 0 0,1 1 0,-1-1 0,0 1 0,1-1 0,-1 1 0,1-1 0,-1 1 0,0 0 0,1-1 0,-1 1 0,0-1 0,0 1 0,0 0 0,1-1 0,-1 1 0,0 0 0,0-1 0,0 1 0,0-1 0,0 2 0,10 85 0,-7-72-124,-1 0 0,0 0 0,-1 0 0,-1 1 0,0-1 0,-1 0-1,-1 0 1,-1 0 0,0 0 0,-7 22 0,5-25-6702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16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24575,'29'-1'0,"-8"1"0,1 0 0,-1 1 0,28 5 0,-43-4 0,0-1 0,0 1 0,0 0 0,0 0 0,0 1 0,0 0 0,-1 0 0,1 0 0,-1 1 0,0 0 0,0 0 0,0 0 0,-1 0 0,0 1 0,7 9 0,-9-12 0,0 0 0,-1 0 0,0 1 0,1-1 0,-1 1 0,0-1 0,-1 1 0,1-1 0,0 1 0,-1 0 0,1 0 0,-1-1 0,0 1 0,0 0 0,0-1 0,0 1 0,0 0 0,-1 0 0,1-1 0,-1 1 0,1 0 0,-1-1 0,0 1 0,-2 3 0,-3 2 0,1 1 0,-2 0 0,1-1 0,-1 0 0,-8 7 0,-12 14 0,26-29 0,1 1 0,-1 0 0,0 0 0,0 0 0,1 0 0,-1 0 0,0 0 0,1 1 0,-1-1 0,1 0 0,0 0 0,-1 0 0,1 0 0,0 1 0,-1-1 0,1 0 0,0 0 0,0 1 0,0-1 0,1 2 0,-1-2 0,1-1 0,-1 1 0,1 0 0,-1 0 0,1 0 0,-1-1 0,1 1 0,0 0 0,0-1 0,-1 1 0,1-1 0,0 1 0,0 0 0,0-1 0,0 0 0,-1 1 0,1-1 0,0 0 0,2 1 0,5 1 0,0-1 0,0 0 0,0-1 0,13 0 0,-20 0 0,12 0-97,-6 0-156,0 0-1,0 0 0,0-1 1,9-2-1,-6 0-6572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16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24575,'40'35'0,"65"70"0,-91-91 0,-10-11 0,-1 0 0,0 0 0,0 0 0,0 1 0,0-1 0,0 1 0,-1 0 0,1-1 0,-1 1 0,0 0 0,0 0 0,1 5 0,-3-9 2,0 0-1,0 0 0,0 1 1,0-1-1,0 0 0,1 0 1,-1 0-1,0 0 0,0 0 1,0 0-1,0 1 1,0-1-1,0 0 0,0 0 1,0 0-1,0 0 0,-1 0 1,1 0-1,0 0 0,0 1 1,0-1-1,0 0 1,0 0-1,0 0 0,0 0 1,0 0-1,0 0 0,0 0 1,0 0-1,0 1 0,0-1 1,-1 0-1,1 0 0,0 0 1,0 0-1,0 0 1,0 0-1,0 0 0,0 0 1,0 0-1,0 0 0,-1 0 1,1 0-1,0 0 0,0 0 1,0 0-1,0 0 0,0 0 1,0 0-1,-1 0 1,1 0-1,0 0 0,0 0 1,0 0-1,-6-3-1441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17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24575,'7'19'0,"6"7"0,2 2 0,1-5 0,1-6 0,-3-5-8191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17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14 24575,'-27'-3'0,"-14"0"0,-2 0 0,3 1 0,7 0 0,8 3 0,7 2 0,3 0 0,2 2 0,1 0 0,0-1 0,-3-1 0,1 0-8191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19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53 24575,'-2'-20'0,"0"13"0,2 7 0,-1 0 0,1 0 0,0 0 0,0 0 0,0 0 0,-1 0 0,1 0 0,0 0 0,0 1 0,0-1 0,-1 0 0,1 0 0,0 0 0,0 0 0,0 0 0,0 0 0,-1 1 0,1-1 0,0 0 0,0 0 0,0 0 0,0 0 0,0 1 0,0-1 0,0 0 0,-1 0 0,1 0 0,0 1 0,0-1 0,0 0 0,0 0 0,0 0 0,0 1 0,0-1 0,-1 4 0,0 0 0,0 1 0,1-1 0,-1 0 0,1 0 0,0 1 0,0-1 0,0 0 0,1 0 0,-1 1 0,1-1 0,0 0 0,2 4 0,2 9 0,14 26 0,-19-42 0,0 0 0,1-1 0,-1 1 0,0 0 0,1 0 0,-1 0 0,1-1 0,-1 1 0,1 0 0,-1-1 0,1 1 0,0 0 0,-1-1 0,2 1 0,-2-1 0,0 0 0,1 0 0,-1 0 0,0-1 0,0 1 0,0 0 0,1 0 0,-1 0 0,0-1 0,0 1 0,0 0 0,0-1 0,0 1 0,0 0 0,0 0 0,0-1 0,1 1 0,-1 0 0,0-1 0,0 1 0,0 0 0,0 0 0,0-1 0,0 1 0,-1-1 0,-2-27 0,-3 5 0,-14-33 0,1 6 0,49 145 0,-21-60-108,-2-11-207,-1 0 1,-1 1 0,3 41 0,-8-53-6512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0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24575,'0'23'0,"1"32"0,-1-50 0,1 0 0,0 0 0,0 0 0,0 0 0,1 0 0,-1 0 0,6 9 0,-6-12 0,0-1 0,0 1 0,0-1 0,0 0 0,1 1 0,-1-1 0,0 0 0,1 0 0,-1 0 0,1 0 0,-1 0 0,1 0 0,0-1 0,-1 1 0,1 0 0,0-1 0,0 1 0,-1-1 0,1 0 0,0 0 0,0 1 0,0-1 0,2-1 0,5 1 0,0-1 0,-1-1 0,15-3 0,-8 1 0,27-4 0,62-4 0,-66 7-1365,-24 2-5461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0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24575,'-2'24'0,"1"11"0,1 2 0,3-3 0,1-5 0,2-5 0,1-3 0,0-7 0,0-2 0,1-1 0,0 0 0,-3 1 0,-1-2-8191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0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24575,'2'14'0,"4"8"0,3 3 0,0-1 0,0-5 0,0-2 0,0-3 0,1 0 0,-1-1 0,1-2 0,-2-1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1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24575,'-2'20'0,"1"8"0,1 3 0,3-5 0,1-3 0,2-5 0,3-4 0,-1-2 0,2-4 0,-2 0 0,1-1 0,-2-1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1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346 106 24575,'-27'-17'0,"-14"-6"0,-2 1 0,3 5 0,7 4 0,6 6 0,5 2 0,4 4 0,3 3 0,1 2 0,0 3 0,1 2 0,0 0 0,-1-2 0,3-2-8191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3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8 24575,'-6'-8'0,"2"11"0,4-1 0,-1-1 0,1 1 0,0 0 0,0-1 0,-1 1 0,1 0 0,0-1 0,1 1 0,-1 1 0,11 50-72,3 22 252,-13-66-390,-1 1-1,1-1 1,-2 0-1,1 0 1,-1 1-1,-3 10 1,0-8-6616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4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15 24575,'-24'-2'0,"-11"-2"0,-2 1 0,3 1 0,5 0 0,5 1 0,4 0 0,5 1-8191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5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24575,'2'-1'0,"0"-1"0,0 0 0,0 0 0,0 1 0,1-1 0,-1 1 0,0-1 0,1 1 0,-1 0 0,1 0 0,0 0 0,-1 1 0,1-1 0,-1 0 0,1 1 0,4 0 0,-3 0 0,0 0 0,1 1 0,-1 0 0,0 0 0,0 0 0,0 0 0,0 1 0,0-1 0,6 5 0,3 2 0,0 1 0,-1 1 0,0 1 0,17 17 0,-28-26 0,1-1 0,-1 1 0,0-1 0,0 1 0,1 0 0,-1-1 0,0 1 0,0 0 0,-1 0 0,1 0 0,0 0 0,-1-1 0,1 1 0,-1 0 0,0 0 0,1 0 0,-1 0 0,0 0 0,0 0 0,0 1 0,-1-1 0,1 0 0,0-1 0,-1 1 0,1 0 0,-1 0 0,0 0 0,0 0 0,1 0 0,-1 0 0,0-1 0,-1 1 0,1 0 0,0-1 0,-2 3 0,-6 5 0,0 0 0,-1-1 0,1 0 0,-19 11 0,14-10 0,11-7 0,-19 15 0,21-16 0,0 0 0,-1 0 0,1 0 0,0 1 0,0-1 0,0 0 0,1 0 0,-1 1 0,0-1 0,0 0 0,1 1 0,-1-1 0,1 1 0,-1 1 0,1-2 0,0 0 0,0 0 0,1 0 0,-1 0 0,1 0 0,-1-1 0,1 1 0,-1 0 0,1 0 0,0 0 0,-1-1 0,1 1 0,0 0 0,0-1 0,-1 1 0,1 0 0,0-1 0,0 1 0,0-1 0,0 0 0,0 1 0,-1-1 0,3 1 0,23 7 0,-14-6 0,0 0 0,0 0 0,0-1 0,0-1 0,0 0 0,0-1 0,21-3 0,-31 3-170,1 1-1,-1-1 0,0 0 1,0 0-1,0 0 0,0 0 1,3-2-1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5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24575,'-5'2'0,"-2"4"0,3 3 0,3 2 0,3 2 0,4 1 0,3 1 0,3 0 0,2 0 0,0 0 0,2-2 0,-1-2 0,0-2 0,-3-3-8191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5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24575,'12'22'0,"7"10"0,2 1 0,1-1 0,-5-5 0,-4-6-8191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5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499 75 24575,'-29'-9'0,"-15"-5"0,-5 0 0,3 0 0,6 4 0,3 3 0,7 3 0,5 2 0,2 1 0,3 4 0,-1 1 0,-1-1 0,1 3 0,-4 0 0,0-2 0,2-1 0,5-1-8191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7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9 24575,'-8'-2'0,"1"0"0,-1 0 0,0 1 0,0 0 0,-14 0 0,20 1 0,0 1 0,1-1 0,-1 0 0,0 0 0,0 1 0,0-1 0,1 1 0,-1-1 0,0 1 0,0 0 0,1 0 0,-1 0 0,1 0 0,-1 0 0,1 0 0,-1 0 0,1 0 0,0 1 0,-1-1 0,1 0 0,0 1 0,0-1 0,0 1 0,0 0 0,0-1 0,0 1 0,1 0 0,-1-1 0,1 1 0,-1 2 0,0 2 0,0-1 0,0 1 0,1 0 0,0-1 0,0 1 0,1-1 0,0 1 0,0-1 0,0 1 0,2 5 0,3 3 0,0 0 0,11 19 0,-15-29-195,0 0 0,0 1 0,-1-1 0,1 0 0,-1 1 0,1 5 0,-1 1-6631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7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1 24575,'-27'2'0,"-14"1"0,-2 0 0,1 0 0,5-1 0,7-1 0,5-1 0,6 1 0,2-1 0,3-1 0,0 1 0,1 0 0,0 0 0,-1 0 0,3 0-8191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8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2 24575,'0'0'0,"0"0"0,0 0 0,0 0 0,0 0 0,-1-1 0,1 1 0,0 0 0,0 0 0,0 0 0,0 0 0,-1 0 0,1 0 0,0-1 0,0 1 0,0 0 0,-1 0 0,1 0 0,0 0 0,0 0 0,0 0 0,-1 0 0,1 0 0,0 0 0,0 0 0,-1 0 0,1 0 0,0 0 0,0 0 0,0 0 0,-1 0 0,1 0 0,0 0 0,0 0 0,0 1 0,-1-1 0,-3 8 0,1 13 0,3-21 0,-2 19 0,0 0 0,-1 0 0,-9 27 0,11-44 0,1-1 0,-1 1 0,1 0 0,-1 0 0,1-1 0,0 1 0,0 0 0,0 0 0,0 0 0,0-1 0,0 1 0,0 0 0,0 0 0,1 0 0,-1-1 0,1 1 0,-1 0 0,1-1 0,0 1 0,1 2 0,0-2 0,0-1 0,-1 1 0,1-1 0,0 1 0,0-1 0,0 0 0,0 0 0,1 1 0,-1-2 0,0 1 0,0 0 0,1 0 0,-1-1 0,0 1 0,4-1 0,24 3 0,0-1 0,1-2 0,30-4 0,-50 3 40,0 0 0,19-5 0,-27 5-154,1 0 0,-1 0-1,0 0 1,1-1 0,-1 1 0,0-1-1,0 0 1,0 0 0,0 0 0,0 0-1,-1-1 1,4-3 0,0-2-6712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8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 24575,'-7'24'0,"-3"11"0,0 2 0,3-3 0,2-5 0,1-4 0,5-5 0,1-3 0,2-2 0,-2-1 0,1 0 0,1-3 0,0-1 0,-1 1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8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24575,'-2'15'0,"-1"7"0,2 0 0,2-1 0,3-3 0,3 0 0,0-2 0,2-4 0,-1 0 0,1-4 0,-1 1 0,0-3 0,-1 2 0,1-2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9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24575,'5'25'0,"4"7"0,0 2 0,2-3 0,1-5 0,1-6 0,-2-6-8191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9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 75 24575,'-29'-9'0,"-15"-5"0,-5 0 0,4 0 0,6 4 0,6 3 0,6 3 0,4 2 0,5 1 0,0 1 0,0 1 0,4 0-8191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41.6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0 24575,'0'1'0,"-1"-1"0,0 0 0,1 1 0,-1-1 0,0 0 0,1 1 0,-1-1 0,0 1 0,1-1 0,-1 1 0,1 0 0,-1-1 0,1 1 0,-1-1 0,1 1 0,0 0 0,-1-1 0,1 1 0,0 0 0,-1 0 0,1-1 0,0 1 0,0 0 0,0 0 0,0-1 0,0 1 0,0 1 0,-2 22 0,3-15 0,1-1 0,0 1 0,0-1 0,1 1 0,0-1 0,1 0 0,0 0 0,9 15 0,5 10 0,-16-30 0,0-1 0,0 1 0,-1 0 0,2-1 0,-1 1 0,0-1 0,1 0 0,-1 0 0,1 0 0,-1 0 0,1 0 0,0 0 0,0-1 0,0 1 0,0-1 0,0 0 0,0 0 0,0 0 0,0 0 0,1-1 0,-1 1 0,0-1 0,0 0 0,1 0 0,-1 0 0,0 0 0,0-1 0,1 1 0,3-2 0,-6 2-62,0-1 0,0 0 0,1 0 0,-1 0 0,0 1 0,0-1 0,0 0 0,0 0 0,0-1 0,0 1 0,0 0 0,0 0-1,-1 0 1,1-1 0,0 1 0,-1 0 0,1-1 0,-1 1 0,1 0 0,-1-1 0,0-1 0,2-8-6764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42.0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 10 24575,'0'-5'0,"0"1"0,0 3 0,-2 5 0,-2 4 0,-1 0 0,-3-1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42.6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259 1 24575,'-10'2'0,"-5"1"0,-3 0 0,-1 0 0,0-1 0,2-1 0,0-1 0,1 1 0,1-1 0,1-1 0,-1 1 0,1 0 0,0 0 0,-1 0 0,1-3 0,0 0 0,2 0-8191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43.1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259 16 24575,'0'-1'0,"0"1"0,0 0 0,0 0 0,-1 0 0,1-1 0,0 1 0,0 0 0,-1 0 0,1 0 0,0-1 0,-1 1 0,1 0 0,0 0 0,0 0 0,-1 0 0,1 0 0,0 0 0,-1 0 0,1 0 0,0 0 0,-1 0 0,1 0 0,0 0 0,-1 0 0,1 0 0,-1 0 0,-14 1 0,10 0 0,-40-1 0,0-1 0,-51-8 0,64 6-1365,19 2-5461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43.7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 26 24575,'-1'1'0,"0"-1"0,1 0 0,-1 0 0,1 0 0,-1 1 0,1-1 0,-1 0 0,1 1 0,-1-1 0,1 0 0,-1 1 0,1-1 0,-1 1 0,1-1 0,-1 0 0,1 1 0,0-1 0,-1 1 0,1-1 0,0 1 0,0 0 0,-1-1 0,1 1 0,0-1 0,0 1 0,0-1 0,0 1 0,-1 0 0,1-1 0,0 1 0,0-1 0,0 1 0,0 0 0,1 0 0,1 23 0,-2-23 0,5 17 0,0-1 0,1 0 0,1 0 0,0 0 0,2-1 0,18 28 0,-19-34 0,-8-10 0,0 0 0,0 0 0,0 0 0,0 0 0,0 0 0,0 0 0,0 0 0,0 0 0,0 0 0,1 0 0,-1 0 0,0 0 0,0 0 0,0 0 0,0 0 0,0 0 0,0-1 0,0 1 0,0 0 0,0 0 0,0 0 0,0 0 0,0 0 0,0 0 0,0 0 0,0 0 0,0 0 0,1 0 0,-1 0 0,0 0 0,0 0 0,0-1 0,0 1 0,0 0 0,0 0 0,0 0 0,0 0 0,0 0 0,0 0 0,0 0 0,0 0 0,0 0 0,0 0 0,0-1 0,-1 1 0,1 0 0,0 0 0,0 0 0,0 0 0,0 0 0,0 0 0,0 0 0,0 0 0,0 0 0,0 0 0,-6-22 0,-69-166 0,67 177 0,7 19 0,5 25 0,-3-27 0,5 27-2,1-1 1,16 45-1,-5-22-1358,-15-43-5466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54.5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32 24575,'-2'-3'0,"1"0"0,4-3 0,3 1 0,3 0 0,1-1 0,-2 2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55.0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52 24575,'24'-21'0,"-23"20"0,0 0 0,-1 0 0,1 1 0,0-1 0,0 0 0,-1 0 0,1 0 0,-1 0 0,1 0 0,-1 0 0,1 0 0,-1-1 0,1 1 0,-1 0 0,0 0 0,0 0 0,0 0 0,0-1 0,0 1 0,0 0 0,0 0 0,0 0 0,0-2 0,-3-1 0,2 9 0,2 10 0,1-9 0,1-1 0,0 1 0,1-1 0,-1 1 0,1-1 0,8 9 0,31 26 0,-13-12 0,-5-4 0,39 43 0,-37-37 0,2-2 0,43 33 0,-14-11 0,-3-3 0,-6-5 0,-1 1 0,69 84 0,-111-118-341,1 1 0,-2 0-1,9 19 1,-8-14-6485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55.9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24575,'31'14'0,"0"0"0,-1 2 0,-1 1 0,0 1 0,-1 2 0,-1 1 0,-1 1 0,31 34 0,143 140 0,-55-76 0,37 33 0,107 103 0,-177-151 0,-66-61 0,41 38 0,37 35 0,-82-78 0,57 39 0,-81-64 0,24 16 0,-22-17 0,33 29 0,57 74 0,-47-44 0,-51-58 0,0-1 0,0-1 0,29 21 0,-25-20 0,1 0 0,14 18 0,0 3 0,80 97 0,-109-129-170,-1 0-1,1 1 0,-1-1 1,0 0-1,0 0 0,0 1 1,1 3-1,-1 2-6655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57.9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2639 20 24575,'10'-5'0,"1"1"0,17-4 0,-24 7 0,-1 1 0,0-1 0,0 1 0,1 0 0,-1 0 0,0 0 0,1 0 0,-1 0 0,0 1 0,0-1 0,1 1 0,-1 0 0,4 2 0,-6-2 0,0-1 0,0 1 0,0 0 0,0 0 0,-1 0 0,1 0 0,0 0 0,-1 0 0,1 0 0,-1 0 0,1 0 0,-1 0 0,1 0 0,-1 0 0,0 0 0,0 0 0,1 0 0,-1 0 0,0 1 0,0-1 0,0 0 0,0 0 0,0 0 0,0 0 0,-1 0 0,1 1 0,0-1 0,-1 0 0,1 0 0,0 0 0,-2 1 0,-1 6 0,0-1 0,0 0 0,-6 7 0,2 0 0,-2-1 0,0 0 0,-1-1 0,0 0 0,0 0 0,-15 11 0,15-15 0,-18 14 0,1 2 0,1 1 0,-25 30 0,42-43 0,0-1 0,0 0 0,-1-1 0,0 0 0,-1-1 0,-14 11 0,-65 30 0,21-14 0,60-31 0,2 0 0,-1 0 0,1 0 0,-1 1 0,1 0 0,1 1 0,0 0 0,0 0 0,0 0 0,0 1 0,1-1 0,1 1 0,-1 1 0,-2 8 0,-4 8 0,-26 46 0,30-62 0,1 0 0,-1 0 0,0 0 0,-1-1 0,0 0 0,0-1 0,-14 10 0,-5 1 0,-9 6 0,0 1 0,-37 35 0,54-43 0,0-2 0,-42 27 0,-47 17 0,59-34 0,-48 33 0,74-40 0,1 1 0,1 1 0,-27 33 0,5-6 0,-185 208 0,127-110 0,69-104 0,-37 53 0,49-67 0,-1-2 0,0 0 0,-35 30 0,37-37 0,-21 19 0,-35 37 0,-40 54 0,46-55 0,-51 48 0,103-104 0,-7 8 0,-41 34 0,10-26 0,9-4 0,45-29-10,-93 71 141,86-63-296,-1 0 0,2 0 0,-1 1 0,1 0 0,0 0-1,1 1 1,0 0 0,-5 11 0,6-9-6661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05.9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24575,'0'3'0,"1"-1"0,-1 1 0,1-1 0,-1 0 0,1 1 0,0-1 0,0 1 0,1-1 0,-1 0 0,0 0 0,1 0 0,-1 0 0,1 0 0,-1 0 0,4 2 0,31 27 0,-27-25 0,166 143 0,-10 13 0,-156-153 0,271 261 0,61 32 0,-263-237 0,187 150 0,-198-161 0,16 20 0,-39-33 0,3 5 0,-2 2 0,53 71 0,-44-54 0,95 86 0,-75-79 0,49 39 0,11 11 0,-21-16 0,-59-58 0,-17-17 0,-25-23 0,-1 2 0,0-1 0,-1 1 0,0 1 0,9 12 0,-15-15-1365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07.4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1949 66 24575,'-2'-15'0,"-3"-14"0,5 28 0,-1-1 0,1 1 0,-1-1 0,1 1 0,-1-1 0,1 1 0,-1 0 0,0-1 0,0 1 0,0 0 0,1 0 0,-1 0 0,-1 0 0,0-2 0,1 3 0,0 0 0,1-1 0,-1 1 0,0 0 0,0 0 0,0 0 0,0 0 0,1 0 0,-1 0 0,0 0 0,0 0 0,0 0 0,1 1 0,-1-1 0,0 0 0,0 0 0,1 1 0,-1-1 0,0 0 0,1 1 0,-1-1 0,0 1 0,1-1 0,-1 1 0,0-1 0,1 1 0,-1 0 0,1-1 0,-1 1 0,0 0 0,-16 24 0,15-22 0,-11 17 0,-8 13 0,0-2 0,-37 41 0,50-64 0,-21 22 0,2 1 0,-34 48 0,52-61 0,0 1 0,1 0 0,-8 29 0,2-8 0,-53 119 0,63-152 0,0 0 0,-1 0 0,1-1 0,-1 0 0,-1 1 0,-9 8 0,-42 30 0,1-1 0,38-25 0,1 1 0,1 1 0,1 0 0,0 1 0,-12 26 0,-1-1 0,-66 86 0,-9-25 0,34-38 0,45-44 0,0 1 0,2 2 0,-36 58 0,39-52 0,-47 63 0,53-81 0,-1-2 0,0 0 0,-1 0 0,-1-2 0,-27 19 0,-93 66 0,123-86 0,0 0 0,1 1 0,1 0 0,-15 21 0,5-5 0,14-20 0,-10 13 0,-22 22 0,14-19 0,-22 22 0,23-27 0,12-12 0,1 1 0,1 0 0,-1 1 0,1 1 0,1 0 0,0 0 0,-15 24 0,-47 93 0,45-81 25,19-32-373,0-1 1,-1-1-1,-18 23 1,17-26-6479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15.4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1 24575,'-1'0'0,"0"0"0,1 0 0,-1 1 0,0-1 0,1 0 0,-1 1 0,1-1 0,-1 1 0,1-1 0,-1 0 0,1 1 0,-1-1 0,1 1 0,-1-1 0,1 1 0,0 0 0,-1-1 0,1 1 0,0-1 0,-1 1 0,1 0 0,0-1 0,0 1 0,0 0 0,-1-1 0,1 1 0,0 1 0,-2 22 0,1-22 0,1 6 0,0 0 0,0 0 0,0 1 0,1-1 0,0 0 0,1-1 0,-1 1 0,5 9 0,-5-14 0,0 1 0,1-1 0,0 0 0,-1-1 0,1 1 0,0 0 0,1 0 0,-1-1 0,0 0 0,1 1 0,-1-1 0,1 0 0,0 0 0,0 0 0,0 0 0,0-1 0,0 1 0,0-1 0,0 0 0,0 0 0,1 0 0,3 0 0,-4 0-80,0 0 0,1-1-1,-1 1 1,0-1 0,1 0-1,-1 0 1,0 0 0,1 0-1,-1-1 1,0 0 0,1 1 0,-1-1-1,0 0 1,0 0 0,1-1-1,4-2 1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15.6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21 24575,'-5'-10'0,"1"-1"0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16.0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248 36 24575,'-24'-5'0,"-11"-1"0,-2-1 0,3 2 0,5 2 0,5 1 0,3 0 0,4 2 0,2-2 0,4-2-8191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16.2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211 43 24575,'-30'-8'0,"-11"-1"0,-3-1 0,6 3 0,5 1 0,9 3-8191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16.9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 24575,'43'-4'0,"-9"0"0,-1 2 0,63 4 0,-94-2 0,0 0 0,0 0 0,1 1 0,-1-1 0,0 1 0,0-1 0,1 1 0,-1 0 0,0 0 0,0 0 0,0 0 0,0 0 0,0 1 0,-1-1 0,1 1 0,3 2 0,-4-2 0,0-1 0,-1 1 0,1 0 0,-1-1 0,1 1 0,-1 0 0,1-1 0,-1 1 0,0 0 0,0-1 0,0 1 0,0 0 0,0 0 0,0-1 0,0 1 0,-1 0 0,1-1 0,-1 1 0,1 0 0,-1-1 0,1 1 0,-1-1 0,-1 3 0,-3 3 0,0 1 0,0-1 0,-1 0 0,0 0 0,0-1 0,-1 0 0,-8 7 0,-4 4 0,8-8 0,6-4 0,0 0 0,0-1 0,0 2 0,0-1 0,-6 10 0,11-14 0,-1 1 0,0-1 0,1 1 0,-1-1 0,1 1 0,-1-1 0,1 1 0,0-1 0,0 1 0,0-1 0,-1 1 0,1-1 0,1 1 0,-1 0 0,0-1 0,0 1 0,1-1 0,-1 1 0,0-1 0,1 1 0,0-1 0,-1 0 0,1 1 0,0-1 0,0 0 0,0 1 0,0-1 0,0 0 0,0 0 0,0 0 0,1 1 0,1 1 0,1 0 0,-1-1 0,1 0 0,0 0 0,-1 0 0,1 0 0,0 0 0,0-1 0,0 0 0,0 0 0,0 0 0,0 0 0,6 0 0,8 0 0,33-3 0,-22 1 0,59 0-1365,-76 1-5461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21.9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14 24575,'0'0'0,"0"-1"0,1 0 0,-1 1 0,0-1 0,1 0 0,-1 1 0,1-1 0,-1 0 0,1 1 0,-1-1 0,1 1 0,0-1 0,-1 1 0,1-1 0,-1 1 0,1 0 0,0-1 0,0 1 0,-1 0 0,1-1 0,0 1 0,0 0 0,-1 0 0,1 0 0,0 0 0,0 0 0,0 0 0,23-2 0,-19 2 0,0 1 0,-1-1 0,1 1 0,0 1 0,-1-1 0,1 1 0,-1-1 0,1 1 0,-1 1 0,0-1 0,0 1 0,0-1 0,7 7 0,2 3 0,-1 1 0,16 21 0,-2-2 0,51 49 0,35 40 0,-112-120-8,90 120-1349,-76-99-5469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22.8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24575,'15'8'0,"0"0"0,0 1 0,-1 0 0,0 1 0,-1 1 0,20 20 0,50 52 0,7 8 0,221 271 0,-97-141 0,-77-88 0,-45-35 0,119 163 0,-85-107 0,-8-11 0,-76-88 0,63 64 0,-51-65 0,69 78 0,-103-107 0,30 51 0,-42-63 0,1 0 0,0 0 0,1-1 0,13 13 0,50 39 0,-36-32 0,4 2 0,-27-23 0,0 1 0,0 0 0,-1 1 0,-1 0 0,13 17 0,-19-19-1365,-1-1-5461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24.5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2339 8 24575,'6'-8'0,"-3"11"0,-3-2 0,0 1 0,0-1 0,0 1 0,0-1 0,0 0 0,0 1 0,-1-1 0,1 0 0,0 1 0,-1-1 0,0 2 0,-8 10 0,0 0 0,0-1 0,-1-1 0,-1 0 0,0 0 0,-15 11 0,-23 23 0,-54 55 0,75-71 0,-82 93 0,-5 7 0,27-36 0,8-8 0,3 12 0,36-44 0,-55 56 0,-43 24 0,-127 124 0,221-210 0,-41 38 0,19-36 0,46-34 0,0 0 0,-22 21 0,30-23 0,-1 0 0,2 2 0,-1-1 0,-16 29 0,-13 25 0,-59 76 0,51-66 0,2-1 0,-56 70 0,53-77 0,-104 109 0,115-141 0,11-12 0,-29 36 0,41-44-1365,8-11-5461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27.8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24575,'3'0'0,"0"2"0,0 4 0,0 3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28.9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 48 24575,'-23'-20'0,"22"19"0,0 0 0,0 0 0,0 0 0,0 0 0,0 0 0,1 0 0,-1-1 0,0 1 0,1 0 0,-1-1 0,0 1 0,1 0 0,0-1 0,-1 1 0,1 0 0,0-1 0,0 1 0,-1-2 0,2 2 0,-1 1 0,0 0 0,0 0 0,0 0 0,1-1 0,-1 1 0,0 0 0,0 0 0,0 0 0,1 0 0,-1 0 0,0 0 0,0-1 0,1 1 0,-1 0 0,0 0 0,0 0 0,1 0 0,-1 0 0,0 0 0,0 0 0,1 0 0,-1 0 0,0 0 0,0 0 0,1 0 0,-1 0 0,0 1 0,0-1 0,1 0 0,-1 0 0,0 0 0,0 0 0,0 0 0,1 0 0,-1 0 0,0 1 0,0-1 0,0 0 0,1 0 0,-1 0 0,0 1 0,0-1 0,0 0 0,11 9 0,-11-9 0,10 8 0,141 136 0,-130-124 0,24 19 0,-26-23 0,0 1 0,20 23 0,-1 2 0,83 68 0,-52-50 0,269 231 0,-71-62 0,45 2 0,-222-169 0,-3 4 0,-4 4 0,115 121 0,-167-157 0,-11-13 0,0 2 0,17 26 0,47 57 0,-26-42 0,-25-29 0,39 54 0,-50-60 0,32 32 0,-11-12 0,-8-15-31,4 6 147,-36-35-297,0-1 0,1 0-1,-1 1 1,-1 0 0,1 0 0,-1 0-1,3 8 1,-2-1-6645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30.5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2059 35 24575,'0'-11'0,"1"9"0,-1-1 0,0 1 0,0-1 0,0 1 0,0-1 0,-1 1 0,0-4 0,1 6 0,0 0 0,-1 0 0,1 0 0,0 0 0,-1 0 0,1 0 0,0 0 0,0 0 0,-1 0 0,1 0 0,0 0 0,-1 0 0,1 0 0,0 0 0,0 1 0,-1-1 0,1 0 0,0 0 0,0 0 0,-1 0 0,1 1 0,0-1 0,0 0 0,0 0 0,-1 0 0,1 1 0,0-1 0,0 0 0,0 0 0,0 1 0,-1-1 0,1 0 0,0 1 0,0-1 0,0 1 0,-8 11 0,7-12 0,-15 26 0,-8 14 0,-57 70 0,16-45 0,37-37 0,-42 52 0,30-30 0,-20 30 0,11-10 0,-108 119 0,-44 13 0,170-177 0,-63 40 0,1-3 0,78-50 0,1 0 0,1 0 0,0 1 0,-13 17 0,5 2 0,1 0 0,-15 34 0,-26 41 0,51-90 0,-1-1 0,-1-1 0,-1 0 0,-25 24 0,-20 16 0,15-13 0,-16 22 0,47-49 0,0-1 0,-1-1 0,0 0 0,-1 0 0,-24 15 0,25-19 0,1-1 0,0 2 0,0 0 0,-15 16 0,-35 50 0,55-67 0,-4 4 0,-107 153 0,52-66 0,56-87-62,-1-1 0,0 0 0,0-1-1,-1 0 1,-25 18 0,17-14-930,4-4-5834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04.6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680 571 24575,'11'8'0,"-8"-5"0,-9-7 0,-388-317 0,299 233 1,44 39-684,-82-60 0,118 99-6143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06.5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 18 24575,'-1'-2'0,"-1"0"0,0 1 0,1-1 0,-1 0 0,0 1 0,0-1 0,0 1 0,0 0 0,0 0 0,-3-2 0,5 3 0,0 1 0,0-1 0,-1 0 0,1 0 0,0 0 0,0 0 0,0 0 0,0 0 0,0 1 0,0-1 0,-1 0 0,1 0 0,0 0 0,0 0 0,0 0 0,0 1 0,0-1 0,0 0 0,0 0 0,0 0 0,0 0 0,0 1 0,0-1 0,0 0 0,0 0 0,0 0 0,0 1 0,0-1 0,0 0 0,0 0 0,0 0 0,0 0 0,0 1 0,0-1 0,0 0 0,0 0 0,0 0 0,1 0 0,-1 1 0,0-1 0,0 0 0,0 0 0,0 0 0,0 0 0,5 11 0,7 9 0,1 0 0,0 0 0,2-2 0,26 28 0,77 58 0,199 118 0,-307-217 0,-5-2 0,1 0 0,-1 1 0,0 0 0,9 8 0,-26-17 0,-10-9 0,8 3 34,0-1-1,-15-15 0,-1-3-1498,16 18-5361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07.0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367 56 24575,'-6'-6'0,"2"-1"0,-1 0 0,1 0 0,0 0 0,-4-12 0,8 19 0,0 0 0,0 0 0,0 0 0,0 0 0,0 0 0,0 0 0,0 0 0,0 0 0,0-1 0,0 1 0,0 0 0,0 0 0,0 0 0,0 0 0,0 0 0,0 0 0,-1 0 0,1 0 0,0 0 0,0 0 0,0-1 0,0 1 0,0 0 0,0 0 0,0 0 0,0 0 0,0 0 0,0 0 0,0 0 0,-1 0 0,1 0 0,0 0 0,0 0 0,0 0 0,0 0 0,0 0 0,0 0 0,0 0 0,0 0 0,-1 0 0,1 0 0,0 0 0,0 0 0,0 0 0,0 0 0,0 0 0,-4 6 0,-2 10 0,5-13 0,-22 60 0,-4-2 0,-37 65 0,24-46 0,-35 101 0,59-140 0,11-28-119,4-7 155,-1 0 0,0-1 0,-1 0 1,1 1-1,-1-1 0,-5 6 0,8-10-82,-1 0 1,0-1 0,0 1-1,0 0 1,0 0-1,-1 0 1,1-1-1,0 1 1,0 0 0,0-1-1,-1 1 1,1-1-1,0 0 1,0 1-1,-1-1 1,1 0 0,0 0-1,-1 0 1,1 0-1,0 0 1,-1 0 0,1 0-1,0 0 1,-1 0-1,1-1 1,0 1-1,-1-1 1,1 1 0,0-1-1,0 1 1,0-1-1,-3-1 1,-5-4-6781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07.7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24575,'0'0'-8191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08.6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45 24575,'0'-1'0,"-1"0"0,0 0 0,0 0 0,1-1 0,-1 1 0,1 0 0,-1 0 0,1 0 0,-1 0 0,1-1 0,0 1 0,-1 0 0,1 0 0,0-1 0,0 1 0,0 0 0,0-1 0,0 1 0,0 0 0,0 0 0,1-2 0,0 1 0,0 1 0,0 0 0,0 0 0,-1 0 0,2 0 0,-1 0 0,0 1 0,0-1 0,0 0 0,0 0 0,0 1 0,1-1 0,-1 0 0,0 1 0,0 0 0,1-1 0,-1 1 0,0 0 0,3-1 0,8 0 0,-1 1 0,0 0 0,0 0 0,1 1 0,-1 1 0,0 0 0,0 0 0,0 1 0,0 0 0,-1 1 0,1 1 0,-1-1 0,0 2 0,0-1 0,-1 1 0,13 11 0,-19-15 0,-1 0 0,1 1 0,-1-1 0,0 1 0,0-1 0,0 1 0,0 0 0,0 0 0,-1 0 0,1 0 0,-1 0 0,0 0 0,0 0 0,0 1 0,1 3 0,-2-4 0,0-1 0,-1 1 0,1-1 0,0 1 0,-1-1 0,1 1 0,-1-1 0,0 0 0,0 1 0,0-1 0,0 0 0,0 1 0,-1-1 0,1 0 0,0 0 0,-1 0 0,0 0 0,0 0 0,1-1 0,-5 4 0,-4 2 0,-1 1 0,0-2 0,-21 11 0,-12 6 0,43-23 0,1 1 0,-1-1 0,0 0 0,1 1 0,-1-1 0,0 1 0,1-1 0,-1 1 0,1-1 0,-1 1 0,1-1 0,-1 1 0,1-1 0,0 1 0,-1 0 0,1-1 0,0 1 0,-1 0 0,1 0 0,0-1 0,-1 2 0,2-1 0,-1-1 0,0 1 0,0-1 0,0 1 0,1 0 0,-1-1 0,0 1 0,0-1 0,1 1 0,-1-1 0,1 1 0,-1-1 0,0 1 0,1-1 0,-1 0 0,1 1 0,-1-1 0,1 0 0,0 1 0,4 1 0,-1 0 0,0 0 0,1 0 0,-1-1 0,7 2 0,22 1 0,1-1 0,0-1 0,60-6 0,-90 4-65,0 0 0,0-1 0,0 0 0,0 1 0,0-1 0,0-1 0,0 1 0,-1 0 0,1-1 0,0 0 0,-1 0 0,0 0 0,1 0 0,-1-1 0,0 1 0,0-1 0,0 0 0,0 0 0,-1 0 0,3-4 0,2-5-6761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09.3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 4 24575,'0'-3'0,"0"4"0,-2 11 0,-2 19 0,-4 4 0,4-23 0,1 0 0,0 0 0,1 1 0,1 0 0,0-1 0,0 1 0,3 21 0,3-10 0,1-1 0,1 0 0,1 0 0,0 0 0,2-1 0,1-1 0,1 1 0,1-2 0,0 0 0,1 0 0,2-2 0,0 0 0,1 0 0,0-2 0,1 0 0,1-1 0,1-1 0,0 0 0,33 15 0,-25-20-1365,-16-7-5461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09.7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100 289 24575,'8'-6'0,"59"-49"0,-61 50 0,0-1 0,-1 0 0,0 0 0,0-1 0,0 1 0,-1-1 0,0 0 0,5-11 0,-8 14 0,0-1 0,0 0 0,-1 1 0,1-1 0,-1 1 0,0-1 0,0 0 0,-1 1 0,1-1 0,-1 1 0,0-1 0,0 1 0,0-1 0,-1 1 0,0-1 0,0 1 0,0 0 0,0 0 0,-1 0 0,1 0 0,-1 1 0,0-1 0,-7-6 0,5 5 0,0 1 0,0-1 0,0 1 0,-1 0 0,0 0 0,0 0 0,0 1 0,0 0 0,-1 0 0,1 1 0,-1 0 0,0 0 0,1 0 0,-1 1 0,-10-1 0,14 2 0,0 0 0,0 1 0,0-1 0,0 1 0,0-1 0,0 1 0,1 0 0,-1 0 0,0 0 0,0 0 0,1 1 0,-1-1 0,1 1 0,0 0 0,-4 2 0,3-1 0,0 1 0,0-1 0,0 1 0,0 0 0,1 0 0,-1 0 0,1 0 0,0 0 0,-1 5 0,0-1 0,1-1 0,0 1 0,1 0 0,0-1 0,0 1 0,0 0 0,1 0 0,1 0 0,-1 0 0,1 0 0,2 8 0,2-2 0,0-1 0,0 1 0,2-1 0,0-1 0,0 1 0,1-1 0,0-1 0,1 1 0,1-2 0,-1 1 0,20 15 0,-17-16 0,0-1 0,1-1 0,0 0 0,1 0 0,-1-1 0,1-1 0,1 0 0,-1-1 0,1-1 0,26 5 0,-36-8 0,0-1 0,0 1 0,0-1 0,0-1 0,0 1 0,0-1 0,0 1 0,0-1 0,0-1 0,8-2 0,-11 3 0,1-1 0,-1 1 0,0-1 0,0 1 0,1-1 0,-1 0 0,0 0 0,0 0 0,-1 0 0,1 0 0,0 0 0,-1 0 0,1-1 0,-1 1 0,0 0 0,0-1 0,0 0 0,0 1 0,0-1 0,0-5 0,1-6-1365,-1 1-5461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10.2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54 0 24575,'162'371'0,"-137"-310"0,-8-26 0,-11-25 0,9 23 0,-15-32 0,0 0 0,0-1 0,1 1 0,-1 0 0,0-1 0,0 1 0,0 0 0,0-1 0,0 1 0,0 0 0,0 0 0,0-1 0,0 1 0,0 0 0,0-1 0,0 1 0,0 0 0,-1 0 0,1-1 0,0 1 0,-1-1 0,1 0 0,0 0 0,-1 0 0,1 1 0,0-1 0,-1 0 0,1 0 0,0 0 0,-1 0 0,1 0 0,0 0 0,-1 0 0,1 0 0,0 0 0,-1 0 0,1 0 0,0 0 0,-1 0 0,1 0 0,-1 0 0,1 0 0,-1 0 0,-25-12 0,22 10 0,-14-9 0,0 0 0,1 0 0,1-2 0,-18-16 0,-52-65 0,50 54-1365,21 25-5461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10.4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 13 24575,'2'-5'0,"-1"-1"0,-1 5 0,-3 5 0,-1 4 0,-3 1 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4 104 24575,'0'0'0,"-1"0"0,1 0 0,0 0 0,0 0 0,0 0 0,0 0 0,-1 0 0,1 0 0,0 0 0,0 1 0,0-1 0,0 0 0,0 0 0,0 0 0,-1 0 0,1 0 0,0 1 0,0-1 0,0 0 0,0 0 0,0 0 0,0 0 0,0 1 0,0-1 0,0 0 0,0 0 0,0 0 0,0 0 0,0 1 0,0-1 0,0 0 0,0 0 0,0 0 0,0 0 0,0 1 0,0-1 0,0 0 0,0 0 0,0 0 0,0 0 0,0 1 0,1-1 0,-1 0 0,0 0 0,0 0 0,0 0 0,0 0 0,0 1 0,0-1 0,1 0 0,-1 0 0,0 0 0,7 10 0,6 3 0,1-1 0,0 0 0,1-1 0,0-1 0,1 0 0,0-2 0,0 1 0,1-2 0,20 7 0,-26-11 0,0 0 0,14 1 0,-21-4 0,0 1 0,1-1 0,-1 0 0,0-1 0,0 1 0,0 0 0,0-1 0,0 0 0,6-2 0,-9 2 0,0 1 0,0-1 0,1 1 0,-1-1 0,0 0 0,0 0 0,0 1 0,0-1 0,-1 0 0,1 0 0,0 0 0,0 0 0,0 0 0,-1 0 0,1-1 0,-1 1 0,1 0 0,-1 0 0,1-2 0,0 1 0,-1-1 0,0 1 0,1 0 0,-1-1 0,0 1 0,-1-1 0,1 1 0,0-1 0,-2-3 0,0-1 0,0 1 0,-1-1 0,0 0 0,0 1 0,-8-12 0,0 6 0,6 9 0,4 7 0,3-1 0,-1 1 0,1-1 0,0 0 0,0 0 0,0 0 0,0-1 0,1 1 0,-1 0 0,1-1 0,-1 0 0,6 4 0,1 0 0,1 1 0,13 5 0,-11-7 0,0-1 0,0 0 0,1-1 0,-1 0 0,1-1 0,-1-1 0,1 0 0,0 0 0,24-3 0,-34 2 0,0-1 0,0 1 0,-1-1 0,1 1 0,0-1 0,0 0 0,-1 0 0,1 0 0,-1 0 0,1-1 0,-1 1 0,0-1 0,1 1 0,-1-1 0,0 0 0,0 0 0,0 0 0,0 0 0,0 0 0,-1 0 0,1-1 0,-1 1 0,1-1 0,-1 1 0,0-1 0,0 1 0,0-1 0,0-3 0,0 2 0,0-1 0,0 1 0,-1-1 0,0 1 0,0-1 0,0 1 0,-1-1 0,0 1 0,1-1 0,-2 1 0,1-1 0,0 1 0,-1 0 0,0-1 0,0 1 0,-4-6 0,2 4-85,-1 0 0,0 1-1,0-1 1,0 1 0,-1 0-1,0 0 1,0 1 0,0-1-1,-1 2 1,1-1 0,-1 1-1,0-1 1,0 2 0,0-1-1,-13-2 1,6 3-6741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11.4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24575,'36'27'0,"-2"1"0,-1 2 0,-1 1 0,-2 2 0,33 45 0,-42-48 0,-2 1 0,0 0 0,-3 2 0,0 0 0,-2 0 0,17 66 0,-29-89 0,0 0 0,0 0 0,-1 0 0,-1 0 0,1 1 0,-2-1 0,1 0 0,-1 0 0,-1 0 0,-4 16 0,3-18 0,0 1 0,-1-1 0,0 0 0,-1 0 0,0 0 0,0 0 0,0-1 0,-1 0 0,0 0 0,-1-1 0,1 0 0,-9 6 0,-5 3-455,0-2 0,-29 15 0,24-16-6371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13.1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24575,'15'0'0,"-1"0"0,-1 0 0,17 3 0,-27-3 0,0 1 0,1-1 0,-1 1 0,0 0 0,1 1 0,-1-1 0,0 0 0,0 1 0,0 0 0,0 0 0,0 0 0,0 0 0,3 4 0,-5-5 0,0 1 0,0-1 0,0 0 0,-1 1 0,1-1 0,-1 0 0,1 1 0,-1-1 0,0 1 0,1-1 0,-1 1 0,0-1 0,0 1 0,0-1 0,0 1 0,0-1 0,0 1 0,-1-1 0,1 1 0,0-1 0,-1 1 0,1-1 0,-1 0 0,1 1 0,-1-1 0,0 0 0,0 1 0,0-1 0,1 0 0,-3 2 0,-3 5 0,-1-1 0,1 0 0,-11 8 0,15-14 0,-8 7 0,-14 12 0,23-19 0,0 0 0,0 0 0,0 0 0,0 0 0,1 0 0,-1 0 0,0 0 0,1 0 0,-1 0 0,1 0 0,-1 0 0,1 0 0,-1 0 0,1 0 0,0 1 0,-1-1 0,1 0 0,0 0 0,0 2 0,1-2 0,-1 0 0,0-1 0,1 1 0,-1 0 0,1 0 0,-1-1 0,1 1 0,-1 0 0,1-1 0,0 1 0,-1 0 0,1-1 0,0 1 0,0-1 0,-1 1 0,1-1 0,0 0 0,0 1 0,0-1 0,0 0 0,0 1 0,-1-1 0,1 0 0,0 0 0,1 0 0,26 2 0,-24-2 0,86-1-1365,-78 0-5461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36.3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 17 24575,'-2'-1'0,"1"0"0,-1 0 0,0 0 0,1 0 0,0-1 0,-1 1 0,1 0 0,-2-3 0,3 4 0,0 0 0,0 0 0,0 0 0,0 0 0,0 0 0,0 0 0,0 0 0,0-1 0,0 1 0,0 0 0,0 0 0,0 0 0,0 0 0,0 0 0,0 0 0,0 0 0,0-1 0,0 1 0,0 0 0,0 0 0,0 0 0,0 0 0,0 0 0,0 0 0,0 0 0,1 0 0,-1-1 0,0 1 0,0 0 0,0 0 0,0 0 0,0 0 0,0 0 0,0 0 0,0 0 0,0 0 0,0 0 0,1 0 0,-1 0 0,0 0 0,0 0 0,0 0 0,0 0 0,12 0 0,-6 1 0,1 1 0,-1 0 0,1 0 0,-1 0 0,0 1 0,10 6 0,34 26 0,-26-18 0,119 97 0,-37-28 0,-70-57 0,114 77 0,-59-43 0,-43-29 0,-47-33 0,0 0 0,0-1 0,0 1 0,0 0 0,0-1 0,1 1 0,-1-1 0,0 1 0,0-1 0,0 0 0,1 1 0,-1-1 0,0 0 0,1 0 0,0 0 0,-1 0 0,-1 0 0,0 0 0,0 0 0,0 0 0,0 0 0,1-1 0,-1 1 0,0 0 0,0 0 0,0 0 0,0 0 0,0 0 0,1 0 0,-1-1 0,0 1 0,0 0 0,0 0 0,0 0 0,0 0 0,0-1 0,0 1 0,0 0 0,1 0 0,-1 0 0,0-1 0,0 1 0,0 0 0,0 0 0,0 0 0,0 0 0,0-1 0,0 1 0,-6-13 0,-3 2 0,-1 1 0,0 0 0,-1 0 0,0 1 0,-1 1 0,-18-12 0,-2-1 0,8 4 0,-81-62 0,87 64 0,2-1 0,-1 0 0,-23-33 0,10 3 0,-10-12 0,34 50 0,-2-3 0,19 18 0,8 9 0,-1 1 0,0 1 0,17 24 0,147 154 0,15-15 0,-51-56 0,-166-141-1365,9 10-5461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37.7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74 24575,'-1'1'0,"-1"0"0,1 1 0,0-1 0,-1 1 0,1-1 0,0 1 0,0 0 0,0 0 0,0-1 0,0 1 0,0 0 0,1 0 0,-1 0 0,0 3 0,1-4 0,1-1 0,-1 0 0,0 1 0,1-1 0,-1 0 0,0 1 0,1-1 0,-1 0 0,0 0 0,1 1 0,-1-1 0,1 0 0,-1 0 0,1 0 0,-1 1 0,1-1 0,-1 0 0,1 0 0,-1 0 0,1 0 0,-1 0 0,1 0 0,-1 0 0,1 0 0,-1 0 0,1 0 0,0-1 0,15 0 0,19-6 0,-22 3 0,28-2 0,77-9 0,-33 3 0,463-32 0,-533 43 0,150-14 0,-208 18 0,0 2 0,-82 19 0,83-15 0,1-3 0,-45 2 0,-84-5 0,133-3 0,32 0 0,0 0 0,0-1 0,0 0 0,-9-2 0,14 3 0,-1 0 0,0 0 0,0 0 0,0-1 0,0 1 0,0 0 0,0-1 0,1 1 0,-1-1 0,0 1 0,0-1 0,0 1 0,1-1 0,-1 0 0,0 1 0,1-1 0,-1 0 0,1 0 0,-1 1 0,1-1 0,-1 0 0,1 0 0,-1 0 0,1 1 0,0-1 0,-1 0 0,1 0 0,0 0 0,0 0 0,0 0 0,0 0 0,0-1 0,0 1 0,0 0 0,1 0 0,-1 0 0,1 0 0,-1 1 0,1-1 0,-1 0 0,1 0 0,0 1 0,-1-1 0,1 0 0,0 1 0,-1-1 0,1 1 0,0-1 0,0 1 0,0-1 0,-1 1 0,1-1 0,0 1 0,0 0 0,0 0 0,0-1 0,0 1 0,1 0 0,27-3 0,-26 3 0,286 16 0,-41-1 0,-218-14 0,268-11 0,-280 9 0,-12 1 0,-1 0 0,0-1 0,0 1 0,0-1 0,0 0 0,0 0 0,0-1 0,-1 1 0,1-1 0,6-3 0,-12 3 0,-4 0 0,-7 1 0,-234 0 0,122 2 0,114-1 0,1 0 0,-1 0 0,1 1 0,-1 0 0,-17 6 0,27-7 0,1 0 0,-1 0 0,0 0 0,0 0 0,0 0 0,0 0 0,0 0 0,0 0 0,0 0 0,0 0 0,0 0 0,0 0 0,0 0 0,0 0 0,0 0 0,0 0 0,0 0 0,0 0 0,0 0 0,0 0 0,0 0 0,0 0 0,0 0 0,0 0 0,0 0 0,0 0 0,0 1 0,0-1 0,0 0 0,0 0 0,0 0 0,0 0 0,0 0 0,0 0 0,0 0 0,0 0 0,0 0 0,0 0 0,0 0 0,0 0 0,0 0 0,0 0 0,0 0 0,0 0 0,0 0 0,0 0 0,0 0 0,0 0 0,0 0 0,0 1 0,0-1 0,0 0 0,0 0 0,0 0 0,0 0 0,0 0 0,0 0 0,0 0 0,-1 0 0,1 0 0,0 0 0,8 2 0,11 0 0,45-2 0,79 5 0,233 18 0,-368-22-118,-6-1 14,1 0 0,0 0 0,0 0 0,0 0 0,0 0 0,0 0 0,0-1 1,0 1-1,0-1 0,0 0 0,4-2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38.6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616 144 24575,'38'-19'0,"52"-27"0,-74 36 0,0 0 0,-1-1 0,19-17 0,-32 25 0,1 1 0,-1 0 0,1 1 0,-1-1 0,1 0 0,0 1 0,-1-1 0,1 1 0,0 0 0,4-1 0,-7 2 0,1 0 0,-1 0 0,1 0 0,-1 0 0,1 0 0,-1 0 0,1 0 0,-1 0 0,1 0 0,-1 0 0,0 0 0,1 0 0,-1 0 0,1 1 0,-1-1 0,1 0 0,-1 0 0,1 1 0,-1-1 0,0 0 0,1 0 0,-1 1 0,1-1 0,-1 0 0,1 1 0,-1 0 0,1 0 0,-1 1 0,0-1 0,1 0 0,-1 0 0,0 0 0,0 1 0,0-1 0,0 0 0,0 0 0,0 0 0,0 1 0,0-1 0,-1 0 0,1 2 0,-2 2 0,0 0 0,0 0 0,0 0 0,0 0 0,-1-1 0,1 1 0,-1 0 0,-1-1 0,1 0 0,-1 0 0,1 0 0,-8 6 0,-6 3 0,-34 20 0,39-25 0,-68 38 0,38-23 0,-67 49 0,53-23 0,-63 69 0,1 1 0,-106 76 0,246-204 0,61-38 0,-35 22 0,-19 9 0,82-51 0,-96 56 0,0 0 0,0-2 0,-1 0 0,22-27 0,-35 40 0,10-14 0,-1 0 0,13-23 0,-21 33 0,-1 1 0,1-1 0,0 1 0,-1-1 0,0 0 0,0 0 0,0 0 0,0 0 0,0 0 0,-1 0 0,0 0 0,0 0 0,0 0 0,0 0 0,-1 0 0,0 0 0,-1-4 0,2 6 0,-1 0 0,1 1 0,-1-1 0,0 1 0,0-1 0,0 1 0,0-1 0,0 1 0,0-1 0,0 1 0,0 0 0,-1 0 0,1-1 0,0 1 0,-1 0 0,1 0 0,-1 0 0,0 1 0,1-1 0,-1 0 0,1 1 0,-1-1 0,0 1 0,0-1 0,1 1 0,-1 0 0,0-1 0,0 1 0,1 0 0,-1 0 0,0 1 0,0-1 0,1 0 0,-1 0 0,-2 1 0,0 1 0,1-1 0,-1 0 0,1 1 0,0 0 0,-1 0 0,1 0 0,0 0 0,0 0 0,0 1 0,0-1 0,0 1 0,1 0 0,-1 0 0,1 0 0,-3 5 0,-1 6 0,0 1 0,1 0 0,1 0 0,0 1 0,1-1 0,-1 30 0,-8 35 0,9-69 0,0 0 0,-1-1 0,0 1 0,0-1 0,-1 0 0,-1 0 0,0 0 0,-10 12 0,11-15 0,-1-1 0,0 0 0,-1 0 0,1-1 0,-1 0 0,0 0 0,-1 0 0,1-1 0,-1 0 0,0-1 0,-13 5 0,-30 6-1365,30-10-5461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39.7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15 24575,'-6'-7'0,"1"-1"0,10 13 0,81 70 0,99 84 0,11-11 0,-71-56 0,13 8 0,-137-99 0,1 0 0,0 1 0,0 0 0,1 0 0,-1-1 0,0 1 0,-1 0 0,4 4 0,-5-6 0,0 0 0,0 1 0,0-1 0,0 0 0,0 0 0,0 0 0,0 0 0,0 0 0,0 0 0,0 0 0,0 0 0,0 0 0,0 0 0,0 0 0,0 0 0,0 0 0,0 0 0,0 1 0,0-1 0,0 0 0,0 0 0,0 0 0,0 0 0,0 0 0,0 0 0,0 0 0,-1 0 0,1 0 0,0 0 0,0 0 0,0 0 0,0 0 0,0 0 0,0 0 0,0 0 0,0 0 0,0 0 0,0 0 0,0 0 0,0 0 0,0 0 0,0 0 0,0 0 0,-1 0 0,1 0 0,0 0 0,0 0 0,0 0 0,0 0 0,0 0 0,0 0 0,0 0 0,0 0 0,0 0 0,0 0 0,0 0 0,0 0 0,0 0 0,0 0 0,0 0 0,-9-2 0,-7-5 0,-24-17 0,0-3 0,-37-32 0,30 23 0,-23-17 0,-151-122 0,141 96 0,68 66 0,10 11 0,1 0 0,-1 0 0,0 0 0,1 0 0,-1-1 0,-1-3 0,3 6 0,1 0 0,-1 0 0,0 0 0,0 0 0,0 0 0,0 0 0,0 0 0,0 0 0,0 0 0,0 0 0,0 0 0,0 0 0,0 0 0,0 0 0,0 0 0,0 0 0,0 0 0,0 0 0,0 0 0,0 0 0,0 0 0,0 0 0,0 0 0,1 0 0,-1 0 0,0 0 0,0 0 0,0 0 0,0 0 0,0 0 0,0 0 0,0 0 0,0 0 0,0 0 0,0 0 0,0 0 0,0 0 0,0 0 0,0 0 0,0 0 0,0 0 0,0 0 0,0 0 0,0 0 0,0 0 0,0 0 0,0-1 0,0 1 0,0 0 0,0 0 0,0 0 0,9 11 0,13 16 0,1-1 0,1-1 0,42 34 0,91 56 0,-125-92 0,178 115 0,112 83 0,-320-219 0,0-1 0,0 1 0,-1 0 0,1-1 0,0 1 0,-1 0 0,0 0 0,1 0 0,-1 0 0,0 1 0,2 2 0,-3-5 0,0 1 0,0-1 0,0 1 0,0-1 0,0 1 0,0-1 0,0 1 0,0-1 0,0 1 0,0 0 0,0-1 0,0 1 0,0-1 0,-1 1 0,1-1 0,0 0 0,0 1 0,0-1 0,-1 1 0,1-1 0,-1 1 0,0 0 0,0 0 0,0 0 0,0-1 0,0 1 0,0-1 0,0 1 0,0-1 0,0 1 0,0-1 0,0 0 0,0 0 0,-1 1 0,-1-1 0,-5 0 0,0 0 0,0 0 0,0-1 0,0 0 0,1-1 0,-1 0 0,0 0 0,1 0 0,-1-1 0,-8-5 0,-6-3 0,0-2 0,-19-15 0,-94-86 0,59 45 0,60 56 0,-11-10 0,-34-36 0,57 54 0,5 3 0,11 6 0,19 14 0,-29-17 0,169 121 0,-91-62 0,-26-21 0,88 67 0,-133-98-1365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0.7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 6 24575,'-3'-1'0,"-1"0"0,1 0 0,0 0 0,0 1 0,-1-1 0,1 1 0,0-1 0,-1 1 0,-6 1 0,34 9 0,29 0 0,104 7 0,-112-14 0,513 7 0,-364-11 0,-159 2 0,-24 0 0,1-1 0,0 1 0,-1-2 0,1 0 0,0 0 0,16-5 0,-28 6 0,0 0 0,-1 0 0,1 0 0,0 0 0,0 0 0,0 0 0,0 0 0,0 0 0,0 0 0,0 0 0,0 0 0,0-1 0,0 1 0,0 0 0,0 0 0,0 0 0,0 0 0,0 0 0,0 0 0,0 0 0,0 0 0,0 0 0,0 0 0,0 0 0,0 0 0,0 0 0,0 0 0,0-1 0,0 1 0,0 0 0,0 0 0,0 0 0,0 0 0,0 0 0,0 0 0,0 0 0,0 0 0,0 0 0,0 0 0,0 0 0,0 0 0,0 0 0,0 0 0,0 0 0,0-1 0,0 1 0,0 0 0,0 0 0,0 0 0,0 0 0,0 0 0,1 0 0,-1 0 0,0 0 0,0 0 0,0 0 0,0 0 0,0 0 0,0 0 0,0 0 0,0 0 0,0 0 0,0 0 0,-9-3 0,-14 1 0,-48 2 0,-141 18 0,36 1 0,125-16 0,-74-5 0,59-3 0,-113-24 0,170 26 0,13 1 0,20 0 0,-12 1 0,43-5 0,95 2 0,57 16 0,-107-5 0,450 2 0,-534-10 0,0 0 0,26-6 0,-37 4-63,-13 1 221,-12 1-1618,4 1-5366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1.9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771 144 24575,'8'-33'0,"-5"22"0,-1 0 0,2 0 0,8-21 0,-10 28 0,0 1 0,0 0 0,0 0 0,0 0 0,0 1 0,1-1 0,-1 0 0,1 1 0,0 0 0,0 0 0,0-1 0,0 2 0,0-1 0,0 0 0,0 1 0,1-1 0,3 0 0,-6 1 0,0 1 0,0 0 0,1-1 0,-1 1 0,0 0 0,1 0 0,-1-1 0,1 1 0,-1 0 0,0 0 0,3 1 0,-4-1 0,0 0 0,1 0 0,-1 0 0,0 0 0,0 1 0,0-1 0,0 0 0,0 0 0,0 0 0,0 0 0,0 0 0,1 0 0,-1 1 0,0-1 0,0 0 0,0 0 0,0 0 0,0 0 0,0 0 0,0 1 0,0-1 0,0 0 0,0 0 0,0 0 0,0 0 0,0 0 0,0 1 0,0-1 0,0 0 0,0 0 0,0 0 0,0 0 0,0 0 0,-1 1 0,-6 9 0,-1-1 0,-42 45 0,-58 79 0,-109 163 0,63-82 0,143-200 0,-1-1 0,0 0 0,-1-1 0,-1 0 0,-14 10 0,22-19 0,1 0 0,-1 0 0,0-1 0,-6 3 0,6-3 0,0 0 0,0 0 0,0 1 0,-7 5 0,5-2 0,-1 1 0,1 0 0,1 0 0,-1 1 0,1 0 0,0 0 0,1 1 0,0 0 0,-7 14 0,9-14 0,-1 0 0,0-1 0,0 0 0,-1 0 0,0 0 0,0-1 0,-1 0 0,-11 10 0,18-17 0,-1 1 0,1-1 0,-1 1 0,1-1 0,-1 1 0,1-1 0,-1 0 0,0 1 0,1-1 0,-1 0 0,1 1 0,-1-1 0,0 0 0,1 0 0,-1 0 0,0 0 0,1 0 0,-1 1 0,0-1 0,1 0 0,-1-1 0,0 1 0,1 0 0,-1 0 0,0 0 0,1 0 0,-1 0 0,0-1 0,1 1 0,-1 0 0,0-1 0,1 1 0,-1 0 0,0-1 0,1 0 0,-1 0 0,1 0 0,0 0 0,0 1 0,0-1 0,0 0 0,0 0 0,0 0 0,0 0 0,0 1 0,0-1 0,0 0 0,0 0 0,0 0 0,0 0 0,1 1 0,-1-1 0,0 0 0,1 0 0,-1 1 0,1-1 0,-1 0 0,1 0 0,-1 1 0,1-1 0,-1 1 0,2-2 0,3-3-227,0 1-1,0 0 1,1 0-1,-1 0 1,7-3-1,1 0-6598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2.7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98 24575,'-2'-7'0,"1"0"0,-1 1 0,1-1 0,0 0 0,1 0 0,0 0 0,1-13 0,-1 19 0,0-1 0,1 0 0,-1 1 0,0-1 0,1 1 0,0-1 0,-1 1 0,1-1 0,0 1 0,0-1 0,0 1 0,-1 0 0,2-1 0,-1 1 0,0 0 0,1-1 0,0 1 0,-1 0 0,0 1 0,1-1 0,-1 1 0,1-1 0,-1 1 0,1 0 0,-1 0 0,1-1 0,-1 1 0,1 0 0,-1 0 0,1 1 0,-1-1 0,1 0 0,-1 0 0,1 1 0,-1-1 0,1 1 0,2 1 0,5 2 0,0 2 0,-1-1 0,1 1 0,-1 0 0,0 1 0,12 13 0,5 3 0,147 152 0,-17-15 0,76 36 0,-262-235 0,-140-112 0,-4-5 0,164 145 0,3 3 0,0 0 0,0-1 0,1 0 0,1 0 0,-12-19 0,18 28 0,0 0 0,0 0 0,0 0 0,0 0 0,0 0 0,0 0 0,0 0 0,-1 0 0,1 0 0,0-1 0,0 1 0,0 0 0,0 0 0,0 0 0,0 0 0,0 0 0,0 0 0,0-1 0,0 1 0,0 0 0,0 0 0,0 0 0,0 0 0,0 0 0,0-1 0,0 1 0,0 0 0,0 0 0,0 0 0,0 0 0,0 0 0,0-1 0,0 1 0,0 0 0,0 0 0,0 0 0,0 0 0,0 0 0,0 0 0,1 0 0,-1-1 0,0 1 0,0 0 0,0 0 0,0 0 0,0 0 0,0 0 0,8 4 0,10 12 0,120 144 0,-7-6 0,-52-78 0,4-3 0,115 79 0,-176-137-87,-9-7-233,0 1 1,-1 0-1,18 18 1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3.6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 27 24575,'-15'2'0,"15"-2"0,-1 0 0,1 0 0,0 0 0,-1 0 0,1 0 0,-1 0 0,1 0 0,0 0 0,-1 0 0,1 0 0,-1 0 0,1 1 0,0-1 0,-1 0 0,1 0 0,0 0 0,-1 1 0,1-1 0,0 0 0,-1 1 0,1-1 0,0 0 0,0 1 0,-1-1 0,1 0 0,0 1 0,0-1 0,0 0 0,-1 1 0,2 0 0,0-1 0,1 1 0,-1-1 0,0 0 0,0 0 0,0 1 0,0-1 0,1 0 0,-1 0 0,0 0 0,0 0 0,0 0 0,0-1 0,1 1 0,-1 0 0,2-1 0,0 0 0,67-6 0,134 4 0,-114 4 0,370-12 0,-432 11 0,-17 0 0,-1 0 0,1-1 0,-1 0 0,1 0 0,-1-1 0,14-5 0,-23 5 0,-6 1 0,-8 1 0,-25 8 0,-74 23 0,1 0 0,63-20 0,0-3 0,-97 3 0,112-11 0,-1-1 0,1-1 0,0-2 0,-51-14 0,83 18 0,-1 0 0,1 0 0,0-1 0,0 1 0,-1-1 0,1 1 0,0-1 0,0 1 0,0-1 0,0 0 0,0 1 0,0-1 0,0 0 0,0 0 0,0 0 0,0 0 0,0 0 0,0 0 0,1 0 0,-1 0 0,0 0 0,1-1 0,-1 1 0,1 0 0,-1-2 0,1 1 0,0 1 0,0 0 0,1-1 0,-1 1 0,0 0 0,1-1 0,-1 1 0,1 0 0,0-1 0,-1 1 0,1 0 0,0 0 0,0 0 0,0 0 0,0 0 0,-1 0 0,2 0 0,-1 0 0,0 0 0,0 0 0,0 1 0,0-1 0,0 0 0,3 0 0,1-1 12,1-1 0,0 1 0,0 0 0,-1 1 0,1 0 0,0 0 0,1 0 0,-1 1 0,10 0 0,-6 0-309,1 1 0,-1 1 0,0 0 0,18 6 0,-14-3-6529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4.6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0 715 24575,'6'-11'0,"1"0"0,0 0 0,1 1 0,0 0 0,1 1 0,18-17 0,101-78 0,-36 33 0,-40 24 0,-1-3 0,-2-1 0,71-99 0,-97 121 0,44-43 0,-16 19 0,-92 73 0,4-4 0,24-10 0,1-1 0,-1 1 0,1 1 0,0 1 0,-14 10 0,-71 80 0,39-37 0,-125 144 0,166-183 0,7-8 0,0-1 0,-19 17 0,39-56 0,12-34-1365,-18 46-5461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5.1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1 392 24575,'26'-36'0,"142"-179"0,-158 203 0,1 0 0,1 1 0,-1 0 0,2 0 0,0 2 0,0 0 0,0 0 0,28-12 0,-27 15 0,2-1 0,1 0 0,22-5 0,-34 11 0,0 0 0,0 1 0,1-1 0,-1 1 0,0 0 0,0 0 0,0 0 0,1 1 0,-1 0 0,0 0 0,0 0 0,7 3 0,7 6 0,0 0 0,0 1 0,-2 0 0,26 22 0,61 64 0,-80-73 0,111 124 0,11 11 0,144 77 0,-275-225 0,-6-5 0,1 1 0,-1 0 0,0 1 0,0 0 0,-1 1 0,7 8 0,-14-16-27,-1-1 1,0 0-1,1 1 0,-1-1 0,0 0 1,0 1-1,1-1 0,-1 1 0,0-1 1,0 0-1,0 1 0,0-1 0,0 1 0,1-1 1,-1 1-1,0-1 0,0 0 0,0 1 1,0-1-1,0 1 0,0-1 0,-1 1 1,1-1-1,0 1 0,0-1 0,0 0 0,0 1 1,0-1-1,-1 1 0,1-1 0,0 0 1,0 1-1,0-1 0,-1 0 0,1 1 1,0-1-1,-1 0 0,1 1 0,0-1 0,-1 0 1,1 0-1,-1 1 0,1-1 0,0 0 1,-1 0-1,1 0 0,-1 0 0,1 1 0,0-1 1,-2 0-1,-6 2-6799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5.6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24575,'20'32'0,"2"-2"0,0 0 0,29 28 0,-33-42 0,0-1 0,0-1 0,1 0 0,1-2 0,0 0 0,27 11 0,-33-16 0,-22-8 0,-27-9 0,32 9 0,-193-61 0,208 61 0,11 3 0,182 26 0,2-18 0,-201-9 0,710 35-860,-570-24-362,-115-8-4887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7.2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719 82 24575,'5'-6'0,"0"0"0,0 0 0,0 1 0,1-1 0,0 1 0,0 0 0,8-5 0,3 0 0,30-13 0,-46 24 0,-3 4 0,-6 8 0,6-9 0,-8 13 0,-7 14 0,-1-1 0,-2-2 0,-35 42 0,-5-10 0,-88 67 0,84-71 0,-94 104 0,150-150 0,-10 10 0,2 2 0,-19 32 0,5-6 0,1 2 0,24-40 0,-1 1 0,0-1 0,0 0 0,-1 0 0,0 0 0,-16 15 0,11-16-341,0 1 0,0-2-1,-17 10 1,16-12-6485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8.1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1454 14 24575,'-2'-2'0,"0"1"0,0-1 0,-1 1 0,1 0 0,-1 0 0,1 0 0,-1 0 0,1 0 0,-1 0 0,1 1 0,-1-1 0,0 1 0,1 0 0,-1-1 0,0 1 0,1 0 0,-4 1 0,-1 0 0,0 0 0,0 0 0,0 1 0,0 0 0,-8 3 0,-10 6 0,12-5 0,0-1 0,0 0 0,0 0 0,-1-2 0,-22 4 0,-108-3 0,-5 0 0,-7 7 0,-37 4 0,-154 12 0,255-20 0,-56 0 0,182-5-1365,-21 1-5461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8.2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598 46 24575,'-32'-7'0,"-16"-3"0,-6 0 0,-2 3 0,1 2 0,3 1 0,3 2 0,5 2 0,2 0 0,4 0 0,0 0 0,3 3 0,4 1 0,7-1-8191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9.3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64 1 24575,'1'2'0,"0"0"0,1 0 0,-1-1 0,0 1 0,1 0 0,-1 0 0,1 0 0,-1-1 0,1 1 0,0-1 0,0 0 0,0 1 0,3 1 0,-1-1 0,141 96 0,21 16 0,-10 14 0,-95-70 0,-3 2 0,-2 3 0,47 72 0,-18-9 0,-83-124 0,16 21 0,-17-22 0,-1 0 0,1-1 0,0 1 0,-1 0 0,1-1 0,0 1 0,-1-1 0,1 1 0,0-1 0,0 1 0,-1-1 0,1 1 0,0-1 0,0 0 0,0 0 0,0 1 0,0-1 0,-1 0 0,1 0 0,0 0 0,0 0 0,0 0 0,0 0 0,0 0 0,0 0 0,1-1 0,-1 1 0,-1-1 0,1 1 0,0-1 0,-1 0 0,1 0 0,-1 1 0,0-1 0,1 0 0,-1 0 0,0 0 0,1 1 0,-1-1 0,0 0 0,0 0 0,0 0 0,1 0 0,-1 0 0,0 0 0,0 1 0,0-1 0,-1 0 0,1 0 0,0 0 0,0 0 0,0 0 0,-1 0 0,1 1 0,-1-2 0,-11-26 0,12 27 0,-10-16 0,0 0 0,-2 0 0,-20-24 0,-48-41 0,21 29 0,-129-88 0,-57-4 0,-14-10 0,249 148 0,3 3 0,1 0 0,-1-1 0,1 0 0,0 0 0,0-1 0,-9-11 0,15 17 0,0 0 0,0 0 0,1 0 0,-1 0 0,0 0 0,0 1 0,0-1 0,0 0 0,0 0 0,0 0 0,0 0 0,0 0 0,1 0 0,-1 0 0,0 0 0,0 0 0,0 0 0,0 0 0,0 0 0,0 0 0,1 0 0,-1 0 0,0 0 0,0 0 0,0 0 0,0 0 0,0 0 0,0 0 0,0 0 0,1-1 0,-1 1 0,0 0 0,0 0 0,0 0 0,0 0 0,0 0 0,0 0 0,0 0 0,0 0 0,0 0 0,1 0 0,-1-1 0,0 1 0,0 0 0,0 0 0,0 0 0,0 0 0,0 0 0,0 0 0,0 0 0,0-1 0,0 1 0,0 0 0,0 0 0,0 0 0,0 0 0,0 0 0,0 0 0,0-1 0,0 1 0,0 0 0,0 0 0,0 0 0,0 0 0,0 0 0,0 0 0,-1-1 0,12 5 0,24 16 0,49 37 0,-14-8 0,176 102-472,-73-48 198,-152-90 272,27 16-22,87 70 0,-131-95 79,1 0-1,-1 0 0,6 9 1,-10-13-48,1 0 0,-1 1 0,0-1 0,1 0 0,-1 1 0,0-1 0,1 1 0,-1-1 0,0 1 0,0-1 0,1 0 1,-1 1-1,0-1 0,0 1 0,0-1 0,0 1 0,0-1 0,0 1 0,1-1 0,-1 1 0,0 0 0,-1-1 0,1 1 0,0-1 0,0 1 1,0-1-1,0 1 0,0-1 0,0 1 0,-1-1 0,1 0 0,0 1 0,0-1 0,-1 1 0,1-1 0,0 1 0,-1-1 0,1 0 1,0 1-1,-1-1 0,1 0 0,-1 1 0,1-1 0,0 0 0,-1 1 0,1-1 0,-1 0 0,1 0 0,-1 0 0,1 0 0,-1 1 1,1-1-1,-1 0 0,1 0 0,-1 0 0,0 0 0,-4 0-254,-1 0 1,1 0-1,-1 0 1,-9-2-1,-4-2-6536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50.3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1119 194 24575,'-20'-31'0,"15"26"0,1-1 0,-1 0 0,2-1 0,-1 1 0,1-1 0,0 1 0,0-1 0,1 0 0,-1 0 0,-1-14 0,4 20 0,0-1 0,0 1 0,-1-1 0,1 1 0,0 0 0,-1-1 0,0 1 0,1-1 0,-1 1 0,0 0 0,1 0 0,-1-1 0,0 1 0,0 0 0,0 0 0,0 0 0,0 0 0,0 0 0,0 0 0,-1 0 0,1 0 0,0 1 0,-2-2 0,-4-1 0,0 0 0,0 1 0,-13-3 0,-3-1 0,-3-7 0,21 10 0,0 0 0,0 1 0,0 0 0,-1 0 0,-5-2 0,9 4 0,0 0 0,1 0 0,-1 0 0,0 0 0,0 1 0,1-1 0,-1 0 0,0 1 0,1-1 0,-1 1 0,1 0 0,-1 0 0,1-1 0,-1 1 0,1 0 0,-1 0 0,1 0 0,0 0 0,-2 3 0,-4 3 0,0 1 0,-7 10 0,0 1 0,-15 9 0,-1-1 0,-44 30 0,17-13 0,39-29 0,2 1 0,0 0 0,0 1 0,2 0 0,0 1 0,1 1 0,1 0 0,1 1 0,0 1 0,-8 24 0,12-28 0,-2 9 0,-19 34 0,23-52 0,0-1 0,0 1 0,0-1 0,-1 0 0,0 0 0,-1 0 0,1-1 0,-10 7 0,-8 4 0,-4 2 0,2 1 0,-46 45 0,27-22 0,29-29 0,-27 32 0,2 7-682,-39 68-1,73-109-6143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51.4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1390 15 24575,'-60'1'0,"-67"-2"0,80-6 0,32 4 0,-28-2 0,-144 13 0,47-1 0,-248 5 0,289-9 0,2 4 0,-39 0 0,168-6 0,100 4 0,387 5 0,-342-12 0,-160 2 0,-14 0 0,-7 0 0,-378 15 0,279-4 0,-171 40 0,132-15-1365,116-29-5461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52.3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23 24575,'0'-1'0,"0"0"0,0 0 0,0 0 0,0 1 0,0-1 0,0 0 0,1 0 0,-1 0 0,0 0 0,0 0 0,1 1 0,-1-1 0,0 0 0,1 0 0,-1 1 0,1-1 0,-1 0 0,1 0 0,-1 1 0,1-1 0,-1 0 0,1 1 0,0-1 0,0 1 0,-1-1 0,1 1 0,0-1 0,0 1 0,-1 0 0,1-1 0,0 1 0,0 0 0,0 0 0,0 0 0,-1-1 0,1 1 0,0 0 0,0 0 0,0 0 0,0 0 0,0 0 0,1 1 0,1-1 0,0 1 0,1 0 0,-1 0 0,0 0 0,0 0 0,0 0 0,0 1 0,0-1 0,0 1 0,3 2 0,13 14 0,-1 1 0,-1 0 0,22 34 0,-23-31 0,44 56 0,4-2 0,3-4 0,3-2 0,80 61 0,-53-56 0,56 46 0,-150-118 0,32 30 0,-33-31 0,0 0 0,0 0 0,0 1 0,-1-1 0,1 1 0,-1-1 0,1 1 0,-1 0 0,0 0 0,0-1 0,0 1 0,1 5 0,-2-7 0,0-1 0,0 1 0,0-1 0,0 0 0,0 1 0,0-1 0,-1 0 0,1 1 0,0-1 0,0 1 0,0-1 0,0 0 0,-1 1 0,1-1 0,0 0 0,0 0 0,-1 1 0,1-1 0,0 0 0,0 1 0,-1-1 0,1 0 0,0 0 0,-1 0 0,1 1 0,0-1 0,-1 0 0,1 0 0,-1 0 0,1 0 0,0 0 0,-1 0 0,1 0 0,-1 0 0,1 0 0,0 0 0,-1 0 0,1 0 0,0 0 0,-1 0 0,1 0 0,-1 0 0,1 0 0,0 0 0,-1 0 0,1 0 0,0-1 0,-1 1 0,1 0 0,-20-9 0,-10-12 0,-51-47 0,32 26 0,-479-434-1365,501 450-5461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52.9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705 35 24575,'-1'-2'0,"0"-1"0,0 1 0,0 0 0,0 0 0,-1 0 0,1 0 0,-1 1 0,1-1 0,-1 0 0,0 1 0,0-1 0,0 1 0,0-1 0,0 1 0,0 0 0,0 0 0,0 0 0,0 0 0,-1 0 0,1 0 0,0 1 0,-1-1 0,1 1 0,0 0 0,-1 0 0,1-1 0,-1 1 0,1 1 0,0-1 0,-1 0 0,1 1 0,0-1 0,-1 1 0,1 0 0,0-1 0,0 1 0,-1 0 0,1 1 0,0-1 0,0 0 0,0 1 0,0-1 0,1 1 0,-1-1 0,0 1 0,1 0 0,-3 2 0,-39 71 0,33-55 0,-1 1 0,-2-2 0,-16 22 0,4-11 0,-27 30 0,-49 76 0,94-125 0,-141 232 0,130-214 0,-1 0 0,-1-2 0,-46 47 0,28-32 0,30-33-1365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53.7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1190 60 24575,'-6'-5'0,"0"0"0,-1 0 0,1 1 0,-1-1 0,0 1 0,0 1 0,-1-1 0,1 2 0,-13-4 0,2 1 0,0 1 0,-37-2 0,-172 5 0,109 3 0,67 0 0,-61 11 0,6 0 0,-216 2 0,302-14 0,12-1 0,0 0 0,-1 0 0,1-1 0,-14-2 0,22 3 0,0 0 0,0 0 0,-1 0 0,1 0 0,0 0 0,-1 0 0,1 0 0,0 0 0,0 0 0,-1 0 0,1 0 0,0 0 0,0 0 0,0 0 0,-1-1 0,1 1 0,0 0 0,0 0 0,-1 0 0,1 0 0,0-1 0,0 1 0,0 0 0,0 0 0,-1 0 0,1-1 0,0 1 0,0 0 0,0 0 0,0-1 0,0 1 0,0 0 0,7-4 0,15 1 0,-7 3 0,0 1 0,-1 1 0,1 0 0,27 8 0,-4 0 0,56 8 0,0-5 0,186 4 0,-275-17 0,16-1 0,-20 1 0,0 0 0,0 0 0,0 0 0,0 0 0,0 0 0,0 0 0,-1-1 0,1 1 0,0 0 0,0-1 0,0 1 0,-1-1 0,1 1 0,0 0 0,0-1 0,-1 0 0,2 0 0,-3 1 3,1-1 0,0 1 0,-1-1 0,1 1 0,0-1 0,-1 1 0,1-1 0,-1 1 0,1-1 0,-1 1 0,1 0 0,-1-1 0,1 1 0,-1 0 0,1-1 0,-1 1 0,0 0 0,1 0 0,-1 0 0,0-1 0,-14-4-1421,15 5 1408,-14-5-6816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54.8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154 47 24575,'-2'-4'0,"1"0"0,-1-1 0,0 1 0,0 0 0,-3-6 0,4 9 0,0 0 0,1 0 0,-1 0 0,0 0 0,0 0 0,1 0 0,-1 0 0,0 0 0,0 0 0,0 1 0,0-1 0,0 0 0,0 1 0,-1-1 0,1 0 0,0 1 0,0 0 0,0-1 0,-1 1 0,1 0 0,0-1 0,0 1 0,0 0 0,-2 0 0,3 0 0,-1 0 0,1 1 0,0-1 0,0 0 0,0 0 0,0 0 0,0 1 0,0-1 0,0 0 0,0 0 0,0 0 0,0 1 0,1-1 0,-1 0 0,0 0 0,0 0 0,0 1 0,0-1 0,0 0 0,0 0 0,0 0 0,0 0 0,0 1 0,1-1 0,-1 0 0,0 0 0,0 0 0,0 0 0,0 0 0,1 0 0,-1 1 0,0-1 0,0 0 0,0 0 0,0 0 0,1 0 0,8 7 0,-9-6 0,52 39 0,104 90 0,45 53 0,-38-35 0,-134-121 0,-1 2 0,-2 0 0,-1 2 0,-2 1 0,23 40 0,-33-50 0,-14-32 0,-5-7 0,-14-20 0,-1 1 0,-36-48 0,-61-61 0,96 119 0,-11-12 0,-2 3 0,-1 1 0,-50-37 0,69 59 0,-1 1 0,-1 0 0,-30-12 0,-64-17 0,33 13 0,50 16-108,10 5-144,1-1 1,0-2 0,1 1-1,-22-15 1,31 16-6575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55.5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873 41 24575,'-3'-10'0,"2"7"0,1 1 0,-1-1 0,0 0 0,0 1 0,0-1 0,0 1 0,-1 0 0,1-1 0,-1 1 0,-1-2 0,3 4 0,-1-1 0,1 1 0,-1 0 0,1 0 0,0 0 0,-1 0 0,1-1 0,-1 1 0,1 0 0,0 0 0,-1 0 0,1 0 0,-1 0 0,1 0 0,-1 0 0,1 0 0,-1 0 0,1 1 0,0-1 0,-1 0 0,1 0 0,-1 0 0,1 0 0,0 0 0,-1 1 0,1-1 0,0 0 0,-1 0 0,1 1 0,0-1 0,-1 0 0,1 1 0,-1 0 0,-12 13 0,10-10 0,-8 9 0,0-1 0,-1-1 0,-1 0 0,1-1 0,-2 0 0,-16 10 0,12-9 0,0 1 0,1 0 0,-20 20 0,-41 49 0,25-18 0,23-27 0,-40 37 0,-72 38 0,92-75 0,-53 49 0,70-47 0,26-29 0,0-1 0,0 1 0,-1-2 0,0 1 0,-14 9 0,7-4-1365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56.2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1111 4 24575,'0'-1'0,"0"1"0,-1 0 0,1-1 0,-1 1 0,1 0 0,-1 0 0,1-1 0,-1 1 0,1 0 0,-1 0 0,1 0 0,-1 0 0,1 0 0,-1 0 0,1-1 0,-1 1 0,0 0 0,1 1 0,-1-1 0,1 0 0,-1 0 0,1 0 0,-1 0 0,1 0 0,-1 0 0,1 1 0,-1-1 0,1 0 0,-1 0 0,1 1 0,-1-1 0,1 0 0,0 1 0,-1-1 0,1 0 0,-1 1 0,0 2 0,0-1 0,0 1 0,1-1 0,-1 0 0,1 1 0,-1 4 0,1-5 0,0 0 0,0 0 0,0-1 0,-1 1 0,1 0 0,0-1 0,-1 1 0,1 0 0,-1-1 0,0 1 0,1-1 0,-1 1 0,0-1 0,0 1 0,0-1 0,-2 3 0,0-3 0,-1 1 0,1-1 0,0 0 0,-1 0 0,1 0 0,-1 0 0,0-1 0,1 1 0,-5-1 0,-37-2 0,18 0 0,5 3 0,-31 4 0,-7 1 0,-115-2 0,57-2 0,-146 19 0,22 21 0,225-39-1365,3-1-5461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16.4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24575,'11'61'0,"-5"169"0,-2-41 0,61 758-2889,-15-250 704,-29-442 2608,-20-233-3963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16.9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62 75 24575,'30'12'0,"0"2"0,-1 2 0,0 0 0,-1 2 0,-2 1 0,1 1 0,34 36 0,-48-44 0,-13-12 0,0 0 0,0 0 0,0 0 0,0-1 0,0 1 0,0 0 0,0 0 0,0 0 0,0 0 0,0 0 0,0 0 0,0 0 0,0 0 0,0 0 0,0 0 0,0 0 0,0 0 0,0 0 0,0 0 0,0 0 0,0-1 0,0 1 0,0 0 0,0 0 0,0 0 0,0 0 0,0 0 0,0 0 0,0 0 0,0 0 0,0 0 0,0 0 0,0 0 0,0 0 0,0 0 0,0 0 0,0 0 0,1 0 0,-1 0 0,0-1 0,0 1 0,0 0 0,0 0 0,0 0 0,0 0 0,0 0 0,0 0 0,0 0 0,0 0 0,0 0 0,-17-25 0,-10-7 0,0 1 0,-2 1 0,-2 1 0,-63-46 0,87 70 0,-1 0 0,0 0 0,0 1 0,-14-5 0,21 8 0,-1 0 0,1 1 0,-1-1 0,1 1 0,-1 0 0,1-1 0,-1 1 0,1 0 0,-1 0 0,1 0 0,-1 0 0,1 0 0,-1 0 0,1 1 0,-1-1 0,1 0 0,-1 1 0,1-1 0,-1 1 0,1-1 0,-1 1 0,1 0 0,0 0 0,-1 0 0,1 0 0,0-1 0,0 2 0,0-1 0,0 0 0,0 0 0,0 0 0,0 0 0,0 1 0,0-1 0,0 2 0,-1 2 0,0 0 0,1 0 0,-1 0 0,1 1 0,1-1 0,-1 0 0,1 0 0,0 9 0,7 46 0,-1-24 0,-5-23-120,1 0-191,-1 0 0,-1 0-1,-1 25 1,-2-23-6515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18.1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1673 40 24575,'3'-5'0,"1"1"0,0 0 0,0-1 0,0 2 0,0-1 0,7-5 0,-10 8 0,0 1 0,1-1 0,-1 0 0,0 1 0,0-1 0,1 1 0,-1 0 0,0-1 0,1 1 0,-1 0 0,0-1 0,1 1 0,-1 0 0,0 0 0,1 0 0,-1 1 0,1-1 0,-1 0 0,0 0 0,1 1 0,-1-1 0,0 1 0,0-1 0,1 1 0,-1-1 0,0 1 0,0 0 0,0-1 0,0 1 0,0 0 0,2 2 0,0 0 0,0 1 0,-1-1 0,1 1 0,-1 0 0,1 0 0,-1 0 0,-1 0 0,1 0 0,0 1 0,-1-1 0,0 0 0,0 1 0,0 6 0,0 7 0,0 0 0,-3 20 0,0-1 0,1 6 0,-12 69 0,-18 41 0,22-112 0,-33 122 0,-82 207 0,71-236 0,-7-2 0,-108 177 0,130-251 0,-92 106 0,-63 36 0,102-107 0,-80 76 0,106-115 0,-2-3 0,-2-3 0,-2-3 0,-79 37 0,-44 9-1365,161-76-5461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18.9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223 177 24575,'1'0'0,"1"-1"0,-1 1 0,1 0 0,-1 0 0,0-1 0,1 1 0,-1 0 0,1 0 0,-1 0 0,1 1 0,-1-1 0,0 0 0,1 0 0,-1 1 0,1-1 0,-1 1 0,0-1 0,0 1 0,1 0 0,-1 0 0,0-1 0,0 1 0,0 0 0,0 0 0,2 1 0,3 5 0,1-1 0,9 14 0,-12-15 0,31 35 0,-66-74 0,-12-9 0,-2 2 0,-1 2 0,-73-46 0,115 83 0,-1-2 0,-1 0 0,0 1 0,-9-4 0,15 6 0,0 1 0,0 0 0,0 0 0,0 0 0,0 0 0,-1 0 0,1 0 0,0 0 0,0 0 0,0 0 0,0-1 0,-1 1 0,1 0 0,0 0 0,0 0 0,0 0 0,0 0 0,-1 0 0,1 0 0,0 0 0,0 0 0,0 0 0,-1 0 0,1 0 0,0 1 0,0-1 0,0 0 0,0 0 0,-1 0 0,1 0 0,0 0 0,0 0 0,0 0 0,0 0 0,0 0 0,-1 1 0,1-1 0,0 0 0,0 0 0,0 0 0,0 0 0,0 0 0,0 1 0,0-1 0,0 0 0,-1 0 0,5 11 0,10 12 0,-13-23 0,107 127 0,-72-87 0,-36-40 0,22 28 0,-21-26 0,0 0 0,0-1 0,0 1 0,0 0 0,0 0 0,0-1 0,-1 1 0,1 0 0,-1 0 0,1 0 0,-1 0 0,0 0 0,0 0 0,0 0 0,0 2 0,-1-3 4,1 0 0,0 0 0,-1 0 0,1 0 0,-1-1 0,0 1 0,1 0 0,-1 0 0,0-1 0,1 1 0,-1 0 0,0 0 0,0-1 0,1 1 0,-1-1 0,0 1 0,0-1 0,0 1 0,0-1 0,0 0 0,0 1 0,0-1 0,0 0 0,0 0 0,0 0-1,0 0 1,-1 0 0,-28 0-1480,11-3-5350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20.7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234 454 24575,'-13'-4'0,"-33"-8"0,-67-11 0,111 23 0,0-1 0,-1 1 0,1 0 0,-1 0 0,1 0 0,0 0 0,-1 1 0,1-1 0,0 1 0,-1-1 0,1 1 0,0 0 0,0 0 0,-1 0 0,1 0 0,0 0 0,-4 3 0,5-2 0,-1 0 0,0 0 0,1 0 0,-1 0 0,1 0 0,0 1 0,0-1 0,0 1 0,0-1 0,0 1 0,1-1 0,-1 1 0,1-1 0,-1 1 0,1-1 0,0 4 0,0-2 0,0 1 0,0-1 0,0 0 0,1 0 0,-1 1 0,1-1 0,0 0 0,0 0 0,1 0 0,-1 0 0,1 0 0,0 0 0,0-1 0,0 1 0,0-1 0,1 1 0,0-1 0,-1 0 0,1 1 0,0-2 0,1 1 0,-1 0 0,0-1 0,1 1 0,7 3 0,-4-3 0,0 0 0,1-1 0,0 1 0,0-1 0,0-1 0,-1 0 0,2 0 0,-1 0 0,0-1 0,0 0 0,0-1 0,14-2 0,-17 2 0,-1 0 0,1 0 0,-1-1 0,1 1 0,-1-1 0,0 0 0,0 0 0,0-1 0,0 1 0,7-7 0,-9 7 0,0-1 0,0 1 0,0-1 0,0 1 0,0-1 0,-1 0 0,1 0 0,-1 1 0,0-1 0,1 0 0,-2 0 0,1 0 0,0-1 0,-1 1 0,1 0 0,-1 0 0,0-3 0,0 5 0,0 0 0,1 1 0,-1-1 0,0 0 0,0 0 0,-1 1 0,1-1 0,0 0 0,0 1 0,0-1 0,0 0 0,-1 1 0,1-1 0,0 0 0,0 1 0,-1-1 0,1 1 0,-1-1 0,1 1 0,0-1 0,-1 0 0,1 1 0,-1 0 0,1-1 0,-1 1 0,0-1 0,1 1 0,-1 0 0,0-1 0,0 1 0,0 0 0,1 0 0,-1 0 0,0 0 0,1 0 0,-1 1 0,0-1 0,1 0 0,-1 1 0,1-1 0,-1 0 0,0 1 0,1-1 0,-1 0 0,1 1 0,-1-1 0,1 1 0,-1-1 0,1 1 0,-1-1 0,1 1 0,0 0 0,-1-1 0,1 1 0,0-1 0,0 1 0,-1 0 0,1-1 0,0 1 0,0 0 0,-2 3 0,1 0 0,0-1 0,0 1 0,1 0 0,-1 0 0,1-1 0,-1 1 0,1 0 0,0 0 0,1 0 0,-1-1 0,1 1 0,0 0 0,0 0 0,2 5 0,-1-5 0,0 1 0,1-1 0,-1 0 0,1-1 0,0 1 0,0 0 0,1-1 0,-1 0 0,1 0 0,-1 0 0,6 3 0,0 0 0,1-1 0,-1-1 0,1 1 0,0-2 0,0 1 0,1-2 0,-1 1 0,1-1 0,-1-1 0,17 1 0,-20-2 0,1 0 0,-1-1 0,0 0 0,0 0 0,0-1 0,0 1 0,0-2 0,0 1 0,0-1 0,-1 0 0,1 0 0,9-7 0,-12 7 0,0 0 0,-1-1 0,1 1 0,-1-1 0,0 0 0,0 0 0,0 0 0,-1 0 0,0 0 0,1 0 0,-1-1 0,-1 1 0,1-1 0,-1 1 0,0-1 0,0 0 0,0 0 0,0 0 0,-1-9 0,0 1 0,-2 0 0,1 0 0,-1 1 0,-7-22 0,-21-49 0,2 8 0,2-22 0,16 54 0,-27-70 0,36 111 0,0 0 0,0-1 0,0 1 0,-1 0 0,1-1 0,-1 1 0,-2-2 0,4 3 0,-1 1 0,1 0 0,0 0 0,-1-1 0,1 1 0,-1 0 0,1 0 0,0-1 0,-1 1 0,1 0 0,-1 0 0,1 0 0,-1 0 0,1 0 0,-1-1 0,1 1 0,0 0 0,-1 0 0,1 0 0,-1 0 0,1 0 0,-1 1 0,1-1 0,-1 0 0,1 0 0,0 0 0,-1 0 0,1 0 0,-1 1 0,1-1 0,-1 0 0,1 0 0,0 1 0,-1-1 0,1 0 0,0 1 0,-1-1 0,1 0 0,0 1 0,-1-1 0,1 0 0,0 1 0,0-1 0,0 1 0,-1-1 0,1 0 0,0 1 0,0 0 0,-3 4 0,1 1 0,0-1 0,1 1 0,-1-1 0,1 1 0,0-1 0,0 7 0,0 44 0,1-37 0,0 10 0,1 0 0,2-1 0,10 53 0,-10-70 0,1 0 0,-1 0 0,2 0 0,-1 0 0,2-1 0,-1 0 0,1 0 0,1 0 0,0-1 0,0 0 0,1 0 0,12 10 0,-7-8 0,0-1 0,0-1 0,2 1 0,-1-2 0,1 0 0,17 6 0,-25-11 0,0-1 0,0 0 0,0-1 0,0 0 0,0 0 0,0 0 0,0-1 0,1 0 0,-1 0 0,0-1 0,0 1 0,0-2 0,0 1 0,0-1 0,0 0 0,11-5 0,-10 3 0,1-1 0,-1 0 0,0 0 0,0-1 0,0 1 0,11-12 0,-15 12 0,-1 1 0,1-1 0,-1 0 0,0 0 0,0 0 0,0-1 0,-1 1 0,1-1 0,-1 1 0,-1-1 0,3-11 0,-5 26 0,0 0 0,1 0 0,1 0 0,-1 0 0,1 0 0,1 0 0,0-1 0,0 1 0,6 15 0,-4-14 0,1 0 0,0 0 0,0 0 0,1-1 0,0 0 0,1 0 0,0-1 0,11 11 0,3 2 0,-14-13 0,0 0 0,1-1 0,13 9 0,-20-15-37,-1-1 0,1 0 1,-1 1-1,1-1 0,0 0 0,-1 1 0,1-1 0,0 0 0,0 0 0,-1 0 0,1 0 0,0 0 1,-1 0-1,1 0 0,0 0 0,0 0 0,-1 0 0,1 0 0,0 0 0,0 0 0,-1 0 0,1-1 1,0 1-1,-1 0 0,1-1 0,0 1 0,-1 0 0,1-1 0,-1 1 0,1-1 0,-1 1 0,1-1 1,-1 1-1,1-1 0,-1 1 0,1-2 0,4-6-6789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20.9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24575,'12'13'0,"7"5"0,0 4 0,-4-1 0,-3-1 0,-5 2 0,0-2 0,-2-1 0,-2-1 0,-1-4-8191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21.4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164 86 24575,'-16'-13'0,"5"3"0,-1 0 0,0 0 0,-1 2 0,0-1 0,-1 2 0,-18-9 0,31 16 0,0-1 0,-1 1 0,1-1 0,0 1 0,-1 0 0,1 0 0,0-1 0,-1 1 0,1 0 0,-1 0 0,1 0 0,0 0 0,-1 1 0,1-1 0,0 0 0,-1 1 0,1-1 0,0 1 0,-2 0 0,2 0 0,0 0 0,0 0 0,0 0 0,0 0 0,0 0 0,0 0 0,1 0 0,-1 0 0,0 0 0,1 0 0,-1 1 0,1-1 0,0 0 0,-1 0 0,1 1 0,-1 1 0,1 3 0,0 0 0,0 1 0,0-1 0,0 1 0,1-1 0,3 11 0,0-5 0,0 0 0,0-1 0,1 0 0,1 0 0,0 0 0,14 18 0,-14-21 0,0 0 0,1-1 0,0 1 0,1-1 0,0-1 0,0 0 0,0 0 0,15 8 0,-21-13 0,0 0 0,0 0 0,1 0 0,-1 0 0,0-1 0,0 1 0,1 0 0,-1-1 0,0 0 0,1 0 0,-1 1 0,1-2 0,-1 1 0,0 0 0,1 0 0,-1-1 0,0 1 0,1-1 0,-1 1 0,0-1 0,0 0 0,0 0 0,0 0 0,1-1 0,-1 1 0,2-2 0,-2 0 0,1 0 0,-1 1 0,0-1 0,0 0 0,0 0 0,0 0 0,-1-1 0,1 1 0,-1 0 0,0-1 0,0 1 0,0-1 0,0 1 0,-1-1 0,1 1 0,-1-8 0,-1 2 0,0-1 0,-1 0 0,0 1 0,-1-1 0,1 1 0,-2 0 0,-8-16 0,-4-15 0,16 36 0,4 7 0,5 6 0,38 55 0,-27-34 0,29 30 0,-48-59-86,-1-1 30,1 1 0,-1-1 1,0 1-1,1-1 1,-1 1-1,0-1 0,1 0 1,-1 1-1,1-1 1,-1 0-1,1 1 1,-1-1-1,1 0 0,-1 0 1,1 0-1,-1 1 1,1-1-1,-1 0 0,1 0 1,-1 0-1,1 0 1,0 0-1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21.7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211 89 24575,'-12'-11'0,"1"0"0,-2 0 0,1 0 0,-2 2 0,1-1 0,-25-11 0,37 20 0,0 1 0,0-1 0,0 1 0,0-1 0,-1 1 0,1 0 0,0-1 0,0 1 0,-1 0 0,1 0 0,0 0 0,0 0 0,-1 0 0,1 0 0,0 0 0,0 0 0,-1 1 0,1-1 0,0 1 0,0-1 0,-2 1 0,3 0 0,-1 0 0,0-1 0,0 1 0,1 0 0,-1 0 0,1 0 0,-1 0 0,1 0 0,-1 0 0,1 0 0,-1 0 0,1 0 0,0 0 0,0 0 0,0 0 0,-1 0 0,1 0 0,0 1 0,0-1 0,0 0 0,1 0 0,-1 0 0,1 2 0,1 9 0,1 0 0,1 0 0,9 22 0,22 33 0,-31-59 0,51 78 0,2 3 0,-56-88 0,0 1 0,0-1 0,0 1 0,-1-1 0,1 1 0,0-1 0,-1 1 0,1-1 0,-1 1 0,0-1 0,0 1 0,0-1 0,1 1 0,-1 0 0,-1-1 0,1 1 0,0-1 0,-1 4 0,0-4 0,1 0 0,-1 0 0,0 0 0,0 0 0,0 0 0,-1-1 0,1 1 0,0 0 0,0 0 0,0-1 0,0 1 0,-1-1 0,1 1 0,0-1 0,-1 1 0,1-1 0,0 0 0,-1 0 0,1 0 0,0 1 0,-1-1 0,-1-1 0,-20 1 0,1-2 0,-1 0 0,1-1 0,0-2 0,1 0 0,-24-9 0,19 2-1365,17 6-5461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22.0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 40 24575,'-10'-12'0,"-3"-2"0,3 4 0,4 6 0,4 7 0,6 7 0,2 4 0,2 3 0,0 0 0,1 1 0,1-1 0,0-1 0,-3-1 0,1 0 0,-2-5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22.2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24575,'5'2'0,"2"4"0,-4 0 0,-1 3 0,-4 1 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22.6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15 24575,'5'5'0,"1"-1"0,0 1 0,0-1 0,1-1 0,-1 1 0,12 4 0,-16-8 0,1 1 0,-1-1 0,0 1 0,1-1 0,-1 0 0,1 0 0,-1 0 0,1 0 0,-1 0 0,1-1 0,-1 1 0,0-1 0,1 0 0,-1 1 0,0-1 0,1 0 0,-1 0 0,0-1 0,0 1 0,0 0 0,0-1 0,0 1 0,2-3 0,0 0 0,0 0 0,1 1 0,-1 0 0,1-1 0,0 2 0,0-1 0,8-3 0,-10 5 0,-1 1 0,1-1 0,-1 1 0,1-1 0,-1 1 0,1 0 0,-1 0 0,1 0 0,0 0 0,-1 1 0,1-1 0,-1 1 0,1-1 0,-1 1 0,1 0 0,-1 0 0,0 0 0,5 3 0,8 7 0,0 0 0,22 23 0,-26-23 0,0-1 0,1 0 0,-1-1 0,2 0 0,15 8 0,-16-13-1365,-3-3-5461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23.1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116 106 24575,'-4'-16'0,"-10"-24"0,13 36 0,-1 0 0,0 0 0,0 0 0,0 1 0,0-1 0,-1 1 0,1 0 0,-1 0 0,0 0 0,0 0 0,-6-4 0,9 6 0,-1 1 0,0-1 0,1 1 0,-1 0 0,0-1 0,1 1 0,-1 0 0,0-1 0,0 1 0,1 0 0,-1 0 0,0 0 0,0 0 0,1 0 0,-1 0 0,0 0 0,0 0 0,0 0 0,1 0 0,-1 0 0,0 0 0,0 1 0,1-1 0,-1 0 0,-1 1 0,1 0 0,0 0 0,0 0 0,0 0 0,1 0 0,-1 0 0,0 0 0,0 0 0,1 0 0,-1 0 0,0 1 0,1-1 0,-1 0 0,0 2 0,0 4 0,-1 0 0,1 0 0,0 1 0,0 6 0,2-4 0,0 0 0,0 0 0,1-1 0,0 1 0,1-1 0,0 0 0,0 0 0,1 0 0,0 0 0,1 0 0,0-1 0,0 0 0,1 0 0,0 0 0,0-1 0,1 0 0,0 0 0,10 8 0,-16-14 0,0-1 0,0 1 0,0 0 0,0-1 0,0 1 0,0-1 0,0 1 0,0-1 0,0 1 0,0-1 0,0 0 0,0 1 0,0-1 0,0 0 0,0 0 0,1 0 0,-1 0 0,0 0 0,0 0 0,0 0 0,0 0 0,2-1 0,-2 0 0,0 0 0,0 0 0,0 1 0,0-1 0,0 0 0,0 0 0,0 0 0,0 0 0,0 0 0,-1-1 0,1 1 0,0 0 0,-1 0 0,1 0 0,0-3 0,1-4 0,0 0 0,-1 1 0,0-1 0,0 0 0,-1-8 0,-1 2 0,0 10 0,1 1 0,-1 0 0,1-1 0,0 1 0,0 0 0,0 0 0,1-1 0,-1 1 0,1 0 0,1-5 0,-2 8 0,0 0 0,1 0 0,-1 0 0,0 0 0,1 0 0,-1-1 0,0 1 0,0 0 0,1 0 0,-1 0 0,0 0 0,1 0 0,-1 0 0,0 0 0,0 0 0,1 0 0,-1 0 0,0 0 0,1 0 0,-1 1 0,0-1 0,0 0 0,1 0 0,-1 0 0,0 0 0,0 0 0,1 0 0,-1 1 0,0-1 0,0 0 0,1 0 0,-1 0 0,0 1 0,0-1 0,0 0 0,1 0 0,-1 1 0,0-1 0,0 0 0,0 0 0,0 1 0,0-1 0,0 1 0,9 13 0,-9-14 0,19 40 0,-1 0 0,20 74 0,8 89 0,-29-80 0,-15-99 0,-2 0 0,0 0 0,-5 27 0,5-46 0,-1 0 0,0-1 0,0 1 0,-1 0 0,1-1 0,-1 0 0,0 1 0,0-1 0,-1 0 0,1 0 0,-1 0 0,0 0 0,-6 5 0,6-6 0,1-1 0,-1 0 0,0 0 0,0-1 0,-1 1 0,1 0 0,0-1 0,0 0 0,-1 0 0,1 0 0,-1 0 0,1-1 0,0 1 0,-1-1 0,1 0 0,-1 0 0,0 0 0,1 0 0,-5-2 0,-2 0 0,0-1 0,0 0 0,1 0 0,-1-1 0,1-1 0,-17-9 0,13 5 0,1 0 0,-1-1 0,-19-20 0,25 21 0,0 1 0,1-1 0,0 0 0,1 0 0,0-1 0,0 1 0,1-1 0,0 0 0,1-1 0,0 1 0,-2-16 0,5 20 0,-1 1 0,1-1 0,0 1 0,0-1 0,1 1 0,0-1 0,0 1 0,0 0 0,0-1 0,4-7 0,-3 9 0,0 1 0,0-1 0,1 1 0,-1-1 0,1 1 0,0 0 0,-1 0 0,1 1 0,1-1 0,-1 0 0,0 1 0,1 0 0,-1 0 0,1 0 0,6-3 0,-2 3-227,0-1-1,0 1 1,1 1-1,-1-1 1,11 1-1,-3 0-6598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40.1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23 24575,'1'-20'0,"-1"20"0,0 0 0,0 0 0,0 0 0,0 0 0,0-1 0,0 1 0,0 0 0,0 0 0,0 0 0,0 0 0,0 0 0,0 0 0,0 0 0,0 0 0,0 0 0,0 0 0,0 0 0,0 0 0,0 0 0,1-1 0,-1 1 0,0 0 0,0 0 0,0 0 0,0 0 0,0 0 0,0 0 0,0 0 0,0 0 0,0 0 0,0 0 0,0 0 0,0 0 0,0 0 0,0 0 0,0 0 0,1 0 0,-1 0 0,0 0 0,0 0 0,0 0 0,0 0 0,0 0 0,0 0 0,0 0 0,0 0 0,0 0 0,0 0 0,0 0 0,0 0 0,0 0 0,1 0 0,-1 0 0,0 0 0,0 0 0,0 0 0,0 0 0,0 0 0,4 11 0,6 35 0,-8-32 0,6 24 0,0-11 0,-2 1 0,3 37 0,-5-40 0,-2 4 0,-1 43 0,-1-64 0,0-8 0,0 0 0,0 0 0,0 0 0,0 0 0,-1 0 0,1 0 0,0 0 0,0 0 0,0 0 0,0 0 0,0 0 0,0 0 0,0 0 0,0 0 0,0 0 0,0 0 0,0 0 0,0 0 0,0 0 0,0 0 0,0 0 0,0 0 0,0 0 0,0 0 0,0 0 0,0 0 0,0 0 0,-1 0 0,1 0 0,0 0 0,0 0 0,0 0 0,0 0 0,0 0 0,0 0 0,0 0 0,0 0 0,0 0 0,0 0 0,0 0 0,0 0 0,0 0 0,0 0 0,0 0 0,0 1 0,0-1 0,0 0 0,0 0 0,0 0 0,0 0 0,0 0 0,0 0 0,0 0 0,0 0 0,0 0 0,0 0 0,-4-7 0,-2-9 0,0-29 0,2 19 0,-8-34 0,4 31 0,-9-59 0,15 69 0,2 14 0,1 15 0,7 35 0,-5-32 0,-1-1 0,2 20 0,-5 85 0,-5-137-1365,3 10-5461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42.7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17 24575,'0'-1'0,"0"0"0,0 0 0,0 1 0,0-1 0,0 0 0,0 1 0,0-1 0,0 0 0,0 1 0,0-1 0,1 1 0,-1-1 0,0 0 0,0 1 0,1-1 0,-1 1 0,1-1 0,-1 0 0,0 1 0,1-1 0,-1 1 0,2-1 0,-2 0 0,1 1 0,0 0 0,-1 0 0,1 0 0,0 0 0,-1 0 0,1 0 0,0 0 0,-1 0 0,1 0 0,0 0 0,-1 0 0,1 0 0,0 0 0,-1 1 0,1-1 0,-1 0 0,2 1 0,1 1 0,1 0 0,-1 0 0,1 1 0,-1-1 0,0 1 0,3 4 0,67 93 0,-15-18 0,42 37-259,131 121-1,135 83 28,-251-229 232,126 109 0,-13 12 0,-212-198-413,-1 0 0,15 22-1,-20-23-5786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43.6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 13 24575,'50'13'0,"-1"2"0,57 26 0,-83-31 0,-9-5 0,-1 2 0,23 13 0,-68-33 0,-161-79 0,185 89 0,0-1 0,0 2 0,0-1 0,0 1 0,-14-2 0,20 4 0,0 0 0,1 0 0,-1 0 0,1 0 0,-1 0 0,1 0 0,-1 1 0,1-1 0,-1 0 0,1 1 0,-1 0 0,1-1 0,-1 1 0,1 0 0,-3 1 0,3-1 0,0 1 0,0-1 0,1 0 0,-1 1 0,0-1 0,0 0 0,1 1 0,-1-1 0,0 1 0,1-1 0,0 1 0,-1 0 0,1-1 0,0 1 0,0-1 0,0 1 0,0 0 0,0 2 0,1 7-3,1-1-1,4 16 0,-3-16 32,-1 0 0,2 16-1,-4-22-146,0-1-1,0 1 0,-1-1 0,1 1 0,-1 0 1,1-1-1,-1 1 0,0-1 0,-1 1 1,1-1-1,-3 4 0,-1 3-6706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44.8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72 24575,'-14'-31'0,"-3"-9"0,33 97 0,-15-55 0,44 106 0,-34-86 0,0 0 0,26 34 0,-36-55-99,-1 0 50,0-1 0,0 0 1,1 1-1,-1-1 0,0 0 1,0 1-1,1-1 0,-1 0 1,0 0-1,0 1 0,1-1 1,-1 0-1,0 0 0,1 0 0,-1 1 1,0-1-1,1 0 0,-1 0 1,0 0-1,1 0 0,-1 0 1,0 1-1,1-1 0,-1 0 1,1 0-1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45.0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 1 24575,'-3'0'0,"-1"0"0,1 0 0,0 0 0,-1 1 0,1 0 0,-1-1 0,1 1 0,0 1 0,0-1 0,0 0 0,0 1 0,0-1 0,0 1 0,0 0 0,0 0 0,-3 3 0,4-3 0,0 0 0,1 0 0,-1 1 0,1-1 0,-1 1 0,1-1 0,0 1 0,0-1 0,0 1 0,0 0 0,1-1 0,-1 1 0,1 0 0,-1-1 0,1 1 0,0 0 0,0 0 0,0 0 0,1-1 0,0 6 0,2 4 0,0-1 0,1 1 0,0-1 0,1 1 0,0-1 0,12 17 0,-2-6 0,1-1 0,19 20 0,-23-29-1365,-2-3-5461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45.3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551 132 24575,'-44'-19'0,"-132"-50"0,142 58 0,-2 1 0,1 1 0,-42-4 0,67 13-105,0 0 0,0 0 0,0 0 0,0 1 0,1 1 0,-1 0 0,0 0 0,1 1 0,-1 0 0,1 1 0,0 0 0,-12 7 0,10-5-6721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46.1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89 0 24575,'16'5'0,"-1"0"0,0 1 0,0 0 0,-1 1 0,18 11 0,-28-15 0,0 0 0,-1 0 0,1 0 0,-1 1 0,1-1 0,-1 1 0,0 0 0,-1 0 0,5 7 0,-6-8 0,0 0 0,0 1 0,0-1 0,0 0 0,0 1 0,-1-1 0,1 1 0,-1-1 0,0 1 0,0-1 0,-1 1 0,1-1 0,-1 1 0,-1 5 0,-1 1 0,0 1 0,0-1 0,-7 12 0,9-20 0,-1 1 0,1-1 0,0 0 0,-1 0 0,1 0 0,-1 0 0,0 0 0,0-1 0,1 1 0,-1 0 0,0-1 0,-1 1 0,1-1 0,0 0 0,0 0 0,0 0 0,-1 0 0,1 0 0,-5 1 0,3-2 0,-1 1 0,1-1 0,0 0 0,-1 0 0,1-1 0,0 0 0,0 1 0,-1-1 0,1-1 0,0 1 0,0-1 0,0 1 0,-6-5 0,-2-2 0,1 0 0,-20-18 0,20 16 0,7 6 0,0-1 0,0 1 0,0-1 0,0 0 0,1-1 0,-1 1 0,1 0 0,1-1 0,-1 0 0,1 0 0,0 0 0,-2-7 0,4 11 0,-1 0 0,1 0 0,0 0 0,0 0 0,0 0 0,0 0 0,0 0 0,0-1 0,0 1 0,1 0 0,-1 0 0,1 0 0,0 0 0,-1 0 0,1 0 0,0 1 0,0-1 0,0 0 0,0 0 0,0 1 0,1-1 0,-1 0 0,1 1 0,-1-1 0,1 1 0,-1 0 0,1-1 0,0 1 0,-1 0 0,1 0 0,0 0 0,0 0 0,0 1 0,0-1 0,0 0 0,0 1 0,0-1 0,0 1 0,3 0 0,5-2-195,0 1 0,1 1 0,-1 0 0,0 0 0,1 1 0,12 2 0,-10 1-6631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50.2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61 24575,'0'5'0,"1"1"0,0-1 0,0 0 0,0 0 0,1 1 0,-1-1 0,6 9 0,21 35 0,-21-38 0,-6-9 0,0 0 0,0 0 0,1-1 0,-1 1 0,0-1 0,1 1 0,2 1 0,-4-3 0,0 0 0,0 1 0,0-1 0,0 0 0,1 0 0,-1 0 0,0 0 0,0 0 0,1 0 0,-1 0 0,0 0 0,0 0 0,0 0 0,1 0 0,-1 0 0,0 0 0,0 0 0,1 0 0,-1 0 0,0 0 0,0 0 0,0 0 0,1 0 0,-1 0 0,0 0 0,0 0 0,1-1 0,3-9 0,-3-3 0,0-1 0,-2-18 0,0 24 0,0 0 0,1 0 0,0 0 0,0 0 0,1 0 0,0 0 0,0 0 0,1 0 0,0 0 0,4-8 0,-5 15 0,0-1 0,-1 1 0,1 0 0,0-1 0,0 1 0,1 0 0,-1-1 0,0 1 0,0 0 0,1 0 0,-1 0 0,0 0 0,1 1 0,-1-1 0,1 0 0,-1 0 0,1 1 0,-1-1 0,1 1 0,0 0 0,-1-1 0,1 1 0,0 0 0,-1 0 0,1 0 0,0 0 0,-1 0 0,1 0 0,0 0 0,-1 1 0,1-1 0,0 1 0,-1-1 0,1 1 0,-1 0 0,2 0 0,6 4 0,-1-1 0,1 2 0,-1-1 0,13 13 0,46 50 0,-39-38 0,0 4-1365,-21-26-5461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51.0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46 24575,'13'29'0,"0"-1"0,35 51 0,-40-68 0,0-1 0,0 0 0,1 0 0,0-1 0,0 0 0,1-1 0,1 0 0,-1-1 0,23 12 0,-29-17 0,1 0 0,0-1 0,0 1 0,0-1 0,0 0 0,0 0 0,0-1 0,0 1 0,8-1 0,-12 0 0,1-1 0,0 1 0,0 0 0,0-1 0,0 1 0,0-1 0,-1 1 0,1-1 0,0 0 0,0 0 0,-1 0 0,1 0 0,-1 0 0,1 0 0,-1 0 0,1 0 0,-1-1 0,0 1 0,1-1 0,-1 1 0,0-1 0,0 1 0,0-1 0,0 0 0,-1 1 0,1-1 0,1-3 0,-1 0 0,0-1 0,-1 1 0,1-1 0,-1 1 0,0-1 0,-1 1 0,1-1 0,-3-9 0,0 4 0,0-1 0,-1 2 0,-6-13 0,17 34 0,0 0 0,0 0 0,1 0 0,0-1 0,1-1 0,0 1 0,1-1 0,0-1 0,0 0 0,1 0 0,0-1 0,0 0 0,1-1 0,0 0 0,0-1 0,0-1 0,0 1 0,1-2 0,25 4 0,-34-6 0,0-1 0,0 0 0,0 0 0,0 0 0,0-1 0,0 1 0,0-1 0,0 0 0,0 0 0,0 0 0,0 0 0,5-4 0,-7 4 0,0-1 0,0 1 0,0-1 0,0 0 0,0 0 0,0 0 0,-1 0 0,1 0 0,-1 0 0,1 0 0,-1-1 0,0 1 0,0 0 0,0-1 0,0 1 0,0-1 0,-1 1 0,1-1 0,-1 0 0,1-2 0,-1-8 0,1 1 0,-2-1 0,0 0 0,0 1 0,-1-1 0,0 1 0,-9-24 0,8 27 0,-1 0 0,0 1 0,0-1 0,0 1 0,-1 0 0,-1 0 0,1 1 0,-1 0 0,0 0 0,-1 0 0,-11-9 0,15 14-76,0 0 1,0 0-1,0 1 0,-1-1 0,1 0 0,-1 1 0,1 0 0,-1 0 1,0 0-1,1 0 0,-1 1 0,0 0 0,1-1 0,-1 1 1,0 0-1,0 1 0,-6 0 0,1 3-6750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51.5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65 24575,'1'-5'0,"1"0"0,-1 0 0,1 0 0,0 0 0,0 0 0,0 0 0,5-6 0,-6 9 0,0 1 0,0 0 0,0-1 0,0 1 0,1 0 0,-1 0 0,0 0 0,0 0 0,1 0 0,-1 0 0,1 0 0,-1 1 0,0-1 0,1 0 0,0 1 0,-1-1 0,1 1 0,-1-1 0,1 1 0,-1 0 0,1 0 0,0 0 0,-1 0 0,1 0 0,0 0 0,-1 0 0,1 1 0,1-1 0,9 5 0,-1 1 0,1 0 0,-1 0 0,-1 1 0,1 1 0,15 14 0,-7-7 0,-13-10 0,-1 0 0,1 0 0,-1 0 0,0 1 0,0 0 0,-1 0 0,5 7 0,-8-11 0,0 0 0,0 0 0,0 0 0,0 0 0,-1 0 0,1 0 0,0 0 0,-1 1 0,0-1 0,0 0 0,1 0 0,-1 0 0,-1 1 0,1-1 0,0 0 0,0 0 0,-1 0 0,1 1 0,-1-1 0,0 0 0,0 0 0,0 0 0,0 0 0,0 0 0,0 0 0,0 0 0,-3 2 0,-1 2 0,-1-1 0,0 0 0,0-1 0,0 0 0,-1 1 0,0-2 0,-13 7 0,1-1 0,17-9 0,0 1 0,1 0 0,-1 0 0,0 1 0,0-1 0,1 0 0,-1 1 0,1-1 0,-1 0 0,1 1 0,0 0 0,-1-1 0,1 1 0,0 0 0,0 0 0,0 0 0,0-1 0,1 1 0,-1 0 0,0 0 0,1 0 0,0 0 0,-1 0 0,1 3 0,0-2 0,0-1 0,1 1 0,-1-1 0,1 0 0,-1 1 0,1-1 0,0 1 0,0-1 0,0 0 0,1 0 0,-1 0 0,0 0 0,1 0 0,-1 0 0,1 0 0,0 0 0,0 0 0,-1-1 0,5 4 0,3 0 6,0 1 0,1-2 0,-1 1 0,1-1 0,0 0 0,0-1 0,0 0 0,1-1 0,16 2 0,9-2-194,54-3-1,-38 0-859,-39 1-5778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58.4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61 0 24575,'93'26'0,"-78"-21"0,-1 1 0,0 1 0,0 0 0,15 11 0,-24-14 0,0 0 0,-1 0 0,1 1 0,-1-1 0,0 1 0,0 0 0,-1 1 0,0-1 0,0 0 0,0 1 0,-1 0 0,1-1 0,1 10 0,-3-12 0,0 1 0,0-1 0,-1 1 0,1-1 0,-1 1 0,0-1 0,0 1 0,0 0 0,0-1 0,-1 1 0,1-1 0,-1 1 0,0-1 0,0 1 0,0-1 0,-1 0 0,1 0 0,-1 1 0,0-1 0,0 0 0,0 0 0,0-1 0,0 1 0,-5 4 0,3-4 0,-1 0 0,0 0 0,0 0 0,-1-1 0,1 0 0,0 0 0,-1 0 0,1 0 0,-1-1 0,0 0 0,1 0 0,-10 0 0,3-1 0,-1-1 0,0 1 0,1-2 0,-20-4 0,24 4 0,1-1 0,0 1 0,0-1 0,1 0 0,-1-1 0,1 0 0,-1 0 0,1 0 0,0-1 0,1 0 0,-10-10 0,13 13 0,-1-1 0,1 0 0,0 1 0,1-1 0,-1 0 0,1 0 0,-1 0 0,1 0 0,0 0 0,0 0 0,0-1 0,0 1 0,1 0 0,-1-1 0,1 1 0,0 0 0,0-1 0,0 1 0,0 0 0,1-1 0,-1 1 0,1 0 0,0 0 0,0 0 0,0-1 0,0 1 0,1 0 0,2-4 0,-1 3-114,1 0 1,-1 0-1,1 1 0,0 0 0,0 0 1,0 0-1,0 0 0,1 0 0,-1 1 1,1 0-1,6-3 0,-1 1-6712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58.9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25 199 24575,'1'3'0,"0"1"0,0-1 0,0 0 0,0 0 0,3 4 0,-4-7 0,0 1 0,0-1 0,0 0 0,0 0 0,1 0 0,-1 1 0,0-1 0,0 0 0,0 0 0,0 0 0,1 0 0,-1 1 0,0-1 0,0 0 0,1 0 0,-1 0 0,0 0 0,0 0 0,0 0 0,1 0 0,-1 0 0,0 1 0,0-1 0,1 0 0,-1 0 0,0 0 0,0 0 0,1 0 0,-1 0 0,0-1 0,1 1 0,0-1 0,-1 1 0,1-1 0,-1 1 0,1-1 0,-1 0 0,1 1 0,-1-1 0,1 0 0,-1 1 0,0-1 0,1 0 0,-1 0 0,0 1 0,1-2 0,0-3 0,0 0 0,0-1 0,0 1 0,-1 0 0,1-1 0,-1 1 0,-1 0 0,1 0 0,-1-1 0,-1-6 0,-4-9 0,-9-25 0,10 31 0,-3-4 0,5 14 0,1-1 0,0 0 0,0 0 0,0 0 0,1 0 0,-1-6 0,2 12-22,0 0-1,0 0 1,0 0 0,0 1-1,0-1 1,0 0 0,0 0-1,1 0 1,-1 0-1,0 0 1,0 0 0,0 0-1,0 0 1,0 0 0,0 0-1,0 0 1,0 1-1,1-1 1,-1 0 0,0 0-1,0 0 1,0 0-1,0 0 1,0 0 0,0 0-1,0 0 1,1 0 0,-1 0-1,0 0 1,0 0-1,0 0 1,0 0 0,0 0-1,0 0 1,0 0 0,1 0-1,-1-1 1,0 1-1,0 0 1,0 0 0,0 0-1,0 0 1,0 0-1,0 0 1,0 0 0,1 0-1,-1 0 1,0 0 0,0 0-1,0-1 1,0 1-1,0 0 1,0 0 0,0 0-1,0 0 1,0 0-1,0 0 1,0 0 0,0-1-1,0 1 1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59.1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0 24575,'-2'5'0,"-4"2"0,-1 1 0,2 3 0,3-1 0,2 0 0,4-1 0,4-3 0,2-1 0,0-3-8191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59.3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29 24575,'10'-10'0,"5"0"0,3 3 0,1 6 0,0 5 0,-2 7 0,0 2 0,-4 1 0,-3-3-8191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59.8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265 96 24575,'-34'-20'0,"-1"2"0,-1 1 0,-55-18 0,88 34 0,-1 0 0,1 0 0,-1 0 0,1 1 0,-1-1 0,1 1 0,-1 0 0,1 0 0,-1 0 0,-6 2 0,8-2 0,1 1 0,0 0 0,-1-1 0,1 1 0,0 0 0,0 0 0,-1 0 0,1 0 0,0 0 0,0 0 0,0 0 0,0 0 0,0 0 0,0 0 0,1 0 0,-1 1 0,0-1 0,1 0 0,-1 1 0,1-1 0,-1 0 0,1 1 0,-1-1 0,1 1 0,0-1 0,0 1 0,0-1 0,0 2 0,0 1 0,0 0 0,0 0 0,0 0 0,1 0 0,0 0 0,0 0 0,0-1 0,0 1 0,0 0 0,1-1 0,0 1 0,3 5 0,-1-4 0,0 1 0,0-1 0,1 0 0,0 0 0,0 0 0,10 6 0,-2-2 0,2-1 0,-1 0 0,1-1 0,0-1 0,21 6 0,-34-11 0,7 2 0,-1-1 0,1 0 0,0 0 0,10 0 0,-17-2 0,-1 0 0,1 0 0,0 0 0,-1 0 0,1 0 0,-1 0 0,1 0 0,-1-1 0,1 1 0,0-1 0,-1 1 0,0-1 0,1 0 0,-1 1 0,1-1 0,-1 0 0,0 0 0,1 0 0,-1 0 0,0 0 0,0 0 0,0 0 0,0 0 0,0-1 0,0 1 0,0 0 0,0-1 0,0 1 0,-1-1 0,2-2 0,-2 4 0,0-1 0,1 1 0,-1 0 0,0-1 0,0 1 0,0-1 0,0 1 0,1 0 0,-1-1 0,0 1 0,0-1 0,0 1 0,0-1 0,0 1 0,0-1 0,0 1 0,0 0 0,0-1 0,-1 1 0,1-1 0,0 1 0,0-1 0,0 1 0,0 0 0,-1-1 0,1 1 0,0 0 0,0-1 0,-1 1 0,1-1 0,0 1 0,-1 0 0,1 0 0,0-1 0,-1 1 0,1 0 0,0 0 0,-1-1 0,1 1 0,0 0 0,-2 0 0,2 0 0,-1 0 0,0 0 0,0 0 0,1 0 0,-1 1 0,0-1 0,1 0 0,-1 0 0,0 1 0,1-1 0,-1 1 0,0-1 0,1 1 0,-1-1 0,1 1 0,-1-1 0,1 1 0,-1-1 0,1 1 0,-1-1 0,1 1 0,0 0 0,-1-1 0,1 1 0,-1 1 0,-1 5 0,0-1 0,1 1 0,-1 0 0,1 0 0,1 0 0,-1 0 0,1 0 0,1 8 0,10 56 0,-10-64 0,11 47 0,-5-28 0,-2 0 0,3 43 0,-8-68 0,1 1 0,-1-1 0,0 0 0,0 1 0,0-1 0,0 1 0,0-1 0,-1 0 0,1 1 0,0-1 0,-1 0 0,1 1 0,-1-1 0,1 0 0,-1 1 0,0-1 0,1 0 0,-1 0 0,0 0 0,0 0 0,0 0 0,0 0 0,0 0 0,-1 1 0,0-1 0,0-1 0,0 1 0,0-1 0,0 1 0,-1-1 0,1 0 0,0 0 0,0 0 0,0-1 0,0 1 0,0 0 0,0-1 0,0 1 0,0-1 0,0 0 0,-2-1 0,-10-4 0,0 0 0,1-1 0,-25-18 0,-34-33 0,53 42 0,2 0-1365,3 3-5461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0.2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 24575,'0'0'0,"0"1"0,-1 0 0,1-1 0,0 1 0,0 0 0,-1 0 0,1-1 0,0 1 0,0 0 0,0 0 0,0 0 0,0-1 0,0 1 0,0 0 0,0 0 0,0 0 0,0-1 0,1 1 0,-1 0 0,0 0 0,0-1 0,1 1 0,-1 0 0,1-1 0,-1 1 0,1 1 0,15 19 0,-15-19 0,7 7 0,-1-1 0,2 0 0,-1-1 0,1 0 0,18 11 0,52 23 0,-73-38 0,-4-2 10,-1 0 0,1-1 0,0 1 0,-1 0 0,1 0 0,0 1 0,-1-1 0,0 0 0,1 1 0,-1-1 0,2 2 0,-3-2-16,0-1-1,0 0 1,0 0-1,0 1 1,0-1-1,1 0 1,-1 0-1,0 0 1,0 1-1,0-1 1,0 0-1,0 0 1,0 1-1,0-1 1,0 0-1,0 0 1,-1 1-1,1-1 1,0 0-1,0 0 1,0 1-1,0-1 1,0 0-1,0 0 1,0 0-1,0 1 1,-1-1-1,1 0 1,0 0-1,0 1 1,-15 3-1278,5-2-5542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0.4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24575,'5'8'0,"1"4"0,0 3 0,-1-1-8191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0.8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24575,'2'10'0,"2"0"0,-1 0 0,1 0 0,6 11 0,-8-18 0,-1-1 0,1 1 0,0 0 0,-1-1 0,1 1 0,0-1 0,1 0 0,-1 0 0,0 0 0,1 0 0,-1 0 0,1 0 0,0-1 0,-1 1 0,1-1 0,0 0 0,0 0 0,4 2 0,-5-3 0,0 0 0,0 0 0,0 0 0,0 0 0,0 0 0,0 0 0,0 0 0,0 0 0,0-1 0,0 1 0,0-1 0,0 0 0,0 1 0,0-1 0,0 0 0,-1 0 0,1 0 0,0 0 0,1-2 0,1-2 0,1 1 0,-2-1 0,1 0 0,5-10 0,-5 9 0,0 1 0,0-1 0,6-6 0,-9 11 0,-1 0 0,1 1 0,0-1 0,0 1 0,0-1 0,0 0 0,1 1 0,-1-1 0,0 1 0,0 0 0,0-1 0,0 1 0,0 0 0,0 0 0,1 0 0,-1 0 0,0 0 0,0 0 0,0 0 0,1 0 0,-1 0 0,0 1 0,0-1 0,0 0 0,0 1 0,1 0 0,4 2 0,0 0 0,0 0 0,9 7 0,-3-1 0,30 16 0,74 34 0,-113-58-170,0 0-1,0 0 0,0-1 1,0 1-1,0 0 0,0-1 1,4 0-1,5 0-6655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1.4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119 533 24575,'-9'0'0,"0"1"0,1-1 0,-1 2 0,1-1 0,-1 1 0,1 0 0,-16 7 0,22-8 0,0 0 0,-1 0 0,1 0 0,1 0 0,-1 0 0,0 1 0,0-1 0,0 1 0,1-1 0,-1 1 0,1 0 0,-1 0 0,1 0 0,0 0 0,-1 0 0,1 0 0,0 0 0,0 0 0,1 0 0,-1 0 0,0 1 0,1-1 0,-1 0 0,1 0 0,0 1 0,0-1 0,0 0 0,0 1 0,0-1 0,0 0 0,1 1 0,-1-1 0,1 0 0,1 3 0,0 0 0,0 0 0,0 1 0,1-1 0,0 0 0,0-1 0,0 1 0,1-1 0,0 1 0,0-1 0,0 0 0,0 0 0,1-1 0,-1 1 0,1-1 0,6 3 0,-7-3 0,1-1 0,0 1 0,0-1 0,0 0 0,1-1 0,-1 1 0,0-1 0,1 0 0,-1-1 0,1 1 0,-1-1 0,0 0 0,1 0 0,-1-1 0,1 0 0,5-1 0,-9 1 0,1 0 0,-1 0 0,1 0 0,-1 0 0,0-1 0,1 1 0,-1-1 0,0 1 0,0-1 0,0 0 0,0 0 0,0 0 0,-1 0 0,1 0 0,0-1 0,-1 1 0,0 0 0,1-1 0,-1 1 0,0-1 0,0 1 0,-1-1 0,1 1 0,0-1 0,-1 0 0,1-4 0,-1 3 0,0 1 0,0-1 0,-1 1 0,1-1 0,-1 1 0,1-1 0,-1 1 0,0 0 0,0-1 0,-1 1 0,1 0 0,-1 0 0,0 0 0,1 0 0,-1 0 0,0 0 0,-1 1 0,1-1 0,0 0 0,-5-2 0,7 4 0,-1 1 0,1-1 0,-1 1 0,1-1 0,-1 1 0,1 0 0,-1-1 0,1 1 0,-1 0 0,1-1 0,-1 1 0,0 0 0,1 0 0,-1 0 0,1-1 0,-1 1 0,0 0 0,1 0 0,-1 0 0,0 0 0,1 0 0,-1 0 0,1 0 0,-1 0 0,0 1 0,1-1 0,-1 0 0,0 0 0,1 0 0,-1 1 0,1-1 0,-1 0 0,1 0 0,-1 1 0,1-1 0,-1 1 0,1-1 0,-1 0 0,1 1 0,-1-1 0,1 1 0,0-1 0,-1 1 0,1 0 0,0-1 0,-1 1 0,1-1 0,0 2 0,-1 0 0,0 1 0,0-1 0,1 1 0,0-1 0,-1 1 0,1-1 0,0 1 0,0-1 0,0 1 0,1 0 0,0 2 0,0-1 0,1 1 0,0-1 0,0 1 0,1-1 0,0 0 0,-1 0 0,1 0 0,1 0 0,-1 0 0,0-1 0,1 0 0,0 1 0,0-1 0,4 2 0,2 2 0,0-1 0,1-1 0,-1 0 0,21 7 0,-23-10 0,1 0 0,-1 0 0,0-1 0,1 0 0,-1 0 0,1-1 0,-1 0 0,1-1 0,-1 1 0,0-2 0,1 1 0,-1-1 0,0-1 0,0 1 0,11-6 0,-10 3 0,1-1 0,-1 0 0,0 0 0,0-1 0,-1 0 0,0-1 0,0 0 0,-1 0 0,1 0 0,-2-1 0,9-13 0,-5 3 0,-1-1 0,0 1 0,-1-2 0,-2 1 0,0-1 0,-1 0 0,3-28 0,-5 21 0,-1-1 0,-2 1 0,0-1 0,-2 1 0,-6-30 0,3 33 0,-1 0 0,-11-26 0,13 40 0,0 1 0,-2-1 0,1 1 0,-1 0 0,-1 0 0,-13-16 0,18 24 0,0 0 0,0-1 0,-1 1 0,1 1 0,-1-1 0,1 0 0,-1 1 0,1-1 0,-1 1 0,-5-2 0,6 3 0,1-1 0,0 1 0,0 0 0,-1 0 0,1 0 0,0 0 0,-1 0 0,1 0 0,0 1 0,0-1 0,-1 0 0,1 1 0,0-1 0,0 1 0,0-1 0,-1 1 0,1-1 0,0 1 0,0 0 0,0 0 0,0-1 0,0 1 0,0 0 0,0 0 0,1 0 0,-1 0 0,-1 2 0,-3 4 0,1 1 0,0 0 0,0 0 0,1 0 0,0 0 0,0 1 0,-1 11 0,-7 65 0,8-62 0,1 16 0,1 0 0,1 0 0,2-1 0,2 1 0,2-1 0,1 0 0,2 0 0,2-1 0,1 0 0,20 43 0,-21-59-682,14 21-1,-9-19-6143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2.2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300 181 24575,'-32'-33'0,"-3"1"0,0 1 0,-59-38 0,91 67 0,-1 0 0,0 0 0,0 0 0,0 1 0,0-1 0,0 1 0,-1 0 0,1 0 0,-5-1 0,7 2 0,1 0 0,-1 0 0,0 1 0,1-1 0,-1 0 0,0 1 0,1-1 0,-1 1 0,1-1 0,-1 1 0,1 0 0,-1-1 0,1 1 0,-1 0 0,1 0 0,0 0 0,-1 0 0,1 0 0,0 1 0,0-1 0,0 0 0,0 0 0,0 1 0,0-1 0,-1 3 0,-2 4 0,1 1 0,0 0 0,0 0 0,1 0 0,0 0 0,0 0 0,0 17 0,4 65 0,-2-90 0,5 53-78,2 0 1,3-1-1,22 68 0,64 150-234,-80-228 347,2-2-1,37 65 1,-54-104-141,1 1 1,0-1-1,-1 1 0,1-1 0,0 1 0,1-1 1,3 3-1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2.4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210 21 24575,'-22'-4'0,"-10"-3"0,-1 1 0,1 3 0,5 3 0,4 1 0,5 3 0,5 0 0,6 0 0,4 2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2.9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59 236 24575,'7'8'0,"6"3"0,-2 1 0,0 1 0,0-1 0,-1 1 0,10 19 0,-19-32 0,-1 1 0,0 0 0,1 0 0,-1-1 0,1 1 0,-1 0 0,0-1 0,0 1 0,1 0 0,-1 0 0,0 0 0,0-1 0,0 1 0,0 0 0,0 0 0,0 0 0,0-1 0,0 2 0,-1-1 0,1-1 0,0 0 0,-1 0 0,1 0 0,0 1 0,-1-1 0,1 0 0,0 0 0,-1 0 0,1 0 0,0 0 0,-1 0 0,1 0 0,0 0 0,-1 0 0,1 0 0,-1 0 0,1 0 0,0 0 0,-1 0 0,1 0 0,0 0 0,-1 0 0,1 0 0,0 0 0,-1-1 0,-4 0 0,1-1 0,0 0 0,-1-1 0,-5-3 0,1-1 0,0-1 0,1 1 0,0-1 0,0-1 0,1 1 0,0-2 0,0 1 0,1-1 0,0 1 0,1-2 0,0 1 0,0-1 0,1 1 0,1-1 0,0 0 0,0 0 0,1-1 0,1 1 0,-1-1 0,2-17 0,0 26 0,0 0 0,1 0 0,-1 0 0,1 0 0,-1 0 0,1 0 0,0 0 0,0 0 0,0 0 0,1 0 0,-1 1 0,1-1 0,0 1 0,-1-1 0,1 1 0,0-1 0,0 1 0,1 0 0,3-3 0,-4 3 0,1 1 0,0 0 0,-1 0 0,1 0 0,0 0 0,0 0 0,0 0 0,-1 1 0,1-1 0,0 1 0,0 0 0,0 0 0,0 0 0,0 0 0,0 0 0,0 1 0,0 0 0,0-1 0,0 1 0,4 2 0,29 13 0,67 42 0,-49-25 0,-14-10 0,-20-10 0,1-1 0,1 0 0,39 14 0,-59-26 0,0 1 0,-1-1 0,1 1 0,0-1 0,-1 1 0,1-1 0,0 0 0,0 0 0,-1 0 0,1 0 0,0 0 0,0 0 0,-1-1 0,1 1 0,0 0 0,-1-1 0,1 0 0,0 1 0,-1-1 0,1 0 0,-1 0 0,1 0 0,-1 0 0,1 0 0,-1 0 0,2-1 0,-1-1 0,-1 1 0,1-1 0,-1 0 0,0 0 0,0 0 0,0 1 0,0-1 0,0 0 0,0 0 0,-1 0 0,0 0 0,1-1 0,-1 1 0,-1-4 0,0-5 0,0 0 0,-1 0 0,0 0 0,-1 1 0,-1-1 0,0 1 0,0 0 0,-1 0 0,-1 0 0,1 1 0,-2 0 0,1 0 0,-2 0 0,-9-10 0,16 19 0,-1-1 0,1 1 0,-1 0 0,0-1 0,1 1 0,-1 0 0,0 0 0,0 0 0,0 0 0,0 0 0,-3 0 0,4 1 0,0 0 0,0 0 0,0 0 0,0 0 0,0 0 0,0 0 0,0 1 0,1-1 0,-1 0 0,0 1 0,0-1 0,0 0 0,0 1 0,1-1 0,-1 1 0,0 0 0,1-1 0,-1 1 0,0-1 0,1 1 0,-1 0 0,1 0 0,-1-1 0,1 1 0,-1 0 0,1 0 0,-1 0 0,1-1 0,-1 3 0,-2 4 0,1 1 0,0 0 0,0 0 0,0 1 0,1-1 0,0 0 0,1 0 0,0 1 0,0-1 0,1 0 0,0 0 0,0 0 0,1 1 0,2 7 0,1-2 0,0-1 0,0 0 0,2 0 0,-1 0 0,1-1 0,1 0 0,13 15 0,-16-21 0,0 0 0,1 0 0,0-1 0,0 0 0,1 0 0,-1 0 0,1-1 0,0 0 0,12 5 0,-15-8 0,-1 0 0,1 0 0,0 0 0,0 0 0,0-1 0,-1 1 0,1-1 0,0 0 0,0 0 0,0-1 0,0 1 0,0-1 0,0 1 0,-1-1 0,1-1 0,0 1 0,-1 0 0,1-1 0,-1 0 0,1 0 0,4-3 0,-2 0-170,-1 0-1,0 0 0,1 0 1,-2-1-1,1 1 0,-1-1 1,7-11-1,-4 4-6655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3.3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177 19 24575,'-19'-6'0,"-36"-5"0,49 10 0,-1 0 0,1 1 0,-1 0 0,1 0 0,0 1 0,-1 0 0,1 0 0,-1 0 0,-8 4 0,14-5 0,-1 1 0,0 0 0,0 0 0,1 0 0,-1 0 0,0 0 0,1 0 0,-1 0 0,1 1 0,0-1 0,-1 0 0,1 1 0,0-1 0,0 1 0,0 0 0,0-1 0,0 1 0,-1 2 0,1-1 0,1 0 0,-1 0 0,1 0 0,-1 0 0,1 0 0,0 0 0,0 0 0,1 0 0,-1 0 0,2 5 0,1 2 0,0 1 0,1-2 0,1 1 0,0 0 0,9 13 0,-10-17 0,0 0 0,1-1 0,-1 1 0,1-1 0,0 0 0,1-1 0,-1 1 0,1-1 0,8 5 0,-11-8 0,0 1 0,1-1 0,-1 0 0,0 1 0,1-1 0,-1-1 0,1 1 0,-1 0 0,1-1 0,0 0 0,-1 0 0,1 0 0,-1 0 0,1-1 0,-1 1 0,1-1 0,-1 0 0,1 0 0,-1 0 0,5-3 0,-6 3 0,0 0 0,-1 0 0,1-1 0,-1 1 0,1-1 0,-1 1 0,0-1 0,1 0 0,-1 1 0,0-1 0,0 0 0,0 0 0,0 0 0,0 0 0,-1 0 0,1 0 0,-1 0 0,1 0 0,-1 0 0,1-4 0,-1-5 0,1-1 0,-3-18 0,1 13 0,0 9 0,1 22 0,0 23 0,5 2 0,1 0 0,2-1 0,1 0 0,26 66 0,-25-77 0,-5-12 0,0-1 0,1 0 0,0 0 0,12 17 0,-18-30-47,0-1 0,0 1 0,0-1 0,1 0 0,-1 1 0,0-1 0,1 1 0,-1-1 0,0 0-1,1 1 1,-1-1 0,0 0 0,1 0 0,-1 1 0,1-1 0,-1 0 0,0 0 0,1 1 0,-1-1 0,1 0 0,-1 0 0,1 0-1,-1 0 1,1 0 0,-1 0 0,1 0 0,-1 0 0,1 0 0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4.4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27 114 24575,'-2'2'0,"0"0"0,0 0 0,-1 0 0,2 0 0,-1 1 0,0-1 0,0 0 0,1 1 0,-1-1 0,1 1 0,0 0 0,0-1 0,0 1 0,0 0 0,0 0 0,0 0 0,1 0 0,-1-1 0,1 1 0,0 0 0,0 0 0,0 0 0,1 0 0,-1 0 0,2 4 0,-2-4 0,1 0 0,0 0 0,0 0 0,0 0 0,0 0 0,0-1 0,1 1 0,-1 0 0,1-1 0,0 1 0,0-1 0,0 0 0,0 0 0,0 0 0,0 0 0,0 0 0,1 0 0,-1 0 0,1-1 0,0 1 0,-1-1 0,1 0 0,0 1 0,0-1 0,3 0 0,-4 0 0,0-1 0,0 0 0,0 0 0,0 0 0,0 0 0,0 0 0,0 0 0,0-1 0,0 1 0,-1-1 0,1 1 0,0-1 0,0 0 0,0 1 0,0-1 0,-1 0 0,1 0 0,0-1 0,-1 1 0,1 0 0,-1 0 0,1-1 0,-1 1 0,2-3 0,1-2 0,0-1 0,0 0 0,-1 0 0,6-13 0,-3 5 0,-6 14 0,0 1 0,0-1 0,1 1 0,-1-1 0,0 1 0,1 0 0,-1-1 0,1 1 0,-1-1 0,0 1 0,1 0 0,-1-1 0,1 1 0,-1 0 0,1 0 0,-1-1 0,1 1 0,-1 0 0,1 0 0,-1 0 0,1-1 0,0 1 0,-1 0 0,1 0 0,-1 0 0,1 0 0,-1 0 0,1 0 0,-1 0 0,1 0 0,0 0 0,-1 1 0,1-1 0,-1 0 0,1 0 0,-1 0 0,1 1 0,-1-1 0,1 0 0,-1 1 0,1-1 0,-1 0 0,0 1 0,1 0 0,25 22 0,-19-16 0,15 13 0,1 0 0,48 29 0,-62-43 0,0-1 0,0-1 0,1 0 0,-1 0 0,1-1 0,0 0 0,0 0 0,0-1 0,0-1 0,1 0 0,-1 0 0,12-1 0,-19 0 0,1-1 0,-1 1 0,0-1 0,1 0 0,-1 0 0,0 0 0,0 0 0,0 0 0,1-1 0,-1 1 0,-1-1 0,1 0 0,0 0 0,0 0 0,-1 0 0,1-1 0,-1 1 0,3-4 0,-2 2 0,-1 0 0,1-1 0,-1 0 0,0 1 0,0-1 0,-1 0 0,0 0 0,1 0 0,-2 0 0,1 0 0,0-7 0,-1-2 0,0 1 0,-1 0 0,0 0 0,-1 0 0,-1 0 0,-5-18 0,5 22 0,-1 1 0,1-1 0,-2 1 0,1-1 0,-1 1 0,0 0 0,-1 1 0,1 0 0,-14-13 0,18 19 0,-1-1 0,0 0 0,0 1 0,0 0 0,0-1 0,0 1 0,0 0 0,-1 0 0,1 0 0,0 0 0,0 1 0,-1-1 0,1 1 0,-1-1 0,-2 1 0,3 0 0,1 0 0,-1 0 0,1 1 0,-1-1 0,1 1 0,-1-1 0,1 1 0,-1 0 0,1 0 0,-1-1 0,1 1 0,0 0 0,0 0 0,-1 0 0,1 0 0,0 1 0,0-1 0,0 0 0,0 0 0,0 1 0,0-1 0,1 0 0,-2 4 0,-2 4 0,0 0 0,1 1 0,0 0 0,1 0 0,0 0 0,0 0 0,1 0 0,0 1 0,1-1 0,0 0 0,1 0 0,0 1 0,1-1 0,4 18 0,-4-23 0,0 0 0,0 1 0,0-1 0,0 0 0,1 0 0,0 0 0,0-1 0,0 1 0,0-1 0,1 1 0,0-1 0,0 0 0,0-1 0,0 1 0,1-1 0,-1 1 0,1-1 0,0-1 0,0 1 0,0-1 0,0 0 0,1 0 0,-1 0 0,1-1 0,-1 0 0,1 0 0,-1 0 0,7 0 0,3-1 0,10 1 0,38-4 0,-57 2 0,1 0 0,0 0 0,-1 0 0,1-1 0,-1 0 0,0-1 0,0 1 0,0-1 0,0 0 0,10-7 0,-15 8 0,0 1 0,1 0 0,-1-1 0,0 1 0,0 0 0,0-1 0,0 0 0,0 1 0,0-1 0,0 1 0,-1-1 0,1 0 0,-1 0 0,1 1 0,-1-1 0,1 0 0,-1 0 0,0 0 0,0 0 0,0 1 0,0-1 0,0 0 0,-1 0 0,1 0 0,0 1 0,-1-1 0,1 0 0,-1 0 0,0 1 0,0-1 0,0 0 0,-2-2 0,1-1 0,-1 1 0,0 0 0,0 0 0,-1 0 0,1 1 0,-1-1 0,0 1 0,0 0 0,0 0 0,-8-5 0,29 25 0,-8-6 0,10 7 0,1-1 0,29 20 0,-40-31 0,1 0 0,-1-1 0,1 0 0,0-1 0,0 0 0,0 0 0,1-1 0,15 2 0,-24-4 0,-1-1 0,1 0 0,0 0 0,0 0 0,0 0 0,0 0 0,-1 0 0,1-1 0,0 1 0,0-1 0,-1 1 0,1-1 0,0 0 0,-1 1 0,1-1 0,0 0 0,-1 0 0,1 0 0,-1 0 0,1 0 0,-1-1 0,0 1 0,0 0 0,1-1 0,-1 1 0,0-1 0,0 1 0,0-1 0,-1 1 0,2-4 0,1-2 0,-1-1 0,0 0 0,-1 0 0,1 0 0,-1-12 0,0 10 0,-1 9 0,0 0 0,0-1 0,0 1 0,0 0 0,0 0 0,1 0 0,-1-1 0,0 1 0,1 0 0,-1 0 0,1 0 0,-1 0 0,1 0 0,0 0 0,-1 0 0,1 0 0,1-1 0,-1 1 0,0 1 0,-1 0 0,1-1 0,0 1 0,0 0 0,-1 0 0,1-1 0,0 1 0,0 0 0,0 0 0,-1 0 0,1 0 0,0 0 0,0 0 0,0 0 0,-1 0 0,1 1 0,0-1 0,1 1 0,4 1 0,0 1 0,0 1 0,-1-1 0,1 1 0,5 5 0,-1-1 0,159 102-1365,-156-101-5461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5.3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209 61 24575,'-17'-8'0,"-3"-2"0,-1 1 0,0 1 0,0 0 0,-44-8 0,63 16 0,1-1 0,0 1 0,-1 0 0,1 0 0,-1 0 0,1 0 0,-1 0 0,1 0 0,-1 0 0,1 0 0,0 1 0,-1-1 0,1 1 0,0-1 0,-1 1 0,1-1 0,0 1 0,-1 0 0,1-1 0,0 1 0,0 0 0,0 0 0,0 0 0,0 0 0,0 0 0,0 0 0,0 0 0,0 0 0,-1 2 0,1 1 0,0 0 0,0-1 0,0 1 0,1 0 0,0 0 0,-1-1 0,1 1 0,1 0 0,-1 0 0,1 4 0,1 5 0,1 0 0,1 0 0,0-1 0,0 1 0,1-1 0,1 0 0,0 0 0,0-1 0,2 0 0,-1 0 0,1-1 0,1 1 0,0-2 0,0 1 0,1-1 0,0-1 0,0 0 0,1 0 0,0-1 0,1-1 0,15 8 0,-19-11 0,1-1 0,-1 0 0,1 0 0,0-1 0,-1 1 0,1-2 0,0 0 0,0 0 0,0 0 0,9-3 0,-14 3 0,0-1 0,0 0 0,0 0 0,-1 0 0,1 0 0,0-1 0,-1 0 0,1 0 0,-1 0 0,1 0 0,-1 0 0,0-1 0,0 1 0,0-1 0,0 0 0,-1 0 0,1 0 0,-1 0 0,0 0 0,1-1 0,-1 1 0,-1-1 0,1 1 0,1-6 0,0-4 0,-1-1 0,-1 0 0,0 0 0,-1 0 0,-2-22 0,2 36 0,0 0 0,0 0 0,0 0 0,0 0 0,0 0 0,0 0 0,0 0 0,0 0 0,0 0 0,0 0 0,0 0 0,0 0 0,0 0 0,0 0 0,0 0 0,1 0 0,-1 0 0,0 0 0,0 0 0,0 0 0,0 0 0,0 0 0,0 0 0,0 0 0,0 0 0,0 0 0,0 0 0,0 0 0,0 0 0,0 0 0,0 0 0,0 0 0,0 0 0,0 0 0,0 0 0,0 0 0,0 0 0,0 0 0,0 0 0,0 0 0,0 0 0,0 0 0,0 0 0,0 0 0,0 0 0,0 0 0,0 0 0,4 6 0,4 11 0,-6-11 0,1 0 0,0-1 0,0 1 0,1 0 0,0-1 0,0 0 0,0 1 0,0-2 0,1 1 0,0 0 0,0-1 0,11 7 0,-12-9 0,0 0 0,-1 0 0,1 0 0,0-1 0,0 0 0,0 0 0,1 0 0,-1 0 0,0 0 0,0-1 0,0 0 0,1 0 0,-1 0 0,0 0 0,0-1 0,1 0 0,-1 0 0,0 0 0,0 0 0,0 0 0,5-4 0,1 1 0,-1-1 0,0 0 0,0 1 0,1 1 0,12-4 0,-20 7 0,0-1 0,0 1 0,0-1 0,0 1 0,0 0 0,0 0 0,0 0 0,0 0 0,0 1 0,1-1 0,-1 1 0,0-1 0,0 1 0,0-1 0,-1 1 0,1 0 0,0 0 0,0 0 0,0 0 0,-1 0 0,1 1 0,0-1 0,-1 1 0,1-1 0,-1 1 0,3 2 0,-4-4-47,0 1 0,0-1 0,1 0 0,-1 1 0,0-1 0,0 1 0,0-1 0,1 0 0,-1 1-1,0-1 1,0 1 0,0-1 0,0 1 0,0-1 0,0 1 0,0-1 0,0 0 0,0 1 0,0-1 0,0 1 0,0-1 0,0 1-1,0-1 1,0 0 0,-1 1 0,1-1 0,0 1 0,0 0 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5.5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24575,'5'25'0,"1"10"0,1 2 0,-2-3 0,-4-8 0,-2-5 0,-1-6-8191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6.0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61 126 24575,'2'-1'0,"1"0"0,-1-1 0,1 1 0,-1-1 0,0 1 0,0-1 0,1 0 0,-1 0 0,0 0 0,-1-1 0,1 1 0,0 0 0,-1-1 0,1 1 0,-1-1 0,0 1 0,0-1 0,0 0 0,0 1 0,0-1 0,0 0 0,-1 0 0,1 0 0,-1 1 0,0-1 0,0 0 0,0 0 0,0 0 0,-1 0 0,1 0 0,-1 1 0,0-1 0,1 0 0,-1 0 0,-1 1 0,1-1 0,0 1 0,0-1 0,-1 1 0,0-1 0,1 1 0,-1 0 0,0 0 0,0 0 0,0 0 0,-1 0 0,1 0 0,0 0 0,-1 1 0,1-1 0,-1 1 0,1 0 0,-1 0 0,0 0 0,-4-1 0,6 1 0,0 1 0,0 0 0,-1 0 0,1-1 0,0 1 0,-1 0 0,1 0 0,0 0 0,-1 0 0,1 0 0,0 1 0,-1-1 0,1 0 0,0 1 0,0-1 0,-1 0 0,1 1 0,0 0 0,0-1 0,0 1 0,-2 1 0,2-1 0,-1 1 0,1-1 0,0 1 0,-1 0 0,1 0 0,0 0 0,0-1 0,0 1 0,1 0 0,-1 0 0,-1 4 0,0 4 0,1 1 0,0-1 0,0 0 0,2 13 0,-1-22 0,0 7 0,2 1 0,-1-1 0,1 0 0,0 0 0,0 0 0,1 0 0,0 0 0,1 0 0,-1-1 0,2 1 0,-1-1 0,1 0 0,0 0 0,0-1 0,1 0 0,0 0 0,0 0 0,0 0 0,1-1 0,0 0 0,0-1 0,0 1 0,0-1 0,11 3 0,-14-5-62,0-1 0,0 0 0,0 0 0,0-1 0,0 1 0,0-1 0,0 0 0,0 0 0,0 0 0,0-1 0,0 1 0,0-1-1,0 0 1,-1 0 0,1 0 0,0-1 0,0 1 0,-1-1 0,1 0 0,-1 0 0,6-4 0,0-3-6764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6.4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222 3 24575,'-1'-1'0,"0"1"0,0 0 0,0-1 0,0 1 0,0 0 0,0 0 0,0 0 0,0-1 0,0 1 0,0 0 0,0 0 0,0 1 0,0-1 0,0 0 0,0 0 0,-2 1 0,3-1 0,-1 1 0,1-1 0,0 0 0,-1 1 0,1-1 0,0 0 0,-1 1 0,1-1 0,0 1 0,-1-1 0,1 1 0,0-1 0,0 0 0,0 1 0,-1-1 0,1 1 0,0-1 0,0 1 0,0 0 0,0-1 0,0 1 0,0 0 0,1 4 0,-1-1 0,1 1 0,1-1 0,-1 0 0,4 9 0,44 82 0,-32-66 0,24 59 0,-39-83 0,0 0 0,-1 0 0,0 0 0,0 0 0,0 0 0,0 0 0,-1 6 0,0-9 0,0-1 0,0 0 0,0 1 0,-1-1 0,1 0 0,0 1 0,-1-1 0,1 0 0,-1 0 0,1 0 0,-1 1 0,0-1 0,0 0 0,1 0 0,-1 0 0,0 0 0,0 0 0,0 0 0,0 0 0,0-1 0,0 1 0,0 0 0,0 0 0,-1-1 0,1 1 0,0-1 0,0 1 0,0-1 0,-1 1 0,1-1 0,0 0 0,-3 0 0,-17 2 0,0-1 0,-35-3 0,7 0 0,-78 2-1365,106 0-5461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10.9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55 259 24575,'2'4'0,"-7"-7"0,-9-8 0,10 4 0,1 0 0,-1-1 0,1 1 0,0-1 0,1 0 0,0 0 0,0 0 0,0 0 0,1 0 0,0-15 0,-5-26 0,5 43 0,-1-1 0,2 1 0,-1 0 0,0-1 0,1 1 0,1-1 0,0-6 0,-1 11 0,1 0 0,-1 0 0,1 0 0,0 0 0,0 0 0,0 0 0,0 0 0,0 0 0,1 1 0,-1-1 0,0 0 0,1 0 0,-1 1 0,1-1 0,0 1 0,-1 0 0,1 0 0,0-1 0,0 1 0,0 0 0,0 0 0,0 0 0,0 1 0,2-2 0,-1 2-72,-1-1 1,0 1-1,0-1 0,1 1 0,-1 0 0,0-1 0,1 1 0,-1 0 1,0 1-1,1-1 0,-1 0 0,0 1 0,1-1 0,-1 1 0,0 0 1,0 0-1,0 0 0,4 2 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12.6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90 24575,'0'-5'0,"0"4"0,0-1 0,-1 1 0,1 0 0,0-1 0,0 1 0,0 0 0,1-1 0,-1 1 0,0 0 0,1-1 0,-1 1 0,0 0 0,1-1 0,-1 1 0,1 0 0,0 0 0,1-2 0,-2 3 0,0 0 0,0 0 0,0 0 0,0 0 0,0 0 0,0 0 0,1 0 0,-1-1 0,0 1 0,0 0 0,0 0 0,0 0 0,0 0 0,0 0 0,0 1 0,1-1 0,-1 0 0,0 0 0,0 0 0,0 0 0,0 0 0,0 0 0,0 0 0,0 0 0,0 0 0,1 0 0,-1 0 0,0 0 0,0 0 0,0 0 0,0 0 0,0 0 0,0 1 0,0-1 0,0 0 0,0 0 0,0 0 0,0 0 0,0 0 0,0 0 0,0 0 0,0 0 0,1 1 0,1 7 0,0 9 0,0 3 0,1 1 0,1 0 0,1-1 0,0 1 0,2-2 0,0 1 0,2-1 0,0 0 0,22 34 0,-26-45 0,1-1 0,0 0 0,1-1 0,-1 1 0,1-1 0,15 9 0,-19-12 0,1-1 0,-1 0 0,1 0 0,0 0 0,0-1 0,-1 1 0,1-1 0,0 0 0,0 0 0,0-1 0,1 1 0,-1-1 0,0 0 0,0 0 0,0 0 0,0 0 0,6-2 0,-7 1 0,-1 1 0,0-1 0,0-1 0,0 1 0,1 0 0,-1 0 0,0-1 0,0 1 0,-1-1 0,1 1 0,0-1 0,-1 0 0,1 0 0,0 0 0,1-3 0,-1 1 0,0 0 0,0 0 0,-1-1 0,1 1 0,-1-1 0,0 1 0,0-8 0,0-1 0,-1 0 0,0 0 0,-1 1 0,-1-1 0,-2-12 0,0 11 0,1 0 0,-1 1 0,-1 0 0,-8-16 0,8 23 0,2 7 0,3 0 0,0-1 0,-1 1 0,1 0 0,0 0 0,0 0 0,0 0 0,0 0 0,0-1 0,0 1 0,0 0 0,0 0 0,1 0 0,-1 1 0,3 5 0,0 1 0,1-1 0,-1 0 0,2 0 0,-1 0 0,1-1 0,7 9 0,0-1 0,1-2 0,18 14 0,-17-15 0,1-1 0,0 0 0,31 14 0,-37-20 0,0 0 0,1-1 0,-1-1 0,1 1 0,0-2 0,0 1 0,0-1 0,16-1 0,-24 0 0,1 0 0,0 0 0,-1-1 0,1 1 0,-1-1 0,0 0 0,1 0 0,-1 0 0,1 0 0,-1 0 0,0-1 0,0 1 0,0-1 0,0 1 0,0-1 0,0 0 0,0 1 0,0-1 0,-1 0 0,1 0 0,-1-1 0,1 1 0,-1 0 0,0 0 0,0-1 0,0 1 0,0 0 0,0-1 0,-1 1 0,1-1 0,0-4 0,0-5 0,0 1 0,-1-1 0,-1 1 0,1-1 0,-5-20 0,1 19 0,0-1 0,-1 0 0,0 1 0,-1 0 0,-1 0 0,0 1 0,-1 0 0,0 0 0,0 1 0,-1 0 0,-1 0 0,0 1 0,-22-18 0,29 26-80,0 0 0,1 0-1,-1 0 1,0 1 0,0-1-1,0 1 1,-1 0 0,1 0-1,0 0 1,0 0 0,-1 0 0,1 1-1,0-1 1,-1 1 0,1 0-1,-7 1 1,1 2-6746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14.1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49 24575,'-9'-26'0,"9"25"0,0 0 0,0 1 0,-1-1 0,1 0 0,0 0 0,0 1 0,0-1 0,0 0 0,0 0 0,0 0 0,0 1 0,0-1 0,0 0 0,1 0 0,-1 1 0,0-1 0,0 0 0,1 1 0,-1-1 0,1 0 0,-1 1 0,0-1 0,1 0 0,-1 1 0,1-1 0,-1 1 0,1-1 0,0 1 0,-1-1 0,1 1 0,-1-1 0,2 0 0,-2 1 0,1 0 0,-1 0 0,1 1 0,-1-1 0,1 0 0,-1 0 0,1 0 0,-1 0 0,0 0 0,1 1 0,-1-1 0,1 0 0,-1 0 0,0 1 0,1-1 0,-1 0 0,0 0 0,1 1 0,-1-1 0,0 1 0,1-1 0,-1 0 0,0 1 0,0-1 0,1 1 0,-1-1 0,0 0 0,0 1 0,0-1 0,0 1 0,0-1 0,1 1 0,-1-1 0,0 1 0,3 19 0,-3-20 0,2 57 0,-2-37 0,4 33 0,3 24 0,-4-33 0,-3-44 0,0 1 0,0 0 0,0 0 0,0 0 0,0-1 0,0 1 0,1 0 0,-1 0 0,0 0 0,0-1 0,1 1 0,-1 0 0,0 0 0,1-1 0,-1 1 0,1 0 0,-1-1 0,1 1 0,0 0 0,-1-1 0,1 0 0,-1-1 0,1 1 0,-1 0 0,0-1 0,1 1 0,-1 0 0,1-1 0,-1 1 0,0-1 0,1 1 0,-1-1 0,0 1 0,0-1 0,1 1 0,-1-1 0,0 1 0,0-1 0,0 1 0,0-1 0,0 1 0,0-1 0,0 1 0,1-1 0,-1 1 0,-1-1 0,1 1 0,0-2 0,3-32 0,-2 1 0,-4-38 0,1 51 0,-1 1 0,-2-1 0,0 0 0,-12-30 0,24 69 0,-4-11 0,0 0 0,0 0 0,0-1 0,1 1 0,7 8 0,12 14 0,1-1 0,49 45 0,-62-64 0,1 0 0,0-1 0,1-1 0,0 0 0,0-1 0,0 0 0,1-1 0,0 0 0,28 6 0,-39-11 0,0-1 0,0 1 0,0-1 0,0 0 0,0 0 0,0 0 0,0 0 0,0 0 0,0-1 0,0 0 0,0 1 0,0-1 0,0 0 0,0 0 0,0 0 0,-1-1 0,6-2 0,-6 1 0,0 1 0,1 0 0,-1-1 0,0 1 0,0-1 0,0 0 0,-1 0 0,1 0 0,-1 0 0,1 0 0,-1 0 0,0 0 0,0 0 0,0 0 0,-1-1 0,1-4 0,1-20 0,-1 0 0,-6-51 0,-2 38 0,6 38 0,0 0 0,0 0 0,0 0 0,0 0 0,-1 0 0,1 0 0,-1 0 0,0 0 0,-4-5 0,0 4-1365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15.4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352 18 24575,'11'-5'0,"-7"3"0,1 0 0,-1 0 0,1 0 0,6-1 0,-11 2 0,0 1 0,1 0 0,-1 0 0,1 0 0,-1 0 0,1 0 0,-1 0 0,1 0 0,-1 0 0,1 0 0,-1 0 0,1 0 0,-1 0 0,1 0 0,-1 1 0,1-1 0,-1 0 0,1 0 0,-1 0 0,1 1 0,-1-1 0,1 0 0,-1 0 0,0 1 0,1-1 0,-1 1 0,0-1 0,1 0 0,-1 1 0,0-1 0,1 1 0,-1-1 0,0 0 0,0 1 0,0-1 0,1 1 0,-1-1 0,0 1 0,0-1 0,0 1 0,0-1 0,0 1 0,0-1 0,0 1 0,0-1 0,0 1 0,0 0 0,0 2 0,-1-1 0,1 1 0,-1-1 0,0 0 0,0 1 0,0-1 0,0 0 0,0 0 0,0 1 0,-1-1 0,1 0 0,-1 0 0,1 0 0,-1-1 0,0 1 0,0 0 0,-4 2 0,-4 4 0,-2-1 0,-13 7 0,10-6 0,-34 20 0,-86 52 0,59-23 0,39-27 0,35-29 0,0 1 0,0-1 0,1 0 0,-1 1 0,0 0 0,1-1 0,-1 1 0,1 0 0,0 0 0,0 0 0,0 0 0,-2 3 0,3-4 0,0 0 0,0 0 0,0 0 0,0 0 0,0 0 0,0 0 0,1 0 0,-1 0 0,0 0 0,1 0 0,-1 0 0,0 0 0,1 0 0,-1 0 0,1 0 0,0 0 0,-1 0 0,1-1 0,0 1 0,-1 0 0,1 0 0,0-1 0,0 1 0,0 0 0,-1-1 0,1 1 0,0-1 0,0 1 0,2 0 0,20 10 0,1-1 0,1-1 0,49 12 0,1 0 0,6 3 0,-33-11 0,53 24 0,-87-30-1365,-5 0-5461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20.7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24575,'0'6'0,"0"5"0,0 1 0,1 0 0,0 0 0,0 0 0,1 0 0,5 12 0,3 7 0,23 55 0,-6-28 0,-26-56 75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21.0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0 24575,'-2'15'0,"-2"7"0,1 2 0,3 0 0,2-2 0,2-2 0,1-2 0,2-4 0,0-3 0,1 1 0,2-3 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21.2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502 90 24575,'-29'-10'0,"-15"-6"0,-5 1 0,1-1 0,4 3 0,4 4 0,5 3 0,5 3 0,3 1 0,4 2 0,3 0 0,0 1 0,1 0 0,-1-1 0,0 1 0,2-1 0,3 0-8191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23.4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117 0 24575,'6'2'0,"83"38"0,-78-35 0,-1 1 0,0 0 0,0 1 0,-1 1 0,0-1 0,9 10 0,-16-15 0,-1 0 0,1 0 0,-1 0 0,1 0 0,-1 0 0,0 0 0,0 1 0,1-1 0,-2 0 0,1 1 0,0-1 0,0 0 0,-1 1 0,1-1 0,-1 1 0,0-1 0,0 1 0,0-1 0,0 1 0,0-1 0,-1 1 0,1-1 0,-2 6 0,-1-3 0,1 1 0,-1-1 0,0 0 0,0 0 0,-1 0 0,0 0 0,0-1 0,-8 9 0,8-10 0,0-1 0,0 1 0,0-1 0,-1 1 0,1-1 0,0 0 0,-1-1 0,1 1 0,-1-1 0,0 0 0,1 0 0,-1 0 0,0-1 0,0 0 0,0 0 0,-9-1 0,8 1 0,0-1 0,0 0 0,0-1 0,0 1 0,1-1 0,-1 0 0,0 0 0,1-1 0,0 0 0,-1 0 0,1 0 0,0-1 0,-5-4 0,-4-6 0,0-2 0,0 0 0,1 0 0,-16-30 0,27 42 0,0 1 0,1 0 0,0-1 0,-1 1 0,1-1 0,1 0 0,-1 1 0,0-1 0,1 0 0,0-7 0,0 10 0,0-1 0,0 1 0,1 0 0,-1-1 0,0 1 0,1-1 0,-1 1 0,1 0 0,-1-1 0,1 1 0,0 0 0,0 0 0,0 0 0,-1-1 0,1 1 0,0 0 0,0 0 0,1 0 0,-1 1 0,0-1 0,0 0 0,0 0 0,0 0 0,1 1 0,-1-1 0,0 1 0,1-1 0,-1 1 0,1-1 0,1 1 0,1-1-124,0 1 0,1-1 0,-1 1 0,0 0 0,1 1 0,-1-1-1,0 1 1,0 0 0,0 0 0,5 1 0,1 2-6702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24.3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34 24575,'3'0'0,"0"1"0,0-1 0,0 1 0,0 0 0,0 0 0,-1 0 0,1 0 0,0 0 0,0 1 0,-1-1 0,1 1 0,2 2 0,29 27 0,-30-26 0,11 10 0,-8-7 0,1 0 0,0 0 0,10 6 0,-11-9 0,-9-5 0,-14-11 0,13 8 0,-1 0 0,1 0 0,0-1 0,0 1 0,0-1 0,1 0 0,-1 0 0,1 0 0,0 0 0,0 0 0,-2-6 0,4 8 0,-1-1 0,1 0 0,-1 0 0,1 0 0,0 1 0,0-1 0,0 0 0,1 0 0,-1 0 0,1 0 0,-1 1 0,1-1 0,0 0 0,0 1 0,0-1 0,0 0 0,1 1 0,-1-1 0,3-2 0,-2 2 0,1 1 0,-1 0 0,1 0 0,-1 0 0,1 0 0,0 0 0,0 0 0,0 1 0,0-1 0,0 1 0,0 0 0,0 0 0,0 0 0,0 1 0,0-1 0,1 1 0,-1-1 0,0 1 0,0 0 0,7 1 0,-2 0 0,-1 0 0,1 0 0,0 1 0,-1 0 0,1 0 0,-1 1 0,13 6 0,6 7 0,0 2 0,43 38 0,-61-49-273,-1 1 0,1 0 0,-2 0 0,9 13 0,-8-9-6553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24.9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10 197 24575,'-3'-5'0,"2"2"0,0 1 0,0 0 0,1 0 0,-1 0 0,0 0 0,1-1 0,-1 1 0,1 0 0,0-1 0,0 1 0,0-3 0,0 4 0,0 1 0,0 0 0,0 0 0,0-1 0,0 1 0,1 0 0,-1 0 0,0 0 0,0-1 0,0 1 0,0 0 0,1 0 0,-1 0 0,0 0 0,0-1 0,1 1 0,-1 0 0,0 0 0,0 0 0,0 0 0,1 0 0,-1 0 0,0 0 0,0 0 0,1 0 0,-1 0 0,0 0 0,1 0 0,-1 0 0,0 0 0,0 0 0,1 0 0,-1 0 0,0 0 0,0 0 0,1 0 0,-1 0 0,0 0 0,0 0 0,1 0 0,-1 1 0,0-1 0,0 0 0,0 0 0,1 0 0,-1 0 0,0 1 0,0-1 0,1 0 0,10 10 0,12 14 0,-1-1 0,0 0 0,2-1 0,40 27 0,-58-45 0,1 1 0,1-1 0,-1-1 0,1 1 0,-1-1 0,16 3 0,-20-5 0,-1-1 0,0 0 0,1 1 0,-1-1 0,1 0 0,-1-1 0,1 1 0,-1 0 0,1-1 0,-1 1 0,0-1 0,1 0 0,-1 0 0,0 0 0,1 0 0,-1 0 0,0 0 0,0-1 0,0 1 0,0 0 0,0-1 0,-1 0 0,1 0 0,0 1 0,-1-1 0,3-4 0,-1 1 0,0 0 0,-1 0 0,1 0 0,-1 0 0,0 0 0,-1 0 0,0 0 0,1 0 0,-2-1 0,2-7 0,-2 3 0,-1 0 0,0 0 0,0 0 0,-5-16 0,30 48 0,-11-9 0,0-1 0,20 14 0,-28-22 0,0-1 0,0 0 0,1 0 0,-1-1 0,1 1 0,-1-1 0,1-1 0,0 1 0,0-1 0,11 2 0,-15-3 0,1 0 0,-1 0 0,0 0 0,0 0 0,1-1 0,-1 1 0,0-1 0,0 1 0,0-1 0,0 0 0,0 0 0,0 0 0,0 0 0,0 0 0,0 0 0,0-1 0,0 1 0,-1 0 0,3-4 0,-2 3 0,0-1 0,0 0 0,-1 0 0,0 0 0,1 1 0,-1-2 0,0 1 0,-1 0 0,1 0 0,0 0 0,-1 0 0,0-4 0,0-3 0,0 0 0,-1 0 0,0 0 0,-1 0 0,0 0 0,-1 1 0,-6-17 0,1 10 0,-1 1 0,0 0 0,-1 0 0,-1 1 0,0 0 0,-15-13 0,25 25-136,0 1-1,0 0 1,-1 0-1,1 0 1,-1 0-1,1 0 1,-1 0-1,1 0 0,-4-1 1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25.5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21 24575,'0'-1'0,"0"0"0,0 1 0,0-1 0,0 0 0,0 0 0,0 0 0,0 1 0,1-1 0,-1 0 0,0 0 0,0 1 0,1-1 0,-1 0 0,0 0 0,1 1 0,-1-1 0,1 1 0,-1-1 0,1 0 0,-1 1 0,1-1 0,0 1 0,-1-1 0,2 0 0,-1 1 0,0-1 0,1 1 0,-1-1 0,1 1 0,-1 0 0,0 0 0,1 0 0,-1-1 0,1 1 0,-1 1 0,1-1 0,1 0 0,4 2 0,0 0 0,0 0 0,0 0 0,7 4 0,-13-5 0,6 2 0,0 0 0,-1 1 0,12 7 0,-17-10 0,0 0 0,1 1 0,-1-1 0,0 0 0,0 0 0,0 0 0,0 1 0,0-1 0,0 0 0,0 1 0,-1-1 0,1 1 0,0-1 0,-1 1 0,1-1 0,-1 1 0,0-1 0,1 1 0,-1 0 0,0-1 0,0 1 0,0 0 0,0 2 0,-4 8 0,1 0 0,-1 0 0,-1 0 0,-10 17 0,9-16 0,0-1 0,1 1 0,-7 21 0,12-33 0,0 0 0,-1 0 0,1 0 0,0 0 0,0 0 0,0 0 0,0 0 0,0 0 0,0 0 0,0 0 0,0 0 0,1 0 0,-1 0 0,0 0 0,1 0 0,-1-1 0,0 1 0,1 0 0,-1 0 0,1 0 0,-1 0 0,1 0 0,0-1 0,-1 1 0,1 0 0,0-1 0,0 1 0,-1 0 0,1-1 0,0 1 0,0-1 0,0 1 0,0-1 0,0 0 0,-1 1 0,1-1 0,0 0 0,0 1 0,1-1 0,5 1 0,0 0 0,0-1 0,0 1 0,11-2 0,-8 0 0,49-1 0,102 2 0,-148 2-1365,-3 2-5461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28.3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87 1 24575,'39'0'0,"59"7"0,-87-5 0,0 0 0,0 0 0,0 1 0,0 1 0,0 0 0,0 0 0,-1 1 0,0 0 0,17 13 0,-23-15 0,0 1 0,0-1 0,-1 1 0,0 0 0,0 0 0,0 0 0,0 0 0,0 1 0,-1-1 0,0 1 0,0-1 0,0 1 0,0 0 0,-1 0 0,0 0 0,0 0 0,0 0 0,-1 0 0,0 0 0,0 0 0,0 0 0,0 0 0,-1 0 0,0 0 0,0 0 0,0 0 0,-1 0 0,1 0 0,-1-1 0,0 1 0,-1-1 0,1 1 0,-1-1 0,0 0 0,0 0 0,0 0 0,0 0 0,-1 0 0,0-1 0,-7 6 0,3-4 0,-1 0 0,1-1 0,-1 0 0,0 0 0,0-1 0,0-1 0,0 1 0,-1-1 0,1-1 0,-16 1 0,10-1 0,0-2 0,0 0 0,1 0 0,-1-1 0,0-1 0,-16-5 0,23 5 0,0-1 0,0 1 0,0-1 0,0-1 0,1 0 0,0 0 0,0 0 0,0-1 0,-9-9 0,14 12 0,-1 0 0,1 0 0,-1-1 0,1 1 0,0-1 0,0 1 0,0-1 0,1 0 0,-3-7 0,4 8 0,0 0 0,-1 0 0,1 0 0,0 0 0,0 1 0,1-1 0,-1 0 0,0 0 0,1 0 0,0 0 0,0 1 0,0-1 0,0 0 0,0 1 0,2-5 0,-1 5 7,0 0 0,0-1-1,0 1 1,0 0 0,0 0-1,0 0 1,0 0-1,1 1 1,-1-1 0,1 1-1,-1-1 1,1 1 0,0 0-1,-1 0 1,1 0 0,0 0-1,4 0 1,4-1-378,0 1-1,0 0 1,13 1 0,-10 0-6455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28.8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0 149 24575,'55'47'0,"-33"-26"0,25 16 0,-40-32 0,0 0 0,1-1 0,-1 0 0,1 0 0,0-1 0,0 0 0,0 0 0,10 1 0,-17-3 0,-1-1 0,1 0 0,0 0 0,0 0 0,0 0 0,0 0 0,0 1 0,-1-2 0,1 1 0,0 0 0,0 0 0,0 0 0,0 0 0,-1 0 0,1-1 0,0 1 0,0 0 0,0-1 0,-1 1 0,1-1 0,0 1 0,0-1 0,0 0 0,-1 0 0,1 1 0,-1-1 0,0 0 0,0 0 0,1 0 0,-1 1 0,0-1 0,0 0 0,0 0 0,0 0 0,0 1 0,0-1 0,0 0 0,0 0 0,0 0 0,-1 1 0,1-2 0,-2-4 0,0 0 0,-1 1 0,0 0 0,-6-10 0,-5-4 0,-33-32 0,35 40 0,0-1 0,1-1 0,1 0 0,0 0 0,-14-26 0,23 37 0,0 0 0,0 0 0,0 0 0,0 0 0,1 0 0,-1 0 0,1 0 0,-1 0 0,1 0 0,0-1 0,0 1 0,0 0 0,0 0 0,0 0 0,0 0 0,2-4 0,-1 4 0,0 1 0,0-1 0,0 1 0,0 0 0,0 0 0,0 0 0,0-1 0,1 1 0,-1 0 0,0 0 0,1 1 0,-1-1 0,1 0 0,-1 0 0,1 1 0,-1-1 0,1 1 0,-1-1 0,1 1 0,0 0 0,-1 0 0,4 0 0,13-2 30,0 1 0,1 1 0,31 3 0,-38-1-216,-1 0 1,1 1-1,-1 0 0,0 0 1,0 2-1,0-1 1,10 7-1,-12-6-6640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0.1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7 113 24575,'0'0'0,"-1"0"0,1 0 0,0 0 0,0 0 0,-1 0 0,1 0 0,0 0 0,0 0 0,-1 0 0,1 0 0,0 0 0,0 0 0,0 0 0,-1 0 0,1 1 0,0-1 0,0 0 0,0 0 0,-1 0 0,1 0 0,0 0 0,0 1 0,0-1 0,0 0 0,-1 0 0,1 0 0,0 1 0,0-1 0,0 0 0,0 0 0,0 0 0,0 1 0,0-1 0,1 9 0,9 8 0,20 22 0,1-3 0,2 0 0,41 35 0,-64-63 0,1 0 0,-1-1 0,1 0 0,0 0 0,24 9 0,-35-15 0,1-1 0,0 1 0,-1-1 0,1 0 0,0 1 0,-1-1 0,1 0 0,0 0 0,0 0 0,-1 0 0,1 0 0,0 1 0,0-1 0,-1 0 0,1-1 0,0 1 0,0 0 0,-1 0 0,1 0 0,0 0 0,0-1 0,-1 1 0,1 0 0,0-1 0,-1 1 0,1 0 0,0-1 0,-1 1 0,1-1 0,-1 1 0,1-1 0,0 1 0,-1-1 0,0 1 0,1-1 0,-1 0 0,1 1 0,-1-1 0,0 0 0,1 1 0,-1-1 0,0 0 0,0 0 0,1-1 0,-1-1 0,0 0 0,0 0 0,0 0 0,0 0 0,0 0 0,-1 0 0,1 0 0,-1 0 0,0 0 0,-1-3 0,-11-19 0,0 1 0,-19-26 0,12 20 0,20 30 0,-1-1 0,1 1 0,0-1 0,-1 1 0,1-1 0,0 0 0,-1 1 0,1-1 0,0 0 0,-1 1 0,1-1 0,0 0 0,0 1 0,0-1 0,0 0 0,0 1 0,0-1 0,0-1 0,0 2 0,0 0 0,1 0 0,-1-1 0,0 1 0,1 0 0,-1 0 0,0 0 0,0 0 0,1 0 0,-1 0 0,0 0 0,1-1 0,-1 1 0,0 0 0,1 0 0,-1 0 0,0 0 0,1 0 0,-1 1 0,0-1 0,1 0 0,-1 0 0,0 0 0,0 0 0,1 0 0,-1 0 0,26 12 0,-25-12 0,80 50 0,-55-33 0,1-1 0,1 0 0,44 16 0,-67-30 0,1 0 0,-1-1 0,1 0 0,-1 0 0,1 0 0,-1-1 0,1 0 0,8 0 0,-12-1 0,0 1 0,-1 0 0,1-1 0,0 1 0,-1-1 0,1 1 0,0-1 0,-1 0 0,1 0 0,-1 0 0,1 0 0,-1 0 0,1 0 0,-1 0 0,0 0 0,0 0 0,1-1 0,-1 1 0,0-1 0,0 1 0,0-1 0,0 1 0,-1-1 0,1 1 0,0-1 0,-1 0 0,1 1 0,-1-1 0,0 0 0,1-3 0,0-5 0,-1 0 0,-1 0 0,0 0 0,0-1 0,0 1 0,-2 0 0,1 0 0,-1 1 0,0-1 0,-1 0 0,-1 1 0,-7-13 0,0 2 0,-1 1 0,0 1 0,-2 0 0,-24-24 0,37 40-73,-26-23 275,26 24-337,0-1-1,-1 0 0,1 1 0,-1 0 0,0-1 0,1 1 0,-1 0 1,0 0-1,0 1 0,-3-2 0,-3 2-6690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0.7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 76 24575,'-4'5'0,"1"0"0,0-1 0,1 1 0,-1 0 0,1 1 0,0-1 0,0 0 0,0 1 0,1-1 0,0 1 0,0-1 0,0 1 0,1 0 0,0-1 0,1 7 0,0-4 0,0-1 0,1 1 0,-1-1 0,2 0 0,-1 1 0,1-1 0,1 0 0,-1-1 0,1 1 0,8 11 0,36 41 0,-57-72 0,-15-23 0,-1-3 0,25 38 0,-13-17 0,-15-29 0,25 42 0,0-1 0,0 0 0,1 0 0,0 0 0,1 0 0,-1 0 0,1 0 0,0 0 0,1-1 0,-1-6 0,1 12 0,0 0 0,0 0 0,0-1 0,1 1 0,-1 0 0,0 0 0,1-1 0,-1 1 0,1 0 0,-1 0 0,1 0 0,-1 0 0,1 0 0,0 0 0,-1 0 0,1 0 0,0 0 0,0 0 0,0 0 0,0 0 0,0 1 0,1-2 0,0 1 0,0 0 0,0 1 0,0-1 0,0 1 0,0-1 0,0 1 0,1 0 0,-1-1 0,0 1 0,0 0 0,4 1 0,3 0 0,-1 1 0,0 0 0,1 1 0,-1-1 0,10 6 0,-1 1 0,22 16 0,4 2 0,63 25 0,-90-45 0,-1-2 0,2 1 0,-1-2 0,34 4 0,-48-7 0,-1-1 0,1 0 0,0 0 0,0 0 0,0 0 0,-1 0 0,1 0 0,0-1 0,0 1 0,0-1 0,-1 1 0,1-1 0,0 0 0,-1 1 0,1-1 0,-1 0 0,4-2 0,-4 1 0,0 1 0,0-1 0,0 0 0,0 0 0,0 1 0,0-1 0,0 0 0,0 0 0,-1 0 0,1 0 0,-1 0 0,0 0 0,1 0 0,-1 0 0,0-4 0,-1-4-80,1 0 0,-1 0-1,-1 0 1,0 0 0,0 1-1,-1-1 1,-1 0 0,1 1-1,-1 0 1,-1 0 0,0 0 0,0 0-1,-1 1 1,0 0 0,0 0-1,-15-14 1,10 13-6746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2.6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407 21 24575,'-4'-8'0,"4"7"0,0 0 0,-1 0 0,1 0 0,0 1 0,-1-1 0,1 0 0,-1 0 0,1 0 0,-1 1 0,0-1 0,1 0 0,-2-1 0,1 2 0,0 0 0,0 0 0,0 0 0,0 0 0,0 0 0,1 0 0,-1 0 0,0 0 0,0 0 0,0 0 0,0 0 0,0 1 0,1-1 0,-1 0 0,0 1 0,0-1 0,0 0 0,-1 2 0,-7 2 0,-27 15 0,0 0 0,-43 32 0,45-23 0,23-18 0,-1 0 0,0 0 0,-1-1 0,0-1 0,-1 0 0,0-1 0,-21 8 0,19-9 0,12-5 0,0 1 0,0-1 0,-1 1 0,1-1 0,0 0 0,-1-1 0,-7 1 0,12-1 0,0 0 0,0 0 0,0 0 0,0 0 0,0 0 0,0 0 0,0 0 0,0 0 0,0 0 0,0 0 0,0-1 0,0 1 0,0 0 0,0 0 0,0 0 0,0 0 0,0 0 0,0 0 0,0 0 0,0 0 0,0 0 0,0 0 0,0 0 0,0 0 0,0 0 0,0 0 0,0 0 0,0-1 0,0 1 0,0 0 0,0 0 0,0 0 0,0 0 0,0 0 0,0 0 0,0 0 0,0 0 0,0 0 0,-1 0 0,1 0 0,0 0 0,0 0 0,0 0 0,0 0 0,0 0 0,0 0 0,0 0 0,0 0 0,0 0 0,0 0 0,0 0 0,0 0 0,0 0 0,0 0 0,-1 0 0,1 0 0,0 0 0,0 0 0,0 0 0,0 0 0,0 0 0,8-3 0,12-1 0,4 3 0,0 2 0,-1 0 0,39 7 0,69 23 0,-83-19 0,-3 3-1365,-34-12-5461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3.4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79 37 24575,'-3'-3'0,"-1"-1"0,0 0 0,-1 1 0,1 0 0,-1 0 0,0 0 0,0 0 0,0 1 0,0-1 0,-1 1 0,-7-2 0,12 4 0,1 0 0,-1 0 0,1 0 0,-1 0 0,1 0 0,-1 0 0,1 0 0,-1 1 0,0-1 0,1 0 0,-1 0 0,1 0 0,-1 0 0,1 1 0,-1-1 0,1 0 0,0 1 0,-1-1 0,1 0 0,-1 1 0,1-1 0,0 0 0,-1 1 0,1-1 0,0 1 0,-1-1 0,1 1 0,0-1 0,0 1 0,-1-1 0,1 1 0,0-1 0,0 1 0,0-1 0,0 1 0,0-1 0,0 1 0,-1-1 0,1 1 0,1-1 0,-1 1 0,0-1 0,0 1 0,0-1 0,0 1 0,0-1 0,0 1 0,1 0 0,9 30 0,-9-27 0,13 27 0,23 37 0,-20-38 0,15 37 0,-31-67-65,-1 1-22,0-1 1,1 1-1,-1 0 0,0-1 1,0 1-1,0 0 0,1-1 1,-1 1-1,0 0 0,0 0 1,0-1-1,0 1 0,0 0 1,-1 1-1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3.7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 24575,'-3'0'0,"0"2"0,2 4 0,2 3 0,3 2 0,0 2 0,3 2 0,0-1 0,1 1 0,-1 0 0,1 0 0,2 0 0,1 0 0,-1-1 0,0-1 0,-1-2 0,0-2 0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4.0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527 34 24575,'-29'-7'0,"-15"-3"0,-5 1 0,1 4 0,7 2 0,7 3 0,5 3 0,4 2 0,3 1 0,1 1 0,0 1 0,-1-1 0,-2-1 0,-2 0 0,1 0 0,0-2 0,2 2 0,5-1-8191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4.7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734 61 24575,'-47'-17'0,"-53"-10"0,73 21 0,-1 2 0,-1 0 0,-40 2 0,-33 3 0,-160 9 0,211-6-1365,32-3-5461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5.4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 24575,'54'-1'0,"-27"0"0,0 0 0,0 2 0,0 1 0,32 7 0,-54-8 0,26 9 0,-29-10 0,-1 1 0,1-1 0,-1 1 0,1-1 0,-1 1 0,0 0 0,1 0 0,-1-1 0,0 1 0,0 0 0,0 0 0,0 1 0,0-1 0,0 0 0,0 0 0,1 2 0,-1-2 0,-1 0 0,0 0 0,-1 0 0,1-1 0,0 1 0,0 0 0,0 0 0,0 0 0,-1-1 0,1 1 0,0 0 0,-1 0 0,1-1 0,0 1 0,-1 0 0,1-1 0,-1 1 0,1 0 0,-1-1 0,0 1 0,1-1 0,-1 1 0,0-1 0,1 1 0,-1-1 0,0 0 0,1 1 0,-1-1 0,-1 1 0,-25 10 0,23-10 0,-1 0 0,0 1 0,0 0 0,0 1 0,1-1 0,-1 1 0,0 0 0,-4 4 0,8-6 0,0 0 0,0-1 0,0 1 0,1 0 0,-1 0 0,0 0 0,1 0 0,-1 0 0,0 0 0,1 0 0,0 0 0,-1 0 0,1 0 0,-1 1 0,1-1 0,0 0 0,0 0 0,0 0 0,0 0 0,0 1 0,0-1 0,0 0 0,0 0 0,0 0 0,0 0 0,1 1 0,-1-1 0,0 0 0,1 0 0,-1 0 0,1 0 0,0 0 0,-1 0 0,1 0 0,0 0 0,-1 0 0,1 0 0,1 0 0,7 8 0,0-1 0,0 0 0,1-1 0,17 11 0,3 2 0,6 3 0,-27-17 0,0-1 0,0 1 0,-1 0 0,0 1 0,0 0 0,0 0 0,8 11 0,-15-17 0,0 0 0,-1 0 0,1 0 0,0 1 0,0-1 0,-1 1 0,1-1 0,-1 0 0,1 1 0,-1-1 0,1 1 0,-1-1 0,0 1 0,0-1 0,0 1 0,0-1 0,0 1 0,0 2 0,-1-3 0,1 0 0,-1 0 0,0 1 0,1-1 0,-1 0 0,0 0 0,0 1 0,0-1 0,0 0 0,0 0 0,0 0 0,0 0 0,0-1 0,0 1 0,-3 1 0,-4 2 0,0-1 0,0 0 0,-1 0 0,1-1 0,-10 1 0,9-1 0,-19 2-31,0-1 0,0-2-1,-33-1 1,17-1-1209,31 1-5586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6.4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62 14 24575,'3'-2'0,"-1"0"0,0 1 0,1 0 0,-1-1 0,1 1 0,-1 0 0,1 0 0,0 0 0,-1 1 0,1-1 0,0 1 0,0-1 0,-1 1 0,1 0 0,0 0 0,0 0 0,-1 1 0,7 0 0,-6 1 0,1-1 0,-1 1 0,0 0 0,1 0 0,-1 0 0,0 0 0,0 1 0,0-1 0,-1 1 0,1 0 0,0 0 0,-1 0 0,3 4 0,58 93 0,-63-100 0,1 1 0,-1 0 0,1-1 0,-1 1 0,1 0 0,-1 0 0,1-1 0,-1 1 0,0 0 0,1 0 0,-1 0 0,0-1 0,0 1 0,0 0 0,0 0 0,0 0 0,0 0 0,0 0 0,0 0 0,0-1 0,0 1 0,0 0 0,0 0 0,-1 0 0,1 0 0,0-1 0,-1 1 0,1 0 0,0 0 0,-1-1 0,1 1 0,-1 0 0,1 0 0,-1-1 0,0 1 0,1-1 0,-1 1 0,0 0 0,1-1 0,-1 1 0,0-1 0,0 0 0,1 1 0,-1-1 0,0 0 0,0 1 0,0-1 0,0 0 0,1 0 0,-1 0 0,-1 1 0,-7 0 0,0 0 0,0-1 0,0 0 0,-10-1 0,8 1 0,-2-1 0,1-1 0,-1 0 0,1 0 0,-1-1 0,1-1 0,0 0 0,0-1 0,-16-9 0,27 14 0,0 0 0,0-1 0,0 1 0,0-1 0,0 1 0,0-1 0,1 1 0,-1-1 0,0 0 0,0 1 0,0-1 0,1 0 0,-1 0 0,0 1 0,1-1 0,-1 0 0,1 0 0,-1 0 0,1 0 0,-1 0 0,1 0 0,0 0 0,-1 0 0,1-1 0,0 1 0,0 0 0,1-1 0,-1 1 0,1 0 0,-1 0 0,1 0 0,-1 0 0,1 0 0,-1 0 0,1 0 0,0 0 0,0 1 0,-1-1 0,1 0 0,0 0 0,0 0 0,2 0 0,3-3 0,0 0 0,0 1 0,1 0 0,0 0 0,12-3 0,81-12-1365,-88 16-5461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6.9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24575,'1'2'0,"0"0"0,0 1 0,0-1 0,0 0 0,1 1 0,-1-1 0,1 0 0,-1 0 0,1 0 0,0 0 0,0-1 0,-1 1 0,1 0 0,3 1 0,3 4 0,50 44 0,-51-46 0,-1-1 0,1 1 0,0-1 0,1 0 0,-1-1 0,1 0 0,10 3 0,-17-6 0,0 1 0,0-1 0,1 1 0,-1-1 0,0 0 0,0 0 0,1 0 0,-1 0 0,0 0 0,1 0 0,-1 0 0,0 0 0,0 0 0,1 0 0,-1-1 0,0 1 0,0 0 0,0-1 0,1 0 0,-1 1 0,0-1 0,0 1 0,0-1 0,0 0 0,0 0 0,0 0 0,0 0 0,0 1 0,0-1 0,-1 0 0,2-2 0,0-1 0,-1 0 0,0 0 0,0-1 0,0 1 0,0-1 0,-1 1 0,1-6 0,2-14 0,-3 23 0,0 1 0,0-1 0,0 1 0,0 0 0,0-1 0,0 1 0,1-1 0,-1 1 0,0 0 0,0-1 0,0 1 0,1 0 0,-1-1 0,0 1 0,0 0 0,1-1 0,-1 1 0,0 0 0,1 0 0,-1-1 0,0 1 0,1 0 0,-1 0 0,0 0 0,1 0 0,-1-1 0,0 1 0,1 0 0,-1 0 0,1 0 0,0 0 0,0 0 0,0 0 0,1 1 0,-1-1 0,0 0 0,0 1 0,0-1 0,0 1 0,0-1 0,0 1 0,1 0 0,25 23 0,-23-20 0,21 23-1365,-16-15-5461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7.5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88 24575,'3'4'0,"0"0"0,0 0 0,0 0 0,-1 1 0,4 6 0,9 16 0,0-6 0,-4-6 0,14 15 0,-22-26 0,1 0 0,0-1 0,0 1 0,1-1 0,-1 0 0,0 0 0,1 0 0,7 2 0,-7-3 0,-1 0 0,1-1 0,-1 0 0,1 0 0,-1 0 0,1-1 0,8 1 0,-11-2 0,0 1 0,0 0 0,0-1 0,0 1 0,0-1 0,-1 0 0,1 1 0,0-1 0,0 0 0,-1 0 0,1 0 0,-1 0 0,1 0 0,-1-1 0,1 1 0,-1 0 0,0-1 0,0 1 0,1-1 0,-1 0 0,0 1 0,1-3 0,0-2 0,0 0 0,1 0 0,0-8 0,-1 8 0,-1 0 0,1 1 0,4-10 0,-5 14 0,-1 1 0,1-1 0,0 0 0,-1 0 0,1 1 0,0-1 0,0 0 0,-1 1 0,1-1 0,0 1 0,0-1 0,0 1 0,0-1 0,0 1 0,0 0 0,0-1 0,0 1 0,0 0 0,0 0 0,0 0 0,0 0 0,0 0 0,0 0 0,0 0 0,0 0 0,0 0 0,0 0 0,0 1 0,0-1 0,0 0 0,0 1 0,1 0 0,5 2 0,-1 0 0,0 0 0,9 6 0,-12-7 0,6 4 0,1-1 0,0 0 0,0 0 0,0-1 0,0 0 0,1-1 0,0 0 0,17 2 0,-24-4 0,-1-1 0,1 0 0,-1 0 0,1 0 0,-1 0 0,0-1 0,1 1 0,-1-1 0,1 0 0,-1 0 0,0 0 0,0 0 0,1 0 0,-1-1 0,0 0 0,0 1 0,0-1 0,-1 0 0,1 0 0,0-1 0,-1 1 0,1-1 0,-1 1 0,0-1 0,0 0 0,0 0 0,0 0 0,-1 0 0,1 0 0,-1 0 0,2-4 0,-1 0 11,0 0 0,-1-1 0,0 1 0,0 0 0,0 0 0,-1-1-1,0 1 1,-1 0 0,0-1 0,-2-11 0,2 16-79,0-1 1,0 0-1,0 0 1,-1 1-1,1-1 1,-1 1-1,0-1 1,0 1-1,0 0 1,0 0-1,-1 0 1,1 0-1,-1 0 1,0 0-1,0 1 1,0-1-1,0 1 1,0 0-1,-1 0 1,1 0-1,-5-1 1,-4-1-6759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7.8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0 24575,'-3'15'0,"0"7"0,2 5 0,2 0 0,1 1 0,-1 0 0,3-2 0,0-1 0,-1-2 0,0-2 0,-1-5-8191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43.6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0 24575,'-5'10'0,"-1"6"0,2 2 0,2 1 0,2-1 0,3 0 0,3-2 0,1 0 0,2-3 0,-1-2 0,0 0 0,2-1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43.8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19 24575,'-5'-8'0,"-1"1"0,2 3 0,2 6 0,2 4 0,2 1 0,2 2 0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44.2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24575,'4'11'0,"1"-1"0,0 0 0,1 0 0,0 0 0,11 13 0,-14-19 0,0-1 0,0 1 0,1-1 0,0 0 0,-1 0 0,1 0 0,0-1 0,0 1 0,1-1 0,-1 0 0,0 0 0,1 0 0,-1-1 0,1 0 0,8 2 0,-10-3 0,0 0 0,0 0 0,-1 0 0,1 0 0,0 0 0,0-1 0,-1 1 0,1-1 0,0 0 0,0 0 0,-1 0 0,1 0 0,-1 0 0,1-1 0,-1 1 0,0-1 0,1 1 0,1-3 0,2-2 0,-1 0 0,0-1 0,0 0 0,6-11 0,-6 9 0,1 1 0,7-10 0,-12 17 0,0 0 0,-1 1 0,1-1 0,0 0 0,0 1 0,-1-1 0,1 1 0,0-1 0,0 1 0,0 0 0,0-1 0,0 1 0,-1 0 0,1 0 0,0-1 0,0 1 0,0 0 0,0 0 0,0 0 0,0 0 0,0 0 0,0 0 0,0 1 0,0-1 0,0 0 0,0 0 0,-1 1 0,1-1 0,0 0 0,0 1 0,0-1 0,1 2 0,3 2 0,0-1 0,0 1 0,0 1 0,4 4 0,0 0 0,51 39-1365,-50-40-5461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46.1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374 147 24575,'-8'-5'0,"-131"-65"0,116 61 0,0 0 0,-1 1 0,0 2 0,-30-5 0,50 10 0,0 1 0,0-1 0,-1 1 0,1 0 0,0 0 0,-1 1 0,1-1 0,-5 2 0,7-1 0,0 0 0,1 0 0,-1-1 0,0 1 0,1 0 0,-1 1 0,0-1 0,1 0 0,0 0 0,-1 1 0,1-1 0,0 1 0,0-1 0,0 1 0,-1-1 0,2 1 0,-1 0 0,0-1 0,0 1 0,0 2 0,-1 0 0,1 1 0,0-1 0,0 0 0,0 1 0,0-1 0,1 0 0,0 1 0,0-1 0,0 1 0,0-1 0,1 1 0,0-1 0,0 0 0,0 1 0,0-1 0,4 8 0,-2-7 0,0 0 0,1 0 0,-1 0 0,1-1 0,0 1 0,0-1 0,1 0 0,-1 0 0,1-1 0,0 1 0,0-1 0,7 3 0,-1 0 0,0-1 0,1 0 0,-1-1 0,1 0 0,0 0 0,0-2 0,0 0 0,0 0 0,0-1 0,1 0 0,16-2 0,-26 1 0,0-1 0,1 0 0,-1 0 0,0 0 0,0 0 0,0-1 0,0 1 0,0-1 0,0 1 0,-1-1 0,1 0 0,-1 0 0,1-1 0,3-3 0,-5 5 0,0 0 0,0 0 0,0-1 0,0 1 0,0 0 0,-1-1 0,1 1 0,0 0 0,-1-1 0,1 1 0,-1-1 0,0 1 0,1 0 0,-1-1 0,0 1 0,0-1 0,0 1 0,0-1 0,0 1 0,0-1 0,0 1 0,-1-1 0,1 1 0,0-1 0,-1 1 0,1-1 0,-1 1 0,0 0 0,1-1 0,-1 1 0,0 0 0,0 0 0,-2-3 0,3 4 0,0 0 0,0 0 0,0-1 0,0 1 0,-1 0 0,1 0 0,0-1 0,0 1 0,-1 0 0,1 0 0,0 0 0,0-1 0,-1 1 0,1 0 0,0 0 0,0 0 0,-1 0 0,1 0 0,0-1 0,-1 1 0,1 0 0,0 0 0,0 0 0,-1 0 0,1 0 0,0 0 0,-1 0 0,1 0 0,0 0 0,-1 0 0,1 0 0,0 0 0,-1 1 0,1-1 0,0 0 0,-1 0 0,-4 12 0,3 18 0,4-14 0,1 0 0,0 0 0,1-1 0,0 1 0,10 18 0,39 72 0,-34-72 0,24 62 0,-42-95 0,-1 0 0,1 0 0,-1 0 0,0 0 0,1 0 0,-1 1 0,0-1 0,0 0 0,0 0 0,0 1 0,0-1 0,0 0 0,0 0 0,0 0 0,0 1 0,-1-1 0,1 0 0,-1 0 0,1 0 0,0 0 0,-1 0 0,0 0 0,0 2 0,0-3 0,0 1 0,0 0 0,0 0 0,0-1 0,-1 1 0,1-1 0,0 1 0,0-1 0,-1 1 0,1-1 0,0 0 0,0 0 0,-1 0 0,1 1 0,0-1 0,-1 0 0,1-1 0,0 1 0,-1 0 0,1 0 0,-2-1 0,-13-3 0,0-1 0,0 0 0,1-1 0,0-1 0,0 0 0,1-1 0,-1-1 0,2 0 0,-1-1 0,-22-21 0,34 28 0,0 1 0,0 0 0,0-1 0,1 1 0,-1-1 0,1 1 0,-1-1 0,1 0 0,0 0 0,0 1 0,0-1 0,0 0 0,1 0 0,-1 0 0,1 0 0,0 0 0,0 0 0,0 0 0,0 0 0,0 0 0,1 0 0,0 0 0,-1 0 0,1 0 0,0 0 0,0 0 0,0 1 0,1-1 0,-1 0 0,1 1 0,-1-1 0,1 1 0,0-1 0,0 1 0,0 0 0,0 0 0,1 0 0,2-2 0,9-5 0,0 1 0,0 0 0,1 1 0,17-6 0,64-16 0,-5 3 0,-57 14 0,59-23 0,-81 30 0,-1-1 0,0 0 0,0-1 0,0 0 0,15-14 0,-24 20 0,0-1 0,0 0 0,0 0 0,0-1 0,-1 1 0,1 0 0,-1 0 0,1-1 0,-1 1 0,0-1 0,0 0 0,0 1 0,0-1 0,0 0 0,-1 1 0,1-1 0,-1 0 0,0 0 0,0 1 0,0-1 0,0 0 0,0 0 0,0 0 0,-1 1 0,0-1 0,0-3 0,-2 1 0,1 0 0,-1 0 0,1 0 0,-2 1 0,1-1 0,0 1 0,-1 0 0,0 0 0,0 0 0,0 0 0,0 1 0,-6-4 0,-1 0 0,0 1 0,0 0 0,-1 0 0,-15-4 0,20 8 0,1 0 0,-1 0 0,0 1 0,1 0 0,-1 0 0,0 1 0,0 0 0,1 0 0,-13 2 0,16-1 0,1-1 0,0 1 0,0 0 0,-1 0 0,1 0 0,0 0 0,0 0 0,0 0 0,0 1 0,0-1 0,0 1 0,1-1 0,-1 1 0,0 0 0,1-1 0,-1 1 0,-1 3 0,1-1 0,1 0 0,-1 0 0,1 0 0,-1 0 0,1 0 0,0 0 0,1 0 0,-1 0 0,1 6 0,0-1 0,0-1 0,1 1 0,0 0 0,1-1 0,0 1 0,0-1 0,0 1 0,1-1 0,5 9 0,-2-7 0,0 1 0,1-1 0,0 0 0,1 0 0,0-1 0,0 0 0,1-1 0,0 1 0,0-2 0,1 1 0,0-2 0,1 1 0,0-1 0,0-1 0,0 0 0,0 0 0,1-1 0,-1-1 0,1 0 0,0 0 0,19 1 0,-17-3 0,0-1 0,0 0 0,0-1 0,1 0 0,24-6 0,-35 6 0,-1 0 0,1-1 0,-1 1 0,0 0 0,1-1 0,-1 0 0,0 0 0,0 0 0,0 0 0,0 0 0,-1-1 0,1 1 0,-1-1 0,1 0 0,-1 0 0,0 0 0,0 0 0,0 0 0,0 0 0,-1 0 0,1-1 0,-1 1 0,0-1 0,0 1 0,0-1 0,-1 1 0,1-8 0,0 5 0,-1 0 0,0 1 0,0-1 0,-1 0 0,0 0 0,0 1 0,0-1 0,-1 0 0,0 1 0,0-1 0,0 1 0,-1 0 0,0 0 0,-3-6 0,12 19 0,0-1 0,1 1 0,0-2 0,0 1 0,0-1 0,1 0 0,0-1 0,0 0 0,1 0 0,-1-1 0,1 0 0,0 0 0,0-1 0,1 0 0,-1-1 0,0 0 0,1 0 0,-1-1 0,17 0 0,261-2 0,-280 1 0,1-1 0,-1 1 0,1-2 0,-1 1 0,1-1 0,-1 0 0,0 0 0,0-1 0,0 0 0,-1-1 0,1 1 0,-1-1 0,1 0 0,-1-1 0,0 0 0,10-10 0,-13 11 0,1-1 0,-1 1 0,1-1 0,-1 0 0,-1 0 0,1 0 0,-1 0 0,0 0 0,0-1 0,0 1 0,-1-1 0,1 1 0,-2-1 0,1 0 0,0 1 0,-1-1 0,0 0 0,-1 1 0,1-1 0,-1 0 0,0 1 0,-3-11 0,3 13 0,0 1 0,0 0 0,0 0 0,0 0 0,0 0 0,0 0 0,-1 0 0,1 0 0,0 0 0,-1 0 0,0 1 0,1-1 0,-1 0 0,0 1 0,0 0 0,-4-3 0,5 4 0,0-1 0,-1 1 0,1 0 0,0 0 0,0 0 0,-1 0 0,1 0 0,0 0 0,0 0 0,-1 0 0,1 0 0,0 1 0,0-1 0,-1 0 0,1 1 0,0-1 0,0 1 0,0-1 0,0 1 0,0 0 0,0-1 0,0 1 0,0 0 0,0 0 0,0 0 0,0 0 0,0 0 0,0 0 0,1 0 0,-1 0 0,0 0 0,0 2 0,-2 3 0,0 1 0,0-1 0,1 0 0,0 1 0,0-1 0,1 1 0,-1 0 0,1-1 0,1 1 0,0 0 0,0 0 0,0-1 0,0 1 0,1 0 0,0 0 0,1-1 0,0 1 0,4 11 0,-4-13 0,0 0 0,1 0 0,-1 0 0,1 0 0,0 0 0,0-1 0,0 0 0,1 1 0,0-1 0,0 0 0,0-1 0,0 1 0,0-1 0,1 0 0,-1 0 0,1 0 0,0-1 0,0 1 0,0-1 0,0 0 0,0-1 0,1 1 0,8 0 0,30-1 0,0-2 0,0-1 0,49-11 0,-38 6 0,67-2 0,-76 10 0,30 0 0,-68-1 0,0-1 0,1 0 0,-1-1 0,0 0 0,0 0 0,13-5 0,-19 6 0,1-1 0,-1 1 0,0 0 0,1 0 0,-1-1 0,0 1 0,0-1 0,0 0 0,0 0 0,0 0 0,-1 0 0,1 0 0,-1 0 0,1 0 0,-1 0 0,1-1 0,-1 1 0,0 0 0,0-1 0,1-3 0,-2 1 0,0 0 0,0 1 0,0-1 0,0 0 0,0 0 0,-1 1 0,0-1 0,0 1 0,-1-1 0,-2-6 0,1 3-124,0 1 0,0 0 0,-1 0 0,0 0 0,0 1 0,-1-1-1,0 1 1,0 0 0,0 0 0,-13-9 0,6 6-6702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46.8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237 557 24575,'-28'-12'0,"5"1"0,-1 1 0,0 2 0,0 0 0,-35-5 0,57 12 0,0 1 0,0 0 0,0 0 0,-1 0 0,1 0 0,0 0 0,0 0 0,0 1 0,0-1 0,0 1 0,0-1 0,-1 1 0,1 0 0,1 0 0,-1 0 0,0 0 0,0 0 0,0 0 0,0 0 0,-2 3 0,3-2 0,0-1 0,0 1 0,0 0 0,0 0 0,0 0 0,0 0 0,1 0 0,-1 0 0,0 0 0,1 0 0,0 0 0,0 1 0,-1-1 0,1 0 0,0 0 0,1 0 0,-1 0 0,0 1 0,1-1 0,0 2 0,2 5 0,0 0 0,1 0 0,0-1 0,1 0 0,0 1 0,0-2 0,1 1 0,-1-1 0,2 0 0,-1 0 0,1 0 0,0-1 0,1 0 0,-1 0 0,15 7 0,-18-11 0,0-1 0,-1 1 0,1-1 0,0 0 0,0 0 0,0 0 0,0 0 0,1-1 0,-1 0 0,0 0 0,0 0 0,0 0 0,0 0 0,0-1 0,0 0 0,0 0 0,0 0 0,0 0 0,0-1 0,0 0 0,5-3 0,-5 2 0,0 0 0,0 0 0,0 0 0,0-1 0,-1 1 0,0-1 0,0 0 0,0 0 0,0 0 0,-1-1 0,1 1 0,-1-1 0,0 1 0,0-1 0,-1 0 0,1 0 0,0-7 0,-1-23 0,-1 26 0,1 13 0,0 2 0,0 0 0,0-1 0,0 1 0,1 0 0,0 0 0,0-1 0,1 1 0,-1-1 0,1 0 0,0 0 0,1 0 0,-1 0 0,1-1 0,0 1 0,0-1 0,8 7 0,-6-7 0,0 1 0,1-1 0,-1 0 0,1-1 0,0 0 0,0 0 0,0 0 0,0-1 0,0 0 0,1 0 0,-1-1 0,14 1 0,-17-1 0,1-1 0,-1 0 0,1 0 0,-1-1 0,0 1 0,1-1 0,-1 0 0,0 0 0,0-1 0,0 1 0,0-1 0,0 0 0,0 0 0,0 0 0,0 0 0,-1-1 0,1 0 0,-1 1 0,0-1 0,0 0 0,0-1 0,0 1 0,0-1 0,-1 1 0,1-1 0,-1 0 0,2-4 0,0-2 0,-1 0 0,0 0 0,0 0 0,-1 0 0,-1 0 0,1 0 0,-2-1 0,1 1 0,-1 0 0,-3-16 0,-1-1 0,-1 0 0,-15-45 0,2 18 0,-35-70 0,38 94 0,-1 1 0,-2 0 0,-36-44 0,50 69 0,2 1 0,0 0 0,-1 1 0,1-1 0,-1 0 0,0 1 0,1-1 0,-1 1 0,0 0 0,-1 0 0,1 0 0,-5-2 0,7 4 0,1 0 0,-1 0 0,1 0 0,0 0 0,-1 0 0,1 0 0,-1 0 0,1 0 0,0 0 0,-1 0 0,1 0 0,-1 0 0,1 0 0,-1 0 0,1 0 0,0 0 0,-1 0 0,1 1 0,0-1 0,-1 0 0,1 0 0,0 0 0,-1 1 0,1-1 0,0 0 0,-1 1 0,1-1 0,-4 14 0,6 16 0,-2-28 0,5 18 0,0 0 0,1-1 0,0 1 0,2-1 0,14 25 0,58 88 0,-77-127 0,161 208-432,-134-177-501,-21-24-5893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48.8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0 24575,'-3'3'0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48.9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49.5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24575,'6'51'0,"2"-1"0,3 0 0,2-1 0,1-1 0,3 0 0,2-1 0,30 53 0,37 82-1365,-82-171-5461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49.7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343 30 24575,'-27'-5'0,"-14"-1"0,-2 0 0,1 1 0,2 1 0,7 2 0,5 1 0,6 3 0,4 1 0,2 3 0,2 0 0,3 1 0,4 3 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0.0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160 71 24575,'-22'-5'0,"7"2"0,0 0 0,-1 1 0,1 1 0,-1 0 0,-17 2 0,32-1 0,-1 0 0,1 0 0,0 0 0,-1 0 0,1 1 0,0-1 0,-1 0 0,1 1 0,0-1 0,-1 1 0,1 0 0,0-1 0,0 1 0,0 0 0,0 0 0,0 0 0,0 0 0,0-1 0,0 1 0,-1 2 0,2-2 0,-1 0 0,1 0 0,0 0 0,0 0 0,0 0 0,0 0 0,0 1 0,0-1 0,0 0 0,0 0 0,0 0 0,0 0 0,1 0 0,-1 0 0,1 0 0,-1 0 0,0 0 0,1 0 0,0 0 0,-1 0 0,1 0 0,0 0 0,0 1 0,7 7 0,-1 0 0,1-1 0,1 0 0,0-1 0,0 0 0,16 10 0,-5-5 0,1-2 0,29 11 0,-45-19 0,7 3 0,1-1 0,0 0 0,0-1 0,18 3 0,-28-6 0,0 0 0,-1 0 0,1 0 0,0 0 0,0-1 0,0 1 0,-1-1 0,1 1 0,0-1 0,0 0 0,4-3 0,-6 3 0,1 0 0,-1 0 0,1 0 0,-1-1 0,0 1 0,1-1 0,-1 1 0,0-1 0,0 1 0,0-1 0,0 0 0,0 1 0,-1-1 0,1 0 0,0 0 0,-1 0 0,0 1 0,1-1 0,-1-3 0,0 0 0,0 0 0,0 0 0,-1 0 0,0 0 0,0 0 0,0 1 0,0-1 0,-1 0 0,0 1 0,0-1 0,0 1 0,-1-1 0,1 1 0,-1 0 0,0 0 0,-5-5 0,-3-3 0,0 0 0,-1 1 0,-23-16 0,25 20-273,-1 1 0,0 0 0,0 0 0,-17-5 0,14 7-6553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0.8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152 38 24575,'-5'1'0,"-19"3"0,-26 9 0,45-12 0,-1 1 0,0 0 0,1 1 0,0 0 0,-1 0 0,1 0 0,1 0 0,-1 1 0,0-1 0,-4 6 0,8-8 0,0 1 0,0-1 0,0 0 0,0 0 0,0 1 0,0-1 0,0 1 0,1-1 0,-1 1 0,1-1 0,-1 1 0,1-1 0,-1 1 0,1-1 0,0 1 0,0-1 0,0 1 0,0 0 0,0-1 0,0 3 0,1-2 0,0 0 0,0 0 0,0 0 0,0 1 0,0-1 0,0 0 0,1 0 0,-1-1 0,0 1 0,1 0 0,0 0 0,2 1 0,5 4 0,1 0 0,0 0 0,0-2 0,15 7 0,-20-9 0,4 1 0,1-1 0,0 1 0,-1-1 0,1-1 0,1 0 0,13 1 0,-19-3 0,-1 0 0,1 1 0,0-2 0,-1 1 0,1 0 0,-1-1 0,1 0 0,-1 0 0,1 0 0,-1-1 0,0 0 0,1 1 0,-1-1 0,0-1 0,0 1 0,5-5 0,-7 5 0,0 1 0,-1-1 0,1-1 0,0 1 0,-1 0 0,0 0 0,1 0 0,-1-1 0,0 1 0,0-1 0,0 1 0,0-1 0,-1 1 0,1-1 0,-1-3 0,1 1 0,-2 1 0,1-1 0,0 1 0,-1-1 0,0 1 0,0-1 0,0 1 0,-3-6 0,-3-5 0,-1 1 0,0 0 0,-19-24 0,25 36 0,0 0 0,1 0 0,-1 0 0,0 0 0,0 0 0,0 0 0,0 1 0,-1-1 0,1 0 0,0 1 0,-4-2 0,5 3 0,1 0 0,-1 0 0,1 0 0,-1-1 0,1 1 0,-1 0 0,1 0 0,-1 0 0,1 0 0,-1 0 0,1 0 0,-1 0 0,1 1 0,-1-1 0,1 0 0,-1 0 0,1 0 0,-1 0 0,1 1 0,-1-1 0,1 0 0,-1 1 0,0 0 0,0 0 0,1-1 0,-1 1 0,1 0 0,-1 0 0,1 0 0,-1 0 0,1 0 0,0 0 0,-1 0 0,1 0 0,0 0 0,0 0 0,0 1 0,0 0 0,0 4 0,0-1 0,1 0 0,0 0 0,0 0 0,0 0 0,1-1 0,0 1 0,0 0 0,0 0 0,0-1 0,1 0 0,3 6 0,5 5 0,0-1 0,14 14 0,-14-17-170,0-1-1,1 0 0,0 0 1,1-1-1,0-1 0,0 0 1,20 8-1,-21-11-6655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1.2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43 24575,'7'7'0,"-1"0"0,9 15 0,8 10 0,-12-20 0,0-1 0,0 0 0,1 0 0,1-1 0,0-1 0,16 10 0,-16-12 0,0 0 0,21 9 0,-31-14 0,0-1 0,0 0 0,0 0 0,0-1 0,0 1 0,1-1 0,-1 1 0,0-1 0,0 0 0,0 0 0,1-1 0,-1 1 0,4-1 0,-7 1 0,1-1 0,0 1 0,0 0 0,0-1 0,0 1 0,-1-1 0,1 1 0,0-1 0,0 1 0,-1-1 0,1 0 0,0 1 0,-1-1 0,1 0 0,-1 1 0,1-1 0,-1 0 0,1 0 0,-1 0 0,1 0 0,-1 1 0,1-3 0,-1 1 0,0 0 0,0 0 0,0 0 0,0 0 0,0 0 0,0 0 0,0 0 0,-1 0 0,0-4 0,-3-3 0,0 0 0,0 1 0,-7-12 0,9 16 0,-21-37-25,10 18-645,-28-39 0,31 50-6156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1.7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58 148 24575,'-5'-9'0,"0"0"0,-9-11 0,13 20 0,1-1 0,0 1 0,0-1 0,-1 1 0,1 0 0,0-1 0,-1 1 0,1 0 0,0-1 0,-1 1 0,1 0 0,0 0 0,-1-1 0,1 1 0,-1 0 0,1 0 0,-1 0 0,1 0 0,-1 0 0,1-1 0,0 1 0,-1 0 0,1 0 0,-1 0 0,1 0 0,-1 0 0,1 0 0,-1 0 0,0 1 0,0-1 0,0 1 0,1-1 0,-1 1 0,0 0 0,0-1 0,1 1 0,-1 0 0,0 0 0,1-1 0,-1 1 0,0 0 0,0 2 0,-1 1 0,0 0 0,1 0 0,-1 0 0,1 1 0,-1 4 0,2-4 0,0-1 0,0 1 0,0 0 0,1-1 0,0 1 0,-1-1 0,2 0 0,-1 1 0,0-1 0,1 0 0,0 0 0,0 0 0,0 0 0,1 0 0,-1 0 0,1 0 0,0-1 0,0 1 0,0-1 0,1 0 0,-1 0 0,1 0 0,3 2 0,3 2 0,1-1 0,-1 0 0,1-1 0,0 0 0,1-1 0,-1 0 0,20 4 0,-25-7 0,-1 0 0,1-1 0,-1 0 0,1 0 0,-1 0 0,1 0 0,-1-1 0,1 0 0,-1 0 0,0-1 0,1 0 0,-1 1 0,0-2 0,6-2 0,-8 3 0,0 0 0,0 0 0,0 0 0,-1 0 0,1-1 0,-1 1 0,1-1 0,-1 0 0,0 1 0,0-1 0,0 0 0,0 0 0,0-1 0,-1 1 0,1 0 0,-1-1 0,0 1 0,0 0 0,0-1 0,-1 1 0,1-1 0,-1-6 0,0 2 0,-1 0 0,0 0 0,0 1 0,-1-1 0,0 1 0,-1-1 0,1 1 0,-1 0 0,-1 0 0,-7-12 0,2 6 0,-1 0 0,0 0 0,-2 1 0,-12-12 0,19 20-91,1 1 0,-1 0 0,1 0 0,-1 0 0,0 0 0,0 1 0,0 0 0,-1 0 0,1 0 0,0 1 0,-1 0 0,1 0 0,-1 0 0,-10 0 0,2 1-6735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2.0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24575,'9'18'0,"5"7"0,0 0 0,0-2 0,-2-2 0,1-5 0,-2-8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2.2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24575,'10'12'0,"3"7"0,2 2 0,-2 1 0,-3-4-8191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2.6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224 469 24575,'-23'-17'0,"-50"-36"0,63 47 0,0 0 0,-1 0 0,0 1 0,-1 0 0,-12-3 0,23 8 0,-1-1 0,1 1 0,-1 0 0,1-1 0,-1 1 0,0 0 0,1 0 0,-1 0 0,1 0 0,-1 0 0,1 0 0,-1 1 0,0-1 0,1 1 0,-1-1 0,1 1 0,0-1 0,-1 1 0,1 0 0,-1-1 0,-1 3 0,2-2 0,-1 1 0,1 0 0,0 0 0,-1-1 0,1 1 0,0 0 0,0 0 0,1 0 0,-1 0 0,0 1 0,1-1 0,-1 0 0,0 4 0,1 4 0,-1 1 0,2 0 0,-1 0 0,2 0 0,2 11 0,-2-12 0,1 0 0,0-1 0,0 1 0,1-1 0,1 0 0,0 0 0,0-1 0,0 1 0,1-1 0,0 0 0,1-1 0,0 1 0,10 7 0,-13-11 0,0-1 0,1 1 0,0-1 0,0 0 0,0-1 0,0 1 0,0-1 0,0 0 0,0 0 0,1-1 0,-1 1 0,1-1 0,-1-1 0,1 1 0,0-1 0,-1 0 0,1 0 0,0 0 0,-1-1 0,1 0 0,-1 0 0,1 0 0,-1-1 0,11-4 0,-12 4 0,1-1 0,-1 1 0,0-1 0,1 0 0,-1 0 0,-1 0 0,1-1 0,0 1 0,-1-1 0,0 0 0,1 0 0,-2 0 0,1 0 0,0-1 0,2-6 0,-3 4 0,1-1 0,-1 0 0,-1 0 0,0 0 0,0 0 0,0 0 0,-1 0 0,0 0 0,-2-9 0,-1-9 0,-2 1 0,-1-1 0,-1 1 0,-1 1 0,-2 0 0,-20-41 0,-3 8 0,-58-77 0,83 124 0,4 2 0,-1 1 0,-1 0 0,1 0 0,-1 1 0,-1 0 0,1 0 0,-9-6 0,15 12 0,0 0 0,0 0 0,0 0 0,-1 0 0,1 0 0,0 0 0,0 0 0,-1 0 0,1 0 0,0-1 0,0 1 0,0 0 0,-1 0 0,1 0 0,0 0 0,0 1 0,-1-1 0,1 0 0,0 0 0,0 0 0,-1 0 0,1 0 0,0 0 0,0 0 0,0 0 0,-1 0 0,1 0 0,0 1 0,0-1 0,0 0 0,0 0 0,-1 0 0,1 0 0,0 1 0,0-1 0,0 0 0,0 0 0,0 0 0,-1 1 0,1-1 0,0 0 0,0 0 0,0 0 0,0 1 0,0-1 0,0 0 0,0 0 0,0 1 0,0-1 0,0 0 0,0 14 0,3 14 0,3-1 0,0 1 0,2-1 0,13 34 0,3 9 0,-7-20-682,37 75-1,-42-101-6143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3.4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224 5 24575,'-8'-1'0,"-20"-1"0,-45 1 0,66 1 0,0 0 0,0 1 0,0 1 0,-1-1 0,1 1 0,1 0 0,-1 0 0,0 1 0,0 0 0,1 0 0,-10 7 0,14-8 0,0-1 0,0 1 0,1-1 0,-1 1 0,1 0 0,-1-1 0,1 1 0,0 0 0,-1 0 0,1 0 0,0 0 0,0 0 0,1 0 0,-1 0 0,0 1 0,1-1 0,-1 4 0,1-3 0,0 0 0,0 1 0,1-1 0,-1 0 0,1 0 0,0 0 0,-1 0 0,2-1 0,-1 1 0,0 0 0,3 5 0,0-2 0,1-1 0,-1 1 0,1-1 0,0 1 0,0-2 0,0 1 0,1 0 0,0-1 0,0 0 0,9 5 0,-7-6 0,0-1 0,0 1 0,0-1 0,0-1 0,0 1 0,1-2 0,-1 1 0,9-1 0,-11 0 0,0 0 0,0-1 0,0 0 0,0 0 0,-1 0 0,1-1 0,0 0 0,-1 0 0,1 0 0,-1 0 0,0-1 0,6-4 0,-8 4 0,0 1 0,-1-1 0,1-1 0,-1 1 0,0 0 0,1 0 0,-1-1 0,-1 0 0,1 1 0,0-1 0,-1 0 0,0 1 0,0-1 0,0 0 0,0 0 0,0-8 0,-1 4 0,0 0 0,0 0 0,-1 0 0,0 0 0,-1 0 0,1 0 0,-5-11 0,6 18 0,-1 0 0,1 0 0,0 1 0,-1-1 0,1 0 0,0 0 0,-1 0 0,1 1 0,-1-1 0,0 0 0,1 0 0,-1 1 0,0-1 0,1 1 0,-1-1 0,0 0 0,1 1 0,-2-1 0,1 1 0,1 0 0,0 0 0,0 0 0,0 0 0,0 0 0,0 0 0,-1 0 0,1 0 0,0 0 0,0 0 0,0 0 0,0 0 0,0 0 0,0 0 0,-1 0 0,1 0 0,0 0 0,0 1 0,0-1 0,0 0 0,0 0 0,0 0 0,0 0 0,-1 0 0,1 0 0,0 0 0,0 1 0,0-1 0,0 0 0,0 0 0,0 0 0,0 0 0,0 0 0,0 1 0,0-1 0,1 12 0,1-7 0,0-1 0,0 1 0,0 0 0,1 0 0,-1-1 0,1 0 0,1 1 0,-1-1 0,0 0 0,1-1 0,0 1 0,5 3 0,0 1 0,1-1 0,0-1 0,0 0 0,16 7 0,4-2-1365,-18-7-5461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4.0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247 673 24575,'-1'-47'0,"-2"0"0,-2 1 0,-2-1 0,-2 1 0,-2 1 0,-2 0 0,-2 1 0,-2 0 0,-2 1 0,-2 1 0,-33-52 0,39 71 0,9 12 0,-1 0 0,0 1 0,-12-14 0,19 24 0,-1 0 0,1 0 0,0-1 0,0 1 0,0 0 0,-1-1 0,1 1 0,0 0 0,0 0 0,-1 0 0,1-1 0,0 1 0,0 0 0,-1 0 0,1 0 0,0 0 0,-1-1 0,1 1 0,0 0 0,0 0 0,-1 0 0,1 0 0,0 0 0,-1 0 0,1 0 0,0 0 0,-1 0 0,1 0 0,0 0 0,-1 0 0,1 0 0,0 0 0,-1 0 0,1 1 0,0-1 0,-1 0 0,1 0 0,0 0 0,0 0 0,-1 1 0,1-1 0,0 0 0,0 0 0,-1 0 0,1 1 0,0-1 0,0 0 0,0 0 0,-1 1 0,1-1 0,0 0 0,0 1 0,0-1 0,0 0 0,0 1 0,0-1 0,-1 0 0,1 1 0,0-1 0,0 1 0,-2 22 0,3 1 0,2-1 0,0 1 0,2-1 0,1 1 0,10 26 0,50 109 0,-65-158 0,12 29 0,4 7 0,0 0 0,36 52 0,-47-80 0,0 0 0,1-1 0,0 1 0,1-2 0,0 1 0,0-1 0,1 0 0,-1-1 0,2 0 0,-1 0 0,0-1 0,1 0 0,0-1 0,16 5 0,-23-8 0,0 0 0,0-1 0,-1 1 0,1-1 0,0 0 0,0 0 0,-1 0 0,1 0 0,0-1 0,0 1 0,-1-1 0,1 1 0,0-1 0,-1 0 0,1 0 0,-1 0 0,4-2 0,-3 0 0,0 1 0,0-1 0,0 0 0,0 0 0,-1 0 0,1 0 0,-1 0 0,1 0 0,-1-1 0,3-5 0,-1-3 0,1-1 0,-2 1 0,1 0 0,-2-1 0,0 0 0,1-18 0,-3-71 0,2 117 0,0-1 0,1 0 0,0 1 0,7 14 0,1 1 0,18 33 0,-27-59 12,0 0 0,1 0 0,0 0 0,-1-1 0,2 0 0,-1 1 0,0-1 0,0 0 0,7 4 0,-9-7-23,0 1 1,0-1-1,0 1 1,0-1-1,0 1 1,0-1-1,0 0 0,0 1 1,0-1-1,0 0 1,0 0-1,0 0 0,0 0 1,0 0-1,0 0 1,0 0-1,0 0 1,2-1-1,-2 0-50,0 1 0,0-1 0,0 0-1,0 0 1,0 1 0,-1-1 0,1 0 0,0 0 0,0 0 0,-1 0-1,1 0 1,0 0 0,-1 0 0,1 0 0,-1-1 0,0 1 0,1 0-1,-1 0 1,0 0 0,1-2 0,0-8-6765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4.2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24575,'0'12'0,"0"7"0,0 4 0,2 2 0,1-2 0,0 1 0,2-4 0,0-6-8191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4.6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136 74 24575,'-9'-9'0,"-4"-4"0,-20-17 0,30 28 0,0-1 0,-1 1 0,1 0 0,-1 0 0,1 0 0,-1 1 0,0-1 0,1 1 0,-1 0 0,0 0 0,0 0 0,-6 0 0,9 1 0,0 0 0,0 0 0,-1 0 0,1 1 0,0-1 0,0 1 0,0-1 0,0 1 0,0-1 0,0 1 0,-1-1 0,1 1 0,0 0 0,1 0 0,-1-1 0,0 1 0,0 0 0,0 0 0,0 0 0,1 0 0,-1 0 0,0 0 0,1 0 0,-1 1 0,1-1 0,-1 0 0,1 0 0,0 0 0,-1 0 0,1 1 0,0-1 0,0 0 0,0 2 0,-1 6 0,1 0 0,0 0 0,2 13 0,-2-18 0,2 8 0,-1 0 0,2 0 0,0 0 0,0-1 0,2 1 0,-1-1 0,1 0 0,1 0 0,6 10 0,-8-14 0,1-1 0,0 1 0,0-1 0,0-1 0,1 1 0,0-1 0,0 0 0,1 0 0,-1 0 0,1-1 0,0 0 0,0-1 0,0 1 0,14 3 0,-19-6 0,0-1 0,1 1 0,-1-1 0,0 1 0,0-1 0,0 0 0,0 0 0,1 0 0,-1 0 0,0 0 0,0-1 0,0 1 0,0 0 0,0-1 0,1 0 0,-1 0 0,0 1 0,0-1 0,-1 0 0,1-1 0,0 1 0,0 0 0,0 0 0,-1-1 0,1 1 0,-1-1 0,1 0 0,-1 1 0,1-1 0,-1 0 0,0 0 0,0 0 0,0 0 0,0 0 0,0 0 0,-1 0 0,1 0 0,0-3 0,1-3 0,-1 0 0,0 0 0,0 0 0,0 0 0,-1-1 0,-1 1 0,1 0 0,-1 0 0,-2-9 0,1 10 0,1 0 0,-1 1 0,-1-1 0,1 0 0,-1 1 0,0-1 0,-8-11 0,11 18 0,0 0 0,0 0 0,0 0 0,0 0 0,-1-1 0,1 1 0,0 0 0,0 0 0,0 0 0,0 0 0,0 0 0,-1-1 0,1 1 0,0 0 0,0 0 0,0 0 0,-1 0 0,1 0 0,0 0 0,0 0 0,0 0 0,-1 0 0,1 0 0,0 0 0,0 0 0,0 0 0,-1 0 0,1 0 0,0 0 0,0 0 0,0 0 0,-1 0 0,1 0 0,0 0 0,0 0 0,0 0 0,-1 0 0,-3 9 0,2 12 0,4-2 37,0-1-1,9 35 1,1-1-1512,-10-39-5351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5.2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310 1 24575,'-6'8'0,"0"0"0,1 0 0,0 1 0,0-1 0,1 1 0,1 1 0,-1-1 0,1 0 0,1 1 0,0 0 0,0-1 0,1 1 0,0 0 0,0 0 0,1 0 0,1 0 0,0 0 0,0-1 0,1 1 0,0 0 0,1-1 0,0 1 0,0-1 0,1 0 0,9 16 0,23 30 0,13 21 0,-49-75 0,1 0 0,-1 0 0,1 0 0,-1-1 0,1 1 0,-1 0 0,1 0 0,-1 0 0,0 0 0,0 0 0,0 0 0,1 0 0,-1 0 0,0 0 0,0 0 0,0 0 0,0 0 0,0-1 0,-1 1 0,1 0 0,0 0 0,0 0 0,-1 0 0,1 0 0,-1 2 0,0-3 0,0 1 0,-1 0 0,1 0 0,0-1 0,0 1 0,0-1 0,-1 1 0,1-1 0,0 1 0,0-1 0,-1 0 0,1 1 0,0-1 0,-1 0 0,1 0 0,0 0 0,-1 0 0,-1-1 0,-8-1 0,0 0 0,0-1 0,0 0 0,0-1 0,1 0 0,-19-10 0,5 2 0,-37-15-67,9 5-582,-62-37 0,106 54-6177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5.4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1 24575,'-3'12'0,"0"7"0,0 2 0,3 1 0,1-2 0,4-4 0,0-5-8191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5.9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24575,'5'18'0,"3"16"0,21 56 0,-24-79 0,0 0 0,0-1 0,1 0 0,1 0 0,-1-1 0,1 0 0,1 0 0,0 0 0,11 8 0,9 4 0,1-1 0,0-2 0,41 18 0,-69-35 0,0-1 0,0 1 0,0-1 0,0 1 0,0-1 0,0 0 0,0 1 0,0-1 0,0 0 0,0 0 0,0 0 0,0 1 0,0-1 0,0 0 0,0 0 0,0-1 0,0 1 0,0 0 0,0 0 0,0 0 0,0-1 0,2 0 0,-3 0 0,1 0 0,0 0 0,0 0 0,-1 0 0,1 0 0,0 0 0,-1 0 0,1 0 0,-1-1 0,1 1 0,-1 0 0,0 0 0,0 0 0,1-1 0,-1 1 0,0 0 0,0-1 0,0 0 0,0-2 0,0-1 0,0 1 0,1 0 0,0 0 0,0 0 0,0 0 0,0 0 0,0 0 0,1 0 0,0 0 0,3-5 0,-3 7 0,-1 1 0,1-1 0,-1 1 0,1-1 0,-1 1 0,1 0 0,0 0 0,-1 0 0,1 0 0,0 0 0,0 0 0,0 0 0,0 1 0,0-1 0,0 0 0,0 1 0,0 0 0,0 0 0,0-1 0,0 1 0,0 0 0,0 1 0,0-1 0,0 0 0,4 2 0,6 2 0,0 0 0,0 1 0,-1 1 0,0 0 0,0 0 0,18 15 0,-11-9 0,-7-4 0,3 2 0,1-1 0,0 0 0,24 10 0,-37-18-62,0-1 0,-1 1 0,1-1 0,0 1 0,0-1 0,-1 0 0,1 0 0,0 0 0,0 0 0,0 0 0,-1 0 0,1 0-1,0-1 1,0 1 0,-1-1 0,1 1 0,0-1 0,-1 0 0,1 1 0,-1-1 0,3-2 0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6.5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328 29 24575,'-5'-3'0,"-4"-3"0,-1 1 0,-14-5 0,22 9 0,0 0 0,0 0 0,0 1 0,0-1 0,0 1 0,-1 0 0,1-1 0,0 1 0,0 0 0,0 0 0,0 0 0,-1 1 0,1-1 0,0 0 0,0 1 0,0-1 0,0 1 0,-3 1 0,3 0 0,1-1 0,0 0 0,-1 1 0,1-1 0,0 1 0,0-1 0,0 1 0,0-1 0,0 1 0,1 0 0,-1 0 0,0-1 0,1 1 0,-1 0 0,1 0 0,0 0 0,-1 0 0,1 0 0,0-1 0,0 1 0,0 0 0,1 0 0,0 3 0,0 2 0,0 0 0,1 0 0,0 0 0,5 12 0,-2-8 0,0 0 0,1-1 0,0 0 0,10 12 0,-14-19 0,1-1 0,-1 1 0,1 0 0,0-1 0,0 0 0,0 0 0,6 4 0,-7-5 0,0-1 0,-1 1 0,1-1 0,0 1 0,0-1 0,0 1 0,0-1 0,-1 0 0,1 0 0,0 0 0,0 0 0,0 0 0,0-1 0,0 1 0,-1 0 0,4-2 0,-3 1 0,0 0 0,0-1 0,0 1 0,0 0 0,0-1 0,-1 0 0,1 1 0,0-1 0,-1 0 0,0 0 0,1 0 0,-1 0 0,0 0 0,0 0 0,0 0 0,0 0 0,0 0 0,-1-1 0,2-3 0,0-5 0,0 0 0,1-18 0,-3 24 0,0 0 0,0 0 0,0 0 0,0 0 0,-1 0 0,0 0 0,0 1 0,0-1 0,0 0 0,-1 0 0,0 1 0,0-1 0,-4-6 0,6 11 0,-1-1 0,1 1 0,0 0 0,0 0 0,0-1 0,0 1 0,-1 0 0,1 0 0,0 0 0,0 0 0,0-1 0,-1 1 0,1 0 0,0 0 0,0 0 0,-1 0 0,1 0 0,0 0 0,0 0 0,-1 0 0,1 0 0,0 0 0,-1 0 0,1 0 0,0 0 0,0 0 0,-1 0 0,1 0 0,0 0 0,0 0 0,-1 0 0,1 0 0,-1 0 0,-5 9 0,-1 13 0,2 17 0,2 0 0,4 73 0,0-47 0,9 269 0,-7-297 0,-1-18 0,-1 0 0,0 0 0,-1 0 0,-4 28 0,4-45 0,-1 0 0,1 0 0,-1 0 0,1-1 0,-1 1 0,0 0 0,0 0 0,0 0 0,0 0 0,0-1 0,0 1 0,0 0 0,-1-1 0,1 1 0,0-1 0,-1 0 0,1 1 0,-1-1 0,0 0 0,-2 2 0,1-2 0,0 0 0,0-1 0,0 1 0,0-1 0,0 1 0,0-1 0,0 0 0,0 0 0,0 0 0,0 0 0,0-1 0,-4 0 0,-7-4 0,-1 0 0,1 0 0,0-1 0,-17-11 0,30 17 0,-21-13 0,0-1 0,1 0 0,1-1 0,0-2 0,1 0 0,-20-23 0,37 38 0,0-1 0,0 1 0,1-1 0,-1 1 0,0-1 0,1 1 0,0-1 0,0 0 0,-1 0 0,2 0 0,-1 1 0,0-1 0,1 0 0,-1 0 0,1 0 0,0 0 0,0-6 0,1 6 0,-1 1 0,1 0 0,0 0 0,0-1 0,0 1 0,0 0 0,1 0 0,-1 0 0,1 0 0,-1 0 0,1 1 0,-1-1 0,1 0 0,0 1 0,0-1 0,0 1 0,0-1 0,0 1 0,0 0 0,0 0 0,1 0 0,3-1 0,4-1 0,1 0 0,0 1 0,-1 0 0,1 1 0,20 0 0,54 6 0,-61-2-101,63 9-1163,-69-7-5562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8.7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3 119 24575,'-1'4'0,"1"0"0,-1 0 0,1 0 0,0 0 0,0 0 0,0 0 0,1 0 0,-1 0 0,1 0 0,0 0 0,0 0 0,1 0 0,-1 0 0,3 5 0,4 6 0,0-1 0,11 16 0,-13-22 0,0-1 0,1 0 0,-1 0 0,1-1 0,0 0 0,1 0 0,15 9 0,-19-12 0,0-1 0,0 0 0,1 0 0,0 0 0,-1 0 0,1-1 0,0 0 0,0 0 0,0 0 0,0 0 0,-1-1 0,1 0 0,0 0 0,0 0 0,0-1 0,9-1 0,-13 1 0,1 0 0,0 1 0,-1-1 0,1 0 0,-1 0 0,1 0 0,-1 0 0,0 0 0,1 0 0,-1-1 0,0 1 0,0 0 0,0-1 0,0 1 0,0-1 0,1-1 0,0 0 0,-1-1 0,1 0 0,-1 1 0,0-1 0,0 0 0,-1 1 0,1-6 0,-1 2 0,1-1 0,-2 1 0,1-1 0,-1 1 0,0 0 0,-1-1 0,-2-7 0,9 20 0,1-1 0,0 1 0,0-1 0,14 7 0,46 21 0,-56-28 0,0-1 0,0 0 0,0-1 0,0 0 0,0 0 0,0-1 0,1-1 0,-1 0 0,1 0 0,13-3 0,-21 3 0,1-1 0,0 0 0,-1 0 0,1 0 0,-1 0 0,0-1 0,1 1 0,-1-1 0,0 0 0,0 0 0,0 0 0,0 0 0,0-1 0,-1 1 0,1-1 0,-1 1 0,1-1 0,-1 0 0,0 0 0,0 0 0,0 0 0,-1-1 0,1 1 0,-1 0 0,1-1 0,-1 1 0,0-1 0,-1 1 0,1-1 0,-1 0 0,1 1 0,-1-6 0,-1 3 0,0 0 0,0 0 0,0 0 0,-1 0 0,0 0 0,0 0 0,0 0 0,-1 1 0,1-1 0,-1 1 0,-1 0 0,-7-10 0,1 3 0,-1 0 0,-1 0 0,-21-16 0,26 23-195,0 0 0,0 1 0,-1 0 0,1 0 0,-1 0 0,-15-4 0,6 4-6631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9.4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168 304 24575,'7'-16'0,"0"0"0,-1-1 0,-1 0 0,4-24 0,-9 35 0,1-1 0,-1 0 0,0 0 0,0 0 0,-1 0 0,0 1 0,0-1 0,0 0 0,-1 0 0,0 1 0,-1 0 0,1-1 0,-1 1 0,-5-8 0,1 4 0,0 0 0,-1 0 0,0 1 0,-9-9 0,13 14 0,1 1 0,-1 0 0,0 0 0,0 0 0,0 1 0,0-1 0,-1 1 0,1 0 0,0 0 0,-1 1 0,0-1 0,1 1 0,-7-1 0,9 2 0,0 0 0,0 1 0,0-1 0,1 0 0,-1 0 0,0 1 0,0-1 0,0 1 0,0 0 0,1-1 0,-1 1 0,0 0 0,1 0 0,-1 0 0,0 0 0,1 1 0,0-1 0,-1 0 0,1 1 0,0-1 0,-1 1 0,1-1 0,0 1 0,0-1 0,0 1 0,0 0 0,0 2 0,-3 5 0,1 0 0,0 1 0,-3 19 0,3-14 0,2-11 0,0 1 0,0-1 0,1 0 0,-1 1 0,1-1 0,0 1 0,0-1 0,0 0 0,1 1 0,-1-1 0,1 1 0,0-1 0,1 0 0,-1 0 0,1 0 0,0 0 0,0 0 0,0 0 0,0 0 0,1 0 0,-1-1 0,1 1 0,6 5 0,4 3 0,0-1 0,1-1 0,1 0 0,0-1 0,0 0 0,0-1 0,29 10 0,-22-12 0,-1 0 0,1-1 0,0-2 0,0 0 0,36 0 0,-29-3-107,-10 1-207,1-1-1,-1-1 1,37-6-1,-44 4-6511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1.0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25 103 24575,'-3'-3'0,"0"1"0,0-1 0,0 0 0,-1 1 0,-2-2 0,6 4 0,0 0 0,0 0 0,0 0 0,0 0 0,0 0 0,0 0 0,0 0 0,0 0 0,0 0 0,0 0 0,0 0 0,0 1 0,0-1 0,0 0 0,0 0 0,0 0 0,0 0 0,0 0 0,0 0 0,0 0 0,0 0 0,0 0 0,0 0 0,0 0 0,0 0 0,0 0 0,0 0 0,0 1 0,0-1 0,-1 0 0,1 0 0,0 0 0,0 0 0,0 0 0,0 0 0,0 0 0,0 0 0,0 0 0,0 0 0,0 0 0,0 0 0,0 0 0,0 0 0,0 0 0,0 0 0,0 0 0,0 0 0,-1 0 0,1 0 0,0 0 0,0 0 0,0 0 0,0 0 0,0 0 0,0 0 0,0 0 0,0 0 0,0 0 0,0 0 0,0 0 0,10 14 0,22 22 0,2 0 0,75 58 0,-108-92 0,1-1 0,-1 0 0,0 0 0,1-1 0,-1 1 0,1 0 0,-1 0 0,1-1 0,-1 1 0,1-1 0,0 1 0,-1-1 0,1 0 0,-1 0 0,1 0 0,0 1 0,2-2 0,-3 1 0,0-1 0,-1 1 0,1-1 0,0 1 0,0-1 0,0 0 0,-1 1 0,1-1 0,0 0 0,-1 0 0,1 0 0,0 1 0,-1-1 0,1 0 0,-1 0 0,1 0 0,-1 0 0,0 0 0,1 0 0,-1 0 0,0 0 0,0 0 0,0 0 0,0 0 0,0 0 0,0 0 0,0 0 0,0 0 0,0-2 0,-1-3 0,0-1 0,0 1 0,-1-1 0,0 1 0,0 0 0,-3-7 0,-5-17 0,9 29 0,1 1 0,0-1 0,0 1 0,0-1 0,0 1 0,-1-1 0,1 1 0,0-1 0,0 0 0,0 1 0,0-1 0,0 1 0,0-1 0,0 1 0,0-1 0,1 1 0,-1-1 0,0 0 0,0 1 0,0-1 0,0 1 0,1-1 0,-1 1 0,0 0 0,1-2 0,0 2 0,-1 0 0,1 0 0,0 0 0,-1 0 0,1 0 0,0 0 0,-1 0 0,1 0 0,-1 0 0,1 0 0,0 0 0,-1 0 0,1 0 0,-1 0 0,1 1 0,0-1 0,-1 0 0,1 1 0,25 16 0,-11-4 0,0-1 0,1-1 0,0 0 0,33 15 0,-35-20 0,0-1 0,1 0 0,-1-1 0,1-1 0,0 0 0,27 1 0,-24-3 0,80 1 0,-82-3 0,0 0 0,-1-1 0,1-1 0,18-5 0,-30 7 0,0-1 0,0 0 0,0 0 0,0 0 0,0 0 0,0 0 0,0-1 0,-1 1 0,1-1 0,-1 0 0,0 0 0,0-1 0,0 1 0,0-1 0,-1 1 0,1-1 0,-1 0 0,0 0 0,0 0 0,0 0 0,-1 0 0,1-1 0,-1 1 0,0 0 0,-1-1 0,1 1 0,-1 0 0,1-1 0,-1 1 0,0-1 0,-1 1 0,1-1 0,-1 1 0,0-1 0,-2-5 0,-1 0 0,0 0 0,0 0 0,-1 0 0,0 0 0,-1 1 0,0-1 0,-8-8 0,11 14 0,-1 0 0,1 1 0,-1-1 0,0 1 0,0 0 0,0 0 0,0 0 0,0 1 0,-1-1 0,1 1 0,-1 0 0,1 0 0,-1 1 0,0-1 0,0 1 0,0 0 0,-9 0 0,12 1 0,1 0 0,-1 0 0,0 0 0,1 0 0,-1 1 0,0-1 0,1 1 0,-1-1 0,0 1 0,1-1 0,-1 1 0,1 0 0,-1 0 0,1 0 0,0 0 0,-1 0 0,1 0 0,0 0 0,0 0 0,-2 2 0,2 0 0,-1-1 0,1 1 0,-1 0 0,1 0 0,0-1 0,0 1 0,0 0 0,1 0 0,-1 0 0,0 5 0,1 0 0,0 0 0,0 0 0,1 1 0,0-1 0,1 0 0,0 0 0,4 12 0,-2-9 0,1-1 0,1 0 0,-1-1 0,2 1 0,-1-1 0,1 0 0,0-1 0,1 0 0,0 0 0,1 0 0,-1-1 0,1-1 0,1 1 0,14 6 0,-7-5 0,0-1 0,0 0 0,0-2 0,1 0 0,0-1 0,0-1 0,1 0 0,19-1 0,-11-1 0,0-1 0,50-7 0,-67 5 0,1-1 0,0 1 0,-1-2 0,1 1 0,-1-1 0,0-1 0,0 0 0,0 0 0,15-13 0,-21 15 0,-1 0 0,0 1 0,-1-1 0,1-1 0,0 1 0,-1 0 0,0-1 0,0 1 0,0-1 0,0 0 0,-1 1 0,1-1 0,-1 0 0,2-6 0,-3 5 0,1-1 0,-1 1 0,0 0 0,0-1 0,-1 1 0,1-1 0,-1 1 0,0 0 0,-1-1 0,-1-4 0,0 2 0,-1 0 0,0 0 0,0 0 0,-1 1 0,0-1 0,0 1 0,-1 0 0,0 1 0,0-1 0,0 1 0,-1 1 0,0-1 0,-8-5 0,10 9 0,1-1 0,0 1 0,-1 0 0,1 0 0,-1 1 0,1-1 0,-1 1 0,0 0 0,0 0 0,-8 0 0,11 1 0,0 1 0,-1-1 0,1 1 0,0-1 0,-1 1 0,1 0 0,0 0 0,0 0 0,0 0 0,0 0 0,0 0 0,0 0 0,0 1 0,0-1 0,0 1 0,1 0 0,-1-1 0,0 1 0,1 0 0,0 0 0,-1 0 0,1 0 0,0 0 0,-1 3 0,-1 2 0,1 0 0,-1 0 0,1 1 0,1-1 0,-1 1 0,2-1 0,-1 12 0,4 54 0,-3-69 0,1 0 0,0 1 0,0-1 0,0 0 0,0 1 0,1-1 0,0 0 0,0 0 0,0 0 0,0 0 0,1-1 0,-1 1 0,5 4 0,-2-4 0,0 1 0,0-1 0,0 0 0,1 0 0,-1-1 0,1 1 0,0-1 0,7 2 0,3 1 0,1-1 0,-1-1 0,1-1 0,0-1 0,35 2 0,-9-4 0,62-7 0,-86 4 0,0 0 0,-1-1 0,1-1 0,-1-1 0,30-14 0,-35 12-1365,-3 1-5461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1.7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404 714 24575,'-333'-104'0,"328"102"0,0 1 0,-1 0 0,1 0 0,0 0 0,0 1 0,0 0 0,-7 0 0,11 0 0,0 1 0,0-1 0,0 0 0,0 0 0,0 1 0,0-1 0,0 1 0,0-1 0,0 1 0,0-1 0,0 1 0,0 0 0,0-1 0,1 1 0,-1 0 0,0-1 0,0 1 0,1 0 0,-1 0 0,1 0 0,-1 0 0,1 0 0,-1 0 0,1 0 0,-1 0 0,1 0 0,0 0 0,-1 0 0,1 0 0,0 0 0,0 0 0,0 0 0,0 0 0,0 0 0,0 0 0,0 1 0,0-1 0,1 0 0,-1 0 0,1 2 0,0 1 0,1 1 0,-1 0 0,1-1 0,0 1 0,1-1 0,-1 1 0,1-1 0,0 0 0,0 0 0,0 0 0,0-1 0,1 1 0,0-1 0,-1 0 0,7 4 0,7 4 0,1 0 0,26 10 0,-29-13 0,0-1 0,1 0 0,0-1 0,0-1 0,1 0 0,23 3 0,-34-7 0,0 0 0,0-1 0,0 0 0,0-1 0,0 1 0,0-1 0,0-1 0,7-1 0,-10 2 0,1-1 0,0 0 0,-1 0 0,1 0 0,-1 0 0,1-1 0,-1 1 0,0-1 0,0 0 0,0 1 0,0-2 0,-1 1 0,3-4 0,-1 0 0,0-1 0,0 0 0,-1 1 0,-1-1 0,1 0 0,-1 0 0,-1 0 0,1-1 0,-2 1 0,1 0 0,-1-1 0,0 1 0,0 0 0,-1-1 0,-3-10 0,-2-10 0,-2 1 0,-22-54 0,-2 11 0,-56-93 0,-58-56 0,145 218 0,0 1 0,0-1 0,-1 0 0,1 1 0,-1-1 0,1 1 0,-1 0 0,1-1 0,-1 1 0,0 0 0,-2-1 0,4 2 0,0 0 0,0 0 0,-1 0 0,1 0 0,0 0 0,0 0 0,-1 0 0,1 0 0,0 0 0,0 0 0,-1 0 0,1 0 0,0 0 0,0 0 0,-1 0 0,1 0 0,0 0 0,0 0 0,-1 0 0,1 1 0,0-1 0,0 0 0,0 0 0,-1 0 0,1 0 0,0 1 0,0-1 0,0 0 0,-1 0 0,1 1 0,0 0 0,-1 0 0,1 0 0,-1 1 0,1-1 0,0 0 0,0 1 0,-1-1 0,1 0 0,0 1 0,1 1 0,-1 9 0,2 0 0,0 0 0,0-1 0,6 16 0,19 46 0,-23-63 0,25 59 40,3-1 0,73 113 0,-74-135-337,3-2 0,1-2 0,2-1 0,63 53 0,-84-81-6529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3.2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0 145 24575,'6'11'0,"1"-1"0,-1 1 0,13 13 0,-5-5 0,2-1 0,0-1 0,1 0 0,1-1 0,0-1 0,1-1 0,0-1 0,1 0 0,1-2 0,36 16 0,-55-26 0,0-1 0,0 1 0,0 0 0,0-1 0,-1 1 0,1-1 0,0 0 0,0 0 0,0 0 0,0 0 0,0 0 0,0 0 0,0 0 0,0-1 0,0 1 0,0-1 0,0 1 0,0-1 0,1-1 0,-1 1 0,0-1 0,-1 1 0,1-1 0,-1 1 0,0-1 0,1 0 0,-1 1 0,0-1 0,0 0 0,0 0 0,0 0 0,0 0 0,-1 0 0,1 0 0,-1 0 0,1 0 0,-1-4 0,1-6 0,0 0 0,-1 0 0,0 0 0,-1 0 0,-1 0 0,-2-12 0,-23-68 0,26 88 0,9 12 0,13 18 0,10 11 0,-12-16 0,1 0 0,1-2 0,39 29 0,-52-42 0,1 0 0,1-1 0,-1 0 0,1-1 0,0 0 0,0 0 0,0-1 0,1 0 0,-1-1 0,1 0 0,-1-1 0,1 0 0,12-1 0,-20 0 0,0 0 0,-1 0 0,1-1 0,0 1 0,0-1 0,0 0 0,-1 0 0,1 0 0,0 0 0,-1 0 0,1 0 0,-1-1 0,0 1 0,1-1 0,-1 0 0,0 0 0,0 0 0,3-3 0,-3 2 0,0-1 0,0 1 0,-1 0 0,1-1 0,-1 1 0,0-1 0,0 1 0,0-1 0,-1 0 0,1 1 0,-1-1 0,0-6 0,-1-3 0,-1 1 0,0-1 0,-1 1 0,0-1 0,-1 1 0,0 0 0,-8-14 0,-5-5 0,-1 1 0,-2 0 0,-36-42 0,53 69-227,0 0-1,0 0 1,0 0-1,-1 1 1,-4-4-1,-2 0-6598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4.0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73 237 24575,'-1'-2'0,"0"1"0,0-1 0,0 1 0,0 0 0,-1-1 0,1 1 0,-1 0 0,1 0 0,-3-2 0,4 3 0,0 0 0,0 0 0,0 0 0,-1 0 0,1 0 0,0 0 0,0 0 0,0 0 0,0 0 0,0 0 0,0 0 0,0 0 0,-1 0 0,1 0 0,0 0 0,0 0 0,0 0 0,0 0 0,0 0 0,0 0 0,0 0 0,-1 0 0,1 0 0,0 0 0,0 0 0,0 0 0,0 0 0,0 0 0,0 0 0,0 0 0,0 0 0,0 1 0,-1-1 0,1 0 0,0 0 0,0 0 0,0 0 0,0 0 0,0 0 0,0 0 0,0 0 0,0 1 0,0-1 0,0 0 0,2 12 0,5 4 0,0-1 0,17 27 0,-17-32 0,0 1 0,-1 0 0,0 0 0,-1 0 0,0 1 0,6 24 0,-11-36 0,0 1 0,0 0 0,1 0 0,-1 0 0,0-1 0,0 1 0,0 0 0,0 0 0,0 0 0,0-1 0,0 1 0,0 0 0,0 0 0,-1 0 0,1-1 0,0 1 0,0 0 0,-1 0 0,1-1 0,0 1 0,-1 0 0,0 0 0,1-1 0,-1 0 0,1 0 0,-1 0 0,1 0 0,-1 0 0,1 0 0,-1 0 0,1 0 0,-1 0 0,1-1 0,-1 1 0,1 0 0,-1 0 0,1 0 0,-1-1 0,1 1 0,-1 0 0,1 0 0,-1-1 0,1 1 0,0 0 0,-1-1 0,-4-3 0,0-1 0,1 1 0,-8-10 0,0-4 0,-19-39 0,16 27 0,8 15 0,-1-1 0,2 0 0,0 0 0,-4-18 0,9 29 0,-1-1 0,1 0 0,1 1 0,-1-1 0,1 0 0,0 1 0,0-1 0,1 0 0,-1 1 0,1-1 0,1 1 0,-1-1 0,1 1 0,0-1 0,0 1 0,3-5 0,-4 8 0,-1 1 0,1 0 0,0 0 0,-1 0 0,1 0 0,0 0 0,0-1 0,0 2 0,0-1 0,0 0 0,0 0 0,1 0 0,-1 0 0,0 1 0,0-1 0,0 0 0,1 1 0,-1-1 0,0 1 0,1 0 0,-1-1 0,0 1 0,1 0 0,-1 0 0,1 0 0,-1 0 0,0 0 0,1 0 0,-1 0 0,1 0 0,-1 1 0,0-1 0,1 0 0,-1 1 0,0-1 0,1 1 0,-1 0 0,0-1 0,0 1 0,0 0 0,0 0 0,2 1 0,4 4 0,0 1 0,0 0 0,-1 0 0,11 16 0,-13-18 0,23 31 0,2-1 0,55 52 0,-64-69 0,2-1 0,-1-1 0,2 0 0,0-2 0,44 20 0,-64-33 0,0 1 0,1-1 0,-1 0 0,0 0 0,1-1 0,-1 1 0,1 0 0,-1-1 0,6 0 0,-8 0 0,0-1 0,0 1 0,0 0 0,0-1 0,1 1 0,-1-1 0,0 1 0,0-1 0,0 0 0,-1 1 0,1-1 0,0 0 0,0 0 0,0 1 0,0-1 0,-1 0 0,1 0 0,0 0 0,-1 0 0,1 0 0,-1 0 0,1 0 0,-1 0 0,1 0 0,-1-1 0,0 1 0,0 0 0,1 0 0,-1 0 0,0 0 0,0-2 0,1-11 0,-1 0 0,-1 0 0,1 0 0,-2 0 0,0 0 0,-1 0 0,-7-21 0,-42-91 0,14 40 0,35 78-118,1 2-90,0 1 0,0-1 0,-1 1 1,0 0-1,-6-9 0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6.3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549 98 24575,'64'-89'0,"-61"81"0,-9 9 0,-17 14 0,14-10 0,-131 89 0,2 19 0,99-83 0,14-10 0,-1-1 0,-1-1 0,-56 29 0,71-43 0,0 0 0,-20 3 0,-6 2 0,37-9 0,1 0 0,0 0 0,0 0 0,-1 0 0,1 0 0,0 0 0,0 0 0,0 0 0,-1 0 0,1 0 0,0 0 0,0 0 0,0 1 0,-1-1 0,1 0 0,0 0 0,0 0 0,0 0 0,0 0 0,0 1 0,-1-1 0,1 0 0,0 0 0,0 0 0,0 1 0,0-1 0,0 0 0,0 0 0,0 0 0,0 1 0,-1-1 0,1 0 0,6 6 0,13 2 0,-17-7 0,247 91 120,7-20-1605,-239-69-5341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7.0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16 24575,'-1'-1'0,"0"-1"0,0 1 0,0 0 0,0-1 0,0 1 0,0 0 0,-1 0 0,1 0 0,0 0 0,0 0 0,-1 0 0,-1-1 0,3 2 0,0 0 0,-1 0 0,1 0 0,0 0 0,0 0 0,-1 0 0,1 0 0,0 0 0,-1 0 0,1 0 0,0 0 0,0 0 0,-1 0 0,1 0 0,0 1 0,-1-1 0,1 0 0,0 0 0,0 0 0,-1 0 0,1 0 0,0 1 0,0-1 0,0 0 0,-1 0 0,-4 13 0,5-7 0,0-1 0,0 0 0,0 1 0,0-1 0,1 0 0,0 0 0,0 1 0,0-1 0,4 8 0,2 5 0,14 22 0,-5-8 0,24 44 0,-19-38 0,19 51 0,-38-82 120,-2-7-144,0 0-1,0 0 1,0 0 0,0 0-1,0 0 1,0 0 0,0 0-1,0 0 1,0 0 0,0 0-1,-1 0 1,1 0 0,0 0-1,0 0 1,0 0-1,0 0 1,0 0 0,0 0-1,0 0 1,0 0 0,0 0-1,0 0 1,0 0 0,0 0-1,-1 0 1,1 0 0,0 0-1,0 0 1,0 0 0,0 0-1,0 0 1,0 0 0,0 0-1,0 0 1,0 0 0,0 0-1,0 0 1,0 0 0,0 0-1,0 1 1,0-1 0,0 0-1,0 0 1,0 0-1,0 0 1,0 0 0,-1 0-1,1 0 1,0 0 0,0 0-1,0 0 1,0 0 0,0 0-1,0 1 1,1-1 0,-1 0-1,0 0 1,0 0 0,0 0-1,0 0 1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7.4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 7 24575,'-2'-1'0,"1"0"0,-1 1 0,0-1 0,0 0 0,1 0 0,-1 1 0,0-1 0,0 1 0,0 0 0,0-1 0,0 1 0,-3 0 0,5 0 0,-1 0 0,1 0 0,0 0 0,-1 0 0,1 0 0,-1 1 0,1-1 0,-1 0 0,1 0 0,0 0 0,-1 1 0,1-1 0,0 0 0,-1 0 0,1 1 0,0-1 0,-1 0 0,1 1 0,0-1 0,-1 0 0,1 1 0,0 0 0,-1-1 0,1 1 0,0 0 0,0 0 0,0 0 0,0 0 0,0 0 0,0-1 0,0 1 0,0 0 0,0 0 0,0 0 0,0 0 0,1 0 0,-1-1 0,1 3 0,6 11 0,1-1 0,0 1 0,1-1 0,17 19 0,-14-18 0,-2-1-341,1 0 0,0-1-1,18 14 1,-21-20-6485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7.8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869 46 24575,'-6'-3'0,"0"1"0,0 0 0,0 0 0,0 1 0,0 0 0,0 0 0,0 0 0,-11 1 0,-5 1 0,-25 4 0,-9 1 0,-63-6 0,-223-31 0,323 29-106,-74-8 345,78 9-538,0 1-1,1 0 0,-1 1 1,-17 4-1,18-1-6526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8.4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936 88 24575,'-10'-10'0,"-2"-3"0,0 1 0,-25-17 0,33 26 0,0 1 0,0-1 0,0 1 0,0 0 0,0 0 0,-1 1 0,1-1 0,0 1 0,-1 0 0,0 0 0,1 1 0,-1-1 0,1 1 0,-1 0 0,-4 1 0,-38 5 0,0 2 0,-1-2 0,0-2 0,-62-4 0,35-6-119,-322-15-1127,379 21-5580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9.8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15 156 24575,'-6'-8'0,"2"11"0,3-2 0,1 1 0,-1 0 0,1-1 0,0 1 0,0-1 0,0 1 0,0 0 0,0-1 0,0 3 0,3 10 0,1-1 0,1 0 0,0 1 0,0-2 0,1 1 0,12 17 0,-13-20 0,1 2 0,-1-1 0,0 2 0,-1-1 0,0 0 0,-1 1 0,-1 0 0,0 0 0,0 15 0,1-15 0,-3-13 0,0 0 0,0 0 0,0 0 0,0 0 0,0 0 0,0 0 0,1 0 0,-1 0 0,0 0 0,0 0 0,0 0 0,0 0 0,0 0 0,0 0 0,0 0 0,1 0 0,-1 0 0,0 0 0,0 0 0,0 0 0,0 0 0,0 0 0,0 0 0,0 0 0,0 0 0,1 0 0,-1 0 0,0 0 0,0 0 0,0 0 0,0 0 0,0 0 0,0 0 0,0 0 0,0-1 0,0 1 0,0 0 0,0 0 0,1 0 0,-1 0 0,0 0 0,0 0 0,0 0 0,0 0 0,0-1 0,0 1 0,0 0 0,6-22 0,-5 10 0,-1-1 0,0 1 0,-1-1 0,-1 1 0,0 0 0,-4-17 0,-30-71 0,8 24 0,21 55 0,3 11 0,0 0 0,1 0 0,1 0 0,0 0 0,-1-15 0,3 25 0,0 0 0,0 0 0,-1 0 0,1-1 0,0 1 0,0 0 0,0 0 0,0 0 0,0 0 0,0-1 0,0 1 0,0 0 0,1 0 0,-1 0 0,0 0 0,0-1 0,0 1 0,0 0 0,0 0 0,0 0 0,0 0 0,0 0 0,0-1 0,0 1 0,1 0 0,-1 0 0,0 0 0,0 0 0,0 0 0,0 0 0,0-1 0,0 1 0,1 0 0,-1 0 0,0 0 0,0 0 0,0 0 0,0 0 0,1 0 0,-1 0 0,7 4 0,6 10 0,9 18 0,-6-6 0,2-2 0,31 35 0,-43-53 0,0-1 0,1 1 0,-1-1 0,1 0 0,0 0 0,0-1 0,0 0 0,1-1 0,-1 1 0,1-1 0,0-1 0,0 1 0,0-1 0,9 1 0,-14-3 0,0 0 0,1 0 0,-1 0 0,0 0 0,0-1 0,0 1 0,1-1 0,-1 0 0,0 0 0,0 0 0,0 0 0,0 0 0,-1-1 0,1 1 0,5-4 0,-4 1 0,-1 0 0,1 1 0,0-1 0,-1 0 0,0-1 0,0 1 0,0-1 0,4-8 0,-1-3 0,-1 0 0,0 0 0,-1 0 0,4-34 0,-7 45 0,0 0 0,0 0 0,0 0 0,1 0 0,0 1 0,-1-1 0,2 0 0,-1 1 0,6-8 0,-7 11 0,-1 0 0,1 0 0,0 0 0,0 0 0,0 0 0,0 0 0,0 0 0,0 1 0,1-1 0,-1 0 0,0 1 0,0-1 0,0 1 0,1-1 0,-1 1 0,0 0 0,2-1 0,-1 1 0,-1 1 0,1-1 0,0 0 0,-1 1 0,1-1 0,0 1 0,-1-1 0,1 1 0,-1 0 0,1 0 0,-1-1 0,0 1 0,1 0 0,-1 0 0,0 1 0,0-1 0,2 2 0,6 6 0,-1 1 0,0 0 0,-1 1 0,11 20 0,19 51 0,-20-41 0,17 43 0,-20-46 0,2-1 0,30 53 0,-32-71-1365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11.4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797 74 24575,'10'-12'0,"-8"8"0,-14 4 0,-2-1 0,0 1 0,-26-6 0,-14 0 0,30 5 0,-1 2 0,1 1 0,-28 5 0,22-3 0,-1-1 0,0-2 0,-32-2 0,8 0 0,40 0 0,1-1 0,-18-3 0,17 2 0,0 1 0,-15 0 0,9 2 0,-1 1 0,-36 7 0,1 0 0,50-8 0,0 1 0,1-1 0,-1-1 0,0 1 0,1-1 0,-10-3 0,16 4 0,0 0 0,0 0 0,0 0 0,0 0 0,-1 0 0,1 0 0,0 0 0,0 0 0,0 0 0,0 0 0,0 0 0,-1 0 0,1 0 0,0 0 0,0 0 0,0 0 0,0 0 0,0 0 0,-1 0 0,1 0 0,0 0 0,0-1 0,0 1 0,0 0 0,0 0 0,0 0 0,0 0 0,-1 0 0,1 0 0,0-1 0,0 1 0,0 0 0,0 0 0,0 0 0,0 0 0,0 0 0,0-1 0,0 1 0,0 0 0,0 0 0,0 0 0,0 0 0,0-1 0,0 1 0,0 0 0,0 0 0,0 0 0,0 0 0,0 0 0,0-1 0,0 1 0,0 0 0,0 0 0,1 0 0,-1 0 0,11-7 0,18-2 0,0 5 0,0 1 0,0 1 0,46 4 0,-15 0 0,310-2 0,-343-2 0,-1 0 0,38-9 0,-39 6 0,1 1 0,42-2 0,-64 6-119,13 0 370,-17 0-288,1 0-1,-1 0 1,0 0-1,1 1 1,-1-1-1,0 0 1,1 0 0,-1 0-1,0 0 1,0 0-1,1 0 1,-1 0-1,0 1 1,1-1 0,-1 0-1,0 0 1,0 0-1,1 1 1,-1-1 0,0 0-1,0 0 1,0 0-1,1 1 1,-1-1-1,0 0 1,0 1 0,0-1-1,0 0 1,0 0-1,0 1 1,0-1-1,1 0 1,-1 1 0,0-1-1,0 0 1,0 1-1,0-1 1,0 0-1,0 1 1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0.8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0 199 24575,'3'-3'0,"0"-1"0,0 1 0,0-1 0,0 1 0,1 0 0,0 0 0,-1 1 0,1-1 0,0 1 0,0-1 0,0 1 0,1 1 0,-1-1 0,0 0 0,1 1 0,-1 0 0,7-1 0,8 0 0,0 1 0,1 1 0,18 2 0,20 0 0,87-17 0,-35 3 0,435-21 0,-403 26 0,-32 2 0,1 4 0,-1 6 0,151 25 0,-214-21 0,1-2 0,73 1 0,-75-8 0,36-1 0,-80 1 0,0 0 0,0-1 0,0 1 0,0-1 0,0 1 0,0-1 0,0 0 0,0 0 0,0 0 0,0 0 0,0 0 0,-1 0 0,4-3 0,-5 4 0,0 0 0,1-1 0,-1 1 0,0 0 0,0-1 0,1 1 0,-1 0 0,0-1 0,0 1 0,0-1 0,1 1 0,-1-1 0,0 1 0,0 0 0,0-1 0,0 1 0,0-1 0,0 1 0,0-1 0,0 1 0,0-1 0,0 1 0,0 0 0,-1-2 0,1 1 0,-1 0 0,0 0 0,1 1 0,-1-1 0,0 0 0,0 0 0,0 0 0,1 1 0,-1-1 0,0 0 0,0 1 0,0-1 0,0 1 0,-2-1 0,-14-5 0,-1 1 0,0 0 0,1 1 0,-35-2 0,-1 0 0,-3-5 0,-108-36 0,163 47 0,0-1 0,0 1 0,0 0 0,0-1 0,0 1 0,0-1 0,0 1 0,0-1 0,0 0 0,0 1 0,0-1 0,1 0 0,-1 0 0,0 0 0,-1-1 0,2 2 0,0 0 0,0-1 0,0 1 0,0 0 0,0 0 0,0 0 0,0 0 0,0 0 0,0-1 0,0 1 0,0 0 0,0 0 0,0 0 0,0 0 0,0 0 0,1-1 0,-1 1 0,0 0 0,0 0 0,0 0 0,0 0 0,0 0 0,0 0 0,0-1 0,0 1 0,0 0 0,0 0 0,1 0 0,-1 0 0,0 0 0,0 0 0,0 0 0,0 0 0,0 0 0,0 0 0,1 0 0,11-1 0,9 5 0,0 1 0,0 1 0,0 1 0,-1 0 0,0 2 0,0 0 0,-1 1 0,19 14 0,-36-23 0,0 0 0,0 1 0,0-1 0,0 1 0,-1-1 0,1 1 0,0 0 0,-1-1 0,1 1 0,-1 0 0,1 0 0,-1 0 0,0 1 0,0-1 0,0 0 0,1 3 0,-2-3 0,0-1 0,0 1 0,0 0 0,0-1 0,-1 1 0,1 0 0,0-1 0,-1 1 0,1 0 0,-1-1 0,0 1 0,1-1 0,-1 1 0,0-1 0,0 1 0,0-1 0,0 0 0,0 1 0,-1-1 0,1 0 0,0 0 0,0 0 0,-3 2 0,-6 3 14,0 1-1,0-2 0,0 1 0,-1-1 1,0-1-1,0 0 0,0-1 1,-16 4-1,-10-1-756,-46 2 1,56-6-6084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54.1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1 24575,'12'37'0,"-2"0"0,-1 0 0,-2 1 0,-2 0 0,-1 1 0,-2-1 0,-2 1 0,-8 74 0,-17 13 45,14-80-515,2 0 0,-3 56 0,12-87-6356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54.4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114 1 24575,'-5'22'0,"-1"17"0,0 9 0,-2 7 0,1 3 0,0 5 0,0 1 0,-1-1 0,1-1 0,-1-1 0,1-1 0,0-2 0,0 0 0,-1-2 0,1-7 0,2-6 0,2-11-8191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56.7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175 116 24575,'-8'-13'0,"0"1"0,0 0 0,-19-20 0,22 27 0,0 0 0,-1 0 0,0 1 0,0-1 0,0 1 0,0 1 0,0-1 0,-1 1 0,-11-4 0,16 7 0,1-1 0,0 1 0,-1 0 0,1-1 0,0 1 0,-1 0 0,1 0 0,0 0 0,-1 0 0,1 1 0,0-1 0,-1 0 0,1 0 0,0 1 0,-1-1 0,1 1 0,0-1 0,0 1 0,-1 0 0,1-1 0,0 1 0,0 0 0,0 0 0,0 0 0,0 0 0,0 0 0,0 0 0,0 0 0,1 0 0,-1 0 0,0 0 0,1 1 0,-1-1 0,1 0 0,-1 0 0,1 1 0,-1 1 0,-2 5 0,1 1 0,1 1 0,-1-1 0,1 12 0,0-16 0,0 44 0,1-1 0,3 1 0,9 50 0,37 142 0,-37-188 0,8 32-1365,-16-65-5461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55.4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15 24575,'1'-1'0,"1"-1"0,0 1 0,-1 0 0,1-1 0,0 1 0,-1 0 0,1 0 0,0 0 0,0 1 0,0-1 0,0 0 0,4 0 0,-5 1 0,0 0 0,0 0 0,0 0 0,0 0 0,-1 0 0,1 0 0,0 0 0,0 1 0,0-1 0,0 0 0,0 1 0,0-1 0,0 0 0,0 1 0,-1-1 0,1 1 0,0 0 0,0-1 0,-1 1 0,1 0 0,0-1 0,-1 1 0,1 0 0,-1 0 0,1-1 0,-1 1 0,1 0 0,-1 0 0,1 0 0,-1 1 0,3 9 0,0 1 0,-1-1 0,0 0 0,-1 1 0,-1 0 0,-1 17 0,1-9 0,0 13 0,-3 217 0,-21-1 0,0-104-1365,20-122-5461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55.7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24575,'0'35'0,"0"18"0,0 10 0,0 2 0,0-1 0,0-3 0,3-5 0,0-5 0,0-3 0,2-3 0,0-4 0,2-4 0,-1-4 0,-1-4 0,-1-5 0,-2-5 0,-1-4-8191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1.7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1187 688 24575,'-126'-68'-138,"-372"-198"-1032,337 177 597,-199-144-1,318 202-5162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2.7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3777 1097 24575,'-105'-44'-123,"-391"-149"-1256,-728-154-789,637 190 1987,286 74 181,-469-129-517,501 155 401,245 53-3591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3.9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350 88 24575,'-28'-12'0,"-17"-7"0,-1 1 0,-71-17 0,113 34 0,0 0 0,0 1 0,-1-1 0,1 1 0,0 0 0,-1 0 0,1 0 0,0 1 0,0-1 0,-1 1 0,1 0 0,0 1 0,0-1 0,0 1 0,-4 1 0,5-1 0,0 1 0,0-1 0,0 0 0,1 1 0,-1 0 0,1-1 0,-1 1 0,1 0 0,0 0 0,0 1 0,1-1 0,-1 0 0,0 0 0,1 1 0,0-1 0,0 1 0,-1 6 0,0-2 0,1-1 0,0 1 0,1-1 0,0 1 0,0-1 0,0 1 0,1 0 0,3 12 0,-2-14 0,0-1 0,0 0 0,0 0 0,1 0 0,0 0 0,0 0 0,0-1 0,0 1 0,1-1 0,-1 0 0,1 0 0,7 5 0,7 4 0,0-1 0,1 0 0,39 16 0,65 16 0,-63-29-1365,-37-11-5461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4.3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23 24575,'-1'2'0,"-1"-1"0,0 0 0,1 0 0,-1 1 0,0-1 0,1 0 0,0 1 0,-1 0 0,1-1 0,0 1 0,0 0 0,0 0 0,0 0 0,0-1 0,0 1 0,-1 4 0,2-5 0,0 0 0,0 1 0,1-1 0,-1 0 0,0 1 0,0-1 0,1 0 0,-1 0 0,1 1 0,-1-1 0,1 0 0,-1 0 0,1 0 0,0 0 0,-1 0 0,1 1 0,0-1 0,0-1 0,0 1 0,0 0 0,0 0 0,0 0 0,0 0 0,0-1 0,0 1 0,1 0 0,-1-1 0,1 1 0,9 4 0,-1-1 0,1 0 0,0 0 0,19 3 0,-24-6 0,1 0 0,0 0 0,-1-1 0,1 0 0,0 0 0,0 0 0,-1-1 0,1 0 0,8-3 0,-13 3 0,0 0 0,0 0 0,-1 0 0,1 0 0,0 0 0,-1 0 0,1-1 0,-1 1 0,1 0 0,-1-1 0,1 0 0,-1 1 0,0-1 0,0 0 0,0 1 0,0-1 0,0 0 0,0 0 0,-1 0 0,1 0 0,0 0 0,-1 0 0,0 0 0,1 0 0,-1 0 0,0 0 0,0 0 0,0 0 0,-1-3 0,1 0 0,-1 0 0,0 0 0,0-1 0,0 1 0,-1 1 0,1-1 0,-1 0 0,-5-8 0,19 29-114,1 0 1,0-1-1,0-1 0,2 0 0,0-1 1,0 0-1,1-2 0,1 1 0,0-2 1,0 0-1,22 8 0,-25-13-6712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4.6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24575,'2'12'0,"2"9"0,1 6 0,3 6 0,3 2 0,2 2 0,0 0 0,2 2 0,0-2 0,0 0 0,-1 0 0,1-3 0,0-4 0,0-2 0,-3-4 0,-1-3 0,-2-5-8191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4.8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266 1 24575,'-30'0'0,"-14"2"0,-2 1 0,1 3 0,4 2 0,7 0 0,8-1-8191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5.6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96 24575,'-1'2'0,"0"-1"0,0 1 0,1 0 0,-1 0 0,1 0 0,-1 0 0,1 0 0,0 0 0,0 1 0,0-1 0,0 0 0,0 0 0,0 0 0,0 0 0,1 0 0,0 3 0,0-2 0,1 0 0,-1 0 0,1 1 0,0-1 0,0 0 0,0-1 0,0 1 0,5 5 0,2-1 0,0 1 0,0-1 0,1-1 0,18 10 0,3 0 0,38 13 0,-58-25 0,0-1 0,0 0 0,0-1 0,0 0 0,0-1 0,0 0 0,20-1 0,-29 0 0,0 0 0,0-1 0,0 1 0,0-1 0,0 0 0,0 1 0,0-1 0,0 0 0,0 0 0,-1 0 0,1 0 0,0-1 0,-1 1 0,1 0 0,-1-1 0,1 0 0,-1 1 0,0-1 0,1 1 0,-1-1 0,0 0 0,0 0 0,0 0 0,0 0 0,-1 0 0,2-3 0,-1 0 0,0 1 0,0-1 0,-1 1 0,1-1 0,-1 1 0,0-1 0,-1 1 0,1-1 0,-1 1 0,0 0 0,-2-8 0,1 6 0,3 7 0,5 11 0,-1-7 0,0 0 0,-1-1 0,2 0 0,-1 0 0,0 0 0,1-1 0,-1 1 0,1-1 0,0-1 0,0 1 0,1-1 0,-1 0 0,0 0 0,1-1 0,-1 0 0,1 0 0,-1-1 0,1 1 0,-1-1 0,1-1 0,0 1 0,-1-1 0,10-3 0,-14 4 0,-1-1 0,1 1 0,0-1 0,-1 0 0,1 1 0,-1-1 0,1 0 0,-1 0 0,0 0 0,1 0 0,-1 0 0,0-1 0,0 1 0,1 0 0,-1-1 0,0 1 0,0 0 0,-1-1 0,1 1 0,0-1 0,0 0 0,-1 1 0,1-1 0,-1 1 0,1-1 0,-1 0 0,0 1 0,0-1 0,1 0 0,-1 0 0,-1 1 0,1-1 0,0 0 0,0 1 0,-1-4 0,-1-1 0,1 0 0,-1 1 0,0-1 0,-1 1 0,1-1 0,-1 1 0,0 0 0,0 0 0,-6-6 0,-11-10-341,0 0 0,-2 2-1,-35-26 1,46 37-6485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5.8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24575,'7'7'0,"6"3"0,-1 2 0,1-1 0,-2 0 0,0 0 0,-2-1-8191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6.0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0 24575,'-3'0'0,"0"3"0,-3 2 0,-2 4 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6.3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24575,'5'29'0,"2"15"0,2 5 0,1-1 0,3-7 0,0-4 0,2-5 0,-1-4 0,-1-6 0,-2-3 0,1-2 0,-2-3 0,-1-2 0,-1-2 0,0-2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6.5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255 0 24575,'-17'5'0,"-9"4"0,-1 1 0,3 0 0,3 0 0,4-1 0,1-1 0,1-2 0,1-2 0,0-4 0,1-3 0,-1-2 0,0-1 0,2-2 0,1 1 0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7.0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24575,'18'53'0,"3"-1"0,1 0 0,39 62 0,-59-110 0,5 7 0,0 0 0,17 18 0,-23-27 0,1 0 0,-1 0 0,1-1 0,0 1 0,-1-1 0,1 0 0,0 1 0,0-1 0,0 0 0,0 0 0,0 0 0,0 0 0,0 0 0,1-1 0,-1 1 0,0-1 0,0 1 0,1-1 0,-1 0 0,0 0 0,0 0 0,1 0 0,-1 0 0,3-1 0,-3 1 0,-1-1 0,1 0 0,-1 0 0,1 0 0,-1 1 0,1-1 0,-1 0 0,0-1 0,1 1 0,-1 0 0,0 0 0,0-1 0,0 1 0,0 0 0,0-1 0,0 1 0,0-1 0,0-1 0,2-4 0,-1 1 0,-1 0 0,3-11 0,-4 12 0,1 0 0,0 0 0,0 1 0,0-1 0,1 0 0,0 1 0,2-5 0,-3 8 0,-1 0 0,1 0 0,0 0 0,0 0 0,0 0 0,-1 1 0,1-1 0,0 0 0,0 1 0,0-1 0,0 0 0,0 1 0,0-1 0,0 1 0,0 0 0,0-1 0,1 1 0,-1 0 0,0-1 0,0 1 0,2 0 0,-1 0 0,1 1 0,0-1 0,0 0 0,-1 1 0,1 0 0,0 0 0,-1 0 0,5 2 0,2 2 0,1 1 0,-1 0 0,12 11 0,-1 1-455,-1 0 0,27 33 0,-37-39-6371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7.8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24575,'2'19'0,"0"-1"0,1 0 0,1 0 0,8 25 0,4 15 0,-8-24 0,12 33 0,-19-65 0,0 0 0,0 0 0,0-1 0,0 1 0,0 0 0,0-1 0,1 1 0,-1 0 0,0-1 0,1 0 0,0 1 0,-1-1 0,1 0 0,0 0 0,-1 0 0,1 0 0,0 0 0,0 0 0,0 0 0,0 0 0,0-1 0,0 1 0,2-1 0,5 1 0,1 0 0,-1 0 0,19-3 0,-10 1 0,235-1 0,-251 2-88,22-1 307,-24 1-274,1-1 0,0 1-1,0 0 1,-1 0-1,1 0 1,0-1-1,-1 1 1,1 0 0,0-1-1,-1 1 1,1 0-1,0-1 1,-1 1-1,1-1 1,-1 1 0,1-1-1,-1 1 1,1-1-1,-1 0 1,1 1 0,-1-1-1,0 1 1,1-1-1,-1 0 1,0 0-1,1 0 1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8.4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51 171 24575,'1'2'0,"1"-1"0,-1 1 0,0 0 0,0 0 0,0 0 0,0 0 0,0 0 0,0 0 0,0 0 0,-1 0 0,1 3 0,2 28 0,0-7 0,-2-19 0,0-1 0,0 0 0,1 0 0,0 0 0,1-1 0,-1 1 0,1 0 0,0-1 0,0 1 0,1-1 0,7 8 0,-11-13 0,0 1 0,0-1 0,1 0 0,-1 0 0,0 1 0,0-1 0,1 0 0,-1 0 0,0 1 0,1-1 0,-1 0 0,1 0 0,-1 0 0,0 0 0,1 1 0,-1-1 0,1 0 0,-1 0 0,0 0 0,1 0 0,-1 0 0,1 0 0,-1 0 0,0 0 0,2 0 0,-2-1 0,0 1 0,0 0 0,1-1 0,-1 1 0,0-1 0,0 1 0,0 0 0,1-1 0,-1 1 0,0-1 0,0 1 0,0-1 0,0 1 0,0 0 0,0-1 0,0 1 0,0-1 0,0 0 0,-5-22 0,-2 8 0,-1 1 0,-1 1 0,-15-19 0,15 21 0,1 0 0,0-1 0,1 0 0,0 0 0,-8-20 0,13 27 0,0-1 0,0 1 0,1-1 0,0 0 0,0 0 0,1 1 0,-1-1 0,2-10 0,-1 12 0,1 1 0,0 0 0,0 0 0,0 0 0,1 0 0,-1 0 0,1 0 0,-1 0 0,1 0 0,0 0 0,0 1 0,1-1 0,-1 1 0,0-1 0,1 1 0,4-3 0,-1 1 0,0 0 0,0 1 0,0 0 0,0 0 0,1 1 0,-1 0 0,1 0 0,0 0 0,-1 1 0,1 0 0,0 0 0,8 1 0,-10 0 0,0 0 0,0 0 0,0 0 0,-1 1 0,1 0 0,0 0 0,0 1 0,0-1 0,-1 1 0,1 0 0,-1 0 0,1 0 0,-1 1 0,0 0 0,0-1 0,0 2 0,5 4 0,-7-6 0,-1 0 0,0-1 0,0 1 0,0 0 0,0 0 0,0 1 0,0-1 0,0 0 0,0 0 0,-1 0 0,1 1 0,-1-1 0,0 0 0,0 0 0,0 1 0,0-1 0,0 0 0,0 1 0,0-1 0,-1 0 0,1 0 0,-1 1 0,0-1 0,0 0 0,0 0 0,0 0 0,0 0 0,0 0 0,0 0 0,0 0 0,-2 1 0,-2 3 0,0 0 0,-1 0 0,1 0 0,-1-1 0,0 0 0,-1 0 0,-11 6 0,7-5-273,1-1 0,0 0 0,-1-1 0,-21 6 0,19-8-6553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8.9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144 222 24575,'-3'16'0,"-4"35"0,7-47 0,0 0 0,0 0 0,0 0 0,0 0 0,1 1 0,0-1 0,0 0 0,0 0 0,3 6 0,-4-9 0,0 0 0,0-1 0,1 1 0,-1-1 0,0 1 0,1-1 0,-1 1 0,0 0 0,1-1 0,-1 1 0,1-1 0,-1 0 0,1 1 0,-1-1 0,1 1 0,-1-1 0,1 0 0,0 1 0,-1-1 0,1 0 0,-1 0 0,1 1 0,0-1 0,-1 0 0,1 0 0,0 0 0,-1 0 0,1 0 0,0 0 0,-1 0 0,1 0 0,0 0 0,0 0 0,0-1 0,-1 1 0,1-1 0,-1 1 0,1-1 0,0 1 0,-1-1 0,1 1 0,-1-1 0,1 1 0,-1-1 0,1 0 0,-1 1 0,0-1 0,1 0 0,-1 0 0,0 1 0,0-1 0,1 0 0,-1 0 0,0 1 0,0-1 0,0 0 0,0 0 0,0 1 0,0-1 0,0 0 0,0 0 0,0 0 0,-1-4 0,0 1 0,-1 0 0,1-1 0,-1 1 0,1 0 0,-1 0 0,-1 0 0,-2-4 0,-23-29 0,23 31 0,-25-29 0,17 22 0,2 0 0,-1-1 0,2-1 0,0 0 0,-16-32 0,25 45 0,0 0 0,1 0 0,-1-1 0,0 1 0,1 0 0,-1-1 0,1 1 0,0 0 0,0-1 0,0 1 0,0 0 0,0-1 0,1 1 0,-1 0 0,1-1 0,-1 1 0,1 0 0,0-1 0,0 1 0,2-4 0,-1 4 0,0-1 0,1 1 0,-1-1 0,1 1 0,-1 0 0,1 0 0,0 0 0,0 0 0,0 1 0,0-1 0,0 1 0,0 0 0,0 0 0,5-2 0,13 0 0,1 0 0,-1 2 0,0 0 0,35 3 0,-6 0 0,-25-2-1365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9.2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12 24575,'24'-5'0,"9"-1"-8191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0.2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39 24575,'29'-10'0,"13"0"0,1 1 0,-4 2 0,-9 4 0,-9 6 0,-9 3-8191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0.5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24575,'10'10'0,"3"5"0,2 1 0,1 0 0,-3-1 0,-3-2-8191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1.3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0 24575,'0'0'0,"-1"0"0,0 0 0,1 0 0,-1 0 0,1 1 0,-1-1 0,1 0 0,-1 0 0,1 0 0,-1 0 0,1 1 0,-1-1 0,1 0 0,-1 1 0,1-1 0,-1 0 0,1 1 0,-1-1 0,1 0 0,-1 1 0,1-1 0,0 1 0,-1-1 0,1 1 0,0-1 0,0 1 0,-1 0 0,0 1 0,1 0 0,0 0 0,-1 0 0,1 0 0,0 0 0,0 0 0,0 0 0,0 3 0,2 4 0,0 0 0,4 14 0,5 3 0,26 50 0,0-3 0,-18-30-63,-9-22-262,0 0-1,-2 0 1,8 33-1,-13-40-6500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1.5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206 6 24575,'-27'-2'0,"-12"-1"0,-1 2 0,4 2 0,7 3 0,10 3 0,7 3 0,8 2 0,8-1 0,5 0 0,6-1 0,3-3 0,1 0 0,0-2 0,-4-1-8191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1.8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156 11 24575,'-8'-1'0,"-13"-3"0,-28-1 0,44 4 0,0 1 0,0 0 0,0 0 0,0 1 0,0 0 0,0 0 0,0 0 0,1 0 0,-1 1 0,0 0 0,-6 3 0,10-5 0,0 1 0,1-1 0,-1 1 0,0-1 0,0 1 0,1 0 0,-1-1 0,0 1 0,1 0 0,-1 0 0,1-1 0,-1 1 0,1 0 0,-1 0 0,1 0 0,-1 0 0,1 0 0,0-1 0,-1 1 0,1 0 0,0 0 0,0 0 0,0 1 0,0 0 0,0 0 0,1-1 0,-1 1 0,1 0 0,-1-1 0,1 1 0,0-1 0,-1 1 0,1-1 0,0 1 0,0-1 0,1 2 0,4 3 0,0 0 0,0-1 0,0 0 0,8 6 0,-5-6 0,-1 0 0,1 0 0,0-1 0,0-1 0,1 1 0,-1-2 0,1 1 0,-1-1 0,1-1 0,0 1 0,0-2 0,15 0 0,-23 0 0,0 0 0,0 0 0,0-1 0,0 1 0,0-1 0,-1 1 0,1-1 0,0 1 0,0-1 0,-1 0 0,1 0 0,0 0 0,-1 0 0,1 0 0,-1-1 0,0 1 0,1 0 0,-1-1 0,0 1 0,0-1 0,1 1 0,0-4 0,-1 3 0,-1 0 0,0 1 0,1-1 0,-1 0 0,0 0 0,0 0 0,0 0 0,0 0 0,0 0 0,-1 0 0,1 0 0,0 0 0,-1 0 0,0 0 0,1 1 0,-1-1 0,0 0 0,0 0 0,0 1 0,0-1 0,-3-3 0,-7-7-1365,0 2-5461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2.5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130 0 24575,'-15'0'0,"0"1"0,-25 4 0,36-5 0,1 1 0,0 0 0,-1 0 0,1 0 0,0 0 0,0 0 0,0 1 0,0-1 0,0 1 0,0 0 0,0 0 0,0 0 0,1 0 0,-1 1 0,1-1 0,0 1 0,0-1 0,-3 5 0,5-6 0,-1 1 0,1 0 0,-1-1 0,1 1 0,0 0 0,0 0 0,0 0 0,0-1 0,0 1 0,0 0 0,0 0 0,1-1 0,-1 1 0,1 0 0,-1-1 0,1 1 0,-1 0 0,1-1 0,0 1 0,0-1 0,0 1 0,0-1 0,0 1 0,0-1 0,1 0 0,1 2 0,3 3 0,0 0 0,0-1 0,0 0 0,10 5 0,-8-5 0,-1-2 0,1 1 0,-1-1 0,1 0 0,0-1 0,0 1 0,14 1 0,-19-4 0,1 0 0,0 1 0,-1-1 0,1 0 0,0-1 0,-1 1 0,1-1 0,0 0 0,-1 1 0,1-2 0,-1 1 0,1 0 0,-1-1 0,0 1 0,1-1 0,-1 0 0,0 0 0,0 0 0,3-4 0,-4 4 0,0-1 0,-1 1 0,1 0 0,-1 0 0,0-1 0,0 1 0,0 0 0,0-1 0,0 1 0,-1-1 0,1 0 0,-1 1 0,0-1 0,1 1 0,-1-1 0,0 0 0,-1 1 0,1-1 0,0 1 0,-1-1 0,1 1 0,-2-5 0,0 3 0,1 0 0,-1 0 0,1 0 0,-1 1 0,-1-1 0,1 0 0,0 1 0,-1 0 0,0-1 0,1 1 0,-1 0 0,-1 0 0,-3-3 0,7 6 0,-1 0 0,1 0 0,0-1 0,-1 1 0,1 0 0,-1 0 0,1 0 0,0-1 0,-1 1 0,1 0 0,0 0 0,-1 0 0,1 0 0,-1 0 0,1 0 0,-1 0 0,1 0 0,0 0 0,-1 0 0,1 0 0,-1 0 0,1 0 0,0 0 0,-1 0 0,1 0 0,-1 0 0,1 1 0,0-1 0,-1 0 0,0 1 0,1 0 0,-1-1 0,0 1 0,1 0 0,-1 0 0,1 0 0,-1 0 0,1 0 0,0 0 0,-1 0 0,1 0 0,0 0 0,0 1 0,-1 3 0,1 0 0,0 0 0,0 0 0,1 7 0,1-4 17,1 1 0,-1-1 1,2 0-1,-1 0 0,1 0 0,9 13 0,-2-4-760,26 27 1,-28-35-6084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3.0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1 112 24575,'3'1'0,"0"0"0,1 1 0,-1-1 0,0 1 0,0 0 0,0 0 0,-1 0 0,1 1 0,0-1 0,4 6 0,0-1 0,8 6 0,1-1 0,0 0 0,1-1 0,28 15 0,-44-26 0,0 1 0,0-1 0,0 1 0,-1-1 0,1 1 0,0-1 0,0 0 0,0 1 0,0-1 0,0 0 0,0 0 0,0 0 0,0 0 0,0 0 0,-1 0 0,1 0 0,0 0 0,0 0 0,0 0 0,0 0 0,0 0 0,0-1 0,0 1 0,0 0 0,-1-1 0,1 1 0,0-1 0,0 1 0,0-1 0,-1 1 0,1-1 0,0 0 0,-1 1 0,1-1 0,0 0 0,-1 0 0,1 1 0,-1-1 0,1 0 0,-1 0 0,1 0 0,-1 1 0,0-1 0,1 0 0,-1 0 0,0 0 0,0 0 0,0 0 0,0 0 0,0-2 0,1-2 0,-1-1 0,0 0 0,0 0 0,-1 0 0,0 0 0,-3-11 0,-4-9 0,4 16 0,1 0 0,0 0 0,0-1 0,-1-16 0,4 24-76,0 0 1,0 1-1,0-1 0,-1 0 0,1 1 0,-1-1 0,1 1 0,-1-1 1,0 1-1,0-1 0,0 1 0,0-1 0,-1 1 0,1 0 1,-1 0-1,1 0 0,-3-3 0,-5-1-6750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3.4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111 112 24575,'-4'-4'0,"-1"-2"0,-1 0 0,0 0 0,0 0 0,-1 1 0,1 0 0,-1 0 0,0 1 0,-1 0 0,-14-6 0,21 10 0,0-1 0,1 1 0,-1 0 0,0-1 0,0 1 0,0 0 0,0 0 0,0 0 0,0 0 0,0 0 0,1 0 0,-1 0 0,0 0 0,0 0 0,0 1 0,0-1 0,0 0 0,0 0 0,1 1 0,-1-1 0,0 1 0,0-1 0,0 1 0,-1 0 0,2 0 0,-1 0 0,1 0 0,-1 0 0,1 0 0,-1 1 0,1-1 0,0 0 0,0 0 0,-1 0 0,1 0 0,0 1 0,0-1 0,0 0 0,0 0 0,0 0 0,1 2 0,0 2 0,0 1 0,1-1 0,-1 1 0,1-1 0,1 0 0,4 9 0,0-4 0,0-1 0,1 0 0,0 0 0,15 12 0,-19-17 0,1-1 0,0 1 0,0-1 0,0 0 0,0 0 0,0-1 0,1 0 0,-1 0 0,1 0 0,-1 0 0,8 0 0,-11-1 0,-1-1 0,0 0 0,1 0 0,-1 0 0,0 0 0,1 0 0,-1 0 0,0 0 0,1 0 0,-1 0 0,0-1 0,1 1 0,-1 0 0,0-1 0,1 1 0,-1-1 0,0 0 0,0 1 0,0-1 0,0 0 0,1 0 0,-1 0 0,0 0 0,-1 0 0,1 0 0,0 0 0,0 0 0,0 0 0,0 0 0,-1 0 0,1 0 0,-1-1 0,1 1 0,-1 0 0,1-1 0,-1 1 0,0 0 0,1-1 0,-1-1 0,0-2 0,0 0 0,-1 0 0,1 1 0,-1-1 0,0 0 0,0 1 0,-1-1 0,1 1 0,-1-1 0,-3-5 0,-3-2-124,-1 0 0,0 1 0,0 0 0,-1 0 0,-1 1 0,1 0-1,-2 1 1,1 0 0,-1 1 0,-14-7 0,13 8-6702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3.7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24575,'5'0'0,"4"3"0,3 0 0,-1 2 0,1 4 0,-2 1 0,-3 3 0,0-2 0,-1 0 0,1-2 0,-1 1 0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3.9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24575,'8'5'0,"2"4"0,-1 3 0,-4 2 0,-3 1 0,-2 0 0,0 0 0,-4-2 0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4.5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138 486 24575,'-16'-21'0,"5"5"0,0 1 0,-1 0 0,-1 1 0,-25-22 0,37 36 0,1-1 0,-1 0 0,0 1 0,0-1 0,1 1 0,-1-1 0,0 1 0,0-1 0,0 1 0,0 0 0,0-1 0,0 1 0,0 0 0,1 0 0,-1-1 0,0 1 0,0 0 0,0 0 0,0 0 0,0 0 0,0 0 0,-2 1 0,3-1 0,-1 1 0,0 0 0,1-1 0,-1 1 0,0 0 0,1-1 0,-1 1 0,0 0 0,1-1 0,-1 1 0,1 0 0,0 0 0,-1 0 0,1 0 0,0 0 0,-1-1 0,1 1 0,0 1 0,-1 5 0,0-1 0,1 0 0,0 1 0,0-1 0,1 8 0,2 8 0,2 1 0,0-1 0,1 0 0,18 42 0,-20-55 0,1 0 0,0 0 0,0 0 0,1-1 0,0 0 0,0 0 0,1 0 0,0-1 0,0 0 0,1 0 0,0-1 0,0 1 0,14 6 0,-19-12 0,-1 1 0,1-1 0,-1 0 0,1-1 0,-1 1 0,1 0 0,-1-1 0,1 1 0,0-1 0,-1 0 0,1 0 0,0 0 0,-1 0 0,1 0 0,0-1 0,-1 1 0,5-2 0,-5 0 0,1 1 0,-1 0 0,0-1 0,0 1 0,0-1 0,0 1 0,-1-1 0,1 0 0,0 0 0,-1 0 0,1 0 0,-1 0 0,0 0 0,0 0 0,0-1 0,0 1 0,0 0 0,0-1 0,0-2 0,2-8 0,-1-1 0,0 1 0,-1-1 0,-1 0 0,0 1 0,-1-1 0,0 0 0,-1 1 0,-5-18 0,-5-11 0,-26-63 0,-9-2 0,-86-141 0,144 273 0,9 29 0,-1-1 0,26 54 0,96 161 0,-125-241-1365,-2-6-5461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5.8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75 518 24575,'-4'-3'0,"0"1"0,0 0 0,0 0 0,0 0 0,0 1 0,-1-1 0,1 1 0,-7-1 0,10 2 0,0 0 0,-1 0 0,1 0 0,0 0 0,0 1 0,0-1 0,-1 0 0,1 0 0,0 1 0,0-1 0,0 1 0,0-1 0,0 1 0,0-1 0,0 1 0,0 0 0,0 0 0,0-1 0,0 1 0,0 0 0,1 0 0,-1 0 0,0 0 0,0 0 0,1 0 0,-1 0 0,1 0 0,-1 0 0,1 0 0,-1 0 0,1 0 0,0 1 0,0-1 0,-1 0 0,1 0 0,0 2 0,0 3 0,0 0 0,0 0 0,0 0 0,1-1 0,0 1 0,0 0 0,0 0 0,1-1 0,0 1 0,0-1 0,0 1 0,1-1 0,5 8 0,-4-6 0,0-1 0,1 1 0,0-1 0,0-1 0,0 1 0,1-1 0,0 0 0,0 0 0,13 7 0,-18-11 0,1 0 0,0 0 0,0 0 0,-1-1 0,1 1 0,0 0 0,0-1 0,0 1 0,0-1 0,0 0 0,0 0 0,0 0 0,0 0 0,-1 0 0,1 0 0,0 0 0,0-1 0,0 1 0,0-1 0,0 1 0,0-1 0,-1 0 0,1 0 0,0 0 0,-1 0 0,1 0 0,0 0 0,-1 0 0,1 0 0,1-3 0,-1 2 0,0-1 0,0 1 0,-1-1 0,1 0 0,-1 0 0,0 0 0,0 0 0,0 0 0,0 0 0,0 0 0,0 0 0,-1-1 0,0 1 0,0 0 0,1 0 0,-2 0 0,1-1 0,-1-2 0,-1-5 0,-1 0 0,-1 0 0,1 0 0,-2 0 0,0 1 0,0-1 0,-1 1 0,0 1 0,0-1 0,-14-14 0,9 16 0,11 8 0,0 0 0,0 0 0,-1 0 0,1 0 0,0 0 0,0 0 0,0 0 0,-1 0 0,1 0 0,0 0 0,0 0 0,0 0 0,-1 0 0,1 0 0,0 0 0,0 0 0,0 1 0,-1-1 0,1 0 0,0 0 0,0 0 0,0 0 0,0 0 0,-1 0 0,1 1 0,0-1 0,0 0 0,0 0 0,0 0 0,0 0 0,0 1 0,0-1 0,-1 0 0,1 2 0,0-1 0,0 1 0,-1-1 0,1 1 0,0-1 0,0 1 0,1-1 0,-1 1 0,0-1 0,0 1 0,1-1 0,-1 0 0,2 3 0,6 15 0,2-1 0,0 0 0,1 0 0,1-1 0,0-1 0,1 0 0,25 23 0,-32-34 0,0 0 0,1-1 0,-1 0 0,1 0 0,0 0 0,0-1 0,0 0 0,0 0 0,0-1 0,1 0 0,-1 0 0,1-1 0,-1 0 0,1 0 0,11-1 0,-17 0 0,0 0 0,0 0 0,0-1 0,0 1 0,0-1 0,0 1 0,0-1 0,0 0 0,-1 0 0,1 0 0,0 0 0,0 0 0,-1 0 0,1 0 0,-1 0 0,3-4 0,-1 2 0,-1 1 0,0-1 0,-1-1 0,1 1 0,0 0 0,-1 0 0,0-1 0,0 1 0,1-4 0,0-1 0,-1-1 0,-1 1 0,1-1 0,-1 1 0,0-1 0,-1 1 0,-2-12 0,-11-30 0,-32-77 0,14 42 0,-65-174 0,78 204 0,17 58 0,-1 9 0,-2 15 0,-1 49 0,7 120 0,0-183 0,0 1 0,1-1 0,0 0 0,1 1 0,1-1 0,8 22 0,-8-26 0,1-1 0,0 1 0,0-1 0,1 0 0,0-1 0,0 1 0,1-1 0,0 0 0,0-1 0,10 7 0,-11-8 0,1 0 0,0 0 0,1-1 0,-1 0 0,1 0 0,-1-1 0,1 0 0,0 0 0,1-1 0,-1 0 0,0 0 0,1-1 0,-1 0 0,17-1 0,-22-1 0,0 1 0,0-1 0,0 0 0,0 0 0,0 0 0,0-1 0,-1 1 0,1-1 0,0 1 0,0-1 0,-1 0 0,0 0 0,1 0 0,-1-1 0,0 1 0,0 0 0,0-1 0,0 1 0,0-1 0,-1 0 0,1 0 0,-1 1 0,2-5 0,0-1 0,-1-1 0,1 1 0,-1-1 0,-1 1 0,0-1 0,1-17 0,14 61 0,-9-15 0,2 0 0,0 0 0,1-1 0,1-1 0,1 0 0,0 0 0,21 21 0,-24-28-1365,-1-2-5461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6.0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24575,'5'4'0,"2"8"0,-4 3 0,-1 2 0,-1 1 0,-2-1 0,1-3-8191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6.5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104 25 24575,'-6'-3'0,"1"1"0,-2-1 0,1 1 0,0 1 0,0-1 0,0 1 0,-1 0 0,-10 0 0,15 1 0,1 0 0,-1 0 0,0 0 0,1 0 0,-1 0 0,1 1 0,0-1 0,-1 1 0,1-1 0,-1 1 0,1-1 0,-1 1 0,1 0 0,0 0 0,0 0 0,-1 0 0,1-1 0,0 2 0,0-1 0,0 0 0,0 0 0,0 0 0,0 0 0,1 1 0,-1-1 0,0 0 0,0 1 0,1-1 0,-1 1 0,1-1 0,0 1 0,-1-1 0,1 1 0,0-1 0,0 1 0,0-1 0,0 1 0,0-1 0,0 1 0,0-1 0,1 3 0,0 5 0,1-1 0,0 1 0,1-1 0,-1 0 0,2 1 0,-1-1 0,1-1 0,0 1 0,1-1 0,0 1 0,6 7 0,5 3 0,0-1 0,35 28 0,-49-43 0,1 0 0,-1 0 0,0-1 0,1 1 0,-1-1 0,1 1 0,0-1 0,0 0 0,-1 0 0,1-1 0,5 2 0,-7-2 0,0 0 0,0 0 0,0 0 0,0 0 0,0-1 0,0 1 0,0 0 0,0-1 0,0 1 0,0 0 0,0-1 0,0 1 0,0-1 0,0 0 0,0 1 0,-1-1 0,1 0 0,0 1 0,0-1 0,-1 0 0,1 0 0,-1 0 0,1 0 0,0 1 0,-1-1 0,0 0 0,1 0 0,-1 0 0,0 0 0,1 0 0,-1 0 0,0 0 0,0 0 0,0 0 0,0-2 0,1-4 0,0-1 0,-1 0 0,-1 1 0,1-1 0,-1 1 0,0-1 0,-1 1 0,0-1 0,0 1 0,0 0 0,-6-10 0,-5-8 0,-28-42 0,16 29 0,64 104 0,52 83 0,-81-135-1365,-3-2-5461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7.2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168 0 24575,'26'62'0,"57"94"0,-42-82 0,-38-68 0,-1-4 0,-1 1 0,1-1 0,-1 1 0,0-1 0,0 1 0,0 0 0,0 3 0,0-6 0,-1 0 0,0 1 0,0-1 0,0 1 0,-1-1 0,1 0 0,0 1 0,0-1 0,0 1 0,0-1 0,0 0 0,0 1 0,0-1 0,-1 0 0,1 1 0,0-1 0,0 0 0,-1 1 0,1-1 0,0 0 0,0 0 0,-1 1 0,0 0 0,0-1 0,0 0 0,0 1 0,0-1 0,0 1 0,0-1 0,0 0 0,0 0 0,0 0 0,0 0 0,0 0 0,-2 0 0,-7-1 0,0 0 0,0-1 0,0-1 0,0 0 0,1 0 0,-19-9 0,0 0 0,-11-2 0,-96-41 0,121 47-1365,4 1-5461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7.4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24575,'8'15'0,"4"7"0,0 2 0,1 0 0,-1-2 0,-4-4-8191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7.6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24575,'20'29'0,"6"15"0,-1 3 0,-3-3 0,-4-5 0,-6-10-8191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7.9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69 24575,'1'-2'0,"0"-4"0,1 0 0,-1 0 0,2-1 0,-1 1 0,6-10 0,-7 14 0,1 1 0,-1-1 0,0 1 0,0-1 0,1 1 0,-1 0 0,1 0 0,-1 0 0,1 0 0,-1 0 0,1 0 0,0 0 0,0 1 0,-1-1 0,1 0 0,0 1 0,0-1 0,0 1 0,0 0 0,-1 0 0,1 0 0,0 0 0,0 0 0,3 1 0,3 0 0,-1 1 0,1 0 0,-1 0 0,0 1 0,0 0 0,0 0 0,0 1 0,9 6 0,-1 1 0,0 0 0,17 18 0,-27-24-108,12 14-1149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8.3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225 9 24575,'-1'-1'0,"-1"0"0,1 0 0,-1 0 0,1 0 0,-1 0 0,0 1 0,1-1 0,-1 1 0,0-1 0,0 1 0,-2 0 0,4 0 0,-1 0 0,1 0 0,-1 0 0,1 0 0,-1 0 0,0 1 0,1-1 0,-1 0 0,1 0 0,-1 1 0,1-1 0,0 0 0,-1 1 0,1-1 0,-1 1 0,1-1 0,0 1 0,-1-1 0,1 0 0,0 1 0,-1-1 0,1 1 0,0-1 0,0 1 0,-1 0 0,1-1 0,0 1 0,0-1 0,0 1 0,0-1 0,0 1 0,0 0 0,0-1 0,0 1 0,0-1 0,0 1 0,0 0 0,1 7 0,0 0 0,0-1 0,0 1 0,1-1 0,0 1 0,1-1 0,-1 0 0,6 10 0,35 54 0,-21-38 0,-18-25 0,-3-6 0,0 0 0,0 0 0,0 0 0,1 0 0,-1 0 0,0-1 0,1 1 0,-1 0 0,1-1 0,0 1 0,3 2 0,-5-4 0,0 0 0,0 0 0,0 0 0,0 0 0,1 0 0,-1 0 0,0 0 0,0 0 0,0 0 0,1 0 0,-1 0 0,0 0 0,0 0 0,0 0 0,1 0 0,-1 0 0,0 0 0,0 0 0,0 0 0,1 0 0,-1 0 0,0 0 0,0 0 0,0 0 0,1 0 0,-1 0 0,0 0 0,0 0 0,0-1 0,0 1 0,1 0 0,-1 0 0,0 0 0,0 0 0,0-1 0,2-8 0,-5-9 0,1 10 0,-1 0 0,0 0 0,-1 1 0,0 0 0,0-1 0,0 1 0,-1 1 0,0-1 0,-6-6 0,9 11 0,1 1 0,-1-1 0,1 1 0,-1-1 0,0 1 0,0 0 0,1-1 0,-1 1 0,0 0 0,0 0 0,0 1 0,0-1 0,0 0 0,0 1 0,-1-1 0,1 1 0,0 0 0,0-1 0,0 1 0,0 0 0,0 0 0,-1 1 0,1-1 0,0 0 0,0 1 0,0-1 0,0 1 0,0 0 0,0-1 0,0 1 0,0 0 0,0 0 0,0 1 0,0-1 0,1 0 0,-1 1 0,0-1 0,-2 4 0,-3 3 0,0 0 0,1 1 0,-1 0 0,2 1 0,-1-1 0,1 1 0,1 0 0,0 1 0,0-1 0,-3 21 0,1-1 0,2 1 0,0 50 0,4-69 0,-1 13 0,6 50 0,-4-69 0,-1 0 0,2 0 0,-1-1 0,1 1 0,0 0 0,0-1 0,0 1 0,1-1 0,0 0 0,0 0 0,0 0 0,1 0 0,0-1 0,4 5 0,-7-8 0,-1 0 0,1-1 0,-1 1 0,1-1 0,-1 1 0,1-1 0,0 0 0,-1 1 0,1-1 0,-1 0 0,1 1 0,0-1 0,0 0 0,-1 0 0,1 0 0,0 1 0,-1-1 0,1 0 0,0 0 0,0 0 0,-1 0 0,1 0 0,0 0 0,0-1 0,-1 1 0,1 0 0,0 0 0,-1 0 0,2-1 0,-1 0 0,-1 1 0,1-1 0,-1 0 0,1 1 0,-1-1 0,0 0 0,1 1 0,-1-1 0,0 0 0,0 0 0,1 1 0,-1-1 0,0 0 0,0 0 0,0 0 0,0 1 0,0-1 0,0 0 0,0 0 0,0 1 0,0-1 0,-1 0 0,1 0 0,0 1 0,0-1 0,-1 0 0,1 1 0,-1-2 0,-2-5 10,-1 0 0,-1 0 0,1 1 0,-1 0-1,0 0 1,-1 0 0,1 0 0,-1 1 0,0 0-1,-9-5 1,-9-6-576,-36-17-1,52 29 227,-11-6-6486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9.2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29 158 24575,'-8'-2'0,"-2"-4"0,4-3 0,1-2 0,5 0 0,5 0 0,4 2 0,1 0 0,0-2 0,2 0 0,0-1 0,2 1 0,-2 0 0,-1 0 0,0-1 0,-1 1-8191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0.4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24575,'6'131'0,"2"119"0,-7-96 0,10-29 0,-7-90 0,-4-30 0,1 0 0,0 1 0,0-1 0,0 0 0,3 7 0,-4-13-24,0 1-1,0 0 1,0 0 0,0 0-1,0 0 1,1 0 0,-1 0-1,0 0 1,0 0-1,0 0 1,0 0 0,0-1-1,0 1 1,0 0 0,0 0-1,0 0 1,0 0-1,0 0 1,0 0 0,0 0-1,1 0 1,-1 0 0,0 0-1,0 0 1,0 0-1,0 0 1,0 0 0,0 0-1,0 0 1,0 0-1,0 0 1,1 0 0,-1 0-1,0 0 1,0 0 0,0 0-1,0 0 1,0 0-1,0 0 1,0 0 0,0 0-1,0 0 1,0 0 0,1 0-1,-1 0 1,0 0-1,0 0 1,0 0 0,0 0-1,0 0 1,0 1-1,0-1 1,0 0 0,0 0-1,0 0 1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1.7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1 103 24575,'3'-7'0,"0"1"0,1-1 0,0 1 0,1 0 0,-1 0 0,1 0 0,0 0 0,1 1 0,-1 0 0,1 0 0,0 0 0,0 1 0,1 0 0,-1 0 0,1 1 0,0 0 0,0 0 0,0 0 0,0 1 0,1 0 0,-1 0 0,0 1 0,1 0 0,12 0 0,302 3 0,-244 2 0,131 24 0,-39-4 0,-119-18 0,-4 0 0,0-2 0,84-4 0,-126-1 0,1 0 0,-1 0 0,0 0 0,1-1 0,-1 0 0,0 0 0,0-1 0,-1 0 0,1 1 0,0-1 0,4-5 0,-6 6 0,0 1 0,0-1 0,0 0 0,0 1 0,0 0 0,0 0 0,0 0 0,0 0 0,0 0 0,1 1 0,-1-1 0,0 1 0,1 0 0,-1 0 0,0 0 0,5 1 0,5 2 0,0-1 0,19 9 0,1-1 0,-31-10 0,1 1 0,-1 0 0,0 0 0,1 0 0,-1 0 0,0 0 0,0 1 0,0-1 0,0 1 0,0-1 0,0 1 0,0 0 0,0 0 0,-1 0 0,1 0 0,-1 0 0,1 0 0,-1 0 0,0 0 0,0 1 0,1 2 0,1 4 0,0 1 0,-1 0 0,0-1 0,0 13 0,-1-13 0,1 8 0,13 151 0,-14-135 0,-2 0 0,-1 1 0,-6 34 0,-4-5 0,2 1 0,-1 101 0,11-151 0,0 7 0,4 24 0,-3-37 0,0-1 0,1 0 0,0 0 0,1 0 0,-1-1 0,1 1 0,5 7 0,-4-8 0,-1 1 0,1-1 0,-1 1 0,-1-1 0,1 1 0,-1 0 0,0 0 0,1 8 0,-3-13 0,0 1 0,0-1 0,0 0 0,0 0 0,0 0 0,0 1 0,-1-1 0,1 0 0,-1 0 0,0 0 0,0 0 0,1 0 0,-1 0 0,-1 0 0,1 0 0,0 0 0,0-1 0,-1 1 0,1 0 0,-1-1 0,1 1 0,-1-1 0,0 0 0,1 1 0,-1-1 0,0 0 0,0 0 0,0 0 0,0 0 0,0 0 0,-2 0 0,-11 3 0,1-1 0,-1-1 0,0 0 0,0-1 0,0-1 0,-21-1 0,4 0 0,-839 0 0,738 8 0,-1 1 0,116-8-1365,4-1-5461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2.9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45 41 24575,'0'-3'0,"0"-1"0,-1 1 0,0-1 0,1 1 0,-1-1 0,-1 1 0,1 0 0,0 0 0,-3-6 0,3 9 0,1 0 0,0 0 0,0 0 0,0 0 0,0 0 0,0 0 0,0-1 0,0 1 0,0 0 0,-1 0 0,1 0 0,0 0 0,0 0 0,0 0 0,0 0 0,0 0 0,-1 0 0,1 0 0,0 0 0,0 0 0,0 0 0,0 0 0,0-1 0,-1 1 0,1 0 0,0 0 0,0 1 0,0-1 0,0 0 0,0 0 0,-1 0 0,1 0 0,0 0 0,0 0 0,0 0 0,0 0 0,0 0 0,-1 0 0,-3 7 0,-1 9 0,-7 73 0,8-54 0,1 1 0,4 53 0,0-31 0,-1-56 0,0 1 0,0-1 0,0 1 0,0-1 0,1 1 0,-1-1 0,1 1 0,0-1 0,0 1 0,1 2 0,-2-5 0,1 1 0,-1 0 0,1-1 0,0 1 0,-1-1 0,1 1 0,0-1 0,-1 1 0,1-1 0,0 1 0,-1-1 0,1 0 0,0 0 0,0 1 0,0-1 0,-1 0 0,1 0 0,0 0 0,0 0 0,0 0 0,-1 0 0,1 0 0,0 0 0,0 0 0,0 0 0,0 0 0,-1 0 0,1-1 0,0 1 0,0 0 0,-1-1 0,1 1 0,0 0 0,1-2 0,9-4 0,0-1 0,0-1 0,0 0 0,-1 0 0,12-14 0,13-10 0,-23 21 0,-9 8 0,1 0 0,-1 0 0,0 0 0,1 1 0,6-4 0,-8 8 0,-3 5 0,-5 11 0,6-15 0,-7 21 0,-6 38 0,13-59 0,-1 0 0,1-1 0,-1 1 0,0-1 0,0 1 0,0-1 0,0 1 0,0-1 0,-1 1 0,1-1 0,0 0 0,-3 3 0,3-4 0,0 0 0,0-1 0,0 1 0,0 0 0,0-1 0,0 1 0,0-1 0,-1 1 0,1-1 0,0 1 0,0-1 0,0 0 0,0 0 0,-1 1 0,1-1 0,0 0 0,0 0 0,0 0 0,-1 0 0,1-1 0,0 1 0,0 0 0,0 0 0,0-1 0,-1 1 0,1-1 0,0 1 0,0-1 0,-1 0 0,-6-4-85,1 0 0,0-1-1,0 0 1,0 0 0,1 0-1,0-1 1,0 0 0,1 0-1,0 0 1,0-1 0,0 0-1,1 0 1,0 0 0,1 0-1,-4-15 1,5 12-6741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3.8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105 154 24575,'-3'2'0,"0"0"0,0 0 0,0 0 0,0 1 0,0-1 0,1 1 0,-1 0 0,1 0 0,-1 0 0,1 0 0,0 0 0,1 1 0,-1-1 0,0 0 0,1 1 0,0 0 0,0-1 0,0 1 0,0 0 0,0-1 0,1 1 0,0 0 0,0 5 0,0 0 0,0 1 0,1-1 0,0 1 0,1-1 0,0 0 0,0 0 0,1 0 0,5 10 0,-8-17 0,1-1 0,0 0 0,0 1 0,-1-1 0,1 0 0,0 0 0,0 0 0,0 0 0,1 0 0,-1 0 0,0 0 0,2 1 0,-3-2 0,0 1 0,0-1 0,1 0 0,-1 0 0,0 0 0,0 0 0,0 0 0,0 0 0,1 0 0,-1 0 0,0 0 0,0 0 0,0 0 0,1 0 0,-1 0 0,0 0 0,0 0 0,0 0 0,1 0 0,-1 0 0,0 0 0,0 0 0,0-1 0,0 1 0,1 0 0,-1 0 0,0 0 0,0 0 0,0 0 0,0 0 0,1 0 0,-1-1 0,1-11 0,-4-6 0,-1 0 0,-1 1 0,-1-1 0,-13-26 0,16 36 0,-19-40 0,9 21 0,-12-37 0,24 64 0,1 0 0,0-1 0,0 1 0,0 0 0,0-1 0,0 1 0,-1 0 0,1-1 0,0 1 0,0 0 0,0-1 0,0 1 0,0-1 0,0 1 0,0 0 0,0-1 0,0 1 0,0 0 0,0-1 0,1 1 0,-1 0 0,0-1 0,0 1 0,0 0 0,0-1 0,1 1 0,7 3 0,13 15 0,-18-15 0,7 6 0,0 0 0,1-1 0,0 0 0,1-1 0,19 9 0,-25-13 0,0 0 0,0-1 0,0 0 0,1 0 0,-1-1 0,1 0 0,0 0 0,-1 0 0,1-1 0,-1 0 0,1 0 0,0-1 0,9-2 0,-13 3 0,-1-1 0,1 0 0,-1 0 0,1 0 0,-1-1 0,0 1 0,0-1 0,1 1 0,-1-1 0,0 0 0,0 1 0,0-1 0,-1 0 0,1 0 0,0 0 0,-1-1 0,0 1 0,1 0 0,-1-1 0,0 1 0,0-1 0,0 1 0,0-1 0,-1 1 0,1-4 0,1-6 0,-1 0 0,0 0 0,-1 0 0,-2-16 0,0 3 0,5 38 0,0-1 0,0 0 0,1 0 0,6 13 0,4 11 0,60 145 0,-61-146-1365,-8-21-5461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4.5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7 24575,'-3'-3'0,"3"0"0,0 2 0,0 4 0,3 5 0,1 2 0,3 2 0,1 0 0,0-1 0,2 1 0,0 1 0,2 0 0,-1 1 0,-1-2 0,-1-1 0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5.1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910 1 24575,'-478'23'0,"358"-9"0,-78 5 0,98-17-1365,87-2-5461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5.7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328 150 24575,'-230'-109'0,"167"81"0,43 17 0,17 9 0,11 8 0,-6-4 0,80 57 0,-53-39 0,-1 0 0,40 38 0,-66-55 0,0-1 0,0 1 0,0-1 0,0 1 0,0 0 0,0 0 0,-1-1 0,1 1 0,-1 1 0,0-1 0,2 5 0,-3-7 0,0 1 0,0-1 0,0 1 0,0-1 0,0 1 0,0-1 0,-1 1 0,1-1 0,0 1 0,-1-1 0,1 0 0,-1 1 0,0-1 0,1 0 0,-1 1 0,0-1 0,0 0 0,0 0 0,0 0 0,0 0 0,0 0 0,0 0 0,0 0 0,0 0 0,0 0 0,0 0 0,-1 0 0,-1 0 0,-3 2 0,0-1 0,0 0 0,0 0 0,0 0 0,0-1 0,0 0 0,-13 1 0,-48-3 0,35-1 0,-18 1-1365,31 1-5461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6.5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34 24575,'0'-1'0,"1"0"0,-1 1 0,0-1 0,0 1 0,1-1 0,-1 0 0,1 1 0,-1-1 0,0 1 0,1-1 0,-1 1 0,1-1 0,-1 1 0,1-1 0,0 1 0,-1 0 0,1-1 0,-1 1 0,1 0 0,0-1 0,-1 1 0,1 0 0,0 0 0,-1 0 0,1 0 0,0-1 0,0 1 0,24-2 0,-23 2 0,259-2 0,-134 3 0,-51 0 0,-14 1 0,123-14 0,-162 8-1365,-5-2-5461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8.3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72 58 24575,'0'-15'0,"1"11"0,-1 0 0,0 0 0,0 0 0,0 0 0,0 0 0,-1 0 0,1 0 0,-3-5 0,3 9 0,0 0 0,0 0 0,0 0 0,0 0 0,0 0 0,0 0 0,0-1 0,0 1 0,0 0 0,0 0 0,0 0 0,0 0 0,-1 0 0,1 0 0,0 0 0,0 0 0,0 0 0,0 0 0,0 0 0,0 0 0,0 0 0,0 0 0,0-1 0,0 1 0,-1 0 0,1 0 0,0 0 0,0 0 0,0 0 0,0 0 0,0 0 0,0 0 0,0 0 0,0 0 0,-1 0 0,1 0 0,0 0 0,0 0 0,0 1 0,0-1 0,0 0 0,0 0 0,0 0 0,0 0 0,0 0 0,0 0 0,-1 0 0,1 0 0,0 0 0,0 0 0,-5 7 0,-2 9 0,-4 15 0,2 1 0,2 0 0,-5 34 0,5-7 0,2 0 0,3-1 0,7 67 0,-3-101 0,40 272 0,-22-176 0,-15-63 0,-4-34 0,5 26 0,-3-18 0,0 0 0,-3 57 0,-1-36 0,1-48 0,0-3 0,1 1 0,-1 0 0,0 0 0,0 0 0,-1-1 0,1 1 0,0 0 0,-1 0 0,1 0 0,-1-1 0,1 1 0,-1 0 0,0-1 0,-1 3 0,-1-4-1365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9.2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60 24575,'0'-2'0,"0"-1"0,1 1 0,0 0 0,0 0 0,-1 0 0,1 0 0,0 0 0,1 0 0,-1 0 0,0 0 0,1 0 0,-1 1 0,1-1 0,-1 0 0,1 1 0,0-1 0,-1 1 0,1 0 0,0 0 0,0-1 0,0 1 0,3-1 0,1-1 0,0 0 0,1 1 0,0 0 0,-1 0 0,1 0 0,8-1 0,103 2 0,-60 2 0,-38 0 0,31 6 0,14 0 0,3-8 0,-38 0 0,1 2 0,46 5 0,-21 1 0,0-3 0,86-5 0,-53 0 0,50-8 0,-65 3 0,104 5 0,-83 3 0,-44-3 0,72 10 0,-93-6 0,53-1 0,0-1 0,-55 5 50,-23-5-252,0 0 0,0 0-1,0 0 1,0-1 0,0 1 0,7-2 0,-3-1-6624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30.3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14 24575,'1'-1'0,"1"-1"0,0 1 0,-1 0 0,1 0 0,0-1 0,0 2 0,0-1 0,0 0 0,0 0 0,0 0 0,0 1 0,0-1 0,0 1 0,1 0 0,-1 0 0,0 0 0,0 0 0,4 0 0,-5 0 0,1 1 0,-1-1 0,1 0 0,-1 1 0,1-1 0,-1 1 0,1-1 0,-1 1 0,0 0 0,1 0 0,-1-1 0,0 1 0,0 0 0,0 0 0,1 0 0,-1 0 0,0 0 0,0 1 0,-1-1 0,1 0 0,0 0 0,0 1 0,-1-1 0,1 1 0,0-1 0,0 3 0,0 5 0,0 1 0,0 0 0,-1 13 0,0-12 0,0 0 0,3 17 0,11 35 0,-7-32 0,0 0 0,-3 0 0,2 33 0,-7 165 0,0-216 0,0 1 0,-4 17 0,2-21 0,2-1 0,-1 0 0,1 0 0,1 1 0,0-1 0,0 0 0,2 11 0,8 24 0,-5-23 0,-1-1 0,0 1 0,0 32 0,-3-21 0,-2 1 0,-8 46 0,7-71 0,1 1 0,0-1 0,1 1 0,0-1 0,0 1 0,0 0 0,1-1 0,4 16 0,2 3 0,-2 0 0,-1 1 0,-1-1 0,0 32 0,0-26 32,-2-29-172,0 1 1,0-1-1,0 1 0,-1-1 1,0 1-1,0-1 0,0 1 0,-1-1 1,-1 9-1,-3-1-6686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31.0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2135 61 24575,'-58'-18'0,"-2"3"0,-74-8 0,70 19 0,-68 5 0,42 0 0,6-1 0,-271 9 0,-18-2 0,232-8 0,-230 1 0,359 0 0,1 2 0,-22 4 0,2 0 0,5-2 0,0 1 0,-52 1 0,35-6-1365,31 0-5461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32.2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24575,'1'0'0,"-1"1"0,1-1 0,0 0 0,-1 1 0,1-1 0,-1 0 0,1 1 0,0-1 0,-1 0 0,1 1 0,-1-1 0,0 1 0,1-1 0,-1 1 0,1 0 0,-1-1 0,0 1 0,1-1 0,-1 1 0,0 0 0,1-1 0,-1 1 0,0 0 0,0-1 0,0 1 0,0 0 0,0 0 0,3 23 0,-3-21 0,2 28 0,-2-14 0,1-1 0,5 29 0,1-10 0,-4-17 0,6 22 0,-8-35 0,0-1 0,1 0 0,0 1 0,0-1 0,0 0 0,0 0 0,1 0 0,0-1 0,-1 1 0,5 3 0,-5-6 0,0 1 0,1-1 0,-1 0 0,1 0 0,-1 0 0,1 0 0,-1 0 0,1-1 0,0 1 0,-1-1 0,1 1 0,0-1 0,-1 0 0,1 0 0,0 0 0,-1-1 0,1 1 0,0-1 0,-1 1 0,5-2 0,6-3 0,1 0 0,17-9 0,16-3 130,-6 2-1625,-33 11-5331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32.7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89 162 24575,'0'15'0,"-1"1"0,1-1 0,1 1 0,0-1 0,1 0 0,1 0 0,7 25 0,-6-32 0,-2-11 0,-7-16 0,-37-58 0,0 1 0,38 66 0,1 1 0,-1 0 0,1-1 0,1 0 0,0 1 0,-1-17 0,2 24 0,1-1 0,0 1 0,0 0 0,0-1 0,1 1 0,-1 0 0,0-1 0,1 1 0,0 0 0,-1 0 0,1-1 0,0 1 0,0 0 0,0 0 0,0 0 0,1 0 0,-1 0 0,2-2 0,0 2 0,-1 1 0,0-1 0,1 1 0,-1-1 0,1 1 0,-1 0 0,1 0 0,0 0 0,-1 0 0,1 1 0,0-1 0,0 1 0,0 0 0,5 0 0,2 0 0,0 0 0,0 1 0,0 0 0,0 1 0,0 0 0,16 6 0,-23-7 0,1 1 0,-1-1 0,1 1 0,-1 0 0,0 0 0,1 0 0,-1 0 0,0 0 0,0 1 0,-1-1 0,1 1 0,-1 0 0,1 0 0,-1 0 0,0 0 0,0 0 0,0 1 0,0-1 0,-1 1 0,3 4 0,-4-6 0,0 0 0,1 0 0,-1 1 0,0-1 0,0 0 0,0 0 0,0 0 0,-1 0 0,1 0 0,-1 0 0,1 0 0,-1 0 0,0 0 0,1 0 0,-1-1 0,0 1 0,0 0 0,0 0 0,-1-1 0,1 1 0,0 0 0,-1-1 0,1 1 0,-1-1 0,1 0 0,-1 0 0,0 1 0,1-1 0,-1 0 0,0 0 0,-3 1 0,-5 2 0,0-1 0,0 1 0,0-2 0,-18 4 0,-1 0-1365,16-3-5461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33.2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116 159 24575,'-4'13'0,"1"0"0,0 1 0,-2 20 0,4-29 0,1-1 0,0 1 0,0 0 0,0 0 0,1-1 0,-1 1 0,1 0 0,0-1 0,1 1 0,-1 0 0,1-1 0,0 0 0,3 7 0,-5-11 0,1 1 0,-1-1 0,0 0 0,0 1 0,0-1 0,0 0 0,0 0 0,1 0 0,-1 1 0,0-1 0,0 0 0,0 0 0,1 1 0,-1-1 0,0 0 0,0 0 0,1 0 0,-1 0 0,0 0 0,0 1 0,1-1 0,-1 0 0,0 0 0,0 0 0,1 0 0,-1 0 0,0 0 0,1 0 0,-1 0 0,0 0 0,1 0 0,2-8 0,-4-15 0,-3 13 0,0 1 0,-1-1 0,0 1 0,0 0 0,-1 0 0,0 1 0,-8-10 0,-11-14 0,12 13 0,6 11 0,0-2 0,-10-18 0,16 25 0,0 1 0,0-1 0,0 1 0,1 0 0,-1-1 0,0 0 0,1 1 0,0-1 0,-1 1 0,1-1 0,0 0 0,1 1 0,-1-1 0,0 1 0,1-1 0,-1 1 0,3-6 0,-2 7 0,0-1 0,0 0 0,0 1 0,0 0 0,0-1 0,1 1 0,-1 0 0,1-1 0,-1 1 0,1 0 0,-1 0 0,1 0 0,0 1 0,-1-1 0,1 0 0,0 1 0,0-1 0,0 1 0,-1-1 0,1 1 0,3 0 0,6-1 0,0 0 0,18 3 0,-14-1 0,19 0 0,84-1 0,-93-6 0,-17 1 0,-8 4 0,0 1 0,-1-1 0,1 1 0,0 0 0,0-1 0,0 1 0,0 0 0,0-1 0,-1 1 0,1 0 0,0-1 0,0 1 0,-1 0 0,1 0 0,0-1 0,0 1 0,-1 0 0,1 0 0,0-1 0,-1 1 0,1 0 0,0 0 0,-1 0 0,1 0 0,0 0 0,-1-1 0,1 1 0,-1 0 0,-26-7-1365,12 5-5461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33.5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74 24575,'17'-10'0,"8"-6"0,3 1 0,-2 1 0,-2 5 0,-3 3 0,-3 2 0,-1 5 0,-2 2 0,-3 3 0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34.6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163 394 24575,'-3'-1'0,"-17"-3"0,-30-4 0,44 8 0,1 0 0,0 0 0,-1 0 0,1 0 0,0 1 0,-1 0 0,1 0 0,0 1 0,0-1 0,-10 5 0,14-5 0,-1 0 0,1 0 0,-1 0 0,1 0 0,0 0 0,-1 0 0,1 0 0,0 1 0,0-1 0,0 0 0,0 1 0,0-1 0,0 1 0,0-1 0,1 1 0,-1-1 0,0 1 0,1 0 0,-1 1 0,1 0 0,-1 1 0,1-1 0,0 0 0,1 0 0,-1 0 0,0 0 0,1 0 0,0 0 0,0 0 0,1 3 0,0 0 0,1 0 0,0 0 0,0-1 0,0 1 0,1-1 0,0 0 0,0 0 0,0-1 0,10 9 0,-12-12 0,0 1 0,-1-1 0,1 0 0,0 0 0,0-1 0,0 1 0,0 0 0,0-1 0,0 1 0,3 0 0,-5-1 0,1 0 0,-1 0 0,1 0 0,-1 0 0,1-1 0,-1 1 0,1 0 0,-1 0 0,1 0 0,-1 0 0,1-1 0,-1 1 0,1 0 0,-1 0 0,1-1 0,-1 1 0,0 0 0,1-1 0,-1 1 0,1 0 0,-1-1 0,0 1 0,0-1 0,1 1 0,-1-1 0,0 1 0,0-1 0,1 1 0,-1-1 0,0 1 0,0-1 0,0 1 0,0-1 0,0 1 0,0-1 0,0 1 0,0-1 0,0 1 0,0-1 0,0 1 0,0-1 0,0 1 0,0-1 0,0 1 0,0-1 0,-1 0 0,0-4 0,0 0 0,-1 0 0,1 0 0,-1 1 0,0-1 0,-1 0 0,1 1 0,-1 0 0,-4-6 0,-4-3 0,-18-16 0,25 24 0,-3 0 0,5 7 0,2-1 0,0 0 0,0 0 0,0 0 0,1 0 0,-1 0 0,0 0 0,1-1 0,-1 1 0,1 0 0,-1 0 0,1 0 0,-1-1 0,2 2 0,4 4 0,0-1 0,0 0 0,1 0 0,0-1 0,0 1 0,0-2 0,0 1 0,0-1 0,1 0 0,15 4 0,-11-4 0,0-1 0,1 0 0,0-1 0,-1 0 0,1-1 0,16-2 0,-21 1 0,-1 0 0,1 0 0,-1-1 0,0-1 0,0 1 0,0-1 0,0 0 0,0 0 0,-1-1 0,1 0 0,7-7 0,-10 8 0,1-2 0,-1 1 0,-1 0 0,1-1 0,-1 0 0,1 0 0,-1 0 0,-1 0 0,1 0 0,-1 0 0,0-1 0,0 1 0,0-1 0,-1 0 0,1-7 0,-1 1 0,-1-1 0,0 1 0,-1-1 0,0 1 0,-1 0 0,0 0 0,-1 0 0,0 0 0,-1 0 0,0 0 0,-10-17 0,1 7 0,0 0 0,-1 1 0,-1 1 0,-30-32 0,38 45 0,1 1 0,-1 0 0,0 0 0,-1 1 0,1 0 0,-14-7 0,19 11 0,0 0 0,0 0 0,0 0 0,0 1 0,0-1 0,0 1 0,0-1 0,0 1 0,-1-1 0,1 1 0,0 0 0,0 0 0,0 0 0,-1 1 0,1-1 0,0 0 0,0 1 0,0 0 0,0-1 0,0 1 0,0 0 0,0 0 0,0 0 0,0 0 0,0 0 0,0 1 0,0-1 0,1 1 0,-1-1 0,1 1 0,-3 3 0,-2 3 0,2 0 0,-1 0 0,1 0 0,1 1 0,-1-1 0,1 1 0,-1 10 0,-10 65 0,13-79 0,0 8 0,0 0 0,1 0 0,1 0 0,0 0 0,5 25 0,-5-31 0,1 0 0,0-1 0,0 1 0,1-1 0,0 1 0,0-1 0,1 0 0,-1 0 0,1 0 0,1-1 0,-1 1 0,10 7 0,-2-4-1365,0-3-5461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0.6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68 88 24575,'-6'-9'0,"4"5"0,0 1 0,0-1 0,0 1 0,-1 0 0,1 0 0,-6-5 0,7 7 0,1 1 0,-1 0 0,0-1 0,1 1 0,-1 0 0,1 0 0,-1-1 0,0 1 0,1 0 0,-1 0 0,1 0 0,-1 0 0,0 0 0,1 0 0,-1 0 0,0 0 0,1 0 0,-1 0 0,0 0 0,-1 1 0,1-1 0,0 1 0,0 0 0,0 0 0,0-1 0,0 1 0,0 0 0,0 0 0,0 0 0,0 0 0,0 0 0,0 0 0,0 1 0,-1 1 0,1-1 0,-1 1 0,1 0 0,0-1 0,0 1 0,0 0 0,0 0 0,0 0 0,0-1 0,1 1 0,-1 0 0,1 0 0,0 0 0,0 6 0,1-8 0,-1 0 0,1 1 0,-1-1 0,1 0 0,-1 0 0,1 1 0,-1-1 0,1 0 0,0 0 0,0 0 0,0 0 0,0 0 0,0 0 0,0 0 0,0 0 0,0 0 0,0 0 0,0-1 0,0 1 0,0 0 0,1-1 0,-1 1 0,0-1 0,0 1 0,1-1 0,-1 0 0,0 0 0,1 1 0,-1-1 0,1 0 0,-1 0 0,0 0 0,2-1 0,19-1 0,-20 2 0,1-1 0,-1 1 0,1 0 0,-1-1 0,0 1 0,1 0 0,-1 1 0,1-1 0,-1 0 0,0 1 0,1-1 0,-1 1 0,1 0 0,-1 0 0,0 0 0,3 1 0,5 4 0,-1-1 0,0 0 0,1-1 0,0 0 0,0-1 0,1 0 0,-1-1 0,17 3 0,-23-5 0,-1 0 0,1 0 0,-1 0 0,0 0 0,1-1 0,-1 1 0,1-1 0,-1 0 0,0 0 0,0 0 0,1 0 0,-1-1 0,0 1 0,0-1 0,0 0 0,-1 0 0,1 0 0,0 0 0,-1 0 0,1-1 0,-1 1 0,0-1 0,0 1 0,0-1 0,0 0 0,0 0 0,0 0 0,-1 0 0,0 0 0,2-5 0,-2 4 0,0-1 0,0 1 0,0-1 0,0 0 0,-1 1 0,0-1 0,0 0 0,0 1 0,-1-1 0,1 1 0,-1-1 0,0 0 0,-1 1 0,1 0 0,-1-1 0,0 1 0,0 0 0,0 0 0,0 0 0,-1 0 0,-3-5 0,4 8-136,1 0-1,0-1 1,-1 1-1,1 0 1,-1 0-1,0 0 1,1 0-1,-1 0 0,-3 0 1,-4-2-6690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1.2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179 28 24575,'-5'-4'0,"-1"0"0,-1 1 0,1 0 0,0 0 0,-1 1 0,1 0 0,-1 0 0,0 0 0,-11 0 0,14 1 0,0 1 0,-1 0 0,1 1 0,0-1 0,-1 1 0,1-1 0,0 1 0,0 0 0,0 1 0,0-1 0,0 1 0,0 0 0,0 0 0,0 0 0,0 1 0,-4 3 0,6-4 0,-2 1 0,0 0 0,1 0 0,0 1 0,0-1 0,-4 6 0,6-8 0,1-1 0,0 1 0,-1 0 0,1 0 0,0 0 0,-1-1 0,1 1 0,0 0 0,0 0 0,-1 0 0,1-1 0,0 1 0,0 0 0,0 0 0,0 0 0,0 0 0,1 0 0,-1-1 0,0 1 0,0 0 0,0 0 0,1 0 0,-1-1 0,0 1 0,1 0 0,-1 0 0,1-1 0,-1 1 0,1 0 0,-1-1 0,1 1 0,0 0 0,-1-1 0,1 1 0,-1-1 0,2 2 0,5 2 0,0 0 0,0 0 0,0-1 0,0 0 0,1 0 0,10 3 0,49 6 0,-39-7 0,-24-4-227,-1-1-1,0 1 1,1-1-1,-1 0 1,6-1-1,1-1-6598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1.8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3 24575,'-2'-2'0,"-1"1"0,-1 4 0,2 3 0,0 4 0,1 2 0,0 1 0,4-1 0,0 0 0,0 0 0,2-2 0,0 0 0,0 1 0,0 0 0,1 2 0,-2-2-8191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2.1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24575,'0'0'-8191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2.8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173 1 24575,'-12'2'0,"-7"2"0,-2-1 0,0-1 0,1 0 0,1-1 0,2 0 0,1-1 0,1 0 0,2 0-8191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3.0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106 4 24575,'-20'-2'0,"-8"1"0,-3 1 0,4 1-8191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3.7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19 24575,'0'-7'0,"0"0"0,0 3 0,0 5 0,0 5 0,0 4 0,0 2 0,2 5 0,1 1 0,1 1 0,1-1 0,2-1 0,1-1 0,0-1 0,0 0 0,0-3 0,0-1 0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4.0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24575,'0'5'0,"0"4"0,0 3 0,0 2 0,0 1 0,0 0 0,2 1 0,2-1 0,1 0 0,1 0 0,1-1 0,0-1-8191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4.2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349 7 24575,'-29'-3'0,"-15"0"0,-5 2 0,4 2 0,4 0 0,7 3 0,4 1 0,5 1 0,4 0 0,3 2 0,5-1-8191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4.7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374 29 24575,'-27'-7'0,"-1"0"0,1 2 0,-1 0 0,0 2 0,0 2 0,0 0 0,-1 2 0,-48 7 0,18-2-1365,44-6-5461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5.6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69 24575,'-1'2'0,"0"0"0,0 1 0,1-1 0,0 1 0,-1-1 0,1 1 0,0 0 0,0-1 0,0 1 0,0-1 0,1 1 0,-1-1 0,1 4 0,0-2 0,13 69 0,-14-72 0,0-1 0,0 1 0,1 0 0,-1 0 0,0 0 0,0 0 0,0 0 0,1 0 0,-1 0 0,1 0 0,-1 0 0,0 0 0,1-1 0,0 1 0,-1 0 0,1 0 0,-1-1 0,1 1 0,0 0 0,-1-1 0,1 1 0,0 0 0,0-1 0,0 1 0,0-1 0,-1 0 0,1 1 0,2 0 0,-2-2 0,0 1 0,0 0 0,0-1 0,0 1 0,0-1 0,0 1 0,1-1 0,-1 1 0,0-1 0,-1 0 0,1 1 0,0-1 0,0 0 0,0 0 0,0 0 0,0 0 0,-1 1 0,1-1 0,-1 0 0,1 0 0,0-1 0,-1 1 0,1-1 0,2-4 0,0-1 0,0 0 0,-1 0 0,0 0 0,0 0 0,-1 0 0,0 0 0,0 0 0,-1-9 0,0 6 0,-1 0 0,-1 0 0,1 0 0,-2 0 0,1 1 0,-5-11 0,-2-3 0,8 16 0,6 17 0,-1-3 0,0 0 0,0-1 0,0 1 0,1-1 0,0 0 0,1 0 0,-1 0 0,1-1 0,12 10 0,-14-13 0,1 1 0,-1-1 0,0 0 0,0 0 0,1 0 0,-1-1 0,1 1 0,0-1 0,-1 0 0,1-1 0,0 1 0,0-1 0,-1 0 0,1 0 0,0 0 0,0-1 0,8-2 0,-11 3 0,0-1 0,0 1 0,0-1 0,0 0 0,0 0 0,0 0 0,-1 0 0,1 0 0,0-1 0,0 1 0,-1 0 0,1-1 0,-1 1 0,1-1 0,-1 0 0,2-3 0,0 0 0,-1 0 0,0 0 0,0 0 0,1-11 0,3-6 0,-6 22 0,0 0 0,0 0 0,0-1 0,0 1 0,0 0 0,0 0 0,0 0 0,0-1 0,0 1 0,0 0 0,1 0 0,-1 0 0,0 0 0,0-1 0,0 1 0,0 0 0,0 0 0,0 0 0,0 0 0,0 0 0,1-1 0,-1 1 0,0 0 0,0 0 0,0 0 0,0 0 0,0 0 0,1 0 0,-1 0 0,0 0 0,0-1 0,0 1 0,0 0 0,1 0 0,-1 0 0,0 0 0,0 0 0,0 0 0,1 0 0,3 8 0,3 19 0,-6-22 0,10 36-455,1 0 0,20 41 0,-27-70-6371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42.7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414 188 24575,'1'0'0,"-1"-1"0,1 1 0,-1-1 0,1 0 0,-1 0 0,1 1 0,-1-1 0,0 0 0,1 0 0,-1 0 0,0 1 0,0-1 0,1 0 0,-1 0 0,0 0 0,0 0 0,0 1 0,0-1 0,0 0 0,0 0 0,0 0 0,-1 0 0,1 0 0,0 1 0,0-1 0,-1 0 0,1 0 0,0 0 0,-1 1 0,1-1 0,-1 0 0,1 1 0,-1-1 0,1 0 0,-1 1 0,0-1 0,1 1 0,-1-1 0,0 0 0,0 0 0,-5-3 0,0 0 0,0 0 0,-10-5 0,14 7 0,-55-27 0,-77-28 0,121 53 0,-9-4 0,1 1 0,-38-7 0,-8 0 0,76 16 0,-1 0 0,1 1 0,0 1 0,8 4 0,39 20 0,-47-23 0,16 8 0,-1 1 0,-1 0 0,28 24 0,-48-36 0,-1 0 0,0 1 0,0-1 0,-1 0 0,1 0 0,0 1 0,-1-1 0,2 4 0,-3-6 0,1 1 0,-1 0 0,0 0 0,0 0 0,0-1 0,1 1 0,-1 0 0,0 0 0,0 0 0,0-1 0,0 1 0,-1 0 0,1 0 0,0 0 0,0 0 0,0-1 0,-1 1 0,1 0 0,0 0 0,-1-1 0,1 1 0,0 0 0,-1-1 0,1 1 0,-1 0 0,0-1 0,1 1 0,-1 0 0,1-1 0,-1 1 0,0-1 0,1 1 0,-2-1 0,-11 8 0,-1-1 0,-17 7 0,18-9 0,0 0 0,1 2 0,-14 8 0,15-8-1365,2-1-5461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44.1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178 39 24575,'1'0'0,"15"-18"0,-15 17 0,0 0 0,0 1 0,-1-1 0,1 0 0,0 0 0,-1 0 0,1 0 0,0 0 0,-1 0 0,1 0 0,-1 0 0,0-1 0,1 1 0,-1 0 0,0 0 0,0-1 0,-1 1 0,0 1 0,0-1 0,0 1 0,0 0 0,0 0 0,0 0 0,0-1 0,0 1 0,0 0 0,0 0 0,-1 1 0,1-1 0,0 0 0,0 0 0,0 0 0,0 1 0,-1 0 0,-1-1 0,-101 27 0,89-22 0,9-3-170,0 0-1,1 1 0,-1 0 1,1 0-1,0 0 0,-1 1 1,-7 7-1,4-3-6655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4316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0:00–0:02. Frame the lecture as one idea appearing in two communities: sample-rate reduction in DSP and striding/pooling in CNNs.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connect to Week 2 sampling/aliasing. Emphasize that the “new” operation is discrete-time rate change, but the sampling logic is familiar.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0:02–0:04. Transition into the formal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M=3 explicitly: x_d[0]=x[0], x_d[1]=x[3], x_d[2]=x[6]. Ask: what happens to the physical time spacing between samples?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compute the result before revealing the callout. Common error: students confuse downsampling by M with dividing amplitudes by 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over-derive unless this class needs it. The important mental model is “stretch, shift, add.” Connect overlap directly to aliasing.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describe the difference between the two figures without equations first. Then connect the safe bandwidth to π/M.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0:25. This is the engineering implementation, not just the mathematical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ωc = π/M is the idealized boundary. Practical FIR filters need a transition band; the passband must end below π/M.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difference between “cutoff = π/2” as theory and a realizable response with transition width. Ask where the first aliased energy would land if not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nuance statement to avoid turning “FIR linear phase” into a universal rule. For audio, latency may motivate different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answer: Need 0.22π ≤ π/M, so M ≤ 1/0.22 ≈ 4.54. Largest integer M is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0:50. This connection is the conceptual bridge to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Conv1d stride=M can be written as convolution followed by taking every Mth output. That makes the sampling interpretation exact.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exact equivariance from robustness. Striding inherently reduces resolution; aliasing makes phase sensitivity worse.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anti-aliased CNNs as a design pattern, not a magic rule. The right amount of lowpass filtering depends on data, task, and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pairs predict before running the notebook. The lowpass+stride pipeline should be less sensitive for signals dominated by content near the new Nyquist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exit answer: because task loss does not force the kernel to suppress frequencies above the post-stride Nyquist limit, so high-frequency feature energy can alias.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• MULTI-RATE DSP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81360" y="65105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99" Type="http://schemas.openxmlformats.org/officeDocument/2006/relationships/customXml" Target="../ink/ink149.xml"/><Relationship Id="rId21" Type="http://schemas.openxmlformats.org/officeDocument/2006/relationships/customXml" Target="../ink/ink10.xml"/><Relationship Id="rId63" Type="http://schemas.openxmlformats.org/officeDocument/2006/relationships/customXml" Target="../ink/ink31.xml"/><Relationship Id="rId159" Type="http://schemas.openxmlformats.org/officeDocument/2006/relationships/customXml" Target="../ink/ink79.xml"/><Relationship Id="rId170" Type="http://schemas.openxmlformats.org/officeDocument/2006/relationships/image" Target="../media/image85.png"/><Relationship Id="rId226" Type="http://schemas.openxmlformats.org/officeDocument/2006/relationships/image" Target="../media/image113.png"/><Relationship Id="rId268" Type="http://schemas.openxmlformats.org/officeDocument/2006/relationships/image" Target="../media/image134.png"/><Relationship Id="rId32" Type="http://schemas.openxmlformats.org/officeDocument/2006/relationships/image" Target="../media/image16.png"/><Relationship Id="rId74" Type="http://schemas.openxmlformats.org/officeDocument/2006/relationships/image" Target="../media/image37.png"/><Relationship Id="rId128" Type="http://schemas.openxmlformats.org/officeDocument/2006/relationships/image" Target="../media/image64.png"/><Relationship Id="rId5" Type="http://schemas.openxmlformats.org/officeDocument/2006/relationships/customXml" Target="../ink/ink2.xml"/><Relationship Id="rId181" Type="http://schemas.openxmlformats.org/officeDocument/2006/relationships/customXml" Target="../ink/ink90.xml"/><Relationship Id="rId237" Type="http://schemas.openxmlformats.org/officeDocument/2006/relationships/customXml" Target="../ink/ink118.xml"/><Relationship Id="rId279" Type="http://schemas.openxmlformats.org/officeDocument/2006/relationships/customXml" Target="../ink/ink139.xml"/><Relationship Id="rId43" Type="http://schemas.openxmlformats.org/officeDocument/2006/relationships/customXml" Target="../ink/ink21.xml"/><Relationship Id="rId139" Type="http://schemas.openxmlformats.org/officeDocument/2006/relationships/customXml" Target="../ink/ink69.xml"/><Relationship Id="rId290" Type="http://schemas.openxmlformats.org/officeDocument/2006/relationships/image" Target="../media/image145.png"/><Relationship Id="rId304" Type="http://schemas.openxmlformats.org/officeDocument/2006/relationships/image" Target="../media/image152.png"/><Relationship Id="rId85" Type="http://schemas.openxmlformats.org/officeDocument/2006/relationships/customXml" Target="../ink/ink42.xml"/><Relationship Id="rId150" Type="http://schemas.openxmlformats.org/officeDocument/2006/relationships/image" Target="../media/image75.png"/><Relationship Id="rId192" Type="http://schemas.openxmlformats.org/officeDocument/2006/relationships/image" Target="../media/image96.png"/><Relationship Id="rId206" Type="http://schemas.openxmlformats.org/officeDocument/2006/relationships/image" Target="../media/image103.png"/><Relationship Id="rId248" Type="http://schemas.openxmlformats.org/officeDocument/2006/relationships/image" Target="../media/image124.png"/><Relationship Id="rId12" Type="http://schemas.openxmlformats.org/officeDocument/2006/relationships/image" Target="../media/image6.png"/><Relationship Id="rId108" Type="http://schemas.openxmlformats.org/officeDocument/2006/relationships/image" Target="../media/image54.png"/><Relationship Id="rId54" Type="http://schemas.openxmlformats.org/officeDocument/2006/relationships/image" Target="../media/image27.png"/><Relationship Id="rId96" Type="http://schemas.openxmlformats.org/officeDocument/2006/relationships/image" Target="../media/image48.png"/><Relationship Id="rId161" Type="http://schemas.openxmlformats.org/officeDocument/2006/relationships/customXml" Target="../ink/ink80.xml"/><Relationship Id="rId217" Type="http://schemas.openxmlformats.org/officeDocument/2006/relationships/customXml" Target="../ink/ink108.xml"/><Relationship Id="rId259" Type="http://schemas.openxmlformats.org/officeDocument/2006/relationships/customXml" Target="../ink/ink129.xml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270" Type="http://schemas.openxmlformats.org/officeDocument/2006/relationships/image" Target="../media/image135.png"/><Relationship Id="rId291" Type="http://schemas.openxmlformats.org/officeDocument/2006/relationships/customXml" Target="../ink/ink145.xml"/><Relationship Id="rId305" Type="http://schemas.openxmlformats.org/officeDocument/2006/relationships/customXml" Target="../ink/ink152.xml"/><Relationship Id="rId44" Type="http://schemas.openxmlformats.org/officeDocument/2006/relationships/image" Target="../media/image22.png"/><Relationship Id="rId65" Type="http://schemas.openxmlformats.org/officeDocument/2006/relationships/customXml" Target="../ink/ink32.xml"/><Relationship Id="rId86" Type="http://schemas.openxmlformats.org/officeDocument/2006/relationships/image" Target="../media/image43.png"/><Relationship Id="rId130" Type="http://schemas.openxmlformats.org/officeDocument/2006/relationships/image" Target="../media/image65.png"/><Relationship Id="rId151" Type="http://schemas.openxmlformats.org/officeDocument/2006/relationships/customXml" Target="../ink/ink75.xml"/><Relationship Id="rId172" Type="http://schemas.openxmlformats.org/officeDocument/2006/relationships/image" Target="../media/image86.png"/><Relationship Id="rId193" Type="http://schemas.openxmlformats.org/officeDocument/2006/relationships/customXml" Target="../ink/ink96.xml"/><Relationship Id="rId207" Type="http://schemas.openxmlformats.org/officeDocument/2006/relationships/customXml" Target="../ink/ink103.xml"/><Relationship Id="rId228" Type="http://schemas.openxmlformats.org/officeDocument/2006/relationships/image" Target="../media/image114.png"/><Relationship Id="rId249" Type="http://schemas.openxmlformats.org/officeDocument/2006/relationships/customXml" Target="../ink/ink124.xml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260" Type="http://schemas.openxmlformats.org/officeDocument/2006/relationships/image" Target="../media/image130.png"/><Relationship Id="rId281" Type="http://schemas.openxmlformats.org/officeDocument/2006/relationships/customXml" Target="../ink/ink140.xml"/><Relationship Id="rId34" Type="http://schemas.openxmlformats.org/officeDocument/2006/relationships/image" Target="../media/image17.png"/><Relationship Id="rId55" Type="http://schemas.openxmlformats.org/officeDocument/2006/relationships/customXml" Target="../ink/ink27.xml"/><Relationship Id="rId76" Type="http://schemas.openxmlformats.org/officeDocument/2006/relationships/image" Target="../media/image38.png"/><Relationship Id="rId97" Type="http://schemas.openxmlformats.org/officeDocument/2006/relationships/customXml" Target="../ink/ink48.xml"/><Relationship Id="rId120" Type="http://schemas.openxmlformats.org/officeDocument/2006/relationships/image" Target="../media/image60.png"/><Relationship Id="rId141" Type="http://schemas.openxmlformats.org/officeDocument/2006/relationships/customXml" Target="../ink/ink70.xml"/><Relationship Id="rId7" Type="http://schemas.openxmlformats.org/officeDocument/2006/relationships/customXml" Target="../ink/ink3.xml"/><Relationship Id="rId162" Type="http://schemas.openxmlformats.org/officeDocument/2006/relationships/image" Target="../media/image81.png"/><Relationship Id="rId183" Type="http://schemas.openxmlformats.org/officeDocument/2006/relationships/customXml" Target="../ink/ink91.xml"/><Relationship Id="rId218" Type="http://schemas.openxmlformats.org/officeDocument/2006/relationships/image" Target="../media/image109.png"/><Relationship Id="rId239" Type="http://schemas.openxmlformats.org/officeDocument/2006/relationships/customXml" Target="../ink/ink119.xml"/><Relationship Id="rId250" Type="http://schemas.openxmlformats.org/officeDocument/2006/relationships/image" Target="../media/image125.png"/><Relationship Id="rId271" Type="http://schemas.openxmlformats.org/officeDocument/2006/relationships/customXml" Target="../ink/ink135.xml"/><Relationship Id="rId292" Type="http://schemas.openxmlformats.org/officeDocument/2006/relationships/image" Target="../media/image146.png"/><Relationship Id="rId306" Type="http://schemas.openxmlformats.org/officeDocument/2006/relationships/image" Target="../media/image153.png"/><Relationship Id="rId24" Type="http://schemas.openxmlformats.org/officeDocument/2006/relationships/image" Target="../media/image12.png"/><Relationship Id="rId45" Type="http://schemas.openxmlformats.org/officeDocument/2006/relationships/customXml" Target="../ink/ink22.xml"/><Relationship Id="rId66" Type="http://schemas.openxmlformats.org/officeDocument/2006/relationships/image" Target="../media/image33.png"/><Relationship Id="rId87" Type="http://schemas.openxmlformats.org/officeDocument/2006/relationships/customXml" Target="../ink/ink43.xml"/><Relationship Id="rId110" Type="http://schemas.openxmlformats.org/officeDocument/2006/relationships/image" Target="../media/image55.png"/><Relationship Id="rId131" Type="http://schemas.openxmlformats.org/officeDocument/2006/relationships/customXml" Target="../ink/ink65.xml"/><Relationship Id="rId152" Type="http://schemas.openxmlformats.org/officeDocument/2006/relationships/image" Target="../media/image76.png"/><Relationship Id="rId173" Type="http://schemas.openxmlformats.org/officeDocument/2006/relationships/customXml" Target="../ink/ink86.xml"/><Relationship Id="rId194" Type="http://schemas.openxmlformats.org/officeDocument/2006/relationships/image" Target="../media/image97.png"/><Relationship Id="rId208" Type="http://schemas.openxmlformats.org/officeDocument/2006/relationships/image" Target="../media/image104.png"/><Relationship Id="rId229" Type="http://schemas.openxmlformats.org/officeDocument/2006/relationships/customXml" Target="../ink/ink114.xml"/><Relationship Id="rId240" Type="http://schemas.openxmlformats.org/officeDocument/2006/relationships/image" Target="../media/image120.png"/><Relationship Id="rId261" Type="http://schemas.openxmlformats.org/officeDocument/2006/relationships/customXml" Target="../ink/ink130.xml"/><Relationship Id="rId14" Type="http://schemas.openxmlformats.org/officeDocument/2006/relationships/image" Target="../media/image7.png"/><Relationship Id="rId35" Type="http://schemas.openxmlformats.org/officeDocument/2006/relationships/customXml" Target="../ink/ink17.xml"/><Relationship Id="rId56" Type="http://schemas.openxmlformats.org/officeDocument/2006/relationships/image" Target="../media/image28.png"/><Relationship Id="rId77" Type="http://schemas.openxmlformats.org/officeDocument/2006/relationships/customXml" Target="../ink/ink38.xml"/><Relationship Id="rId100" Type="http://schemas.openxmlformats.org/officeDocument/2006/relationships/image" Target="../media/image50.png"/><Relationship Id="rId282" Type="http://schemas.openxmlformats.org/officeDocument/2006/relationships/image" Target="../media/image141.png"/><Relationship Id="rId8" Type="http://schemas.openxmlformats.org/officeDocument/2006/relationships/image" Target="../media/image4.png"/><Relationship Id="rId98" Type="http://schemas.openxmlformats.org/officeDocument/2006/relationships/image" Target="../media/image49.png"/><Relationship Id="rId121" Type="http://schemas.openxmlformats.org/officeDocument/2006/relationships/customXml" Target="../ink/ink60.xml"/><Relationship Id="rId142" Type="http://schemas.openxmlformats.org/officeDocument/2006/relationships/image" Target="../media/image71.png"/><Relationship Id="rId163" Type="http://schemas.openxmlformats.org/officeDocument/2006/relationships/customXml" Target="../ink/ink81.xml"/><Relationship Id="rId184" Type="http://schemas.openxmlformats.org/officeDocument/2006/relationships/image" Target="../media/image92.png"/><Relationship Id="rId219" Type="http://schemas.openxmlformats.org/officeDocument/2006/relationships/customXml" Target="../ink/ink109.xml"/><Relationship Id="rId230" Type="http://schemas.openxmlformats.org/officeDocument/2006/relationships/image" Target="../media/image115.png"/><Relationship Id="rId251" Type="http://schemas.openxmlformats.org/officeDocument/2006/relationships/customXml" Target="../ink/ink125.xml"/><Relationship Id="rId25" Type="http://schemas.openxmlformats.org/officeDocument/2006/relationships/customXml" Target="../ink/ink12.xml"/><Relationship Id="rId46" Type="http://schemas.openxmlformats.org/officeDocument/2006/relationships/image" Target="../media/image23.png"/><Relationship Id="rId67" Type="http://schemas.openxmlformats.org/officeDocument/2006/relationships/customXml" Target="../ink/ink33.xml"/><Relationship Id="rId272" Type="http://schemas.openxmlformats.org/officeDocument/2006/relationships/image" Target="../media/image136.png"/><Relationship Id="rId293" Type="http://schemas.openxmlformats.org/officeDocument/2006/relationships/customXml" Target="../ink/ink146.xml"/><Relationship Id="rId88" Type="http://schemas.openxmlformats.org/officeDocument/2006/relationships/image" Target="../media/image44.png"/><Relationship Id="rId111" Type="http://schemas.openxmlformats.org/officeDocument/2006/relationships/customXml" Target="../ink/ink55.xml"/><Relationship Id="rId132" Type="http://schemas.openxmlformats.org/officeDocument/2006/relationships/image" Target="../media/image66.png"/><Relationship Id="rId153" Type="http://schemas.openxmlformats.org/officeDocument/2006/relationships/customXml" Target="../ink/ink76.xml"/><Relationship Id="rId174" Type="http://schemas.openxmlformats.org/officeDocument/2006/relationships/image" Target="../media/image87.png"/><Relationship Id="rId195" Type="http://schemas.openxmlformats.org/officeDocument/2006/relationships/customXml" Target="../ink/ink97.xml"/><Relationship Id="rId209" Type="http://schemas.openxmlformats.org/officeDocument/2006/relationships/customXml" Target="../ink/ink104.xml"/><Relationship Id="rId220" Type="http://schemas.openxmlformats.org/officeDocument/2006/relationships/image" Target="../media/image110.png"/><Relationship Id="rId241" Type="http://schemas.openxmlformats.org/officeDocument/2006/relationships/customXml" Target="../ink/ink120.xml"/><Relationship Id="rId15" Type="http://schemas.openxmlformats.org/officeDocument/2006/relationships/customXml" Target="../ink/ink7.xml"/><Relationship Id="rId36" Type="http://schemas.openxmlformats.org/officeDocument/2006/relationships/image" Target="../media/image18.png"/><Relationship Id="rId57" Type="http://schemas.openxmlformats.org/officeDocument/2006/relationships/customXml" Target="../ink/ink28.xml"/><Relationship Id="rId262" Type="http://schemas.openxmlformats.org/officeDocument/2006/relationships/image" Target="../media/image131.png"/><Relationship Id="rId283" Type="http://schemas.openxmlformats.org/officeDocument/2006/relationships/customXml" Target="../ink/ink141.xml"/><Relationship Id="rId78" Type="http://schemas.openxmlformats.org/officeDocument/2006/relationships/image" Target="../media/image39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1.png"/><Relationship Id="rId143" Type="http://schemas.openxmlformats.org/officeDocument/2006/relationships/customXml" Target="../ink/ink71.xml"/><Relationship Id="rId164" Type="http://schemas.openxmlformats.org/officeDocument/2006/relationships/image" Target="../media/image82.png"/><Relationship Id="rId185" Type="http://schemas.openxmlformats.org/officeDocument/2006/relationships/customXml" Target="../ink/ink92.xml"/><Relationship Id="rId9" Type="http://schemas.openxmlformats.org/officeDocument/2006/relationships/customXml" Target="../ink/ink4.xml"/><Relationship Id="rId210" Type="http://schemas.openxmlformats.org/officeDocument/2006/relationships/image" Target="../media/image105.png"/><Relationship Id="rId26" Type="http://schemas.openxmlformats.org/officeDocument/2006/relationships/image" Target="../media/image13.png"/><Relationship Id="rId231" Type="http://schemas.openxmlformats.org/officeDocument/2006/relationships/customXml" Target="../ink/ink115.xml"/><Relationship Id="rId252" Type="http://schemas.openxmlformats.org/officeDocument/2006/relationships/image" Target="../media/image126.png"/><Relationship Id="rId273" Type="http://schemas.openxmlformats.org/officeDocument/2006/relationships/customXml" Target="../ink/ink136.xml"/><Relationship Id="rId294" Type="http://schemas.openxmlformats.org/officeDocument/2006/relationships/image" Target="../media/image147.png"/><Relationship Id="rId47" Type="http://schemas.openxmlformats.org/officeDocument/2006/relationships/customXml" Target="../ink/ink23.xml"/><Relationship Id="rId68" Type="http://schemas.openxmlformats.org/officeDocument/2006/relationships/image" Target="../media/image34.png"/><Relationship Id="rId89" Type="http://schemas.openxmlformats.org/officeDocument/2006/relationships/customXml" Target="../ink/ink44.xml"/><Relationship Id="rId112" Type="http://schemas.openxmlformats.org/officeDocument/2006/relationships/image" Target="../media/image56.png"/><Relationship Id="rId133" Type="http://schemas.openxmlformats.org/officeDocument/2006/relationships/customXml" Target="../ink/ink66.xml"/><Relationship Id="rId154" Type="http://schemas.openxmlformats.org/officeDocument/2006/relationships/image" Target="../media/image77.png"/><Relationship Id="rId175" Type="http://schemas.openxmlformats.org/officeDocument/2006/relationships/customXml" Target="../ink/ink87.xml"/><Relationship Id="rId196" Type="http://schemas.openxmlformats.org/officeDocument/2006/relationships/image" Target="../media/image98.png"/><Relationship Id="rId200" Type="http://schemas.openxmlformats.org/officeDocument/2006/relationships/image" Target="../media/image100.png"/><Relationship Id="rId16" Type="http://schemas.openxmlformats.org/officeDocument/2006/relationships/image" Target="../media/image8.png"/><Relationship Id="rId221" Type="http://schemas.openxmlformats.org/officeDocument/2006/relationships/customXml" Target="../ink/ink110.xml"/><Relationship Id="rId242" Type="http://schemas.openxmlformats.org/officeDocument/2006/relationships/image" Target="../media/image121.png"/><Relationship Id="rId263" Type="http://schemas.openxmlformats.org/officeDocument/2006/relationships/customXml" Target="../ink/ink131.xml"/><Relationship Id="rId284" Type="http://schemas.openxmlformats.org/officeDocument/2006/relationships/image" Target="../media/image142.png"/><Relationship Id="rId37" Type="http://schemas.openxmlformats.org/officeDocument/2006/relationships/customXml" Target="../ink/ink18.xml"/><Relationship Id="rId58" Type="http://schemas.openxmlformats.org/officeDocument/2006/relationships/image" Target="../media/image29.png"/><Relationship Id="rId79" Type="http://schemas.openxmlformats.org/officeDocument/2006/relationships/customXml" Target="../ink/ink39.xml"/><Relationship Id="rId102" Type="http://schemas.openxmlformats.org/officeDocument/2006/relationships/image" Target="../media/image51.png"/><Relationship Id="rId123" Type="http://schemas.openxmlformats.org/officeDocument/2006/relationships/customXml" Target="../ink/ink61.xml"/><Relationship Id="rId144" Type="http://schemas.openxmlformats.org/officeDocument/2006/relationships/image" Target="../media/image72.png"/><Relationship Id="rId90" Type="http://schemas.openxmlformats.org/officeDocument/2006/relationships/image" Target="../media/image45.png"/><Relationship Id="rId165" Type="http://schemas.openxmlformats.org/officeDocument/2006/relationships/customXml" Target="../ink/ink82.xml"/><Relationship Id="rId186" Type="http://schemas.openxmlformats.org/officeDocument/2006/relationships/image" Target="../media/image93.png"/><Relationship Id="rId211" Type="http://schemas.openxmlformats.org/officeDocument/2006/relationships/customXml" Target="../ink/ink105.xml"/><Relationship Id="rId232" Type="http://schemas.openxmlformats.org/officeDocument/2006/relationships/image" Target="../media/image116.png"/><Relationship Id="rId253" Type="http://schemas.openxmlformats.org/officeDocument/2006/relationships/customXml" Target="../ink/ink126.xml"/><Relationship Id="rId274" Type="http://schemas.openxmlformats.org/officeDocument/2006/relationships/image" Target="../media/image137.png"/><Relationship Id="rId295" Type="http://schemas.openxmlformats.org/officeDocument/2006/relationships/customXml" Target="../ink/ink147.xml"/><Relationship Id="rId27" Type="http://schemas.openxmlformats.org/officeDocument/2006/relationships/customXml" Target="../ink/ink13.xml"/><Relationship Id="rId48" Type="http://schemas.openxmlformats.org/officeDocument/2006/relationships/image" Target="../media/image24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67.png"/><Relationship Id="rId80" Type="http://schemas.openxmlformats.org/officeDocument/2006/relationships/image" Target="../media/image40.png"/><Relationship Id="rId155" Type="http://schemas.openxmlformats.org/officeDocument/2006/relationships/customXml" Target="../ink/ink77.xml"/><Relationship Id="rId176" Type="http://schemas.openxmlformats.org/officeDocument/2006/relationships/image" Target="../media/image88.png"/><Relationship Id="rId197" Type="http://schemas.openxmlformats.org/officeDocument/2006/relationships/customXml" Target="../ink/ink98.xml"/><Relationship Id="rId201" Type="http://schemas.openxmlformats.org/officeDocument/2006/relationships/customXml" Target="../ink/ink100.xml"/><Relationship Id="rId222" Type="http://schemas.openxmlformats.org/officeDocument/2006/relationships/image" Target="../media/image111.png"/><Relationship Id="rId243" Type="http://schemas.openxmlformats.org/officeDocument/2006/relationships/customXml" Target="../ink/ink121.xml"/><Relationship Id="rId264" Type="http://schemas.openxmlformats.org/officeDocument/2006/relationships/image" Target="../media/image132.png"/><Relationship Id="rId285" Type="http://schemas.openxmlformats.org/officeDocument/2006/relationships/customXml" Target="../ink/ink142.xml"/><Relationship Id="rId17" Type="http://schemas.openxmlformats.org/officeDocument/2006/relationships/customXml" Target="../ink/ink8.xml"/><Relationship Id="rId38" Type="http://schemas.openxmlformats.org/officeDocument/2006/relationships/image" Target="../media/image19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24" Type="http://schemas.openxmlformats.org/officeDocument/2006/relationships/image" Target="../media/image62.png"/><Relationship Id="rId70" Type="http://schemas.openxmlformats.org/officeDocument/2006/relationships/image" Target="../media/image35.png"/><Relationship Id="rId91" Type="http://schemas.openxmlformats.org/officeDocument/2006/relationships/customXml" Target="../ink/ink45.xml"/><Relationship Id="rId145" Type="http://schemas.openxmlformats.org/officeDocument/2006/relationships/customXml" Target="../ink/ink72.xml"/><Relationship Id="rId166" Type="http://schemas.openxmlformats.org/officeDocument/2006/relationships/image" Target="../media/image83.png"/><Relationship Id="rId187" Type="http://schemas.openxmlformats.org/officeDocument/2006/relationships/customXml" Target="../ink/ink93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06.png"/><Relationship Id="rId233" Type="http://schemas.openxmlformats.org/officeDocument/2006/relationships/customXml" Target="../ink/ink116.xml"/><Relationship Id="rId254" Type="http://schemas.openxmlformats.org/officeDocument/2006/relationships/image" Target="../media/image127.png"/><Relationship Id="rId28" Type="http://schemas.openxmlformats.org/officeDocument/2006/relationships/image" Target="../media/image14.png"/><Relationship Id="rId49" Type="http://schemas.openxmlformats.org/officeDocument/2006/relationships/customXml" Target="../ink/ink24.xml"/><Relationship Id="rId114" Type="http://schemas.openxmlformats.org/officeDocument/2006/relationships/image" Target="../media/image57.png"/><Relationship Id="rId275" Type="http://schemas.openxmlformats.org/officeDocument/2006/relationships/customXml" Target="../ink/ink137.xml"/><Relationship Id="rId296" Type="http://schemas.openxmlformats.org/officeDocument/2006/relationships/image" Target="../media/image148.png"/><Relationship Id="rId300" Type="http://schemas.openxmlformats.org/officeDocument/2006/relationships/image" Target="../media/image150.png"/><Relationship Id="rId60" Type="http://schemas.openxmlformats.org/officeDocument/2006/relationships/image" Target="../media/image30.png"/><Relationship Id="rId81" Type="http://schemas.openxmlformats.org/officeDocument/2006/relationships/customXml" Target="../ink/ink40.xml"/><Relationship Id="rId135" Type="http://schemas.openxmlformats.org/officeDocument/2006/relationships/customXml" Target="../ink/ink67.xml"/><Relationship Id="rId156" Type="http://schemas.openxmlformats.org/officeDocument/2006/relationships/image" Target="../media/image78.png"/><Relationship Id="rId177" Type="http://schemas.openxmlformats.org/officeDocument/2006/relationships/customXml" Target="../ink/ink88.xml"/><Relationship Id="rId198" Type="http://schemas.openxmlformats.org/officeDocument/2006/relationships/image" Target="../media/image99.png"/><Relationship Id="rId202" Type="http://schemas.openxmlformats.org/officeDocument/2006/relationships/image" Target="../media/image101.png"/><Relationship Id="rId223" Type="http://schemas.openxmlformats.org/officeDocument/2006/relationships/customXml" Target="../ink/ink111.xml"/><Relationship Id="rId244" Type="http://schemas.openxmlformats.org/officeDocument/2006/relationships/image" Target="../media/image122.png"/><Relationship Id="rId18" Type="http://schemas.openxmlformats.org/officeDocument/2006/relationships/image" Target="../media/image9.png"/><Relationship Id="rId39" Type="http://schemas.openxmlformats.org/officeDocument/2006/relationships/customXml" Target="../ink/ink19.xml"/><Relationship Id="rId265" Type="http://schemas.openxmlformats.org/officeDocument/2006/relationships/customXml" Target="../ink/ink132.xml"/><Relationship Id="rId286" Type="http://schemas.openxmlformats.org/officeDocument/2006/relationships/image" Target="../media/image143.png"/><Relationship Id="rId50" Type="http://schemas.openxmlformats.org/officeDocument/2006/relationships/image" Target="../media/image25.png"/><Relationship Id="rId104" Type="http://schemas.openxmlformats.org/officeDocument/2006/relationships/image" Target="../media/image52.png"/><Relationship Id="rId125" Type="http://schemas.openxmlformats.org/officeDocument/2006/relationships/customXml" Target="../ink/ink62.xml"/><Relationship Id="rId146" Type="http://schemas.openxmlformats.org/officeDocument/2006/relationships/image" Target="../media/image73.png"/><Relationship Id="rId167" Type="http://schemas.openxmlformats.org/officeDocument/2006/relationships/customXml" Target="../ink/ink83.xml"/><Relationship Id="rId188" Type="http://schemas.openxmlformats.org/officeDocument/2006/relationships/image" Target="../media/image94.png"/><Relationship Id="rId71" Type="http://schemas.openxmlformats.org/officeDocument/2006/relationships/customXml" Target="../ink/ink35.xml"/><Relationship Id="rId92" Type="http://schemas.openxmlformats.org/officeDocument/2006/relationships/image" Target="../media/image46.png"/><Relationship Id="rId213" Type="http://schemas.openxmlformats.org/officeDocument/2006/relationships/customXml" Target="../ink/ink106.xml"/><Relationship Id="rId234" Type="http://schemas.openxmlformats.org/officeDocument/2006/relationships/image" Target="../media/image117.png"/><Relationship Id="rId2" Type="http://schemas.openxmlformats.org/officeDocument/2006/relationships/notesSlide" Target="../notesSlides/notesSlide2.xml"/><Relationship Id="rId29" Type="http://schemas.openxmlformats.org/officeDocument/2006/relationships/customXml" Target="../ink/ink14.xml"/><Relationship Id="rId255" Type="http://schemas.openxmlformats.org/officeDocument/2006/relationships/customXml" Target="../ink/ink127.xml"/><Relationship Id="rId276" Type="http://schemas.openxmlformats.org/officeDocument/2006/relationships/image" Target="../media/image138.png"/><Relationship Id="rId297" Type="http://schemas.openxmlformats.org/officeDocument/2006/relationships/customXml" Target="../ink/ink148.xml"/><Relationship Id="rId40" Type="http://schemas.openxmlformats.org/officeDocument/2006/relationships/image" Target="../media/image20.png"/><Relationship Id="rId115" Type="http://schemas.openxmlformats.org/officeDocument/2006/relationships/customXml" Target="../ink/ink57.xml"/><Relationship Id="rId136" Type="http://schemas.openxmlformats.org/officeDocument/2006/relationships/image" Target="../media/image68.png"/><Relationship Id="rId157" Type="http://schemas.openxmlformats.org/officeDocument/2006/relationships/customXml" Target="../ink/ink78.xml"/><Relationship Id="rId178" Type="http://schemas.openxmlformats.org/officeDocument/2006/relationships/image" Target="../media/image89.png"/><Relationship Id="rId301" Type="http://schemas.openxmlformats.org/officeDocument/2006/relationships/customXml" Target="../ink/ink150.xml"/><Relationship Id="rId61" Type="http://schemas.openxmlformats.org/officeDocument/2006/relationships/customXml" Target="../ink/ink30.xml"/><Relationship Id="rId82" Type="http://schemas.openxmlformats.org/officeDocument/2006/relationships/image" Target="../media/image41.png"/><Relationship Id="rId199" Type="http://schemas.openxmlformats.org/officeDocument/2006/relationships/customXml" Target="../ink/ink99.xml"/><Relationship Id="rId203" Type="http://schemas.openxmlformats.org/officeDocument/2006/relationships/customXml" Target="../ink/ink101.xml"/><Relationship Id="rId19" Type="http://schemas.openxmlformats.org/officeDocument/2006/relationships/customXml" Target="../ink/ink9.xml"/><Relationship Id="rId224" Type="http://schemas.openxmlformats.org/officeDocument/2006/relationships/image" Target="../media/image112.png"/><Relationship Id="rId245" Type="http://schemas.openxmlformats.org/officeDocument/2006/relationships/customXml" Target="../ink/ink122.xml"/><Relationship Id="rId266" Type="http://schemas.openxmlformats.org/officeDocument/2006/relationships/image" Target="../media/image133.png"/><Relationship Id="rId287" Type="http://schemas.openxmlformats.org/officeDocument/2006/relationships/customXml" Target="../ink/ink143.xml"/><Relationship Id="rId30" Type="http://schemas.openxmlformats.org/officeDocument/2006/relationships/image" Target="../media/image15.png"/><Relationship Id="rId105" Type="http://schemas.openxmlformats.org/officeDocument/2006/relationships/customXml" Target="../ink/ink52.xml"/><Relationship Id="rId126" Type="http://schemas.openxmlformats.org/officeDocument/2006/relationships/image" Target="../media/image63.png"/><Relationship Id="rId147" Type="http://schemas.openxmlformats.org/officeDocument/2006/relationships/customXml" Target="../ink/ink73.xml"/><Relationship Id="rId168" Type="http://schemas.openxmlformats.org/officeDocument/2006/relationships/image" Target="../media/image84.png"/><Relationship Id="rId51" Type="http://schemas.openxmlformats.org/officeDocument/2006/relationships/customXml" Target="../ink/ink25.xml"/><Relationship Id="rId72" Type="http://schemas.openxmlformats.org/officeDocument/2006/relationships/image" Target="../media/image36.png"/><Relationship Id="rId93" Type="http://schemas.openxmlformats.org/officeDocument/2006/relationships/customXml" Target="../ink/ink46.xml"/><Relationship Id="rId189" Type="http://schemas.openxmlformats.org/officeDocument/2006/relationships/customXml" Target="../ink/ink94.xml"/><Relationship Id="rId3" Type="http://schemas.openxmlformats.org/officeDocument/2006/relationships/customXml" Target="../ink/ink1.xml"/><Relationship Id="rId214" Type="http://schemas.openxmlformats.org/officeDocument/2006/relationships/image" Target="../media/image107.png"/><Relationship Id="rId235" Type="http://schemas.openxmlformats.org/officeDocument/2006/relationships/customXml" Target="../ink/ink117.xml"/><Relationship Id="rId256" Type="http://schemas.openxmlformats.org/officeDocument/2006/relationships/image" Target="../media/image128.png"/><Relationship Id="rId277" Type="http://schemas.openxmlformats.org/officeDocument/2006/relationships/customXml" Target="../ink/ink138.xml"/><Relationship Id="rId298" Type="http://schemas.openxmlformats.org/officeDocument/2006/relationships/image" Target="../media/image149.png"/><Relationship Id="rId116" Type="http://schemas.openxmlformats.org/officeDocument/2006/relationships/image" Target="../media/image58.png"/><Relationship Id="rId137" Type="http://schemas.openxmlformats.org/officeDocument/2006/relationships/customXml" Target="../ink/ink68.xml"/><Relationship Id="rId158" Type="http://schemas.openxmlformats.org/officeDocument/2006/relationships/image" Target="../media/image79.png"/><Relationship Id="rId302" Type="http://schemas.openxmlformats.org/officeDocument/2006/relationships/image" Target="../media/image151.png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62" Type="http://schemas.openxmlformats.org/officeDocument/2006/relationships/image" Target="../media/image31.png"/><Relationship Id="rId83" Type="http://schemas.openxmlformats.org/officeDocument/2006/relationships/customXml" Target="../ink/ink41.xml"/><Relationship Id="rId179" Type="http://schemas.openxmlformats.org/officeDocument/2006/relationships/customXml" Target="../ink/ink89.xml"/><Relationship Id="rId190" Type="http://schemas.openxmlformats.org/officeDocument/2006/relationships/image" Target="../media/image95.png"/><Relationship Id="rId204" Type="http://schemas.openxmlformats.org/officeDocument/2006/relationships/image" Target="../media/image102.png"/><Relationship Id="rId225" Type="http://schemas.openxmlformats.org/officeDocument/2006/relationships/customXml" Target="../ink/ink112.xml"/><Relationship Id="rId246" Type="http://schemas.openxmlformats.org/officeDocument/2006/relationships/image" Target="../media/image123.png"/><Relationship Id="rId267" Type="http://schemas.openxmlformats.org/officeDocument/2006/relationships/customXml" Target="../ink/ink133.xml"/><Relationship Id="rId288" Type="http://schemas.openxmlformats.org/officeDocument/2006/relationships/image" Target="../media/image144.png"/><Relationship Id="rId106" Type="http://schemas.openxmlformats.org/officeDocument/2006/relationships/image" Target="../media/image53.png"/><Relationship Id="rId127" Type="http://schemas.openxmlformats.org/officeDocument/2006/relationships/customXml" Target="../ink/ink63.xml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52" Type="http://schemas.openxmlformats.org/officeDocument/2006/relationships/image" Target="../media/image26.png"/><Relationship Id="rId73" Type="http://schemas.openxmlformats.org/officeDocument/2006/relationships/customXml" Target="../ink/ink36.xml"/><Relationship Id="rId94" Type="http://schemas.openxmlformats.org/officeDocument/2006/relationships/image" Target="../media/image47.png"/><Relationship Id="rId148" Type="http://schemas.openxmlformats.org/officeDocument/2006/relationships/image" Target="../media/image74.png"/><Relationship Id="rId169" Type="http://schemas.openxmlformats.org/officeDocument/2006/relationships/customXml" Target="../ink/ink84.xml"/><Relationship Id="rId4" Type="http://schemas.openxmlformats.org/officeDocument/2006/relationships/image" Target="../media/image2.png"/><Relationship Id="rId180" Type="http://schemas.openxmlformats.org/officeDocument/2006/relationships/image" Target="../media/image90.png"/><Relationship Id="rId215" Type="http://schemas.openxmlformats.org/officeDocument/2006/relationships/customXml" Target="../ink/ink107.xml"/><Relationship Id="rId236" Type="http://schemas.openxmlformats.org/officeDocument/2006/relationships/image" Target="../media/image118.png"/><Relationship Id="rId257" Type="http://schemas.openxmlformats.org/officeDocument/2006/relationships/customXml" Target="../ink/ink128.xml"/><Relationship Id="rId278" Type="http://schemas.openxmlformats.org/officeDocument/2006/relationships/image" Target="../media/image139.png"/><Relationship Id="rId303" Type="http://schemas.openxmlformats.org/officeDocument/2006/relationships/customXml" Target="../ink/ink151.xml"/><Relationship Id="rId42" Type="http://schemas.openxmlformats.org/officeDocument/2006/relationships/image" Target="../media/image21.png"/><Relationship Id="rId84" Type="http://schemas.openxmlformats.org/officeDocument/2006/relationships/image" Target="../media/image42.png"/><Relationship Id="rId138" Type="http://schemas.openxmlformats.org/officeDocument/2006/relationships/image" Target="../media/image69.png"/><Relationship Id="rId191" Type="http://schemas.openxmlformats.org/officeDocument/2006/relationships/customXml" Target="../ink/ink95.xml"/><Relationship Id="rId205" Type="http://schemas.openxmlformats.org/officeDocument/2006/relationships/customXml" Target="../ink/ink102.xml"/><Relationship Id="rId247" Type="http://schemas.openxmlformats.org/officeDocument/2006/relationships/customXml" Target="../ink/ink123.xml"/><Relationship Id="rId107" Type="http://schemas.openxmlformats.org/officeDocument/2006/relationships/customXml" Target="../ink/ink53.xml"/><Relationship Id="rId289" Type="http://schemas.openxmlformats.org/officeDocument/2006/relationships/customXml" Target="../ink/ink144.xml"/><Relationship Id="rId11" Type="http://schemas.openxmlformats.org/officeDocument/2006/relationships/customXml" Target="../ink/ink5.xml"/><Relationship Id="rId53" Type="http://schemas.openxmlformats.org/officeDocument/2006/relationships/customXml" Target="../ink/ink26.xml"/><Relationship Id="rId149" Type="http://schemas.openxmlformats.org/officeDocument/2006/relationships/customXml" Target="../ink/ink74.xml"/><Relationship Id="rId95" Type="http://schemas.openxmlformats.org/officeDocument/2006/relationships/customXml" Target="../ink/ink47.xml"/><Relationship Id="rId160" Type="http://schemas.openxmlformats.org/officeDocument/2006/relationships/image" Target="../media/image80.png"/><Relationship Id="rId216" Type="http://schemas.openxmlformats.org/officeDocument/2006/relationships/image" Target="../media/image108.png"/><Relationship Id="rId258" Type="http://schemas.openxmlformats.org/officeDocument/2006/relationships/image" Target="../media/image129.png"/><Relationship Id="rId22" Type="http://schemas.openxmlformats.org/officeDocument/2006/relationships/image" Target="../media/image11.png"/><Relationship Id="rId64" Type="http://schemas.openxmlformats.org/officeDocument/2006/relationships/image" Target="../media/image32.png"/><Relationship Id="rId118" Type="http://schemas.openxmlformats.org/officeDocument/2006/relationships/image" Target="../media/image59.png"/><Relationship Id="rId171" Type="http://schemas.openxmlformats.org/officeDocument/2006/relationships/customXml" Target="../ink/ink85.xml"/><Relationship Id="rId227" Type="http://schemas.openxmlformats.org/officeDocument/2006/relationships/customXml" Target="../ink/ink113.xml"/><Relationship Id="rId269" Type="http://schemas.openxmlformats.org/officeDocument/2006/relationships/customXml" Target="../ink/ink134.xml"/><Relationship Id="rId33" Type="http://schemas.openxmlformats.org/officeDocument/2006/relationships/customXml" Target="../ink/ink16.xml"/><Relationship Id="rId129" Type="http://schemas.openxmlformats.org/officeDocument/2006/relationships/customXml" Target="../ink/ink64.xml"/><Relationship Id="rId280" Type="http://schemas.openxmlformats.org/officeDocument/2006/relationships/image" Target="../media/image140.png"/><Relationship Id="rId75" Type="http://schemas.openxmlformats.org/officeDocument/2006/relationships/customXml" Target="../ink/ink37.xml"/><Relationship Id="rId140" Type="http://schemas.openxmlformats.org/officeDocument/2006/relationships/image" Target="../media/image70.png"/><Relationship Id="rId182" Type="http://schemas.openxmlformats.org/officeDocument/2006/relationships/image" Target="../media/image91.png"/><Relationship Id="rId6" Type="http://schemas.openxmlformats.org/officeDocument/2006/relationships/image" Target="../media/image3.png"/><Relationship Id="rId238" Type="http://schemas.openxmlformats.org/officeDocument/2006/relationships/image" Target="../media/image11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66.png"/><Relationship Id="rId117" Type="http://schemas.openxmlformats.org/officeDocument/2006/relationships/customXml" Target="../ink/ink209.xml"/><Relationship Id="rId21" Type="http://schemas.openxmlformats.org/officeDocument/2006/relationships/customXml" Target="../ink/ink161.xml"/><Relationship Id="rId42" Type="http://schemas.openxmlformats.org/officeDocument/2006/relationships/image" Target="../media/image174.png"/><Relationship Id="rId47" Type="http://schemas.openxmlformats.org/officeDocument/2006/relationships/customXml" Target="../ink/ink174.xml"/><Relationship Id="rId63" Type="http://schemas.openxmlformats.org/officeDocument/2006/relationships/customXml" Target="../ink/ink182.xml"/><Relationship Id="rId68" Type="http://schemas.openxmlformats.org/officeDocument/2006/relationships/image" Target="../media/image187.png"/><Relationship Id="rId84" Type="http://schemas.openxmlformats.org/officeDocument/2006/relationships/image" Target="../media/image195.png"/><Relationship Id="rId89" Type="http://schemas.openxmlformats.org/officeDocument/2006/relationships/customXml" Target="../ink/ink195.xml"/><Relationship Id="rId112" Type="http://schemas.openxmlformats.org/officeDocument/2006/relationships/image" Target="../media/image209.png"/><Relationship Id="rId16" Type="http://schemas.openxmlformats.org/officeDocument/2006/relationships/image" Target="../media/image161.png"/><Relationship Id="rId107" Type="http://schemas.openxmlformats.org/officeDocument/2006/relationships/customXml" Target="../ink/ink204.xml"/><Relationship Id="rId11" Type="http://schemas.openxmlformats.org/officeDocument/2006/relationships/customXml" Target="../ink/ink156.xml"/><Relationship Id="rId32" Type="http://schemas.openxmlformats.org/officeDocument/2006/relationships/image" Target="../media/image169.png"/><Relationship Id="rId37" Type="http://schemas.openxmlformats.org/officeDocument/2006/relationships/customXml" Target="../ink/ink169.xml"/><Relationship Id="rId53" Type="http://schemas.openxmlformats.org/officeDocument/2006/relationships/customXml" Target="../ink/ink177.xml"/><Relationship Id="rId58" Type="http://schemas.openxmlformats.org/officeDocument/2006/relationships/image" Target="../media/image182.png"/><Relationship Id="rId74" Type="http://schemas.openxmlformats.org/officeDocument/2006/relationships/image" Target="../media/image190.png"/><Relationship Id="rId79" Type="http://schemas.openxmlformats.org/officeDocument/2006/relationships/customXml" Target="../ink/ink190.xml"/><Relationship Id="rId102" Type="http://schemas.openxmlformats.org/officeDocument/2006/relationships/image" Target="../media/image204.png"/><Relationship Id="rId5" Type="http://schemas.openxmlformats.org/officeDocument/2006/relationships/customXml" Target="../ink/ink153.xml"/><Relationship Id="rId90" Type="http://schemas.openxmlformats.org/officeDocument/2006/relationships/image" Target="../media/image198.png"/><Relationship Id="rId95" Type="http://schemas.openxmlformats.org/officeDocument/2006/relationships/customXml" Target="../ink/ink198.xml"/><Relationship Id="rId22" Type="http://schemas.openxmlformats.org/officeDocument/2006/relationships/image" Target="../media/image164.png"/><Relationship Id="rId27" Type="http://schemas.openxmlformats.org/officeDocument/2006/relationships/customXml" Target="../ink/ink164.xml"/><Relationship Id="rId43" Type="http://schemas.openxmlformats.org/officeDocument/2006/relationships/customXml" Target="../ink/ink172.xml"/><Relationship Id="rId48" Type="http://schemas.openxmlformats.org/officeDocument/2006/relationships/image" Target="../media/image177.png"/><Relationship Id="rId64" Type="http://schemas.openxmlformats.org/officeDocument/2006/relationships/image" Target="../media/image185.png"/><Relationship Id="rId69" Type="http://schemas.openxmlformats.org/officeDocument/2006/relationships/customXml" Target="../ink/ink185.xml"/><Relationship Id="rId113" Type="http://schemas.openxmlformats.org/officeDocument/2006/relationships/customXml" Target="../ink/ink207.xml"/><Relationship Id="rId118" Type="http://schemas.openxmlformats.org/officeDocument/2006/relationships/image" Target="../media/image212.png"/><Relationship Id="rId80" Type="http://schemas.openxmlformats.org/officeDocument/2006/relationships/image" Target="../media/image193.png"/><Relationship Id="rId85" Type="http://schemas.openxmlformats.org/officeDocument/2006/relationships/customXml" Target="../ink/ink193.xml"/><Relationship Id="rId12" Type="http://schemas.openxmlformats.org/officeDocument/2006/relationships/image" Target="../media/image159.png"/><Relationship Id="rId17" Type="http://schemas.openxmlformats.org/officeDocument/2006/relationships/customXml" Target="../ink/ink159.xml"/><Relationship Id="rId33" Type="http://schemas.openxmlformats.org/officeDocument/2006/relationships/customXml" Target="../ink/ink167.xml"/><Relationship Id="rId38" Type="http://schemas.openxmlformats.org/officeDocument/2006/relationships/image" Target="../media/image172.png"/><Relationship Id="rId59" Type="http://schemas.openxmlformats.org/officeDocument/2006/relationships/customXml" Target="../ink/ink180.xml"/><Relationship Id="rId103" Type="http://schemas.openxmlformats.org/officeDocument/2006/relationships/customXml" Target="../ink/ink202.xml"/><Relationship Id="rId108" Type="http://schemas.openxmlformats.org/officeDocument/2006/relationships/image" Target="../media/image207.png"/><Relationship Id="rId54" Type="http://schemas.openxmlformats.org/officeDocument/2006/relationships/image" Target="../media/image180.png"/><Relationship Id="rId70" Type="http://schemas.openxmlformats.org/officeDocument/2006/relationships/image" Target="../media/image188.png"/><Relationship Id="rId75" Type="http://schemas.openxmlformats.org/officeDocument/2006/relationships/customXml" Target="../ink/ink188.xml"/><Relationship Id="rId91" Type="http://schemas.openxmlformats.org/officeDocument/2006/relationships/customXml" Target="../ink/ink196.xml"/><Relationship Id="rId96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.png"/><Relationship Id="rId23" Type="http://schemas.openxmlformats.org/officeDocument/2006/relationships/customXml" Target="../ink/ink162.xml"/><Relationship Id="rId28" Type="http://schemas.openxmlformats.org/officeDocument/2006/relationships/image" Target="../media/image167.png"/><Relationship Id="rId49" Type="http://schemas.openxmlformats.org/officeDocument/2006/relationships/customXml" Target="../ink/ink175.xml"/><Relationship Id="rId114" Type="http://schemas.openxmlformats.org/officeDocument/2006/relationships/image" Target="../media/image210.png"/><Relationship Id="rId119" Type="http://schemas.openxmlformats.org/officeDocument/2006/relationships/customXml" Target="../ink/ink210.xml"/><Relationship Id="rId44" Type="http://schemas.openxmlformats.org/officeDocument/2006/relationships/image" Target="../media/image175.png"/><Relationship Id="rId60" Type="http://schemas.openxmlformats.org/officeDocument/2006/relationships/image" Target="../media/image183.png"/><Relationship Id="rId65" Type="http://schemas.openxmlformats.org/officeDocument/2006/relationships/customXml" Target="../ink/ink183.xml"/><Relationship Id="rId81" Type="http://schemas.openxmlformats.org/officeDocument/2006/relationships/customXml" Target="../ink/ink191.xml"/><Relationship Id="rId86" Type="http://schemas.openxmlformats.org/officeDocument/2006/relationships/image" Target="../media/image196.png"/><Relationship Id="rId4" Type="http://schemas.openxmlformats.org/officeDocument/2006/relationships/image" Target="../media/image154.png"/><Relationship Id="rId9" Type="http://schemas.openxmlformats.org/officeDocument/2006/relationships/customXml" Target="../ink/ink155.xml"/><Relationship Id="rId13" Type="http://schemas.openxmlformats.org/officeDocument/2006/relationships/customXml" Target="../ink/ink157.xml"/><Relationship Id="rId18" Type="http://schemas.openxmlformats.org/officeDocument/2006/relationships/image" Target="../media/image162.png"/><Relationship Id="rId39" Type="http://schemas.openxmlformats.org/officeDocument/2006/relationships/customXml" Target="../ink/ink170.xml"/><Relationship Id="rId109" Type="http://schemas.openxmlformats.org/officeDocument/2006/relationships/customXml" Target="../ink/ink205.xml"/><Relationship Id="rId34" Type="http://schemas.openxmlformats.org/officeDocument/2006/relationships/image" Target="../media/image170.png"/><Relationship Id="rId50" Type="http://schemas.openxmlformats.org/officeDocument/2006/relationships/image" Target="../media/image178.png"/><Relationship Id="rId55" Type="http://schemas.openxmlformats.org/officeDocument/2006/relationships/customXml" Target="../ink/ink178.xml"/><Relationship Id="rId76" Type="http://schemas.openxmlformats.org/officeDocument/2006/relationships/image" Target="../media/image191.png"/><Relationship Id="rId97" Type="http://schemas.openxmlformats.org/officeDocument/2006/relationships/customXml" Target="../ink/ink199.xml"/><Relationship Id="rId104" Type="http://schemas.openxmlformats.org/officeDocument/2006/relationships/image" Target="../media/image205.png"/><Relationship Id="rId120" Type="http://schemas.openxmlformats.org/officeDocument/2006/relationships/image" Target="../media/image213.png"/><Relationship Id="rId7" Type="http://schemas.openxmlformats.org/officeDocument/2006/relationships/customXml" Target="../ink/ink154.xml"/><Relationship Id="rId71" Type="http://schemas.openxmlformats.org/officeDocument/2006/relationships/customXml" Target="../ink/ink186.xml"/><Relationship Id="rId92" Type="http://schemas.openxmlformats.org/officeDocument/2006/relationships/image" Target="../media/image199.png"/><Relationship Id="rId2" Type="http://schemas.openxmlformats.org/officeDocument/2006/relationships/notesSlide" Target="../notesSlides/notesSlide4.xml"/><Relationship Id="rId29" Type="http://schemas.openxmlformats.org/officeDocument/2006/relationships/customXml" Target="../ink/ink165.xml"/><Relationship Id="rId24" Type="http://schemas.openxmlformats.org/officeDocument/2006/relationships/image" Target="../media/image165.png"/><Relationship Id="rId40" Type="http://schemas.openxmlformats.org/officeDocument/2006/relationships/image" Target="../media/image173.png"/><Relationship Id="rId45" Type="http://schemas.openxmlformats.org/officeDocument/2006/relationships/customXml" Target="../ink/ink173.xml"/><Relationship Id="rId66" Type="http://schemas.openxmlformats.org/officeDocument/2006/relationships/image" Target="../media/image186.png"/><Relationship Id="rId87" Type="http://schemas.openxmlformats.org/officeDocument/2006/relationships/customXml" Target="../ink/ink194.xml"/><Relationship Id="rId110" Type="http://schemas.openxmlformats.org/officeDocument/2006/relationships/image" Target="../media/image208.png"/><Relationship Id="rId115" Type="http://schemas.openxmlformats.org/officeDocument/2006/relationships/customXml" Target="../ink/ink208.xml"/><Relationship Id="rId61" Type="http://schemas.openxmlformats.org/officeDocument/2006/relationships/customXml" Target="../ink/ink181.xml"/><Relationship Id="rId82" Type="http://schemas.openxmlformats.org/officeDocument/2006/relationships/image" Target="../media/image194.png"/><Relationship Id="rId19" Type="http://schemas.openxmlformats.org/officeDocument/2006/relationships/customXml" Target="../ink/ink160.xml"/><Relationship Id="rId14" Type="http://schemas.openxmlformats.org/officeDocument/2006/relationships/image" Target="../media/image160.png"/><Relationship Id="rId30" Type="http://schemas.openxmlformats.org/officeDocument/2006/relationships/image" Target="../media/image168.png"/><Relationship Id="rId35" Type="http://schemas.openxmlformats.org/officeDocument/2006/relationships/customXml" Target="../ink/ink168.xml"/><Relationship Id="rId56" Type="http://schemas.openxmlformats.org/officeDocument/2006/relationships/image" Target="../media/image181.png"/><Relationship Id="rId77" Type="http://schemas.openxmlformats.org/officeDocument/2006/relationships/customXml" Target="../ink/ink189.xml"/><Relationship Id="rId100" Type="http://schemas.openxmlformats.org/officeDocument/2006/relationships/image" Target="../media/image203.png"/><Relationship Id="rId105" Type="http://schemas.openxmlformats.org/officeDocument/2006/relationships/customXml" Target="../ink/ink203.xml"/><Relationship Id="rId8" Type="http://schemas.openxmlformats.org/officeDocument/2006/relationships/image" Target="../media/image157.png"/><Relationship Id="rId51" Type="http://schemas.openxmlformats.org/officeDocument/2006/relationships/customXml" Target="../ink/ink176.xml"/><Relationship Id="rId72" Type="http://schemas.openxmlformats.org/officeDocument/2006/relationships/image" Target="../media/image189.png"/><Relationship Id="rId93" Type="http://schemas.openxmlformats.org/officeDocument/2006/relationships/customXml" Target="../ink/ink197.xml"/><Relationship Id="rId98" Type="http://schemas.openxmlformats.org/officeDocument/2006/relationships/image" Target="../media/image202.png"/><Relationship Id="rId121" Type="http://schemas.openxmlformats.org/officeDocument/2006/relationships/customXml" Target="../ink/ink211.xml"/><Relationship Id="rId3" Type="http://schemas.openxmlformats.org/officeDocument/2006/relationships/image" Target="../media/image2.svg"/><Relationship Id="rId25" Type="http://schemas.openxmlformats.org/officeDocument/2006/relationships/customXml" Target="../ink/ink163.xml"/><Relationship Id="rId46" Type="http://schemas.openxmlformats.org/officeDocument/2006/relationships/image" Target="../media/image176.png"/><Relationship Id="rId67" Type="http://schemas.openxmlformats.org/officeDocument/2006/relationships/customXml" Target="../ink/ink184.xml"/><Relationship Id="rId116" Type="http://schemas.openxmlformats.org/officeDocument/2006/relationships/image" Target="../media/image211.png"/><Relationship Id="rId20" Type="http://schemas.openxmlformats.org/officeDocument/2006/relationships/image" Target="../media/image163.png"/><Relationship Id="rId41" Type="http://schemas.openxmlformats.org/officeDocument/2006/relationships/customXml" Target="../ink/ink171.xml"/><Relationship Id="rId62" Type="http://schemas.openxmlformats.org/officeDocument/2006/relationships/image" Target="../media/image184.png"/><Relationship Id="rId83" Type="http://schemas.openxmlformats.org/officeDocument/2006/relationships/customXml" Target="../ink/ink192.xml"/><Relationship Id="rId88" Type="http://schemas.openxmlformats.org/officeDocument/2006/relationships/image" Target="../media/image197.png"/><Relationship Id="rId111" Type="http://schemas.openxmlformats.org/officeDocument/2006/relationships/customXml" Target="../ink/ink206.xml"/><Relationship Id="rId15" Type="http://schemas.openxmlformats.org/officeDocument/2006/relationships/customXml" Target="../ink/ink158.xml"/><Relationship Id="rId36" Type="http://schemas.openxmlformats.org/officeDocument/2006/relationships/image" Target="../media/image171.png"/><Relationship Id="rId57" Type="http://schemas.openxmlformats.org/officeDocument/2006/relationships/customXml" Target="../ink/ink179.xml"/><Relationship Id="rId106" Type="http://schemas.openxmlformats.org/officeDocument/2006/relationships/image" Target="../media/image206.png"/><Relationship Id="rId10" Type="http://schemas.openxmlformats.org/officeDocument/2006/relationships/image" Target="../media/image158.png"/><Relationship Id="rId31" Type="http://schemas.openxmlformats.org/officeDocument/2006/relationships/customXml" Target="../ink/ink166.xml"/><Relationship Id="rId52" Type="http://schemas.openxmlformats.org/officeDocument/2006/relationships/image" Target="../media/image179.png"/><Relationship Id="rId73" Type="http://schemas.openxmlformats.org/officeDocument/2006/relationships/customXml" Target="../ink/ink187.xml"/><Relationship Id="rId78" Type="http://schemas.openxmlformats.org/officeDocument/2006/relationships/image" Target="../media/image192.png"/><Relationship Id="rId94" Type="http://schemas.openxmlformats.org/officeDocument/2006/relationships/image" Target="../media/image200.png"/><Relationship Id="rId99" Type="http://schemas.openxmlformats.org/officeDocument/2006/relationships/customXml" Target="../ink/ink200.xml"/><Relationship Id="rId101" Type="http://schemas.openxmlformats.org/officeDocument/2006/relationships/customXml" Target="../ink/ink201.xml"/><Relationship Id="rId122" Type="http://schemas.openxmlformats.org/officeDocument/2006/relationships/image" Target="../media/image2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2.png"/><Relationship Id="rId299" Type="http://schemas.openxmlformats.org/officeDocument/2006/relationships/image" Target="../media/image363.png"/><Relationship Id="rId21" Type="http://schemas.openxmlformats.org/officeDocument/2006/relationships/image" Target="../media/image225.png"/><Relationship Id="rId63" Type="http://schemas.openxmlformats.org/officeDocument/2006/relationships/image" Target="../media/image246.png"/><Relationship Id="rId159" Type="http://schemas.openxmlformats.org/officeDocument/2006/relationships/image" Target="../media/image293.png"/><Relationship Id="rId324" Type="http://schemas.openxmlformats.org/officeDocument/2006/relationships/customXml" Target="../ink/ink373.xml"/><Relationship Id="rId366" Type="http://schemas.openxmlformats.org/officeDocument/2006/relationships/customXml" Target="../ink/ink394.xml"/><Relationship Id="rId170" Type="http://schemas.openxmlformats.org/officeDocument/2006/relationships/customXml" Target="../ink/ink296.xml"/><Relationship Id="rId226" Type="http://schemas.openxmlformats.org/officeDocument/2006/relationships/customXml" Target="../ink/ink324.xml"/><Relationship Id="rId433" Type="http://schemas.openxmlformats.org/officeDocument/2006/relationships/customXml" Target="../ink/ink428.xml"/><Relationship Id="rId268" Type="http://schemas.openxmlformats.org/officeDocument/2006/relationships/customXml" Target="../ink/ink345.xml"/><Relationship Id="rId475" Type="http://schemas.openxmlformats.org/officeDocument/2006/relationships/image" Target="../media/image450.png"/><Relationship Id="rId32" Type="http://schemas.openxmlformats.org/officeDocument/2006/relationships/customXml" Target="../ink/ink227.xml"/><Relationship Id="rId74" Type="http://schemas.openxmlformats.org/officeDocument/2006/relationships/customXml" Target="../ink/ink248.xml"/><Relationship Id="rId128" Type="http://schemas.openxmlformats.org/officeDocument/2006/relationships/customXml" Target="../ink/ink275.xml"/><Relationship Id="rId335" Type="http://schemas.openxmlformats.org/officeDocument/2006/relationships/image" Target="../media/image381.png"/><Relationship Id="rId377" Type="http://schemas.openxmlformats.org/officeDocument/2006/relationships/image" Target="../media/image402.png"/><Relationship Id="rId5" Type="http://schemas.openxmlformats.org/officeDocument/2006/relationships/image" Target="../media/image217.png"/><Relationship Id="rId181" Type="http://schemas.openxmlformats.org/officeDocument/2006/relationships/image" Target="../media/image304.png"/><Relationship Id="rId237" Type="http://schemas.openxmlformats.org/officeDocument/2006/relationships/image" Target="../media/image332.png"/><Relationship Id="rId402" Type="http://schemas.openxmlformats.org/officeDocument/2006/relationships/customXml" Target="../ink/ink412.xml"/><Relationship Id="rId279" Type="http://schemas.openxmlformats.org/officeDocument/2006/relationships/image" Target="../media/image353.png"/><Relationship Id="rId444" Type="http://schemas.openxmlformats.org/officeDocument/2006/relationships/image" Target="../media/image435.png"/><Relationship Id="rId486" Type="http://schemas.openxmlformats.org/officeDocument/2006/relationships/customXml" Target="../ink/ink455.xml"/><Relationship Id="rId43" Type="http://schemas.openxmlformats.org/officeDocument/2006/relationships/image" Target="../media/image236.png"/><Relationship Id="rId139" Type="http://schemas.openxmlformats.org/officeDocument/2006/relationships/image" Target="../media/image283.png"/><Relationship Id="rId290" Type="http://schemas.openxmlformats.org/officeDocument/2006/relationships/customXml" Target="../ink/ink356.xml"/><Relationship Id="rId304" Type="http://schemas.openxmlformats.org/officeDocument/2006/relationships/customXml" Target="../ink/ink363.xml"/><Relationship Id="rId346" Type="http://schemas.openxmlformats.org/officeDocument/2006/relationships/customXml" Target="../ink/ink384.xml"/><Relationship Id="rId388" Type="http://schemas.openxmlformats.org/officeDocument/2006/relationships/customXml" Target="../ink/ink405.xml"/><Relationship Id="rId85" Type="http://schemas.openxmlformats.org/officeDocument/2006/relationships/image" Target="../media/image257.png"/><Relationship Id="rId150" Type="http://schemas.openxmlformats.org/officeDocument/2006/relationships/customXml" Target="../ink/ink286.xml"/><Relationship Id="rId192" Type="http://schemas.openxmlformats.org/officeDocument/2006/relationships/customXml" Target="../ink/ink307.xml"/><Relationship Id="rId206" Type="http://schemas.openxmlformats.org/officeDocument/2006/relationships/customXml" Target="../ink/ink314.xml"/><Relationship Id="rId413" Type="http://schemas.openxmlformats.org/officeDocument/2006/relationships/image" Target="../media/image420.png"/><Relationship Id="rId248" Type="http://schemas.openxmlformats.org/officeDocument/2006/relationships/customXml" Target="../ink/ink335.xml"/><Relationship Id="rId455" Type="http://schemas.openxmlformats.org/officeDocument/2006/relationships/customXml" Target="../ink/ink439.xml"/><Relationship Id="rId12" Type="http://schemas.openxmlformats.org/officeDocument/2006/relationships/customXml" Target="../ink/ink217.xml"/><Relationship Id="rId108" Type="http://schemas.openxmlformats.org/officeDocument/2006/relationships/customXml" Target="../ink/ink265.xml"/><Relationship Id="rId315" Type="http://schemas.openxmlformats.org/officeDocument/2006/relationships/image" Target="../media/image371.png"/><Relationship Id="rId357" Type="http://schemas.openxmlformats.org/officeDocument/2006/relationships/image" Target="../media/image392.png"/><Relationship Id="rId54" Type="http://schemas.openxmlformats.org/officeDocument/2006/relationships/customXml" Target="../ink/ink238.xml"/><Relationship Id="rId96" Type="http://schemas.openxmlformats.org/officeDocument/2006/relationships/customXml" Target="../ink/ink259.xml"/><Relationship Id="rId161" Type="http://schemas.openxmlformats.org/officeDocument/2006/relationships/image" Target="../media/image294.png"/><Relationship Id="rId217" Type="http://schemas.openxmlformats.org/officeDocument/2006/relationships/image" Target="../media/image322.png"/><Relationship Id="rId399" Type="http://schemas.openxmlformats.org/officeDocument/2006/relationships/image" Target="../media/image413.png"/><Relationship Id="rId259" Type="http://schemas.openxmlformats.org/officeDocument/2006/relationships/image" Target="../media/image343.png"/><Relationship Id="rId424" Type="http://schemas.openxmlformats.org/officeDocument/2006/relationships/image" Target="../media/image425.png"/><Relationship Id="rId466" Type="http://schemas.openxmlformats.org/officeDocument/2006/relationships/customXml" Target="../ink/ink445.xml"/><Relationship Id="rId23" Type="http://schemas.openxmlformats.org/officeDocument/2006/relationships/image" Target="../media/image226.png"/><Relationship Id="rId119" Type="http://schemas.openxmlformats.org/officeDocument/2006/relationships/image" Target="../media/image273.png"/><Relationship Id="rId270" Type="http://schemas.openxmlformats.org/officeDocument/2006/relationships/customXml" Target="../ink/ink346.xml"/><Relationship Id="rId326" Type="http://schemas.openxmlformats.org/officeDocument/2006/relationships/customXml" Target="../ink/ink374.xml"/><Relationship Id="rId65" Type="http://schemas.openxmlformats.org/officeDocument/2006/relationships/image" Target="../media/image247.png"/><Relationship Id="rId130" Type="http://schemas.openxmlformats.org/officeDocument/2006/relationships/customXml" Target="../ink/ink276.xml"/><Relationship Id="rId368" Type="http://schemas.openxmlformats.org/officeDocument/2006/relationships/customXml" Target="../ink/ink395.xml"/><Relationship Id="rId172" Type="http://schemas.openxmlformats.org/officeDocument/2006/relationships/customXml" Target="../ink/ink297.xml"/><Relationship Id="rId228" Type="http://schemas.openxmlformats.org/officeDocument/2006/relationships/customXml" Target="../ink/ink325.xml"/><Relationship Id="rId435" Type="http://schemas.openxmlformats.org/officeDocument/2006/relationships/customXml" Target="../ink/ink429.xml"/><Relationship Id="rId477" Type="http://schemas.openxmlformats.org/officeDocument/2006/relationships/image" Target="../media/image451.png"/><Relationship Id="rId281" Type="http://schemas.openxmlformats.org/officeDocument/2006/relationships/image" Target="../media/image354.png"/><Relationship Id="rId337" Type="http://schemas.openxmlformats.org/officeDocument/2006/relationships/image" Target="../media/image382.png"/><Relationship Id="rId34" Type="http://schemas.openxmlformats.org/officeDocument/2006/relationships/customXml" Target="../ink/ink228.xml"/><Relationship Id="rId76" Type="http://schemas.openxmlformats.org/officeDocument/2006/relationships/customXml" Target="../ink/ink249.xml"/><Relationship Id="rId141" Type="http://schemas.openxmlformats.org/officeDocument/2006/relationships/image" Target="../media/image284.png"/><Relationship Id="rId379" Type="http://schemas.openxmlformats.org/officeDocument/2006/relationships/image" Target="../media/image403.png"/><Relationship Id="rId7" Type="http://schemas.openxmlformats.org/officeDocument/2006/relationships/image" Target="../media/image218.png"/><Relationship Id="rId183" Type="http://schemas.openxmlformats.org/officeDocument/2006/relationships/image" Target="../media/image305.png"/><Relationship Id="rId239" Type="http://schemas.openxmlformats.org/officeDocument/2006/relationships/image" Target="../media/image333.png"/><Relationship Id="rId390" Type="http://schemas.openxmlformats.org/officeDocument/2006/relationships/customXml" Target="../ink/ink406.xml"/><Relationship Id="rId404" Type="http://schemas.openxmlformats.org/officeDocument/2006/relationships/customXml" Target="../ink/ink413.xml"/><Relationship Id="rId446" Type="http://schemas.openxmlformats.org/officeDocument/2006/relationships/image" Target="../media/image436.png"/><Relationship Id="rId250" Type="http://schemas.openxmlformats.org/officeDocument/2006/relationships/customXml" Target="../ink/ink336.xml"/><Relationship Id="rId292" Type="http://schemas.openxmlformats.org/officeDocument/2006/relationships/customXml" Target="../ink/ink357.xml"/><Relationship Id="rId306" Type="http://schemas.openxmlformats.org/officeDocument/2006/relationships/customXml" Target="../ink/ink364.xml"/><Relationship Id="rId488" Type="http://schemas.openxmlformats.org/officeDocument/2006/relationships/image" Target="../media/image456.png"/><Relationship Id="rId45" Type="http://schemas.openxmlformats.org/officeDocument/2006/relationships/image" Target="../media/image237.png"/><Relationship Id="rId87" Type="http://schemas.openxmlformats.org/officeDocument/2006/relationships/image" Target="../media/image258.png"/><Relationship Id="rId110" Type="http://schemas.openxmlformats.org/officeDocument/2006/relationships/customXml" Target="../ink/ink266.xml"/><Relationship Id="rId348" Type="http://schemas.openxmlformats.org/officeDocument/2006/relationships/customXml" Target="../ink/ink385.xml"/><Relationship Id="rId152" Type="http://schemas.openxmlformats.org/officeDocument/2006/relationships/customXml" Target="../ink/ink287.xml"/><Relationship Id="rId194" Type="http://schemas.openxmlformats.org/officeDocument/2006/relationships/customXml" Target="../ink/ink308.xml"/><Relationship Id="rId208" Type="http://schemas.openxmlformats.org/officeDocument/2006/relationships/customXml" Target="../ink/ink315.xml"/><Relationship Id="rId415" Type="http://schemas.openxmlformats.org/officeDocument/2006/relationships/image" Target="../media/image421.png"/><Relationship Id="rId457" Type="http://schemas.openxmlformats.org/officeDocument/2006/relationships/customXml" Target="../ink/ink440.xml"/><Relationship Id="rId261" Type="http://schemas.openxmlformats.org/officeDocument/2006/relationships/image" Target="../media/image344.png"/><Relationship Id="rId14" Type="http://schemas.openxmlformats.org/officeDocument/2006/relationships/customXml" Target="../ink/ink218.xml"/><Relationship Id="rId56" Type="http://schemas.openxmlformats.org/officeDocument/2006/relationships/customXml" Target="../ink/ink239.xml"/><Relationship Id="rId317" Type="http://schemas.openxmlformats.org/officeDocument/2006/relationships/image" Target="../media/image372.png"/><Relationship Id="rId359" Type="http://schemas.openxmlformats.org/officeDocument/2006/relationships/image" Target="../media/image393.png"/><Relationship Id="rId98" Type="http://schemas.openxmlformats.org/officeDocument/2006/relationships/customXml" Target="../ink/ink260.xml"/><Relationship Id="rId121" Type="http://schemas.openxmlformats.org/officeDocument/2006/relationships/image" Target="../media/image274.png"/><Relationship Id="rId163" Type="http://schemas.openxmlformats.org/officeDocument/2006/relationships/image" Target="../media/image295.png"/><Relationship Id="rId219" Type="http://schemas.openxmlformats.org/officeDocument/2006/relationships/image" Target="../media/image323.png"/><Relationship Id="rId370" Type="http://schemas.openxmlformats.org/officeDocument/2006/relationships/customXml" Target="../ink/ink396.xml"/><Relationship Id="rId426" Type="http://schemas.openxmlformats.org/officeDocument/2006/relationships/image" Target="../media/image426.png"/><Relationship Id="rId230" Type="http://schemas.openxmlformats.org/officeDocument/2006/relationships/customXml" Target="../ink/ink326.xml"/><Relationship Id="rId468" Type="http://schemas.openxmlformats.org/officeDocument/2006/relationships/customXml" Target="../ink/ink446.xml"/><Relationship Id="rId25" Type="http://schemas.openxmlformats.org/officeDocument/2006/relationships/image" Target="../media/image227.png"/><Relationship Id="rId67" Type="http://schemas.openxmlformats.org/officeDocument/2006/relationships/image" Target="../media/image248.png"/><Relationship Id="rId272" Type="http://schemas.openxmlformats.org/officeDocument/2006/relationships/customXml" Target="../ink/ink347.xml"/><Relationship Id="rId328" Type="http://schemas.openxmlformats.org/officeDocument/2006/relationships/customXml" Target="../ink/ink375.xml"/><Relationship Id="rId132" Type="http://schemas.openxmlformats.org/officeDocument/2006/relationships/customXml" Target="../ink/ink277.xml"/><Relationship Id="rId174" Type="http://schemas.openxmlformats.org/officeDocument/2006/relationships/customXml" Target="../ink/ink298.xml"/><Relationship Id="rId381" Type="http://schemas.openxmlformats.org/officeDocument/2006/relationships/image" Target="../media/image404.png"/><Relationship Id="rId241" Type="http://schemas.openxmlformats.org/officeDocument/2006/relationships/image" Target="../media/image334.png"/><Relationship Id="rId437" Type="http://schemas.openxmlformats.org/officeDocument/2006/relationships/customXml" Target="../ink/ink430.xml"/><Relationship Id="rId479" Type="http://schemas.openxmlformats.org/officeDocument/2006/relationships/image" Target="../media/image452.png"/><Relationship Id="rId36" Type="http://schemas.openxmlformats.org/officeDocument/2006/relationships/customXml" Target="../ink/ink229.xml"/><Relationship Id="rId283" Type="http://schemas.openxmlformats.org/officeDocument/2006/relationships/image" Target="../media/image355.png"/><Relationship Id="rId339" Type="http://schemas.openxmlformats.org/officeDocument/2006/relationships/image" Target="../media/image383.png"/><Relationship Id="rId490" Type="http://schemas.openxmlformats.org/officeDocument/2006/relationships/image" Target="../media/image457.png"/><Relationship Id="rId78" Type="http://schemas.openxmlformats.org/officeDocument/2006/relationships/customXml" Target="../ink/ink250.xml"/><Relationship Id="rId101" Type="http://schemas.openxmlformats.org/officeDocument/2006/relationships/image" Target="../media/image265.png"/><Relationship Id="rId143" Type="http://schemas.openxmlformats.org/officeDocument/2006/relationships/image" Target="../media/image285.png"/><Relationship Id="rId185" Type="http://schemas.openxmlformats.org/officeDocument/2006/relationships/image" Target="../media/image306.png"/><Relationship Id="rId350" Type="http://schemas.openxmlformats.org/officeDocument/2006/relationships/customXml" Target="../ink/ink386.xml"/><Relationship Id="rId406" Type="http://schemas.openxmlformats.org/officeDocument/2006/relationships/customXml" Target="../ink/ink414.xml"/><Relationship Id="rId9" Type="http://schemas.openxmlformats.org/officeDocument/2006/relationships/image" Target="../media/image219.png"/><Relationship Id="rId210" Type="http://schemas.openxmlformats.org/officeDocument/2006/relationships/customXml" Target="../ink/ink316.xml"/><Relationship Id="rId392" Type="http://schemas.openxmlformats.org/officeDocument/2006/relationships/customXml" Target="../ink/ink407.xml"/><Relationship Id="rId448" Type="http://schemas.openxmlformats.org/officeDocument/2006/relationships/image" Target="../media/image437.png"/><Relationship Id="rId252" Type="http://schemas.openxmlformats.org/officeDocument/2006/relationships/customXml" Target="../ink/ink337.xml"/><Relationship Id="rId294" Type="http://schemas.openxmlformats.org/officeDocument/2006/relationships/customXml" Target="../ink/ink358.xml"/><Relationship Id="rId308" Type="http://schemas.openxmlformats.org/officeDocument/2006/relationships/customXml" Target="../ink/ink365.xml"/><Relationship Id="rId47" Type="http://schemas.openxmlformats.org/officeDocument/2006/relationships/image" Target="../media/image238.png"/><Relationship Id="rId89" Type="http://schemas.openxmlformats.org/officeDocument/2006/relationships/image" Target="../media/image259.png"/><Relationship Id="rId112" Type="http://schemas.openxmlformats.org/officeDocument/2006/relationships/customXml" Target="../ink/ink267.xml"/><Relationship Id="rId154" Type="http://schemas.openxmlformats.org/officeDocument/2006/relationships/customXml" Target="../ink/ink288.xml"/><Relationship Id="rId361" Type="http://schemas.openxmlformats.org/officeDocument/2006/relationships/image" Target="../media/image394.png"/><Relationship Id="rId196" Type="http://schemas.openxmlformats.org/officeDocument/2006/relationships/customXml" Target="../ink/ink309.xml"/><Relationship Id="rId417" Type="http://schemas.openxmlformats.org/officeDocument/2006/relationships/image" Target="../media/image422.png"/><Relationship Id="rId459" Type="http://schemas.openxmlformats.org/officeDocument/2006/relationships/customXml" Target="../ink/ink441.xml"/><Relationship Id="rId16" Type="http://schemas.openxmlformats.org/officeDocument/2006/relationships/customXml" Target="../ink/ink219.xml"/><Relationship Id="rId221" Type="http://schemas.openxmlformats.org/officeDocument/2006/relationships/image" Target="../media/image324.png"/><Relationship Id="rId263" Type="http://schemas.openxmlformats.org/officeDocument/2006/relationships/image" Target="../media/image345.png"/><Relationship Id="rId319" Type="http://schemas.openxmlformats.org/officeDocument/2006/relationships/image" Target="../media/image373.png"/><Relationship Id="rId470" Type="http://schemas.openxmlformats.org/officeDocument/2006/relationships/customXml" Target="../ink/ink447.xml"/><Relationship Id="rId58" Type="http://schemas.openxmlformats.org/officeDocument/2006/relationships/customXml" Target="../ink/ink240.xml"/><Relationship Id="rId123" Type="http://schemas.openxmlformats.org/officeDocument/2006/relationships/image" Target="../media/image275.png"/><Relationship Id="rId330" Type="http://schemas.openxmlformats.org/officeDocument/2006/relationships/customXml" Target="../ink/ink376.xml"/><Relationship Id="rId165" Type="http://schemas.openxmlformats.org/officeDocument/2006/relationships/image" Target="../media/image296.png"/><Relationship Id="rId372" Type="http://schemas.openxmlformats.org/officeDocument/2006/relationships/customXml" Target="../ink/ink397.xml"/><Relationship Id="rId428" Type="http://schemas.openxmlformats.org/officeDocument/2006/relationships/image" Target="../media/image427.png"/><Relationship Id="rId232" Type="http://schemas.openxmlformats.org/officeDocument/2006/relationships/customXml" Target="../ink/ink327.xml"/><Relationship Id="rId274" Type="http://schemas.openxmlformats.org/officeDocument/2006/relationships/customXml" Target="../ink/ink348.xml"/><Relationship Id="rId481" Type="http://schemas.openxmlformats.org/officeDocument/2006/relationships/image" Target="../media/image453.png"/><Relationship Id="rId27" Type="http://schemas.openxmlformats.org/officeDocument/2006/relationships/image" Target="../media/image228.png"/><Relationship Id="rId69" Type="http://schemas.openxmlformats.org/officeDocument/2006/relationships/image" Target="../media/image249.png"/><Relationship Id="rId134" Type="http://schemas.openxmlformats.org/officeDocument/2006/relationships/customXml" Target="../ink/ink278.xml"/><Relationship Id="rId80" Type="http://schemas.openxmlformats.org/officeDocument/2006/relationships/customXml" Target="../ink/ink251.xml"/><Relationship Id="rId176" Type="http://schemas.openxmlformats.org/officeDocument/2006/relationships/customXml" Target="../ink/ink299.xml"/><Relationship Id="rId341" Type="http://schemas.openxmlformats.org/officeDocument/2006/relationships/image" Target="../media/image384.png"/><Relationship Id="rId383" Type="http://schemas.openxmlformats.org/officeDocument/2006/relationships/image" Target="../media/image405.png"/><Relationship Id="rId439" Type="http://schemas.openxmlformats.org/officeDocument/2006/relationships/customXml" Target="../ink/ink431.xml"/><Relationship Id="rId201" Type="http://schemas.openxmlformats.org/officeDocument/2006/relationships/image" Target="../media/image314.png"/><Relationship Id="rId243" Type="http://schemas.openxmlformats.org/officeDocument/2006/relationships/image" Target="../media/image335.png"/><Relationship Id="rId285" Type="http://schemas.openxmlformats.org/officeDocument/2006/relationships/image" Target="../media/image356.png"/><Relationship Id="rId450" Type="http://schemas.openxmlformats.org/officeDocument/2006/relationships/image" Target="../media/image438.png"/><Relationship Id="rId38" Type="http://schemas.openxmlformats.org/officeDocument/2006/relationships/customXml" Target="../ink/ink230.xml"/><Relationship Id="rId103" Type="http://schemas.openxmlformats.org/officeDocument/2006/relationships/image" Target="../media/image42.png"/><Relationship Id="rId310" Type="http://schemas.openxmlformats.org/officeDocument/2006/relationships/customXml" Target="../ink/ink366.xml"/><Relationship Id="rId492" Type="http://schemas.openxmlformats.org/officeDocument/2006/relationships/image" Target="../media/image458.png"/><Relationship Id="rId91" Type="http://schemas.openxmlformats.org/officeDocument/2006/relationships/image" Target="../media/image260.png"/><Relationship Id="rId145" Type="http://schemas.openxmlformats.org/officeDocument/2006/relationships/image" Target="../media/image286.png"/><Relationship Id="rId187" Type="http://schemas.openxmlformats.org/officeDocument/2006/relationships/image" Target="../media/image307.png"/><Relationship Id="rId352" Type="http://schemas.openxmlformats.org/officeDocument/2006/relationships/customXml" Target="../ink/ink387.xml"/><Relationship Id="rId394" Type="http://schemas.openxmlformats.org/officeDocument/2006/relationships/customXml" Target="../ink/ink408.xml"/><Relationship Id="rId408" Type="http://schemas.openxmlformats.org/officeDocument/2006/relationships/customXml" Target="../ink/ink415.xml"/><Relationship Id="rId212" Type="http://schemas.openxmlformats.org/officeDocument/2006/relationships/customXml" Target="../ink/ink317.xml"/><Relationship Id="rId254" Type="http://schemas.openxmlformats.org/officeDocument/2006/relationships/customXml" Target="../ink/ink338.xml"/><Relationship Id="rId49" Type="http://schemas.openxmlformats.org/officeDocument/2006/relationships/image" Target="../media/image239.png"/><Relationship Id="rId114" Type="http://schemas.openxmlformats.org/officeDocument/2006/relationships/customXml" Target="../ink/ink268.xml"/><Relationship Id="rId296" Type="http://schemas.openxmlformats.org/officeDocument/2006/relationships/customXml" Target="../ink/ink359.xml"/><Relationship Id="rId461" Type="http://schemas.openxmlformats.org/officeDocument/2006/relationships/customXml" Target="../ink/ink442.xml"/><Relationship Id="rId60" Type="http://schemas.openxmlformats.org/officeDocument/2006/relationships/customXml" Target="../ink/ink241.xml"/><Relationship Id="rId156" Type="http://schemas.openxmlformats.org/officeDocument/2006/relationships/customXml" Target="../ink/ink289.xml"/><Relationship Id="rId198" Type="http://schemas.openxmlformats.org/officeDocument/2006/relationships/customXml" Target="../ink/ink310.xml"/><Relationship Id="rId321" Type="http://schemas.openxmlformats.org/officeDocument/2006/relationships/image" Target="../media/image374.png"/><Relationship Id="rId363" Type="http://schemas.openxmlformats.org/officeDocument/2006/relationships/image" Target="../media/image395.png"/><Relationship Id="rId419" Type="http://schemas.openxmlformats.org/officeDocument/2006/relationships/image" Target="../media/image423.png"/><Relationship Id="rId223" Type="http://schemas.openxmlformats.org/officeDocument/2006/relationships/image" Target="../media/image325.png"/><Relationship Id="rId430" Type="http://schemas.openxmlformats.org/officeDocument/2006/relationships/image" Target="../media/image428.png"/><Relationship Id="rId18" Type="http://schemas.openxmlformats.org/officeDocument/2006/relationships/customXml" Target="../ink/ink220.xml"/><Relationship Id="rId265" Type="http://schemas.openxmlformats.org/officeDocument/2006/relationships/image" Target="../media/image346.png"/><Relationship Id="rId472" Type="http://schemas.openxmlformats.org/officeDocument/2006/relationships/customXml" Target="../ink/ink448.xml"/><Relationship Id="rId125" Type="http://schemas.openxmlformats.org/officeDocument/2006/relationships/image" Target="../media/image276.png"/><Relationship Id="rId167" Type="http://schemas.openxmlformats.org/officeDocument/2006/relationships/image" Target="../media/image297.png"/><Relationship Id="rId332" Type="http://schemas.openxmlformats.org/officeDocument/2006/relationships/customXml" Target="../ink/ink377.xml"/><Relationship Id="rId374" Type="http://schemas.openxmlformats.org/officeDocument/2006/relationships/customXml" Target="../ink/ink398.xml"/><Relationship Id="rId71" Type="http://schemas.openxmlformats.org/officeDocument/2006/relationships/image" Target="../media/image250.png"/><Relationship Id="rId234" Type="http://schemas.openxmlformats.org/officeDocument/2006/relationships/customXml" Target="../ink/ink328.xml"/><Relationship Id="rId2" Type="http://schemas.openxmlformats.org/officeDocument/2006/relationships/customXml" Target="../ink/ink212.xml"/><Relationship Id="rId29" Type="http://schemas.openxmlformats.org/officeDocument/2006/relationships/image" Target="../media/image229.png"/><Relationship Id="rId276" Type="http://schemas.openxmlformats.org/officeDocument/2006/relationships/customXml" Target="../ink/ink349.xml"/><Relationship Id="rId441" Type="http://schemas.openxmlformats.org/officeDocument/2006/relationships/customXml" Target="../ink/ink432.xml"/><Relationship Id="rId483" Type="http://schemas.openxmlformats.org/officeDocument/2006/relationships/image" Target="../media/image454.png"/><Relationship Id="rId40" Type="http://schemas.openxmlformats.org/officeDocument/2006/relationships/customXml" Target="../ink/ink231.xml"/><Relationship Id="rId136" Type="http://schemas.openxmlformats.org/officeDocument/2006/relationships/customXml" Target="../ink/ink279.xml"/><Relationship Id="rId178" Type="http://schemas.openxmlformats.org/officeDocument/2006/relationships/customXml" Target="../ink/ink300.xml"/><Relationship Id="rId301" Type="http://schemas.openxmlformats.org/officeDocument/2006/relationships/image" Target="../media/image364.png"/><Relationship Id="rId343" Type="http://schemas.openxmlformats.org/officeDocument/2006/relationships/image" Target="../media/image385.png"/><Relationship Id="rId82" Type="http://schemas.openxmlformats.org/officeDocument/2006/relationships/customXml" Target="../ink/ink252.xml"/><Relationship Id="rId203" Type="http://schemas.openxmlformats.org/officeDocument/2006/relationships/image" Target="../media/image315.png"/><Relationship Id="rId385" Type="http://schemas.openxmlformats.org/officeDocument/2006/relationships/image" Target="../media/image406.png"/><Relationship Id="rId245" Type="http://schemas.openxmlformats.org/officeDocument/2006/relationships/image" Target="../media/image336.png"/><Relationship Id="rId287" Type="http://schemas.openxmlformats.org/officeDocument/2006/relationships/image" Target="../media/image357.png"/><Relationship Id="rId410" Type="http://schemas.openxmlformats.org/officeDocument/2006/relationships/customXml" Target="../ink/ink416.xml"/><Relationship Id="rId452" Type="http://schemas.openxmlformats.org/officeDocument/2006/relationships/image" Target="../media/image439.png"/><Relationship Id="rId494" Type="http://schemas.openxmlformats.org/officeDocument/2006/relationships/image" Target="../media/image459.png"/><Relationship Id="rId105" Type="http://schemas.openxmlformats.org/officeDocument/2006/relationships/image" Target="../media/image266.png"/><Relationship Id="rId147" Type="http://schemas.openxmlformats.org/officeDocument/2006/relationships/image" Target="../media/image287.png"/><Relationship Id="rId312" Type="http://schemas.openxmlformats.org/officeDocument/2006/relationships/customXml" Target="../ink/ink367.xml"/><Relationship Id="rId354" Type="http://schemas.openxmlformats.org/officeDocument/2006/relationships/customXml" Target="../ink/ink388.xml"/><Relationship Id="rId51" Type="http://schemas.openxmlformats.org/officeDocument/2006/relationships/image" Target="../media/image240.png"/><Relationship Id="rId93" Type="http://schemas.openxmlformats.org/officeDocument/2006/relationships/image" Target="../media/image261.png"/><Relationship Id="rId189" Type="http://schemas.openxmlformats.org/officeDocument/2006/relationships/image" Target="../media/image308.png"/><Relationship Id="rId396" Type="http://schemas.openxmlformats.org/officeDocument/2006/relationships/customXml" Target="../ink/ink409.xml"/><Relationship Id="rId214" Type="http://schemas.openxmlformats.org/officeDocument/2006/relationships/customXml" Target="../ink/ink318.xml"/><Relationship Id="rId256" Type="http://schemas.openxmlformats.org/officeDocument/2006/relationships/customXml" Target="../ink/ink339.xml"/><Relationship Id="rId298" Type="http://schemas.openxmlformats.org/officeDocument/2006/relationships/customXml" Target="../ink/ink360.xml"/><Relationship Id="rId421" Type="http://schemas.openxmlformats.org/officeDocument/2006/relationships/image" Target="../media/image424.png"/><Relationship Id="rId463" Type="http://schemas.openxmlformats.org/officeDocument/2006/relationships/customXml" Target="../ink/ink443.xml"/><Relationship Id="rId116" Type="http://schemas.openxmlformats.org/officeDocument/2006/relationships/customXml" Target="../ink/ink269.xml"/><Relationship Id="rId158" Type="http://schemas.openxmlformats.org/officeDocument/2006/relationships/customXml" Target="../ink/ink290.xml"/><Relationship Id="rId323" Type="http://schemas.openxmlformats.org/officeDocument/2006/relationships/image" Target="../media/image375.png"/><Relationship Id="rId20" Type="http://schemas.openxmlformats.org/officeDocument/2006/relationships/customXml" Target="../ink/ink221.xml"/><Relationship Id="rId62" Type="http://schemas.openxmlformats.org/officeDocument/2006/relationships/customXml" Target="../ink/ink242.xml"/><Relationship Id="rId365" Type="http://schemas.openxmlformats.org/officeDocument/2006/relationships/image" Target="../media/image396.png"/><Relationship Id="rId190" Type="http://schemas.openxmlformats.org/officeDocument/2006/relationships/customXml" Target="../ink/ink306.xml"/><Relationship Id="rId204" Type="http://schemas.openxmlformats.org/officeDocument/2006/relationships/customXml" Target="../ink/ink313.xml"/><Relationship Id="rId225" Type="http://schemas.openxmlformats.org/officeDocument/2006/relationships/image" Target="../media/image326.png"/><Relationship Id="rId246" Type="http://schemas.openxmlformats.org/officeDocument/2006/relationships/customXml" Target="../ink/ink334.xml"/><Relationship Id="rId267" Type="http://schemas.openxmlformats.org/officeDocument/2006/relationships/image" Target="../media/image347.png"/><Relationship Id="rId288" Type="http://schemas.openxmlformats.org/officeDocument/2006/relationships/customXml" Target="../ink/ink355.xml"/><Relationship Id="rId411" Type="http://schemas.openxmlformats.org/officeDocument/2006/relationships/image" Target="../media/image419.png"/><Relationship Id="rId432" Type="http://schemas.openxmlformats.org/officeDocument/2006/relationships/image" Target="../media/image429.png"/><Relationship Id="rId453" Type="http://schemas.openxmlformats.org/officeDocument/2006/relationships/customXml" Target="../ink/ink438.xml"/><Relationship Id="rId474" Type="http://schemas.openxmlformats.org/officeDocument/2006/relationships/customXml" Target="../ink/ink449.xml"/><Relationship Id="rId106" Type="http://schemas.openxmlformats.org/officeDocument/2006/relationships/customXml" Target="../ink/ink264.xml"/><Relationship Id="rId127" Type="http://schemas.openxmlformats.org/officeDocument/2006/relationships/image" Target="../media/image277.png"/><Relationship Id="rId313" Type="http://schemas.openxmlformats.org/officeDocument/2006/relationships/image" Target="../media/image370.png"/><Relationship Id="rId10" Type="http://schemas.openxmlformats.org/officeDocument/2006/relationships/customXml" Target="../ink/ink216.xml"/><Relationship Id="rId31" Type="http://schemas.openxmlformats.org/officeDocument/2006/relationships/image" Target="../media/image230.png"/><Relationship Id="rId52" Type="http://schemas.openxmlformats.org/officeDocument/2006/relationships/customXml" Target="../ink/ink237.xml"/><Relationship Id="rId73" Type="http://schemas.openxmlformats.org/officeDocument/2006/relationships/image" Target="../media/image251.png"/><Relationship Id="rId94" Type="http://schemas.openxmlformats.org/officeDocument/2006/relationships/customXml" Target="../ink/ink258.xml"/><Relationship Id="rId148" Type="http://schemas.openxmlformats.org/officeDocument/2006/relationships/customXml" Target="../ink/ink285.xml"/><Relationship Id="rId169" Type="http://schemas.openxmlformats.org/officeDocument/2006/relationships/image" Target="../media/image298.png"/><Relationship Id="rId334" Type="http://schemas.openxmlformats.org/officeDocument/2006/relationships/customXml" Target="../ink/ink378.xml"/><Relationship Id="rId355" Type="http://schemas.openxmlformats.org/officeDocument/2006/relationships/image" Target="../media/image391.png"/><Relationship Id="rId376" Type="http://schemas.openxmlformats.org/officeDocument/2006/relationships/customXml" Target="../ink/ink399.xml"/><Relationship Id="rId397" Type="http://schemas.openxmlformats.org/officeDocument/2006/relationships/image" Target="../media/image412.png"/><Relationship Id="rId4" Type="http://schemas.openxmlformats.org/officeDocument/2006/relationships/customXml" Target="../ink/ink213.xml"/><Relationship Id="rId180" Type="http://schemas.openxmlformats.org/officeDocument/2006/relationships/customXml" Target="../ink/ink301.xml"/><Relationship Id="rId215" Type="http://schemas.openxmlformats.org/officeDocument/2006/relationships/image" Target="../media/image321.png"/><Relationship Id="rId236" Type="http://schemas.openxmlformats.org/officeDocument/2006/relationships/customXml" Target="../ink/ink329.xml"/><Relationship Id="rId257" Type="http://schemas.openxmlformats.org/officeDocument/2006/relationships/image" Target="../media/image342.png"/><Relationship Id="rId278" Type="http://schemas.openxmlformats.org/officeDocument/2006/relationships/customXml" Target="../ink/ink350.xml"/><Relationship Id="rId401" Type="http://schemas.openxmlformats.org/officeDocument/2006/relationships/image" Target="../media/image414.png"/><Relationship Id="rId422" Type="http://schemas.openxmlformats.org/officeDocument/2006/relationships/customXml" Target="../ink/ink422.xml"/><Relationship Id="rId443" Type="http://schemas.openxmlformats.org/officeDocument/2006/relationships/customXml" Target="../ink/ink433.xml"/><Relationship Id="rId464" Type="http://schemas.openxmlformats.org/officeDocument/2006/relationships/customXml" Target="../ink/ink444.xml"/><Relationship Id="rId303" Type="http://schemas.openxmlformats.org/officeDocument/2006/relationships/image" Target="../media/image365.png"/><Relationship Id="rId485" Type="http://schemas.openxmlformats.org/officeDocument/2006/relationships/image" Target="../media/image455.png"/><Relationship Id="rId42" Type="http://schemas.openxmlformats.org/officeDocument/2006/relationships/customXml" Target="../ink/ink232.xml"/><Relationship Id="rId84" Type="http://schemas.openxmlformats.org/officeDocument/2006/relationships/customXml" Target="../ink/ink253.xml"/><Relationship Id="rId138" Type="http://schemas.openxmlformats.org/officeDocument/2006/relationships/customXml" Target="../ink/ink280.xml"/><Relationship Id="rId345" Type="http://schemas.openxmlformats.org/officeDocument/2006/relationships/image" Target="../media/image386.png"/><Relationship Id="rId387" Type="http://schemas.openxmlformats.org/officeDocument/2006/relationships/image" Target="../media/image407.png"/><Relationship Id="rId191" Type="http://schemas.openxmlformats.org/officeDocument/2006/relationships/image" Target="../media/image309.png"/><Relationship Id="rId205" Type="http://schemas.openxmlformats.org/officeDocument/2006/relationships/image" Target="../media/image316.png"/><Relationship Id="rId247" Type="http://schemas.openxmlformats.org/officeDocument/2006/relationships/image" Target="../media/image337.png"/><Relationship Id="rId412" Type="http://schemas.openxmlformats.org/officeDocument/2006/relationships/customXml" Target="../ink/ink417.xml"/><Relationship Id="rId107" Type="http://schemas.openxmlformats.org/officeDocument/2006/relationships/image" Target="../media/image267.png"/><Relationship Id="rId289" Type="http://schemas.openxmlformats.org/officeDocument/2006/relationships/image" Target="../media/image358.png"/><Relationship Id="rId454" Type="http://schemas.openxmlformats.org/officeDocument/2006/relationships/image" Target="../media/image440.png"/><Relationship Id="rId11" Type="http://schemas.openxmlformats.org/officeDocument/2006/relationships/image" Target="../media/image220.png"/><Relationship Id="rId53" Type="http://schemas.openxmlformats.org/officeDocument/2006/relationships/image" Target="../media/image241.png"/><Relationship Id="rId149" Type="http://schemas.openxmlformats.org/officeDocument/2006/relationships/image" Target="../media/image288.png"/><Relationship Id="rId314" Type="http://schemas.openxmlformats.org/officeDocument/2006/relationships/customXml" Target="../ink/ink368.xml"/><Relationship Id="rId356" Type="http://schemas.openxmlformats.org/officeDocument/2006/relationships/customXml" Target="../ink/ink389.xml"/><Relationship Id="rId398" Type="http://schemas.openxmlformats.org/officeDocument/2006/relationships/customXml" Target="../ink/ink410.xml"/><Relationship Id="rId95" Type="http://schemas.openxmlformats.org/officeDocument/2006/relationships/image" Target="../media/image262.png"/><Relationship Id="rId160" Type="http://schemas.openxmlformats.org/officeDocument/2006/relationships/customXml" Target="../ink/ink291.xml"/><Relationship Id="rId216" Type="http://schemas.openxmlformats.org/officeDocument/2006/relationships/customXml" Target="../ink/ink319.xml"/><Relationship Id="rId423" Type="http://schemas.openxmlformats.org/officeDocument/2006/relationships/customXml" Target="../ink/ink423.xml"/><Relationship Id="rId258" Type="http://schemas.openxmlformats.org/officeDocument/2006/relationships/customXml" Target="../ink/ink340.xml"/><Relationship Id="rId465" Type="http://schemas.openxmlformats.org/officeDocument/2006/relationships/image" Target="../media/image445.png"/><Relationship Id="rId22" Type="http://schemas.openxmlformats.org/officeDocument/2006/relationships/customXml" Target="../ink/ink222.xml"/><Relationship Id="rId64" Type="http://schemas.openxmlformats.org/officeDocument/2006/relationships/customXml" Target="../ink/ink243.xml"/><Relationship Id="rId118" Type="http://schemas.openxmlformats.org/officeDocument/2006/relationships/customXml" Target="../ink/ink270.xml"/><Relationship Id="rId325" Type="http://schemas.openxmlformats.org/officeDocument/2006/relationships/image" Target="../media/image376.png"/><Relationship Id="rId367" Type="http://schemas.openxmlformats.org/officeDocument/2006/relationships/image" Target="../media/image397.png"/><Relationship Id="rId171" Type="http://schemas.openxmlformats.org/officeDocument/2006/relationships/image" Target="../media/image299.png"/><Relationship Id="rId227" Type="http://schemas.openxmlformats.org/officeDocument/2006/relationships/image" Target="../media/image327.png"/><Relationship Id="rId269" Type="http://schemas.openxmlformats.org/officeDocument/2006/relationships/image" Target="../media/image348.png"/><Relationship Id="rId434" Type="http://schemas.openxmlformats.org/officeDocument/2006/relationships/image" Target="../media/image430.png"/><Relationship Id="rId476" Type="http://schemas.openxmlformats.org/officeDocument/2006/relationships/customXml" Target="../ink/ink450.xml"/><Relationship Id="rId33" Type="http://schemas.openxmlformats.org/officeDocument/2006/relationships/image" Target="../media/image231.png"/><Relationship Id="rId129" Type="http://schemas.openxmlformats.org/officeDocument/2006/relationships/image" Target="../media/image278.png"/><Relationship Id="rId280" Type="http://schemas.openxmlformats.org/officeDocument/2006/relationships/customXml" Target="../ink/ink351.xml"/><Relationship Id="rId336" Type="http://schemas.openxmlformats.org/officeDocument/2006/relationships/customXml" Target="../ink/ink379.xml"/><Relationship Id="rId75" Type="http://schemas.openxmlformats.org/officeDocument/2006/relationships/image" Target="../media/image252.png"/><Relationship Id="rId140" Type="http://schemas.openxmlformats.org/officeDocument/2006/relationships/customXml" Target="../ink/ink281.xml"/><Relationship Id="rId182" Type="http://schemas.openxmlformats.org/officeDocument/2006/relationships/customXml" Target="../ink/ink302.xml"/><Relationship Id="rId378" Type="http://schemas.openxmlformats.org/officeDocument/2006/relationships/customXml" Target="../ink/ink400.xml"/><Relationship Id="rId403" Type="http://schemas.openxmlformats.org/officeDocument/2006/relationships/image" Target="../media/image415.png"/><Relationship Id="rId6" Type="http://schemas.openxmlformats.org/officeDocument/2006/relationships/customXml" Target="../ink/ink214.xml"/><Relationship Id="rId238" Type="http://schemas.openxmlformats.org/officeDocument/2006/relationships/customXml" Target="../ink/ink330.xml"/><Relationship Id="rId445" Type="http://schemas.openxmlformats.org/officeDocument/2006/relationships/customXml" Target="../ink/ink434.xml"/><Relationship Id="rId487" Type="http://schemas.openxmlformats.org/officeDocument/2006/relationships/customXml" Target="../ink/ink456.xml"/><Relationship Id="rId291" Type="http://schemas.openxmlformats.org/officeDocument/2006/relationships/image" Target="../media/image359.png"/><Relationship Id="rId305" Type="http://schemas.openxmlformats.org/officeDocument/2006/relationships/image" Target="../media/image366.png"/><Relationship Id="rId347" Type="http://schemas.openxmlformats.org/officeDocument/2006/relationships/image" Target="../media/image387.png"/><Relationship Id="rId44" Type="http://schemas.openxmlformats.org/officeDocument/2006/relationships/customXml" Target="../ink/ink233.xml"/><Relationship Id="rId86" Type="http://schemas.openxmlformats.org/officeDocument/2006/relationships/customXml" Target="../ink/ink254.xml"/><Relationship Id="rId151" Type="http://schemas.openxmlformats.org/officeDocument/2006/relationships/image" Target="../media/image289.png"/><Relationship Id="rId389" Type="http://schemas.openxmlformats.org/officeDocument/2006/relationships/image" Target="../media/image408.png"/><Relationship Id="rId193" Type="http://schemas.openxmlformats.org/officeDocument/2006/relationships/image" Target="../media/image310.png"/><Relationship Id="rId207" Type="http://schemas.openxmlformats.org/officeDocument/2006/relationships/image" Target="../media/image317.png"/><Relationship Id="rId249" Type="http://schemas.openxmlformats.org/officeDocument/2006/relationships/image" Target="../media/image338.png"/><Relationship Id="rId414" Type="http://schemas.openxmlformats.org/officeDocument/2006/relationships/customXml" Target="../ink/ink418.xml"/><Relationship Id="rId456" Type="http://schemas.openxmlformats.org/officeDocument/2006/relationships/image" Target="../media/image441.png"/><Relationship Id="rId13" Type="http://schemas.openxmlformats.org/officeDocument/2006/relationships/image" Target="../media/image221.png"/><Relationship Id="rId109" Type="http://schemas.openxmlformats.org/officeDocument/2006/relationships/image" Target="../media/image268.png"/><Relationship Id="rId260" Type="http://schemas.openxmlformats.org/officeDocument/2006/relationships/customXml" Target="../ink/ink341.xml"/><Relationship Id="rId316" Type="http://schemas.openxmlformats.org/officeDocument/2006/relationships/customXml" Target="../ink/ink369.xml"/><Relationship Id="rId55" Type="http://schemas.openxmlformats.org/officeDocument/2006/relationships/image" Target="../media/image242.png"/><Relationship Id="rId97" Type="http://schemas.openxmlformats.org/officeDocument/2006/relationships/image" Target="../media/image263.png"/><Relationship Id="rId120" Type="http://schemas.openxmlformats.org/officeDocument/2006/relationships/customXml" Target="../ink/ink271.xml"/><Relationship Id="rId358" Type="http://schemas.openxmlformats.org/officeDocument/2006/relationships/customXml" Target="../ink/ink390.xml"/><Relationship Id="rId162" Type="http://schemas.openxmlformats.org/officeDocument/2006/relationships/customXml" Target="../ink/ink292.xml"/><Relationship Id="rId218" Type="http://schemas.openxmlformats.org/officeDocument/2006/relationships/customXml" Target="../ink/ink320.xml"/><Relationship Id="rId425" Type="http://schemas.openxmlformats.org/officeDocument/2006/relationships/customXml" Target="../ink/ink424.xml"/><Relationship Id="rId467" Type="http://schemas.openxmlformats.org/officeDocument/2006/relationships/image" Target="../media/image446.png"/><Relationship Id="rId271" Type="http://schemas.openxmlformats.org/officeDocument/2006/relationships/image" Target="../media/image349.png"/><Relationship Id="rId24" Type="http://schemas.openxmlformats.org/officeDocument/2006/relationships/customXml" Target="../ink/ink223.xml"/><Relationship Id="rId66" Type="http://schemas.openxmlformats.org/officeDocument/2006/relationships/customXml" Target="../ink/ink244.xml"/><Relationship Id="rId131" Type="http://schemas.openxmlformats.org/officeDocument/2006/relationships/image" Target="../media/image279.png"/><Relationship Id="rId327" Type="http://schemas.openxmlformats.org/officeDocument/2006/relationships/image" Target="../media/image377.png"/><Relationship Id="rId369" Type="http://schemas.openxmlformats.org/officeDocument/2006/relationships/image" Target="../media/image398.png"/><Relationship Id="rId173" Type="http://schemas.openxmlformats.org/officeDocument/2006/relationships/image" Target="../media/image300.png"/><Relationship Id="rId229" Type="http://schemas.openxmlformats.org/officeDocument/2006/relationships/image" Target="../media/image328.png"/><Relationship Id="rId380" Type="http://schemas.openxmlformats.org/officeDocument/2006/relationships/customXml" Target="../ink/ink401.xml"/><Relationship Id="rId436" Type="http://schemas.openxmlformats.org/officeDocument/2006/relationships/image" Target="../media/image431.png"/><Relationship Id="rId240" Type="http://schemas.openxmlformats.org/officeDocument/2006/relationships/customXml" Target="../ink/ink331.xml"/><Relationship Id="rId478" Type="http://schemas.openxmlformats.org/officeDocument/2006/relationships/customXml" Target="../ink/ink451.xml"/><Relationship Id="rId35" Type="http://schemas.openxmlformats.org/officeDocument/2006/relationships/image" Target="../media/image232.png"/><Relationship Id="rId77" Type="http://schemas.openxmlformats.org/officeDocument/2006/relationships/image" Target="../media/image253.png"/><Relationship Id="rId100" Type="http://schemas.openxmlformats.org/officeDocument/2006/relationships/customXml" Target="../ink/ink261.xml"/><Relationship Id="rId282" Type="http://schemas.openxmlformats.org/officeDocument/2006/relationships/customXml" Target="../ink/ink352.xml"/><Relationship Id="rId338" Type="http://schemas.openxmlformats.org/officeDocument/2006/relationships/customXml" Target="../ink/ink380.xml"/><Relationship Id="rId8" Type="http://schemas.openxmlformats.org/officeDocument/2006/relationships/customXml" Target="../ink/ink215.xml"/><Relationship Id="rId142" Type="http://schemas.openxmlformats.org/officeDocument/2006/relationships/customXml" Target="../ink/ink282.xml"/><Relationship Id="rId184" Type="http://schemas.openxmlformats.org/officeDocument/2006/relationships/customXml" Target="../ink/ink303.xml"/><Relationship Id="rId391" Type="http://schemas.openxmlformats.org/officeDocument/2006/relationships/image" Target="../media/image409.png"/><Relationship Id="rId405" Type="http://schemas.openxmlformats.org/officeDocument/2006/relationships/image" Target="../media/image416.png"/><Relationship Id="rId447" Type="http://schemas.openxmlformats.org/officeDocument/2006/relationships/customXml" Target="../ink/ink435.xml"/><Relationship Id="rId251" Type="http://schemas.openxmlformats.org/officeDocument/2006/relationships/image" Target="../media/image339.png"/><Relationship Id="rId489" Type="http://schemas.openxmlformats.org/officeDocument/2006/relationships/customXml" Target="../ink/ink457.xml"/><Relationship Id="rId46" Type="http://schemas.openxmlformats.org/officeDocument/2006/relationships/customXml" Target="../ink/ink234.xml"/><Relationship Id="rId293" Type="http://schemas.openxmlformats.org/officeDocument/2006/relationships/image" Target="../media/image360.png"/><Relationship Id="rId307" Type="http://schemas.openxmlformats.org/officeDocument/2006/relationships/image" Target="../media/image367.png"/><Relationship Id="rId349" Type="http://schemas.openxmlformats.org/officeDocument/2006/relationships/image" Target="../media/image388.png"/><Relationship Id="rId88" Type="http://schemas.openxmlformats.org/officeDocument/2006/relationships/customXml" Target="../ink/ink255.xml"/><Relationship Id="rId111" Type="http://schemas.openxmlformats.org/officeDocument/2006/relationships/image" Target="../media/image269.png"/><Relationship Id="rId153" Type="http://schemas.openxmlformats.org/officeDocument/2006/relationships/image" Target="../media/image290.png"/><Relationship Id="rId195" Type="http://schemas.openxmlformats.org/officeDocument/2006/relationships/image" Target="../media/image311.png"/><Relationship Id="rId209" Type="http://schemas.openxmlformats.org/officeDocument/2006/relationships/image" Target="../media/image318.png"/><Relationship Id="rId360" Type="http://schemas.openxmlformats.org/officeDocument/2006/relationships/customXml" Target="../ink/ink391.xml"/><Relationship Id="rId416" Type="http://schemas.openxmlformats.org/officeDocument/2006/relationships/customXml" Target="../ink/ink419.xml"/><Relationship Id="rId220" Type="http://schemas.openxmlformats.org/officeDocument/2006/relationships/customXml" Target="../ink/ink321.xml"/><Relationship Id="rId458" Type="http://schemas.openxmlformats.org/officeDocument/2006/relationships/image" Target="../media/image442.png"/><Relationship Id="rId15" Type="http://schemas.openxmlformats.org/officeDocument/2006/relationships/image" Target="../media/image222.png"/><Relationship Id="rId57" Type="http://schemas.openxmlformats.org/officeDocument/2006/relationships/image" Target="../media/image243.png"/><Relationship Id="rId262" Type="http://schemas.openxmlformats.org/officeDocument/2006/relationships/customXml" Target="../ink/ink342.xml"/><Relationship Id="rId318" Type="http://schemas.openxmlformats.org/officeDocument/2006/relationships/customXml" Target="../ink/ink370.xml"/><Relationship Id="rId99" Type="http://schemas.openxmlformats.org/officeDocument/2006/relationships/image" Target="../media/image264.png"/><Relationship Id="rId122" Type="http://schemas.openxmlformats.org/officeDocument/2006/relationships/customXml" Target="../ink/ink272.xml"/><Relationship Id="rId164" Type="http://schemas.openxmlformats.org/officeDocument/2006/relationships/customXml" Target="../ink/ink293.xml"/><Relationship Id="rId371" Type="http://schemas.openxmlformats.org/officeDocument/2006/relationships/image" Target="../media/image399.png"/><Relationship Id="rId427" Type="http://schemas.openxmlformats.org/officeDocument/2006/relationships/customXml" Target="../ink/ink425.xml"/><Relationship Id="rId469" Type="http://schemas.openxmlformats.org/officeDocument/2006/relationships/image" Target="../media/image447.png"/><Relationship Id="rId26" Type="http://schemas.openxmlformats.org/officeDocument/2006/relationships/customXml" Target="../ink/ink224.xml"/><Relationship Id="rId231" Type="http://schemas.openxmlformats.org/officeDocument/2006/relationships/image" Target="../media/image329.png"/><Relationship Id="rId273" Type="http://schemas.openxmlformats.org/officeDocument/2006/relationships/image" Target="../media/image350.png"/><Relationship Id="rId329" Type="http://schemas.openxmlformats.org/officeDocument/2006/relationships/image" Target="../media/image378.png"/><Relationship Id="rId480" Type="http://schemas.openxmlformats.org/officeDocument/2006/relationships/customXml" Target="../ink/ink452.xml"/><Relationship Id="rId68" Type="http://schemas.openxmlformats.org/officeDocument/2006/relationships/customXml" Target="../ink/ink245.xml"/><Relationship Id="rId133" Type="http://schemas.openxmlformats.org/officeDocument/2006/relationships/image" Target="../media/image280.png"/><Relationship Id="rId175" Type="http://schemas.openxmlformats.org/officeDocument/2006/relationships/image" Target="../media/image301.png"/><Relationship Id="rId340" Type="http://schemas.openxmlformats.org/officeDocument/2006/relationships/customXml" Target="../ink/ink381.xml"/><Relationship Id="rId200" Type="http://schemas.openxmlformats.org/officeDocument/2006/relationships/customXml" Target="../ink/ink311.xml"/><Relationship Id="rId382" Type="http://schemas.openxmlformats.org/officeDocument/2006/relationships/customXml" Target="../ink/ink402.xml"/><Relationship Id="rId438" Type="http://schemas.openxmlformats.org/officeDocument/2006/relationships/image" Target="../media/image432.png"/><Relationship Id="rId242" Type="http://schemas.openxmlformats.org/officeDocument/2006/relationships/customXml" Target="../ink/ink332.xml"/><Relationship Id="rId284" Type="http://schemas.openxmlformats.org/officeDocument/2006/relationships/customXml" Target="../ink/ink353.xml"/><Relationship Id="rId491" Type="http://schemas.openxmlformats.org/officeDocument/2006/relationships/customXml" Target="../ink/ink458.xml"/><Relationship Id="rId37" Type="http://schemas.openxmlformats.org/officeDocument/2006/relationships/image" Target="../media/image233.png"/><Relationship Id="rId79" Type="http://schemas.openxmlformats.org/officeDocument/2006/relationships/image" Target="../media/image254.png"/><Relationship Id="rId102" Type="http://schemas.openxmlformats.org/officeDocument/2006/relationships/customXml" Target="../ink/ink262.xml"/><Relationship Id="rId144" Type="http://schemas.openxmlformats.org/officeDocument/2006/relationships/customXml" Target="../ink/ink283.xml"/><Relationship Id="rId90" Type="http://schemas.openxmlformats.org/officeDocument/2006/relationships/customXml" Target="../ink/ink256.xml"/><Relationship Id="rId186" Type="http://schemas.openxmlformats.org/officeDocument/2006/relationships/customXml" Target="../ink/ink304.xml"/><Relationship Id="rId351" Type="http://schemas.openxmlformats.org/officeDocument/2006/relationships/image" Target="../media/image389.png"/><Relationship Id="rId393" Type="http://schemas.openxmlformats.org/officeDocument/2006/relationships/image" Target="../media/image410.png"/><Relationship Id="rId407" Type="http://schemas.openxmlformats.org/officeDocument/2006/relationships/image" Target="../media/image417.png"/><Relationship Id="rId449" Type="http://schemas.openxmlformats.org/officeDocument/2006/relationships/customXml" Target="../ink/ink436.xml"/><Relationship Id="rId211" Type="http://schemas.openxmlformats.org/officeDocument/2006/relationships/image" Target="../media/image319.png"/><Relationship Id="rId253" Type="http://schemas.openxmlformats.org/officeDocument/2006/relationships/image" Target="../media/image340.png"/><Relationship Id="rId295" Type="http://schemas.openxmlformats.org/officeDocument/2006/relationships/image" Target="../media/image361.png"/><Relationship Id="rId309" Type="http://schemas.openxmlformats.org/officeDocument/2006/relationships/image" Target="../media/image368.png"/><Relationship Id="rId460" Type="http://schemas.openxmlformats.org/officeDocument/2006/relationships/image" Target="../media/image443.png"/><Relationship Id="rId48" Type="http://schemas.openxmlformats.org/officeDocument/2006/relationships/customXml" Target="../ink/ink235.xml"/><Relationship Id="rId113" Type="http://schemas.openxmlformats.org/officeDocument/2006/relationships/image" Target="../media/image270.png"/><Relationship Id="rId320" Type="http://schemas.openxmlformats.org/officeDocument/2006/relationships/customXml" Target="../ink/ink371.xml"/><Relationship Id="rId155" Type="http://schemas.openxmlformats.org/officeDocument/2006/relationships/image" Target="../media/image291.png"/><Relationship Id="rId197" Type="http://schemas.openxmlformats.org/officeDocument/2006/relationships/image" Target="../media/image312.png"/><Relationship Id="rId362" Type="http://schemas.openxmlformats.org/officeDocument/2006/relationships/customXml" Target="../ink/ink392.xml"/><Relationship Id="rId418" Type="http://schemas.openxmlformats.org/officeDocument/2006/relationships/customXml" Target="../ink/ink420.xml"/><Relationship Id="rId222" Type="http://schemas.openxmlformats.org/officeDocument/2006/relationships/customXml" Target="../ink/ink322.xml"/><Relationship Id="rId264" Type="http://schemas.openxmlformats.org/officeDocument/2006/relationships/customXml" Target="../ink/ink343.xml"/><Relationship Id="rId471" Type="http://schemas.openxmlformats.org/officeDocument/2006/relationships/image" Target="../media/image448.png"/><Relationship Id="rId17" Type="http://schemas.openxmlformats.org/officeDocument/2006/relationships/image" Target="../media/image223.png"/><Relationship Id="rId59" Type="http://schemas.openxmlformats.org/officeDocument/2006/relationships/image" Target="../media/image244.png"/><Relationship Id="rId124" Type="http://schemas.openxmlformats.org/officeDocument/2006/relationships/customXml" Target="../ink/ink273.xml"/><Relationship Id="rId70" Type="http://schemas.openxmlformats.org/officeDocument/2006/relationships/customXml" Target="../ink/ink246.xml"/><Relationship Id="rId166" Type="http://schemas.openxmlformats.org/officeDocument/2006/relationships/customXml" Target="../ink/ink294.xml"/><Relationship Id="rId331" Type="http://schemas.openxmlformats.org/officeDocument/2006/relationships/image" Target="../media/image379.png"/><Relationship Id="rId373" Type="http://schemas.openxmlformats.org/officeDocument/2006/relationships/image" Target="../media/image400.png"/><Relationship Id="rId429" Type="http://schemas.openxmlformats.org/officeDocument/2006/relationships/customXml" Target="../ink/ink426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330.png"/><Relationship Id="rId440" Type="http://schemas.openxmlformats.org/officeDocument/2006/relationships/image" Target="../media/image433.png"/><Relationship Id="rId28" Type="http://schemas.openxmlformats.org/officeDocument/2006/relationships/customXml" Target="../ink/ink225.xml"/><Relationship Id="rId275" Type="http://schemas.openxmlformats.org/officeDocument/2006/relationships/image" Target="../media/image351.png"/><Relationship Id="rId300" Type="http://schemas.openxmlformats.org/officeDocument/2006/relationships/customXml" Target="../ink/ink361.xml"/><Relationship Id="rId482" Type="http://schemas.openxmlformats.org/officeDocument/2006/relationships/customXml" Target="../ink/ink453.xml"/><Relationship Id="rId81" Type="http://schemas.openxmlformats.org/officeDocument/2006/relationships/image" Target="../media/image255.png"/><Relationship Id="rId135" Type="http://schemas.openxmlformats.org/officeDocument/2006/relationships/image" Target="../media/image281.png"/><Relationship Id="rId177" Type="http://schemas.openxmlformats.org/officeDocument/2006/relationships/image" Target="../media/image302.png"/><Relationship Id="rId342" Type="http://schemas.openxmlformats.org/officeDocument/2006/relationships/customXml" Target="../ink/ink382.xml"/><Relationship Id="rId384" Type="http://schemas.openxmlformats.org/officeDocument/2006/relationships/customXml" Target="../ink/ink403.xml"/><Relationship Id="rId202" Type="http://schemas.openxmlformats.org/officeDocument/2006/relationships/customXml" Target="../ink/ink312.xml"/><Relationship Id="rId244" Type="http://schemas.openxmlformats.org/officeDocument/2006/relationships/customXml" Target="../ink/ink333.xml"/><Relationship Id="rId39" Type="http://schemas.openxmlformats.org/officeDocument/2006/relationships/image" Target="../media/image234.png"/><Relationship Id="rId286" Type="http://schemas.openxmlformats.org/officeDocument/2006/relationships/customXml" Target="../ink/ink354.xml"/><Relationship Id="rId451" Type="http://schemas.openxmlformats.org/officeDocument/2006/relationships/customXml" Target="../ink/ink437.xml"/><Relationship Id="rId493" Type="http://schemas.openxmlformats.org/officeDocument/2006/relationships/customXml" Target="../ink/ink459.xml"/><Relationship Id="rId50" Type="http://schemas.openxmlformats.org/officeDocument/2006/relationships/customXml" Target="../ink/ink236.xml"/><Relationship Id="rId104" Type="http://schemas.openxmlformats.org/officeDocument/2006/relationships/customXml" Target="../ink/ink263.xml"/><Relationship Id="rId146" Type="http://schemas.openxmlformats.org/officeDocument/2006/relationships/customXml" Target="../ink/ink284.xml"/><Relationship Id="rId188" Type="http://schemas.openxmlformats.org/officeDocument/2006/relationships/customXml" Target="../ink/ink305.xml"/><Relationship Id="rId311" Type="http://schemas.openxmlformats.org/officeDocument/2006/relationships/image" Target="../media/image369.png"/><Relationship Id="rId353" Type="http://schemas.openxmlformats.org/officeDocument/2006/relationships/image" Target="../media/image390.png"/><Relationship Id="rId395" Type="http://schemas.openxmlformats.org/officeDocument/2006/relationships/image" Target="../media/image411.png"/><Relationship Id="rId409" Type="http://schemas.openxmlformats.org/officeDocument/2006/relationships/image" Target="../media/image418.png"/><Relationship Id="rId92" Type="http://schemas.openxmlformats.org/officeDocument/2006/relationships/customXml" Target="../ink/ink257.xml"/><Relationship Id="rId213" Type="http://schemas.openxmlformats.org/officeDocument/2006/relationships/image" Target="../media/image320.png"/><Relationship Id="rId420" Type="http://schemas.openxmlformats.org/officeDocument/2006/relationships/customXml" Target="../ink/ink421.xml"/><Relationship Id="rId255" Type="http://schemas.openxmlformats.org/officeDocument/2006/relationships/image" Target="../media/image341.png"/><Relationship Id="rId297" Type="http://schemas.openxmlformats.org/officeDocument/2006/relationships/image" Target="../media/image362.png"/><Relationship Id="rId462" Type="http://schemas.openxmlformats.org/officeDocument/2006/relationships/image" Target="../media/image444.png"/><Relationship Id="rId115" Type="http://schemas.openxmlformats.org/officeDocument/2006/relationships/image" Target="../media/image271.png"/><Relationship Id="rId157" Type="http://schemas.openxmlformats.org/officeDocument/2006/relationships/image" Target="../media/image292.png"/><Relationship Id="rId322" Type="http://schemas.openxmlformats.org/officeDocument/2006/relationships/customXml" Target="../ink/ink372.xml"/><Relationship Id="rId364" Type="http://schemas.openxmlformats.org/officeDocument/2006/relationships/customXml" Target="../ink/ink393.xml"/><Relationship Id="rId61" Type="http://schemas.openxmlformats.org/officeDocument/2006/relationships/image" Target="../media/image245.png"/><Relationship Id="rId199" Type="http://schemas.openxmlformats.org/officeDocument/2006/relationships/image" Target="../media/image313.png"/><Relationship Id="rId19" Type="http://schemas.openxmlformats.org/officeDocument/2006/relationships/image" Target="../media/image224.png"/><Relationship Id="rId224" Type="http://schemas.openxmlformats.org/officeDocument/2006/relationships/customXml" Target="../ink/ink323.xml"/><Relationship Id="rId266" Type="http://schemas.openxmlformats.org/officeDocument/2006/relationships/customXml" Target="../ink/ink344.xml"/><Relationship Id="rId431" Type="http://schemas.openxmlformats.org/officeDocument/2006/relationships/customXml" Target="../ink/ink427.xml"/><Relationship Id="rId473" Type="http://schemas.openxmlformats.org/officeDocument/2006/relationships/image" Target="../media/image449.png"/><Relationship Id="rId30" Type="http://schemas.openxmlformats.org/officeDocument/2006/relationships/customXml" Target="../ink/ink226.xml"/><Relationship Id="rId126" Type="http://schemas.openxmlformats.org/officeDocument/2006/relationships/customXml" Target="../ink/ink274.xml"/><Relationship Id="rId168" Type="http://schemas.openxmlformats.org/officeDocument/2006/relationships/customXml" Target="../ink/ink295.xml"/><Relationship Id="rId333" Type="http://schemas.openxmlformats.org/officeDocument/2006/relationships/image" Target="../media/image380.png"/><Relationship Id="rId72" Type="http://schemas.openxmlformats.org/officeDocument/2006/relationships/customXml" Target="../ink/ink247.xml"/><Relationship Id="rId375" Type="http://schemas.openxmlformats.org/officeDocument/2006/relationships/image" Target="../media/image401.png"/><Relationship Id="rId3" Type="http://schemas.openxmlformats.org/officeDocument/2006/relationships/image" Target="../media/image216.png"/><Relationship Id="rId235" Type="http://schemas.openxmlformats.org/officeDocument/2006/relationships/image" Target="../media/image331.png"/><Relationship Id="rId277" Type="http://schemas.openxmlformats.org/officeDocument/2006/relationships/image" Target="../media/image352.png"/><Relationship Id="rId400" Type="http://schemas.openxmlformats.org/officeDocument/2006/relationships/customXml" Target="../ink/ink411.xml"/><Relationship Id="rId442" Type="http://schemas.openxmlformats.org/officeDocument/2006/relationships/image" Target="../media/image434.png"/><Relationship Id="rId484" Type="http://schemas.openxmlformats.org/officeDocument/2006/relationships/customXml" Target="../ink/ink454.xml"/><Relationship Id="rId137" Type="http://schemas.openxmlformats.org/officeDocument/2006/relationships/image" Target="../media/image282.png"/><Relationship Id="rId302" Type="http://schemas.openxmlformats.org/officeDocument/2006/relationships/customXml" Target="../ink/ink362.xml"/><Relationship Id="rId344" Type="http://schemas.openxmlformats.org/officeDocument/2006/relationships/customXml" Target="../ink/ink383.xml"/><Relationship Id="rId41" Type="http://schemas.openxmlformats.org/officeDocument/2006/relationships/image" Target="../media/image235.png"/><Relationship Id="rId83" Type="http://schemas.openxmlformats.org/officeDocument/2006/relationships/image" Target="../media/image256.png"/><Relationship Id="rId179" Type="http://schemas.openxmlformats.org/officeDocument/2006/relationships/image" Target="../media/image303.png"/><Relationship Id="rId386" Type="http://schemas.openxmlformats.org/officeDocument/2006/relationships/customXml" Target="../ink/ink404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16.png"/><Relationship Id="rId671" Type="http://schemas.openxmlformats.org/officeDocument/2006/relationships/image" Target="../media/image792.png"/><Relationship Id="rId769" Type="http://schemas.openxmlformats.org/officeDocument/2006/relationships/image" Target="../media/image841.png"/><Relationship Id="rId21" Type="http://schemas.openxmlformats.org/officeDocument/2006/relationships/image" Target="../media/image468.png"/><Relationship Id="rId324" Type="http://schemas.openxmlformats.org/officeDocument/2006/relationships/customXml" Target="../ink/ink621.xml"/><Relationship Id="rId531" Type="http://schemas.openxmlformats.org/officeDocument/2006/relationships/customXml" Target="../ink/ink725.xml"/><Relationship Id="rId629" Type="http://schemas.openxmlformats.org/officeDocument/2006/relationships/image" Target="../media/image771.png"/><Relationship Id="rId170" Type="http://schemas.openxmlformats.org/officeDocument/2006/relationships/customXml" Target="../ink/ink544.xml"/><Relationship Id="rId268" Type="http://schemas.openxmlformats.org/officeDocument/2006/relationships/customXml" Target="../ink/ink593.xml"/><Relationship Id="rId475" Type="http://schemas.openxmlformats.org/officeDocument/2006/relationships/customXml" Target="../ink/ink697.xml"/><Relationship Id="rId682" Type="http://schemas.openxmlformats.org/officeDocument/2006/relationships/customXml" Target="../ink/ink801.xml"/><Relationship Id="rId32" Type="http://schemas.openxmlformats.org/officeDocument/2006/relationships/customXml" Target="../ink/ink475.xml"/><Relationship Id="rId128" Type="http://schemas.openxmlformats.org/officeDocument/2006/relationships/customXml" Target="../ink/ink523.xml"/><Relationship Id="rId335" Type="http://schemas.openxmlformats.org/officeDocument/2006/relationships/image" Target="../media/image625.png"/><Relationship Id="rId542" Type="http://schemas.openxmlformats.org/officeDocument/2006/relationships/image" Target="../media/image728.png"/><Relationship Id="rId181" Type="http://schemas.openxmlformats.org/officeDocument/2006/relationships/image" Target="../media/image548.png"/><Relationship Id="rId402" Type="http://schemas.openxmlformats.org/officeDocument/2006/relationships/image" Target="../media/image658.png"/><Relationship Id="rId279" Type="http://schemas.openxmlformats.org/officeDocument/2006/relationships/image" Target="../media/image597.png"/><Relationship Id="rId486" Type="http://schemas.openxmlformats.org/officeDocument/2006/relationships/image" Target="../media/image700.png"/><Relationship Id="rId693" Type="http://schemas.openxmlformats.org/officeDocument/2006/relationships/image" Target="../media/image803.png"/><Relationship Id="rId707" Type="http://schemas.openxmlformats.org/officeDocument/2006/relationships/image" Target="../media/image810.png"/><Relationship Id="rId43" Type="http://schemas.openxmlformats.org/officeDocument/2006/relationships/image" Target="../media/image479.png"/><Relationship Id="rId139" Type="http://schemas.openxmlformats.org/officeDocument/2006/relationships/image" Target="../media/image527.png"/><Relationship Id="rId346" Type="http://schemas.openxmlformats.org/officeDocument/2006/relationships/customXml" Target="../ink/ink632.xml"/><Relationship Id="rId553" Type="http://schemas.openxmlformats.org/officeDocument/2006/relationships/image" Target="../media/image733.png"/><Relationship Id="rId760" Type="http://schemas.openxmlformats.org/officeDocument/2006/relationships/customXml" Target="../ink/ink840.xml"/><Relationship Id="rId192" Type="http://schemas.openxmlformats.org/officeDocument/2006/relationships/customXml" Target="../ink/ink555.xml"/><Relationship Id="rId206" Type="http://schemas.openxmlformats.org/officeDocument/2006/relationships/customXml" Target="../ink/ink562.xml"/><Relationship Id="rId413" Type="http://schemas.openxmlformats.org/officeDocument/2006/relationships/customXml" Target="../ink/ink666.xml"/><Relationship Id="rId497" Type="http://schemas.openxmlformats.org/officeDocument/2006/relationships/customXml" Target="../ink/ink708.xml"/><Relationship Id="rId620" Type="http://schemas.openxmlformats.org/officeDocument/2006/relationships/customXml" Target="../ink/ink770.xml"/><Relationship Id="rId718" Type="http://schemas.openxmlformats.org/officeDocument/2006/relationships/customXml" Target="../ink/ink819.xml"/><Relationship Id="rId357" Type="http://schemas.openxmlformats.org/officeDocument/2006/relationships/image" Target="../media/image636.png"/><Relationship Id="rId54" Type="http://schemas.openxmlformats.org/officeDocument/2006/relationships/customXml" Target="../ink/ink486.xml"/><Relationship Id="rId217" Type="http://schemas.openxmlformats.org/officeDocument/2006/relationships/image" Target="../media/image566.png"/><Relationship Id="rId564" Type="http://schemas.openxmlformats.org/officeDocument/2006/relationships/customXml" Target="../ink/ink742.xml"/><Relationship Id="rId424" Type="http://schemas.openxmlformats.org/officeDocument/2006/relationships/image" Target="../media/image669.png"/><Relationship Id="rId631" Type="http://schemas.openxmlformats.org/officeDocument/2006/relationships/image" Target="../media/image772.png"/><Relationship Id="rId729" Type="http://schemas.openxmlformats.org/officeDocument/2006/relationships/image" Target="../media/image821.png"/><Relationship Id="rId270" Type="http://schemas.openxmlformats.org/officeDocument/2006/relationships/customXml" Target="../ink/ink594.xml"/><Relationship Id="rId65" Type="http://schemas.openxmlformats.org/officeDocument/2006/relationships/image" Target="../media/image490.png"/><Relationship Id="rId130" Type="http://schemas.openxmlformats.org/officeDocument/2006/relationships/customXml" Target="../ink/ink524.xml"/><Relationship Id="rId368" Type="http://schemas.openxmlformats.org/officeDocument/2006/relationships/image" Target="../media/image641.png"/><Relationship Id="rId575" Type="http://schemas.openxmlformats.org/officeDocument/2006/relationships/image" Target="../media/image744.png"/><Relationship Id="rId228" Type="http://schemas.openxmlformats.org/officeDocument/2006/relationships/customXml" Target="../ink/ink573.xml"/><Relationship Id="rId435" Type="http://schemas.openxmlformats.org/officeDocument/2006/relationships/customXml" Target="../ink/ink677.xml"/><Relationship Id="rId642" Type="http://schemas.openxmlformats.org/officeDocument/2006/relationships/customXml" Target="../ink/ink781.xml"/><Relationship Id="rId281" Type="http://schemas.openxmlformats.org/officeDocument/2006/relationships/image" Target="../media/image598.png"/><Relationship Id="rId502" Type="http://schemas.openxmlformats.org/officeDocument/2006/relationships/image" Target="../media/image708.png"/><Relationship Id="rId76" Type="http://schemas.openxmlformats.org/officeDocument/2006/relationships/customXml" Target="../ink/ink497.xml"/><Relationship Id="rId141" Type="http://schemas.openxmlformats.org/officeDocument/2006/relationships/image" Target="../media/image528.png"/><Relationship Id="rId379" Type="http://schemas.openxmlformats.org/officeDocument/2006/relationships/customXml" Target="../ink/ink649.xml"/><Relationship Id="rId586" Type="http://schemas.openxmlformats.org/officeDocument/2006/relationships/customXml" Target="../ink/ink753.xml"/><Relationship Id="rId7" Type="http://schemas.openxmlformats.org/officeDocument/2006/relationships/image" Target="../media/image462.png"/><Relationship Id="rId239" Type="http://schemas.openxmlformats.org/officeDocument/2006/relationships/image" Target="../media/image577.png"/><Relationship Id="rId446" Type="http://schemas.openxmlformats.org/officeDocument/2006/relationships/image" Target="../media/image680.png"/><Relationship Id="rId653" Type="http://schemas.openxmlformats.org/officeDocument/2006/relationships/image" Target="../media/image783.png"/><Relationship Id="rId292" Type="http://schemas.openxmlformats.org/officeDocument/2006/relationships/customXml" Target="../ink/ink605.xml"/><Relationship Id="rId306" Type="http://schemas.openxmlformats.org/officeDocument/2006/relationships/customXml" Target="../ink/ink612.xml"/><Relationship Id="rId87" Type="http://schemas.openxmlformats.org/officeDocument/2006/relationships/image" Target="../media/image501.png"/><Relationship Id="rId513" Type="http://schemas.openxmlformats.org/officeDocument/2006/relationships/customXml" Target="../ink/ink716.xml"/><Relationship Id="rId597" Type="http://schemas.openxmlformats.org/officeDocument/2006/relationships/image" Target="../media/image755.png"/><Relationship Id="rId720" Type="http://schemas.openxmlformats.org/officeDocument/2006/relationships/customXml" Target="../ink/ink820.xml"/><Relationship Id="rId152" Type="http://schemas.openxmlformats.org/officeDocument/2006/relationships/customXml" Target="../ink/ink535.xml"/><Relationship Id="rId457" Type="http://schemas.openxmlformats.org/officeDocument/2006/relationships/customXml" Target="../ink/ink688.xml"/><Relationship Id="rId664" Type="http://schemas.openxmlformats.org/officeDocument/2006/relationships/customXml" Target="../ink/ink792.xml"/><Relationship Id="rId14" Type="http://schemas.openxmlformats.org/officeDocument/2006/relationships/customXml" Target="../ink/ink466.xml"/><Relationship Id="rId317" Type="http://schemas.openxmlformats.org/officeDocument/2006/relationships/image" Target="../media/image616.png"/><Relationship Id="rId524" Type="http://schemas.openxmlformats.org/officeDocument/2006/relationships/image" Target="../media/image719.png"/><Relationship Id="rId731" Type="http://schemas.openxmlformats.org/officeDocument/2006/relationships/image" Target="../media/image822.png"/><Relationship Id="rId98" Type="http://schemas.openxmlformats.org/officeDocument/2006/relationships/customXml" Target="../ink/ink508.xml"/><Relationship Id="rId163" Type="http://schemas.openxmlformats.org/officeDocument/2006/relationships/image" Target="../media/image539.png"/><Relationship Id="rId370" Type="http://schemas.openxmlformats.org/officeDocument/2006/relationships/image" Target="../media/image642.png"/><Relationship Id="rId230" Type="http://schemas.openxmlformats.org/officeDocument/2006/relationships/customXml" Target="../ink/ink574.xml"/><Relationship Id="rId468" Type="http://schemas.openxmlformats.org/officeDocument/2006/relationships/image" Target="../media/image691.png"/><Relationship Id="rId675" Type="http://schemas.openxmlformats.org/officeDocument/2006/relationships/image" Target="../media/image794.png"/><Relationship Id="rId25" Type="http://schemas.openxmlformats.org/officeDocument/2006/relationships/image" Target="../media/image470.png"/><Relationship Id="rId328" Type="http://schemas.openxmlformats.org/officeDocument/2006/relationships/customXml" Target="../ink/ink623.xml"/><Relationship Id="rId535" Type="http://schemas.openxmlformats.org/officeDocument/2006/relationships/customXml" Target="../ink/ink727.xml"/><Relationship Id="rId742" Type="http://schemas.openxmlformats.org/officeDocument/2006/relationships/customXml" Target="../ink/ink831.xml"/><Relationship Id="rId174" Type="http://schemas.openxmlformats.org/officeDocument/2006/relationships/customXml" Target="../ink/ink546.xml"/><Relationship Id="rId381" Type="http://schemas.openxmlformats.org/officeDocument/2006/relationships/customXml" Target="../ink/ink650.xml"/><Relationship Id="rId602" Type="http://schemas.openxmlformats.org/officeDocument/2006/relationships/customXml" Target="../ink/ink761.xml"/><Relationship Id="rId241" Type="http://schemas.openxmlformats.org/officeDocument/2006/relationships/image" Target="../media/image578.png"/><Relationship Id="rId479" Type="http://schemas.openxmlformats.org/officeDocument/2006/relationships/customXml" Target="../ink/ink699.xml"/><Relationship Id="rId686" Type="http://schemas.openxmlformats.org/officeDocument/2006/relationships/customXml" Target="../ink/ink803.xml"/><Relationship Id="rId36" Type="http://schemas.openxmlformats.org/officeDocument/2006/relationships/customXml" Target="../ink/ink477.xml"/><Relationship Id="rId339" Type="http://schemas.openxmlformats.org/officeDocument/2006/relationships/image" Target="../media/image627.png"/><Relationship Id="rId546" Type="http://schemas.openxmlformats.org/officeDocument/2006/relationships/customXml" Target="../ink/ink733.xml"/><Relationship Id="rId753" Type="http://schemas.openxmlformats.org/officeDocument/2006/relationships/image" Target="../media/image833.png"/><Relationship Id="rId101" Type="http://schemas.openxmlformats.org/officeDocument/2006/relationships/image" Target="../media/image508.png"/><Relationship Id="rId185" Type="http://schemas.openxmlformats.org/officeDocument/2006/relationships/image" Target="../media/image550.png"/><Relationship Id="rId406" Type="http://schemas.openxmlformats.org/officeDocument/2006/relationships/image" Target="../media/image660.png"/><Relationship Id="rId392" Type="http://schemas.openxmlformats.org/officeDocument/2006/relationships/image" Target="../media/image653.png"/><Relationship Id="rId613" Type="http://schemas.openxmlformats.org/officeDocument/2006/relationships/image" Target="../media/image763.png"/><Relationship Id="rId697" Type="http://schemas.openxmlformats.org/officeDocument/2006/relationships/image" Target="../media/image805.png"/><Relationship Id="rId252" Type="http://schemas.openxmlformats.org/officeDocument/2006/relationships/customXml" Target="../ink/ink585.xml"/><Relationship Id="rId47" Type="http://schemas.openxmlformats.org/officeDocument/2006/relationships/image" Target="../media/image481.png"/><Relationship Id="rId112" Type="http://schemas.openxmlformats.org/officeDocument/2006/relationships/customXml" Target="../ink/ink515.xml"/><Relationship Id="rId557" Type="http://schemas.openxmlformats.org/officeDocument/2006/relationships/image" Target="../media/image735.png"/><Relationship Id="rId764" Type="http://schemas.openxmlformats.org/officeDocument/2006/relationships/customXml" Target="../ink/ink842.xml"/><Relationship Id="rId196" Type="http://schemas.openxmlformats.org/officeDocument/2006/relationships/customXml" Target="../ink/ink557.xml"/><Relationship Id="rId417" Type="http://schemas.openxmlformats.org/officeDocument/2006/relationships/customXml" Target="../ink/ink668.xml"/><Relationship Id="rId624" Type="http://schemas.openxmlformats.org/officeDocument/2006/relationships/customXml" Target="../ink/ink772.xml"/><Relationship Id="rId263" Type="http://schemas.openxmlformats.org/officeDocument/2006/relationships/image" Target="../media/image589.png"/><Relationship Id="rId470" Type="http://schemas.openxmlformats.org/officeDocument/2006/relationships/image" Target="../media/image692.png"/><Relationship Id="rId58" Type="http://schemas.openxmlformats.org/officeDocument/2006/relationships/customXml" Target="../ink/ink488.xml"/><Relationship Id="rId123" Type="http://schemas.openxmlformats.org/officeDocument/2006/relationships/image" Target="../media/image519.png"/><Relationship Id="rId330" Type="http://schemas.openxmlformats.org/officeDocument/2006/relationships/customXml" Target="../ink/ink624.xml"/><Relationship Id="rId568" Type="http://schemas.openxmlformats.org/officeDocument/2006/relationships/customXml" Target="../ink/ink744.xml"/><Relationship Id="rId428" Type="http://schemas.openxmlformats.org/officeDocument/2006/relationships/image" Target="../media/image671.png"/><Relationship Id="rId635" Type="http://schemas.openxmlformats.org/officeDocument/2006/relationships/image" Target="../media/image774.png"/><Relationship Id="rId274" Type="http://schemas.openxmlformats.org/officeDocument/2006/relationships/customXml" Target="../ink/ink596.xml"/><Relationship Id="rId481" Type="http://schemas.openxmlformats.org/officeDocument/2006/relationships/customXml" Target="../ink/ink700.xml"/><Relationship Id="rId702" Type="http://schemas.openxmlformats.org/officeDocument/2006/relationships/customXml" Target="../ink/ink811.xml"/><Relationship Id="rId69" Type="http://schemas.openxmlformats.org/officeDocument/2006/relationships/image" Target="../media/image492.png"/><Relationship Id="rId134" Type="http://schemas.openxmlformats.org/officeDocument/2006/relationships/customXml" Target="../ink/ink526.xml"/><Relationship Id="rId579" Type="http://schemas.openxmlformats.org/officeDocument/2006/relationships/image" Target="../media/image746.png"/><Relationship Id="rId341" Type="http://schemas.openxmlformats.org/officeDocument/2006/relationships/image" Target="../media/image628.png"/><Relationship Id="rId439" Type="http://schemas.openxmlformats.org/officeDocument/2006/relationships/customXml" Target="../ink/ink679.xml"/><Relationship Id="rId646" Type="http://schemas.openxmlformats.org/officeDocument/2006/relationships/customXml" Target="../ink/ink783.xml"/><Relationship Id="rId201" Type="http://schemas.openxmlformats.org/officeDocument/2006/relationships/image" Target="../media/image558.png"/><Relationship Id="rId285" Type="http://schemas.openxmlformats.org/officeDocument/2006/relationships/image" Target="../media/image600.png"/><Relationship Id="rId506" Type="http://schemas.openxmlformats.org/officeDocument/2006/relationships/image" Target="../media/image710.png"/><Relationship Id="rId492" Type="http://schemas.openxmlformats.org/officeDocument/2006/relationships/image" Target="../media/image703.png"/><Relationship Id="rId713" Type="http://schemas.openxmlformats.org/officeDocument/2006/relationships/image" Target="../media/image813.png"/><Relationship Id="rId145" Type="http://schemas.openxmlformats.org/officeDocument/2006/relationships/image" Target="../media/image530.png"/><Relationship Id="rId352" Type="http://schemas.openxmlformats.org/officeDocument/2006/relationships/customXml" Target="../ink/ink635.xml"/><Relationship Id="rId212" Type="http://schemas.openxmlformats.org/officeDocument/2006/relationships/customXml" Target="../ink/ink565.xml"/><Relationship Id="rId657" Type="http://schemas.openxmlformats.org/officeDocument/2006/relationships/image" Target="../media/image785.png"/><Relationship Id="rId296" Type="http://schemas.openxmlformats.org/officeDocument/2006/relationships/customXml" Target="../ink/ink607.xml"/><Relationship Id="rId517" Type="http://schemas.openxmlformats.org/officeDocument/2006/relationships/customXml" Target="../ink/ink718.xml"/><Relationship Id="rId724" Type="http://schemas.openxmlformats.org/officeDocument/2006/relationships/customXml" Target="../ink/ink822.xml"/><Relationship Id="rId60" Type="http://schemas.openxmlformats.org/officeDocument/2006/relationships/customXml" Target="../ink/ink489.xml"/><Relationship Id="rId156" Type="http://schemas.openxmlformats.org/officeDocument/2006/relationships/customXml" Target="../ink/ink537.xml"/><Relationship Id="rId363" Type="http://schemas.openxmlformats.org/officeDocument/2006/relationships/customXml" Target="../ink/ink641.xml"/><Relationship Id="rId570" Type="http://schemas.openxmlformats.org/officeDocument/2006/relationships/customXml" Target="../ink/ink745.xml"/><Relationship Id="rId223" Type="http://schemas.openxmlformats.org/officeDocument/2006/relationships/image" Target="../media/image569.png"/><Relationship Id="rId430" Type="http://schemas.openxmlformats.org/officeDocument/2006/relationships/image" Target="../media/image672.png"/><Relationship Id="rId668" Type="http://schemas.openxmlformats.org/officeDocument/2006/relationships/customXml" Target="../ink/ink794.xml"/><Relationship Id="rId18" Type="http://schemas.openxmlformats.org/officeDocument/2006/relationships/customXml" Target="../ink/ink468.xml"/><Relationship Id="rId528" Type="http://schemas.openxmlformats.org/officeDocument/2006/relationships/image" Target="../media/image721.png"/><Relationship Id="rId735" Type="http://schemas.openxmlformats.org/officeDocument/2006/relationships/image" Target="../media/image824.png"/><Relationship Id="rId167" Type="http://schemas.openxmlformats.org/officeDocument/2006/relationships/image" Target="../media/image541.png"/><Relationship Id="rId374" Type="http://schemas.openxmlformats.org/officeDocument/2006/relationships/image" Target="../media/image644.png"/><Relationship Id="rId581" Type="http://schemas.openxmlformats.org/officeDocument/2006/relationships/image" Target="../media/image747.png"/><Relationship Id="rId71" Type="http://schemas.openxmlformats.org/officeDocument/2006/relationships/image" Target="../media/image493.png"/><Relationship Id="rId234" Type="http://schemas.openxmlformats.org/officeDocument/2006/relationships/customXml" Target="../ink/ink576.xml"/><Relationship Id="rId679" Type="http://schemas.openxmlformats.org/officeDocument/2006/relationships/image" Target="../media/image796.png"/><Relationship Id="rId2" Type="http://schemas.openxmlformats.org/officeDocument/2006/relationships/customXml" Target="../ink/ink460.xml"/><Relationship Id="rId29" Type="http://schemas.openxmlformats.org/officeDocument/2006/relationships/image" Target="../media/image472.png"/><Relationship Id="rId441" Type="http://schemas.openxmlformats.org/officeDocument/2006/relationships/customXml" Target="../ink/ink680.xml"/><Relationship Id="rId539" Type="http://schemas.openxmlformats.org/officeDocument/2006/relationships/customXml" Target="../ink/ink729.xml"/><Relationship Id="rId746" Type="http://schemas.openxmlformats.org/officeDocument/2006/relationships/customXml" Target="../ink/ink833.xml"/><Relationship Id="rId178" Type="http://schemas.openxmlformats.org/officeDocument/2006/relationships/customXml" Target="../ink/ink548.xml"/><Relationship Id="rId301" Type="http://schemas.openxmlformats.org/officeDocument/2006/relationships/image" Target="../media/image608.png"/><Relationship Id="rId82" Type="http://schemas.openxmlformats.org/officeDocument/2006/relationships/customXml" Target="../ink/ink500.xml"/><Relationship Id="rId385" Type="http://schemas.openxmlformats.org/officeDocument/2006/relationships/customXml" Target="../ink/ink652.xml"/><Relationship Id="rId592" Type="http://schemas.openxmlformats.org/officeDocument/2006/relationships/customXml" Target="../ink/ink756.xml"/><Relationship Id="rId606" Type="http://schemas.openxmlformats.org/officeDocument/2006/relationships/customXml" Target="../ink/ink763.xml"/><Relationship Id="rId245" Type="http://schemas.openxmlformats.org/officeDocument/2006/relationships/image" Target="../media/image580.png"/><Relationship Id="rId452" Type="http://schemas.openxmlformats.org/officeDocument/2006/relationships/image" Target="../media/image683.png"/><Relationship Id="rId105" Type="http://schemas.openxmlformats.org/officeDocument/2006/relationships/image" Target="../media/image510.png"/><Relationship Id="rId312" Type="http://schemas.openxmlformats.org/officeDocument/2006/relationships/customXml" Target="../ink/ink615.xml"/><Relationship Id="rId757" Type="http://schemas.openxmlformats.org/officeDocument/2006/relationships/image" Target="../media/image835.png"/><Relationship Id="rId93" Type="http://schemas.openxmlformats.org/officeDocument/2006/relationships/image" Target="../media/image504.png"/><Relationship Id="rId189" Type="http://schemas.openxmlformats.org/officeDocument/2006/relationships/image" Target="../media/image552.png"/><Relationship Id="rId396" Type="http://schemas.openxmlformats.org/officeDocument/2006/relationships/image" Target="../media/image655.png"/><Relationship Id="rId617" Type="http://schemas.openxmlformats.org/officeDocument/2006/relationships/image" Target="../media/image765.png"/><Relationship Id="rId256" Type="http://schemas.openxmlformats.org/officeDocument/2006/relationships/customXml" Target="../ink/ink587.xml"/><Relationship Id="rId463" Type="http://schemas.openxmlformats.org/officeDocument/2006/relationships/customXml" Target="../ink/ink691.xml"/><Relationship Id="rId670" Type="http://schemas.openxmlformats.org/officeDocument/2006/relationships/customXml" Target="../ink/ink795.xml"/><Relationship Id="rId116" Type="http://schemas.openxmlformats.org/officeDocument/2006/relationships/customXml" Target="../ink/ink517.xml"/><Relationship Id="rId323" Type="http://schemas.openxmlformats.org/officeDocument/2006/relationships/image" Target="../media/image619.png"/><Relationship Id="rId530" Type="http://schemas.openxmlformats.org/officeDocument/2006/relationships/image" Target="../media/image722.png"/><Relationship Id="rId768" Type="http://schemas.openxmlformats.org/officeDocument/2006/relationships/customXml" Target="../ink/ink844.xml"/><Relationship Id="rId20" Type="http://schemas.openxmlformats.org/officeDocument/2006/relationships/customXml" Target="../ink/ink469.xml"/><Relationship Id="rId628" Type="http://schemas.openxmlformats.org/officeDocument/2006/relationships/customXml" Target="../ink/ink774.xml"/><Relationship Id="rId267" Type="http://schemas.openxmlformats.org/officeDocument/2006/relationships/image" Target="../media/image591.png"/><Relationship Id="rId474" Type="http://schemas.openxmlformats.org/officeDocument/2006/relationships/image" Target="../media/image694.png"/><Relationship Id="rId127" Type="http://schemas.openxmlformats.org/officeDocument/2006/relationships/image" Target="../media/image521.png"/><Relationship Id="rId681" Type="http://schemas.openxmlformats.org/officeDocument/2006/relationships/image" Target="../media/image797.png"/><Relationship Id="rId31" Type="http://schemas.openxmlformats.org/officeDocument/2006/relationships/image" Target="../media/image473.png"/><Relationship Id="rId334" Type="http://schemas.openxmlformats.org/officeDocument/2006/relationships/customXml" Target="../ink/ink626.xml"/><Relationship Id="rId541" Type="http://schemas.openxmlformats.org/officeDocument/2006/relationships/customXml" Target="../ink/ink730.xml"/><Relationship Id="rId639" Type="http://schemas.openxmlformats.org/officeDocument/2006/relationships/image" Target="../media/image776.png"/><Relationship Id="rId180" Type="http://schemas.openxmlformats.org/officeDocument/2006/relationships/customXml" Target="../ink/ink549.xml"/><Relationship Id="rId278" Type="http://schemas.openxmlformats.org/officeDocument/2006/relationships/customXml" Target="../ink/ink598.xml"/><Relationship Id="rId401" Type="http://schemas.openxmlformats.org/officeDocument/2006/relationships/customXml" Target="../ink/ink660.xml"/><Relationship Id="rId485" Type="http://schemas.openxmlformats.org/officeDocument/2006/relationships/customXml" Target="../ink/ink702.xml"/><Relationship Id="rId692" Type="http://schemas.openxmlformats.org/officeDocument/2006/relationships/customXml" Target="../ink/ink806.xml"/><Relationship Id="rId706" Type="http://schemas.openxmlformats.org/officeDocument/2006/relationships/customXml" Target="../ink/ink813.xml"/><Relationship Id="rId42" Type="http://schemas.openxmlformats.org/officeDocument/2006/relationships/customXml" Target="../ink/ink480.xml"/><Relationship Id="rId84" Type="http://schemas.openxmlformats.org/officeDocument/2006/relationships/customXml" Target="../ink/ink501.xml"/><Relationship Id="rId138" Type="http://schemas.openxmlformats.org/officeDocument/2006/relationships/customXml" Target="../ink/ink528.xml"/><Relationship Id="rId345" Type="http://schemas.openxmlformats.org/officeDocument/2006/relationships/image" Target="../media/image630.png"/><Relationship Id="rId387" Type="http://schemas.openxmlformats.org/officeDocument/2006/relationships/customXml" Target="../ink/ink653.xml"/><Relationship Id="rId510" Type="http://schemas.openxmlformats.org/officeDocument/2006/relationships/image" Target="../media/image712.png"/><Relationship Id="rId552" Type="http://schemas.openxmlformats.org/officeDocument/2006/relationships/customXml" Target="../ink/ink736.xml"/><Relationship Id="rId594" Type="http://schemas.openxmlformats.org/officeDocument/2006/relationships/customXml" Target="../ink/ink757.xml"/><Relationship Id="rId608" Type="http://schemas.openxmlformats.org/officeDocument/2006/relationships/customXml" Target="../ink/ink764.xml"/><Relationship Id="rId191" Type="http://schemas.openxmlformats.org/officeDocument/2006/relationships/image" Target="../media/image553.png"/><Relationship Id="rId205" Type="http://schemas.openxmlformats.org/officeDocument/2006/relationships/image" Target="../media/image560.png"/><Relationship Id="rId247" Type="http://schemas.openxmlformats.org/officeDocument/2006/relationships/image" Target="../media/image581.png"/><Relationship Id="rId412" Type="http://schemas.openxmlformats.org/officeDocument/2006/relationships/image" Target="../media/image663.png"/><Relationship Id="rId107" Type="http://schemas.openxmlformats.org/officeDocument/2006/relationships/image" Target="../media/image511.png"/><Relationship Id="rId289" Type="http://schemas.openxmlformats.org/officeDocument/2006/relationships/image" Target="../media/image602.png"/><Relationship Id="rId454" Type="http://schemas.openxmlformats.org/officeDocument/2006/relationships/image" Target="../media/image684.png"/><Relationship Id="rId496" Type="http://schemas.openxmlformats.org/officeDocument/2006/relationships/image" Target="../media/image705.png"/><Relationship Id="rId661" Type="http://schemas.openxmlformats.org/officeDocument/2006/relationships/image" Target="../media/image787.png"/><Relationship Id="rId717" Type="http://schemas.openxmlformats.org/officeDocument/2006/relationships/image" Target="../media/image815.png"/><Relationship Id="rId759" Type="http://schemas.openxmlformats.org/officeDocument/2006/relationships/image" Target="../media/image836.png"/><Relationship Id="rId11" Type="http://schemas.openxmlformats.org/officeDocument/2006/relationships/image" Target="../media/image463.png"/><Relationship Id="rId53" Type="http://schemas.openxmlformats.org/officeDocument/2006/relationships/image" Target="../media/image484.png"/><Relationship Id="rId149" Type="http://schemas.openxmlformats.org/officeDocument/2006/relationships/image" Target="../media/image532.png"/><Relationship Id="rId314" Type="http://schemas.openxmlformats.org/officeDocument/2006/relationships/customXml" Target="../ink/ink616.xml"/><Relationship Id="rId356" Type="http://schemas.openxmlformats.org/officeDocument/2006/relationships/customXml" Target="../ink/ink637.xml"/><Relationship Id="rId398" Type="http://schemas.openxmlformats.org/officeDocument/2006/relationships/image" Target="../media/image656.png"/><Relationship Id="rId521" Type="http://schemas.openxmlformats.org/officeDocument/2006/relationships/customXml" Target="../ink/ink720.xml"/><Relationship Id="rId563" Type="http://schemas.openxmlformats.org/officeDocument/2006/relationships/image" Target="../media/image738.png"/><Relationship Id="rId619" Type="http://schemas.openxmlformats.org/officeDocument/2006/relationships/image" Target="../media/image766.png"/><Relationship Id="rId95" Type="http://schemas.openxmlformats.org/officeDocument/2006/relationships/image" Target="../media/image505.png"/><Relationship Id="rId160" Type="http://schemas.openxmlformats.org/officeDocument/2006/relationships/customXml" Target="../ink/ink539.xml"/><Relationship Id="rId216" Type="http://schemas.openxmlformats.org/officeDocument/2006/relationships/customXml" Target="../ink/ink567.xml"/><Relationship Id="rId423" Type="http://schemas.openxmlformats.org/officeDocument/2006/relationships/customXml" Target="../ink/ink671.xml"/><Relationship Id="rId258" Type="http://schemas.openxmlformats.org/officeDocument/2006/relationships/customXml" Target="../ink/ink588.xml"/><Relationship Id="rId465" Type="http://schemas.openxmlformats.org/officeDocument/2006/relationships/customXml" Target="../ink/ink692.xml"/><Relationship Id="rId630" Type="http://schemas.openxmlformats.org/officeDocument/2006/relationships/customXml" Target="../ink/ink775.xml"/><Relationship Id="rId672" Type="http://schemas.openxmlformats.org/officeDocument/2006/relationships/customXml" Target="../ink/ink796.xml"/><Relationship Id="rId728" Type="http://schemas.openxmlformats.org/officeDocument/2006/relationships/customXml" Target="../ink/ink824.xml"/><Relationship Id="rId22" Type="http://schemas.openxmlformats.org/officeDocument/2006/relationships/customXml" Target="../ink/ink470.xml"/><Relationship Id="rId64" Type="http://schemas.openxmlformats.org/officeDocument/2006/relationships/customXml" Target="../ink/ink491.xml"/><Relationship Id="rId118" Type="http://schemas.openxmlformats.org/officeDocument/2006/relationships/customXml" Target="../ink/ink518.xml"/><Relationship Id="rId325" Type="http://schemas.openxmlformats.org/officeDocument/2006/relationships/image" Target="../media/image620.png"/><Relationship Id="rId367" Type="http://schemas.openxmlformats.org/officeDocument/2006/relationships/customXml" Target="../ink/ink643.xml"/><Relationship Id="rId532" Type="http://schemas.openxmlformats.org/officeDocument/2006/relationships/image" Target="../media/image723.png"/><Relationship Id="rId574" Type="http://schemas.openxmlformats.org/officeDocument/2006/relationships/customXml" Target="../ink/ink747.xml"/><Relationship Id="rId171" Type="http://schemas.openxmlformats.org/officeDocument/2006/relationships/image" Target="../media/image543.png"/><Relationship Id="rId227" Type="http://schemas.openxmlformats.org/officeDocument/2006/relationships/image" Target="../media/image571.png"/><Relationship Id="rId269" Type="http://schemas.openxmlformats.org/officeDocument/2006/relationships/image" Target="../media/image592.png"/><Relationship Id="rId434" Type="http://schemas.openxmlformats.org/officeDocument/2006/relationships/image" Target="../media/image674.png"/><Relationship Id="rId476" Type="http://schemas.openxmlformats.org/officeDocument/2006/relationships/image" Target="../media/image695.png"/><Relationship Id="rId641" Type="http://schemas.openxmlformats.org/officeDocument/2006/relationships/image" Target="../media/image777.png"/><Relationship Id="rId683" Type="http://schemas.openxmlformats.org/officeDocument/2006/relationships/image" Target="../media/image798.png"/><Relationship Id="rId739" Type="http://schemas.openxmlformats.org/officeDocument/2006/relationships/image" Target="../media/image826.png"/><Relationship Id="rId33" Type="http://schemas.openxmlformats.org/officeDocument/2006/relationships/image" Target="../media/image474.png"/><Relationship Id="rId129" Type="http://schemas.openxmlformats.org/officeDocument/2006/relationships/image" Target="../media/image522.png"/><Relationship Id="rId280" Type="http://schemas.openxmlformats.org/officeDocument/2006/relationships/customXml" Target="../ink/ink599.xml"/><Relationship Id="rId336" Type="http://schemas.openxmlformats.org/officeDocument/2006/relationships/customXml" Target="../ink/ink627.xml"/><Relationship Id="rId501" Type="http://schemas.openxmlformats.org/officeDocument/2006/relationships/customXml" Target="../ink/ink710.xml"/><Relationship Id="rId543" Type="http://schemas.openxmlformats.org/officeDocument/2006/relationships/customXml" Target="../ink/ink731.xml"/><Relationship Id="rId75" Type="http://schemas.openxmlformats.org/officeDocument/2006/relationships/image" Target="../media/image495.png"/><Relationship Id="rId140" Type="http://schemas.openxmlformats.org/officeDocument/2006/relationships/customXml" Target="../ink/ink529.xml"/><Relationship Id="rId182" Type="http://schemas.openxmlformats.org/officeDocument/2006/relationships/customXml" Target="../ink/ink550.xml"/><Relationship Id="rId378" Type="http://schemas.openxmlformats.org/officeDocument/2006/relationships/image" Target="../media/image646.png"/><Relationship Id="rId403" Type="http://schemas.openxmlformats.org/officeDocument/2006/relationships/customXml" Target="../ink/ink661.xml"/><Relationship Id="rId585" Type="http://schemas.openxmlformats.org/officeDocument/2006/relationships/image" Target="../media/image749.png"/><Relationship Id="rId750" Type="http://schemas.openxmlformats.org/officeDocument/2006/relationships/customXml" Target="../ink/ink835.xml"/><Relationship Id="rId6" Type="http://schemas.openxmlformats.org/officeDocument/2006/relationships/customXml" Target="../ink/ink462.xml"/><Relationship Id="rId238" Type="http://schemas.openxmlformats.org/officeDocument/2006/relationships/customXml" Target="../ink/ink578.xml"/><Relationship Id="rId445" Type="http://schemas.openxmlformats.org/officeDocument/2006/relationships/customXml" Target="../ink/ink682.xml"/><Relationship Id="rId487" Type="http://schemas.openxmlformats.org/officeDocument/2006/relationships/customXml" Target="../ink/ink703.xml"/><Relationship Id="rId610" Type="http://schemas.openxmlformats.org/officeDocument/2006/relationships/customXml" Target="../ink/ink765.xml"/><Relationship Id="rId652" Type="http://schemas.openxmlformats.org/officeDocument/2006/relationships/customXml" Target="../ink/ink786.xml"/><Relationship Id="rId694" Type="http://schemas.openxmlformats.org/officeDocument/2006/relationships/customXml" Target="../ink/ink807.xml"/><Relationship Id="rId708" Type="http://schemas.openxmlformats.org/officeDocument/2006/relationships/customXml" Target="../ink/ink814.xml"/><Relationship Id="rId291" Type="http://schemas.openxmlformats.org/officeDocument/2006/relationships/image" Target="../media/image603.png"/><Relationship Id="rId305" Type="http://schemas.openxmlformats.org/officeDocument/2006/relationships/image" Target="../media/image610.png"/><Relationship Id="rId347" Type="http://schemas.openxmlformats.org/officeDocument/2006/relationships/image" Target="../media/image631.png"/><Relationship Id="rId512" Type="http://schemas.openxmlformats.org/officeDocument/2006/relationships/image" Target="../media/image713.png"/><Relationship Id="rId44" Type="http://schemas.openxmlformats.org/officeDocument/2006/relationships/customXml" Target="../ink/ink481.xml"/><Relationship Id="rId86" Type="http://schemas.openxmlformats.org/officeDocument/2006/relationships/customXml" Target="../ink/ink502.xml"/><Relationship Id="rId151" Type="http://schemas.openxmlformats.org/officeDocument/2006/relationships/image" Target="../media/image533.png"/><Relationship Id="rId389" Type="http://schemas.openxmlformats.org/officeDocument/2006/relationships/customXml" Target="../ink/ink654.xml"/><Relationship Id="rId554" Type="http://schemas.openxmlformats.org/officeDocument/2006/relationships/customXml" Target="../ink/ink737.xml"/><Relationship Id="rId596" Type="http://schemas.openxmlformats.org/officeDocument/2006/relationships/customXml" Target="../ink/ink758.xml"/><Relationship Id="rId761" Type="http://schemas.openxmlformats.org/officeDocument/2006/relationships/image" Target="../media/image837.png"/><Relationship Id="rId193" Type="http://schemas.openxmlformats.org/officeDocument/2006/relationships/image" Target="../media/image554.png"/><Relationship Id="rId207" Type="http://schemas.openxmlformats.org/officeDocument/2006/relationships/image" Target="../media/image561.png"/><Relationship Id="rId249" Type="http://schemas.openxmlformats.org/officeDocument/2006/relationships/image" Target="../media/image582.png"/><Relationship Id="rId414" Type="http://schemas.openxmlformats.org/officeDocument/2006/relationships/image" Target="../media/image664.png"/><Relationship Id="rId456" Type="http://schemas.openxmlformats.org/officeDocument/2006/relationships/image" Target="../media/image685.png"/><Relationship Id="rId498" Type="http://schemas.openxmlformats.org/officeDocument/2006/relationships/image" Target="../media/image706.png"/><Relationship Id="rId621" Type="http://schemas.openxmlformats.org/officeDocument/2006/relationships/image" Target="../media/image767.png"/><Relationship Id="rId663" Type="http://schemas.openxmlformats.org/officeDocument/2006/relationships/image" Target="../media/image788.png"/><Relationship Id="rId13" Type="http://schemas.openxmlformats.org/officeDocument/2006/relationships/image" Target="../media/image464.png"/><Relationship Id="rId109" Type="http://schemas.openxmlformats.org/officeDocument/2006/relationships/image" Target="../media/image512.png"/><Relationship Id="rId260" Type="http://schemas.openxmlformats.org/officeDocument/2006/relationships/customXml" Target="../ink/ink589.xml"/><Relationship Id="rId316" Type="http://schemas.openxmlformats.org/officeDocument/2006/relationships/customXml" Target="../ink/ink617.xml"/><Relationship Id="rId523" Type="http://schemas.openxmlformats.org/officeDocument/2006/relationships/customXml" Target="../ink/ink721.xml"/><Relationship Id="rId719" Type="http://schemas.openxmlformats.org/officeDocument/2006/relationships/image" Target="../media/image816.png"/><Relationship Id="rId55" Type="http://schemas.openxmlformats.org/officeDocument/2006/relationships/image" Target="../media/image485.png"/><Relationship Id="rId97" Type="http://schemas.openxmlformats.org/officeDocument/2006/relationships/image" Target="../media/image506.png"/><Relationship Id="rId120" Type="http://schemas.openxmlformats.org/officeDocument/2006/relationships/customXml" Target="../ink/ink519.xml"/><Relationship Id="rId358" Type="http://schemas.openxmlformats.org/officeDocument/2006/relationships/customXml" Target="../ink/ink638.xml"/><Relationship Id="rId565" Type="http://schemas.openxmlformats.org/officeDocument/2006/relationships/image" Target="../media/image739.png"/><Relationship Id="rId730" Type="http://schemas.openxmlformats.org/officeDocument/2006/relationships/customXml" Target="../ink/ink825.xml"/><Relationship Id="rId162" Type="http://schemas.openxmlformats.org/officeDocument/2006/relationships/customXml" Target="../ink/ink540.xml"/><Relationship Id="rId218" Type="http://schemas.openxmlformats.org/officeDocument/2006/relationships/customXml" Target="../ink/ink568.xml"/><Relationship Id="rId425" Type="http://schemas.openxmlformats.org/officeDocument/2006/relationships/customXml" Target="../ink/ink672.xml"/><Relationship Id="rId467" Type="http://schemas.openxmlformats.org/officeDocument/2006/relationships/customXml" Target="../ink/ink693.xml"/><Relationship Id="rId632" Type="http://schemas.openxmlformats.org/officeDocument/2006/relationships/customXml" Target="../ink/ink776.xml"/><Relationship Id="rId271" Type="http://schemas.openxmlformats.org/officeDocument/2006/relationships/image" Target="../media/image593.png"/><Relationship Id="rId674" Type="http://schemas.openxmlformats.org/officeDocument/2006/relationships/customXml" Target="../ink/ink797.xml"/><Relationship Id="rId24" Type="http://schemas.openxmlformats.org/officeDocument/2006/relationships/customXml" Target="../ink/ink471.xml"/><Relationship Id="rId66" Type="http://schemas.openxmlformats.org/officeDocument/2006/relationships/customXml" Target="../ink/ink492.xml"/><Relationship Id="rId131" Type="http://schemas.openxmlformats.org/officeDocument/2006/relationships/image" Target="../media/image523.png"/><Relationship Id="rId327" Type="http://schemas.openxmlformats.org/officeDocument/2006/relationships/image" Target="../media/image621.png"/><Relationship Id="rId369" Type="http://schemas.openxmlformats.org/officeDocument/2006/relationships/customXml" Target="../ink/ink644.xml"/><Relationship Id="rId534" Type="http://schemas.openxmlformats.org/officeDocument/2006/relationships/image" Target="../media/image724.png"/><Relationship Id="rId576" Type="http://schemas.openxmlformats.org/officeDocument/2006/relationships/customXml" Target="../ink/ink748.xml"/><Relationship Id="rId741" Type="http://schemas.openxmlformats.org/officeDocument/2006/relationships/image" Target="../media/image827.png"/><Relationship Id="rId173" Type="http://schemas.openxmlformats.org/officeDocument/2006/relationships/image" Target="../media/image544.png"/><Relationship Id="rId229" Type="http://schemas.openxmlformats.org/officeDocument/2006/relationships/image" Target="../media/image572.png"/><Relationship Id="rId380" Type="http://schemas.openxmlformats.org/officeDocument/2006/relationships/image" Target="../media/image647.png"/><Relationship Id="rId436" Type="http://schemas.openxmlformats.org/officeDocument/2006/relationships/image" Target="../media/image675.png"/><Relationship Id="rId601" Type="http://schemas.openxmlformats.org/officeDocument/2006/relationships/image" Target="../media/image757.png"/><Relationship Id="rId643" Type="http://schemas.openxmlformats.org/officeDocument/2006/relationships/image" Target="../media/image778.png"/><Relationship Id="rId240" Type="http://schemas.openxmlformats.org/officeDocument/2006/relationships/customXml" Target="../ink/ink579.xml"/><Relationship Id="rId478" Type="http://schemas.openxmlformats.org/officeDocument/2006/relationships/image" Target="../media/image696.png"/><Relationship Id="rId685" Type="http://schemas.openxmlformats.org/officeDocument/2006/relationships/image" Target="../media/image799.png"/><Relationship Id="rId35" Type="http://schemas.openxmlformats.org/officeDocument/2006/relationships/image" Target="../media/image475.png"/><Relationship Id="rId77" Type="http://schemas.openxmlformats.org/officeDocument/2006/relationships/image" Target="../media/image496.png"/><Relationship Id="rId100" Type="http://schemas.openxmlformats.org/officeDocument/2006/relationships/customXml" Target="../ink/ink509.xml"/><Relationship Id="rId282" Type="http://schemas.openxmlformats.org/officeDocument/2006/relationships/customXml" Target="../ink/ink600.xml"/><Relationship Id="rId338" Type="http://schemas.openxmlformats.org/officeDocument/2006/relationships/customXml" Target="../ink/ink628.xml"/><Relationship Id="rId503" Type="http://schemas.openxmlformats.org/officeDocument/2006/relationships/customXml" Target="../ink/ink711.xml"/><Relationship Id="rId545" Type="http://schemas.openxmlformats.org/officeDocument/2006/relationships/image" Target="../media/image729.png"/><Relationship Id="rId587" Type="http://schemas.openxmlformats.org/officeDocument/2006/relationships/image" Target="../media/image750.png"/><Relationship Id="rId710" Type="http://schemas.openxmlformats.org/officeDocument/2006/relationships/customXml" Target="../ink/ink815.xml"/><Relationship Id="rId752" Type="http://schemas.openxmlformats.org/officeDocument/2006/relationships/customXml" Target="../ink/ink836.xml"/><Relationship Id="rId8" Type="http://schemas.openxmlformats.org/officeDocument/2006/relationships/customXml" Target="../ink/ink463.xml"/><Relationship Id="rId142" Type="http://schemas.openxmlformats.org/officeDocument/2006/relationships/customXml" Target="../ink/ink530.xml"/><Relationship Id="rId184" Type="http://schemas.openxmlformats.org/officeDocument/2006/relationships/customXml" Target="../ink/ink551.xml"/><Relationship Id="rId391" Type="http://schemas.openxmlformats.org/officeDocument/2006/relationships/customXml" Target="../ink/ink655.xml"/><Relationship Id="rId405" Type="http://schemas.openxmlformats.org/officeDocument/2006/relationships/customXml" Target="../ink/ink662.xml"/><Relationship Id="rId447" Type="http://schemas.openxmlformats.org/officeDocument/2006/relationships/customXml" Target="../ink/ink683.xml"/><Relationship Id="rId612" Type="http://schemas.openxmlformats.org/officeDocument/2006/relationships/customXml" Target="../ink/ink766.xml"/><Relationship Id="rId251" Type="http://schemas.openxmlformats.org/officeDocument/2006/relationships/image" Target="../media/image583.png"/><Relationship Id="rId489" Type="http://schemas.openxmlformats.org/officeDocument/2006/relationships/customXml" Target="../ink/ink704.xml"/><Relationship Id="rId654" Type="http://schemas.openxmlformats.org/officeDocument/2006/relationships/customXml" Target="../ink/ink787.xml"/><Relationship Id="rId696" Type="http://schemas.openxmlformats.org/officeDocument/2006/relationships/customXml" Target="../ink/ink808.xml"/><Relationship Id="rId46" Type="http://schemas.openxmlformats.org/officeDocument/2006/relationships/customXml" Target="../ink/ink482.xml"/><Relationship Id="rId293" Type="http://schemas.openxmlformats.org/officeDocument/2006/relationships/image" Target="../media/image604.png"/><Relationship Id="rId307" Type="http://schemas.openxmlformats.org/officeDocument/2006/relationships/image" Target="../media/image611.png"/><Relationship Id="rId349" Type="http://schemas.openxmlformats.org/officeDocument/2006/relationships/image" Target="../media/image632.png"/><Relationship Id="rId514" Type="http://schemas.openxmlformats.org/officeDocument/2006/relationships/image" Target="../media/image714.png"/><Relationship Id="rId556" Type="http://schemas.openxmlformats.org/officeDocument/2006/relationships/customXml" Target="../ink/ink738.xml"/><Relationship Id="rId721" Type="http://schemas.openxmlformats.org/officeDocument/2006/relationships/image" Target="../media/image817.png"/><Relationship Id="rId763" Type="http://schemas.openxmlformats.org/officeDocument/2006/relationships/image" Target="../media/image838.png"/><Relationship Id="rId88" Type="http://schemas.openxmlformats.org/officeDocument/2006/relationships/customXml" Target="../ink/ink503.xml"/><Relationship Id="rId111" Type="http://schemas.openxmlformats.org/officeDocument/2006/relationships/image" Target="../media/image513.png"/><Relationship Id="rId153" Type="http://schemas.openxmlformats.org/officeDocument/2006/relationships/image" Target="../media/image534.png"/><Relationship Id="rId195" Type="http://schemas.openxmlformats.org/officeDocument/2006/relationships/image" Target="../media/image555.png"/><Relationship Id="rId209" Type="http://schemas.openxmlformats.org/officeDocument/2006/relationships/image" Target="../media/image562.png"/><Relationship Id="rId360" Type="http://schemas.openxmlformats.org/officeDocument/2006/relationships/image" Target="../media/image637.png"/><Relationship Id="rId416" Type="http://schemas.openxmlformats.org/officeDocument/2006/relationships/image" Target="../media/image665.png"/><Relationship Id="rId598" Type="http://schemas.openxmlformats.org/officeDocument/2006/relationships/customXml" Target="../ink/ink759.xml"/><Relationship Id="rId220" Type="http://schemas.openxmlformats.org/officeDocument/2006/relationships/customXml" Target="../ink/ink569.xml"/><Relationship Id="rId458" Type="http://schemas.openxmlformats.org/officeDocument/2006/relationships/image" Target="../media/image686.png"/><Relationship Id="rId623" Type="http://schemas.openxmlformats.org/officeDocument/2006/relationships/image" Target="../media/image768.png"/><Relationship Id="rId665" Type="http://schemas.openxmlformats.org/officeDocument/2006/relationships/image" Target="../media/image789.png"/><Relationship Id="rId15" Type="http://schemas.openxmlformats.org/officeDocument/2006/relationships/image" Target="../media/image465.png"/><Relationship Id="rId57" Type="http://schemas.openxmlformats.org/officeDocument/2006/relationships/image" Target="../media/image486.png"/><Relationship Id="rId262" Type="http://schemas.openxmlformats.org/officeDocument/2006/relationships/customXml" Target="../ink/ink590.xml"/><Relationship Id="rId318" Type="http://schemas.openxmlformats.org/officeDocument/2006/relationships/customXml" Target="../ink/ink618.xml"/><Relationship Id="rId525" Type="http://schemas.openxmlformats.org/officeDocument/2006/relationships/customXml" Target="../ink/ink722.xml"/><Relationship Id="rId567" Type="http://schemas.openxmlformats.org/officeDocument/2006/relationships/image" Target="../media/image740.png"/><Relationship Id="rId732" Type="http://schemas.openxmlformats.org/officeDocument/2006/relationships/customXml" Target="../ink/ink826.xml"/><Relationship Id="rId99" Type="http://schemas.openxmlformats.org/officeDocument/2006/relationships/image" Target="../media/image507.png"/><Relationship Id="rId122" Type="http://schemas.openxmlformats.org/officeDocument/2006/relationships/customXml" Target="../ink/ink520.xml"/><Relationship Id="rId164" Type="http://schemas.openxmlformats.org/officeDocument/2006/relationships/customXml" Target="../ink/ink541.xml"/><Relationship Id="rId371" Type="http://schemas.openxmlformats.org/officeDocument/2006/relationships/customXml" Target="../ink/ink645.xml"/><Relationship Id="rId427" Type="http://schemas.openxmlformats.org/officeDocument/2006/relationships/customXml" Target="../ink/ink673.xml"/><Relationship Id="rId469" Type="http://schemas.openxmlformats.org/officeDocument/2006/relationships/customXml" Target="../ink/ink694.xml"/><Relationship Id="rId634" Type="http://schemas.openxmlformats.org/officeDocument/2006/relationships/customXml" Target="../ink/ink777.xml"/><Relationship Id="rId676" Type="http://schemas.openxmlformats.org/officeDocument/2006/relationships/customXml" Target="../ink/ink798.xml"/><Relationship Id="rId26" Type="http://schemas.openxmlformats.org/officeDocument/2006/relationships/customXml" Target="../ink/ink472.xml"/><Relationship Id="rId231" Type="http://schemas.openxmlformats.org/officeDocument/2006/relationships/image" Target="../media/image573.png"/><Relationship Id="rId273" Type="http://schemas.openxmlformats.org/officeDocument/2006/relationships/image" Target="../media/image594.png"/><Relationship Id="rId329" Type="http://schemas.openxmlformats.org/officeDocument/2006/relationships/image" Target="../media/image622.png"/><Relationship Id="rId480" Type="http://schemas.openxmlformats.org/officeDocument/2006/relationships/image" Target="../media/image697.png"/><Relationship Id="rId536" Type="http://schemas.openxmlformats.org/officeDocument/2006/relationships/image" Target="../media/image725.png"/><Relationship Id="rId701" Type="http://schemas.openxmlformats.org/officeDocument/2006/relationships/image" Target="../media/image807.png"/><Relationship Id="rId68" Type="http://schemas.openxmlformats.org/officeDocument/2006/relationships/customXml" Target="../ink/ink493.xml"/><Relationship Id="rId133" Type="http://schemas.openxmlformats.org/officeDocument/2006/relationships/image" Target="../media/image524.png"/><Relationship Id="rId175" Type="http://schemas.openxmlformats.org/officeDocument/2006/relationships/image" Target="../media/image545.png"/><Relationship Id="rId340" Type="http://schemas.openxmlformats.org/officeDocument/2006/relationships/customXml" Target="../ink/ink629.xml"/><Relationship Id="rId578" Type="http://schemas.openxmlformats.org/officeDocument/2006/relationships/customXml" Target="../ink/ink749.xml"/><Relationship Id="rId743" Type="http://schemas.openxmlformats.org/officeDocument/2006/relationships/image" Target="../media/image828.png"/><Relationship Id="rId200" Type="http://schemas.openxmlformats.org/officeDocument/2006/relationships/customXml" Target="../ink/ink559.xml"/><Relationship Id="rId382" Type="http://schemas.openxmlformats.org/officeDocument/2006/relationships/image" Target="../media/image648.png"/><Relationship Id="rId438" Type="http://schemas.openxmlformats.org/officeDocument/2006/relationships/image" Target="../media/image676.png"/><Relationship Id="rId603" Type="http://schemas.openxmlformats.org/officeDocument/2006/relationships/image" Target="../media/image758.png"/><Relationship Id="rId645" Type="http://schemas.openxmlformats.org/officeDocument/2006/relationships/image" Target="../media/image779.png"/><Relationship Id="rId687" Type="http://schemas.openxmlformats.org/officeDocument/2006/relationships/image" Target="../media/image800.png"/><Relationship Id="rId242" Type="http://schemas.openxmlformats.org/officeDocument/2006/relationships/customXml" Target="../ink/ink580.xml"/><Relationship Id="rId284" Type="http://schemas.openxmlformats.org/officeDocument/2006/relationships/customXml" Target="../ink/ink601.xml"/><Relationship Id="rId491" Type="http://schemas.openxmlformats.org/officeDocument/2006/relationships/customXml" Target="../ink/ink705.xml"/><Relationship Id="rId505" Type="http://schemas.openxmlformats.org/officeDocument/2006/relationships/customXml" Target="../ink/ink712.xml"/><Relationship Id="rId712" Type="http://schemas.openxmlformats.org/officeDocument/2006/relationships/customXml" Target="../ink/ink816.xml"/><Relationship Id="rId37" Type="http://schemas.openxmlformats.org/officeDocument/2006/relationships/image" Target="../media/image476.png"/><Relationship Id="rId79" Type="http://schemas.openxmlformats.org/officeDocument/2006/relationships/image" Target="../media/image497.png"/><Relationship Id="rId102" Type="http://schemas.openxmlformats.org/officeDocument/2006/relationships/customXml" Target="../ink/ink510.xml"/><Relationship Id="rId144" Type="http://schemas.openxmlformats.org/officeDocument/2006/relationships/customXml" Target="../ink/ink531.xml"/><Relationship Id="rId547" Type="http://schemas.openxmlformats.org/officeDocument/2006/relationships/image" Target="../media/image730.png"/><Relationship Id="rId589" Type="http://schemas.openxmlformats.org/officeDocument/2006/relationships/image" Target="../media/image751.png"/><Relationship Id="rId754" Type="http://schemas.openxmlformats.org/officeDocument/2006/relationships/customXml" Target="../ink/ink837.xml"/><Relationship Id="rId90" Type="http://schemas.openxmlformats.org/officeDocument/2006/relationships/customXml" Target="../ink/ink504.xml"/><Relationship Id="rId186" Type="http://schemas.openxmlformats.org/officeDocument/2006/relationships/customXml" Target="../ink/ink552.xml"/><Relationship Id="rId351" Type="http://schemas.openxmlformats.org/officeDocument/2006/relationships/image" Target="../media/image633.png"/><Relationship Id="rId393" Type="http://schemas.openxmlformats.org/officeDocument/2006/relationships/customXml" Target="../ink/ink656.xml"/><Relationship Id="rId407" Type="http://schemas.openxmlformats.org/officeDocument/2006/relationships/customXml" Target="../ink/ink663.xml"/><Relationship Id="rId449" Type="http://schemas.openxmlformats.org/officeDocument/2006/relationships/customXml" Target="../ink/ink684.xml"/><Relationship Id="rId614" Type="http://schemas.openxmlformats.org/officeDocument/2006/relationships/customXml" Target="../ink/ink767.xml"/><Relationship Id="rId656" Type="http://schemas.openxmlformats.org/officeDocument/2006/relationships/customXml" Target="../ink/ink788.xml"/><Relationship Id="rId211" Type="http://schemas.openxmlformats.org/officeDocument/2006/relationships/image" Target="../media/image563.png"/><Relationship Id="rId253" Type="http://schemas.openxmlformats.org/officeDocument/2006/relationships/image" Target="../media/image584.png"/><Relationship Id="rId295" Type="http://schemas.openxmlformats.org/officeDocument/2006/relationships/image" Target="../media/image605.png"/><Relationship Id="rId309" Type="http://schemas.openxmlformats.org/officeDocument/2006/relationships/image" Target="../media/image612.png"/><Relationship Id="rId460" Type="http://schemas.openxmlformats.org/officeDocument/2006/relationships/image" Target="../media/image687.png"/><Relationship Id="rId516" Type="http://schemas.openxmlformats.org/officeDocument/2006/relationships/image" Target="../media/image715.png"/><Relationship Id="rId698" Type="http://schemas.openxmlformats.org/officeDocument/2006/relationships/customXml" Target="../ink/ink809.xml"/><Relationship Id="rId48" Type="http://schemas.openxmlformats.org/officeDocument/2006/relationships/customXml" Target="../ink/ink483.xml"/><Relationship Id="rId113" Type="http://schemas.openxmlformats.org/officeDocument/2006/relationships/image" Target="../media/image514.png"/><Relationship Id="rId320" Type="http://schemas.openxmlformats.org/officeDocument/2006/relationships/customXml" Target="../ink/ink619.xml"/><Relationship Id="rId558" Type="http://schemas.openxmlformats.org/officeDocument/2006/relationships/customXml" Target="../ink/ink739.xml"/><Relationship Id="rId723" Type="http://schemas.openxmlformats.org/officeDocument/2006/relationships/image" Target="../media/image818.png"/><Relationship Id="rId765" Type="http://schemas.openxmlformats.org/officeDocument/2006/relationships/image" Target="../media/image839.png"/><Relationship Id="rId155" Type="http://schemas.openxmlformats.org/officeDocument/2006/relationships/image" Target="../media/image535.png"/><Relationship Id="rId197" Type="http://schemas.openxmlformats.org/officeDocument/2006/relationships/image" Target="../media/image556.png"/><Relationship Id="rId362" Type="http://schemas.openxmlformats.org/officeDocument/2006/relationships/image" Target="../media/image638.png"/><Relationship Id="rId418" Type="http://schemas.openxmlformats.org/officeDocument/2006/relationships/image" Target="../media/image666.png"/><Relationship Id="rId625" Type="http://schemas.openxmlformats.org/officeDocument/2006/relationships/image" Target="../media/image769.png"/><Relationship Id="rId222" Type="http://schemas.openxmlformats.org/officeDocument/2006/relationships/customXml" Target="../ink/ink570.xml"/><Relationship Id="rId264" Type="http://schemas.openxmlformats.org/officeDocument/2006/relationships/customXml" Target="../ink/ink591.xml"/><Relationship Id="rId471" Type="http://schemas.openxmlformats.org/officeDocument/2006/relationships/customXml" Target="../ink/ink695.xml"/><Relationship Id="rId667" Type="http://schemas.openxmlformats.org/officeDocument/2006/relationships/image" Target="../media/image790.png"/><Relationship Id="rId17" Type="http://schemas.openxmlformats.org/officeDocument/2006/relationships/image" Target="../media/image466.png"/><Relationship Id="rId59" Type="http://schemas.openxmlformats.org/officeDocument/2006/relationships/image" Target="../media/image487.png"/><Relationship Id="rId124" Type="http://schemas.openxmlformats.org/officeDocument/2006/relationships/customXml" Target="../ink/ink521.xml"/><Relationship Id="rId527" Type="http://schemas.openxmlformats.org/officeDocument/2006/relationships/customXml" Target="../ink/ink723.xml"/><Relationship Id="rId569" Type="http://schemas.openxmlformats.org/officeDocument/2006/relationships/image" Target="../media/image741.png"/><Relationship Id="rId734" Type="http://schemas.openxmlformats.org/officeDocument/2006/relationships/customXml" Target="../ink/ink827.xml"/><Relationship Id="rId70" Type="http://schemas.openxmlformats.org/officeDocument/2006/relationships/customXml" Target="../ink/ink494.xml"/><Relationship Id="rId166" Type="http://schemas.openxmlformats.org/officeDocument/2006/relationships/customXml" Target="../ink/ink542.xml"/><Relationship Id="rId331" Type="http://schemas.openxmlformats.org/officeDocument/2006/relationships/image" Target="../media/image623.png"/><Relationship Id="rId373" Type="http://schemas.openxmlformats.org/officeDocument/2006/relationships/customXml" Target="../ink/ink646.xml"/><Relationship Id="rId429" Type="http://schemas.openxmlformats.org/officeDocument/2006/relationships/customXml" Target="../ink/ink674.xml"/><Relationship Id="rId580" Type="http://schemas.openxmlformats.org/officeDocument/2006/relationships/customXml" Target="../ink/ink750.xml"/><Relationship Id="rId636" Type="http://schemas.openxmlformats.org/officeDocument/2006/relationships/customXml" Target="../ink/ink778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574.png"/><Relationship Id="rId440" Type="http://schemas.openxmlformats.org/officeDocument/2006/relationships/image" Target="../media/image677.png"/><Relationship Id="rId678" Type="http://schemas.openxmlformats.org/officeDocument/2006/relationships/customXml" Target="../ink/ink799.xml"/><Relationship Id="rId28" Type="http://schemas.openxmlformats.org/officeDocument/2006/relationships/customXml" Target="../ink/ink473.xml"/><Relationship Id="rId275" Type="http://schemas.openxmlformats.org/officeDocument/2006/relationships/image" Target="../media/image595.png"/><Relationship Id="rId300" Type="http://schemas.openxmlformats.org/officeDocument/2006/relationships/customXml" Target="../ink/ink609.xml"/><Relationship Id="rId482" Type="http://schemas.openxmlformats.org/officeDocument/2006/relationships/image" Target="../media/image698.png"/><Relationship Id="rId538" Type="http://schemas.openxmlformats.org/officeDocument/2006/relationships/image" Target="../media/image726.png"/><Relationship Id="rId703" Type="http://schemas.openxmlformats.org/officeDocument/2006/relationships/image" Target="../media/image808.png"/><Relationship Id="rId745" Type="http://schemas.openxmlformats.org/officeDocument/2006/relationships/image" Target="../media/image829.png"/><Relationship Id="rId81" Type="http://schemas.openxmlformats.org/officeDocument/2006/relationships/image" Target="../media/image498.png"/><Relationship Id="rId135" Type="http://schemas.openxmlformats.org/officeDocument/2006/relationships/image" Target="../media/image525.png"/><Relationship Id="rId177" Type="http://schemas.openxmlformats.org/officeDocument/2006/relationships/image" Target="../media/image546.png"/><Relationship Id="rId342" Type="http://schemas.openxmlformats.org/officeDocument/2006/relationships/customXml" Target="../ink/ink630.xml"/><Relationship Id="rId384" Type="http://schemas.openxmlformats.org/officeDocument/2006/relationships/image" Target="../media/image649.png"/><Relationship Id="rId591" Type="http://schemas.openxmlformats.org/officeDocument/2006/relationships/image" Target="../media/image752.png"/><Relationship Id="rId605" Type="http://schemas.openxmlformats.org/officeDocument/2006/relationships/image" Target="../media/image759.png"/><Relationship Id="rId202" Type="http://schemas.openxmlformats.org/officeDocument/2006/relationships/customXml" Target="../ink/ink560.xml"/><Relationship Id="rId244" Type="http://schemas.openxmlformats.org/officeDocument/2006/relationships/customXml" Target="../ink/ink581.xml"/><Relationship Id="rId647" Type="http://schemas.openxmlformats.org/officeDocument/2006/relationships/image" Target="../media/image780.png"/><Relationship Id="rId689" Type="http://schemas.openxmlformats.org/officeDocument/2006/relationships/image" Target="../media/image801.png"/><Relationship Id="rId39" Type="http://schemas.openxmlformats.org/officeDocument/2006/relationships/image" Target="../media/image477.png"/><Relationship Id="rId286" Type="http://schemas.openxmlformats.org/officeDocument/2006/relationships/customXml" Target="../ink/ink602.xml"/><Relationship Id="rId451" Type="http://schemas.openxmlformats.org/officeDocument/2006/relationships/customXml" Target="../ink/ink685.xml"/><Relationship Id="rId493" Type="http://schemas.openxmlformats.org/officeDocument/2006/relationships/customXml" Target="../ink/ink706.xml"/><Relationship Id="rId507" Type="http://schemas.openxmlformats.org/officeDocument/2006/relationships/customXml" Target="../ink/ink713.xml"/><Relationship Id="rId549" Type="http://schemas.openxmlformats.org/officeDocument/2006/relationships/image" Target="../media/image731.png"/><Relationship Id="rId714" Type="http://schemas.openxmlformats.org/officeDocument/2006/relationships/customXml" Target="../ink/ink817.xml"/><Relationship Id="rId756" Type="http://schemas.openxmlformats.org/officeDocument/2006/relationships/customXml" Target="../ink/ink838.xml"/><Relationship Id="rId50" Type="http://schemas.openxmlformats.org/officeDocument/2006/relationships/customXml" Target="../ink/ink484.xml"/><Relationship Id="rId104" Type="http://schemas.openxmlformats.org/officeDocument/2006/relationships/customXml" Target="../ink/ink511.xml"/><Relationship Id="rId146" Type="http://schemas.openxmlformats.org/officeDocument/2006/relationships/customXml" Target="../ink/ink532.xml"/><Relationship Id="rId188" Type="http://schemas.openxmlformats.org/officeDocument/2006/relationships/customXml" Target="../ink/ink553.xml"/><Relationship Id="rId311" Type="http://schemas.openxmlformats.org/officeDocument/2006/relationships/image" Target="../media/image613.png"/><Relationship Id="rId353" Type="http://schemas.openxmlformats.org/officeDocument/2006/relationships/image" Target="../media/image634.png"/><Relationship Id="rId395" Type="http://schemas.openxmlformats.org/officeDocument/2006/relationships/customXml" Target="../ink/ink657.xml"/><Relationship Id="rId409" Type="http://schemas.openxmlformats.org/officeDocument/2006/relationships/customXml" Target="../ink/ink664.xml"/><Relationship Id="rId560" Type="http://schemas.openxmlformats.org/officeDocument/2006/relationships/customXml" Target="../ink/ink740.xml"/><Relationship Id="rId92" Type="http://schemas.openxmlformats.org/officeDocument/2006/relationships/customXml" Target="../ink/ink505.xml"/><Relationship Id="rId213" Type="http://schemas.openxmlformats.org/officeDocument/2006/relationships/image" Target="../media/image564.png"/><Relationship Id="rId420" Type="http://schemas.openxmlformats.org/officeDocument/2006/relationships/image" Target="../media/image667.png"/><Relationship Id="rId616" Type="http://schemas.openxmlformats.org/officeDocument/2006/relationships/customXml" Target="../ink/ink768.xml"/><Relationship Id="rId658" Type="http://schemas.openxmlformats.org/officeDocument/2006/relationships/customXml" Target="../ink/ink789.xml"/><Relationship Id="rId255" Type="http://schemas.openxmlformats.org/officeDocument/2006/relationships/image" Target="../media/image585.png"/><Relationship Id="rId297" Type="http://schemas.openxmlformats.org/officeDocument/2006/relationships/image" Target="../media/image606.png"/><Relationship Id="rId462" Type="http://schemas.openxmlformats.org/officeDocument/2006/relationships/image" Target="../media/image688.png"/><Relationship Id="rId518" Type="http://schemas.openxmlformats.org/officeDocument/2006/relationships/image" Target="../media/image716.png"/><Relationship Id="rId725" Type="http://schemas.openxmlformats.org/officeDocument/2006/relationships/image" Target="../media/image819.png"/><Relationship Id="rId115" Type="http://schemas.openxmlformats.org/officeDocument/2006/relationships/image" Target="../media/image515.png"/><Relationship Id="rId157" Type="http://schemas.openxmlformats.org/officeDocument/2006/relationships/image" Target="../media/image536.png"/><Relationship Id="rId322" Type="http://schemas.openxmlformats.org/officeDocument/2006/relationships/customXml" Target="../ink/ink620.xml"/><Relationship Id="rId364" Type="http://schemas.openxmlformats.org/officeDocument/2006/relationships/image" Target="../media/image639.png"/><Relationship Id="rId767" Type="http://schemas.openxmlformats.org/officeDocument/2006/relationships/image" Target="../media/image840.png"/><Relationship Id="rId61" Type="http://schemas.openxmlformats.org/officeDocument/2006/relationships/image" Target="../media/image488.png"/><Relationship Id="rId199" Type="http://schemas.openxmlformats.org/officeDocument/2006/relationships/image" Target="../media/image557.png"/><Relationship Id="rId571" Type="http://schemas.openxmlformats.org/officeDocument/2006/relationships/image" Target="../media/image742.png"/><Relationship Id="rId627" Type="http://schemas.openxmlformats.org/officeDocument/2006/relationships/image" Target="../media/image770.png"/><Relationship Id="rId669" Type="http://schemas.openxmlformats.org/officeDocument/2006/relationships/image" Target="../media/image791.png"/><Relationship Id="rId19" Type="http://schemas.openxmlformats.org/officeDocument/2006/relationships/image" Target="../media/image467.png"/><Relationship Id="rId224" Type="http://schemas.openxmlformats.org/officeDocument/2006/relationships/customXml" Target="../ink/ink571.xml"/><Relationship Id="rId266" Type="http://schemas.openxmlformats.org/officeDocument/2006/relationships/customXml" Target="../ink/ink592.xml"/><Relationship Id="rId431" Type="http://schemas.openxmlformats.org/officeDocument/2006/relationships/customXml" Target="../ink/ink675.xml"/><Relationship Id="rId473" Type="http://schemas.openxmlformats.org/officeDocument/2006/relationships/customXml" Target="../ink/ink696.xml"/><Relationship Id="rId529" Type="http://schemas.openxmlformats.org/officeDocument/2006/relationships/customXml" Target="../ink/ink724.xml"/><Relationship Id="rId680" Type="http://schemas.openxmlformats.org/officeDocument/2006/relationships/customXml" Target="../ink/ink800.xml"/><Relationship Id="rId736" Type="http://schemas.openxmlformats.org/officeDocument/2006/relationships/customXml" Target="../ink/ink828.xml"/><Relationship Id="rId30" Type="http://schemas.openxmlformats.org/officeDocument/2006/relationships/customXml" Target="../ink/ink474.xml"/><Relationship Id="rId126" Type="http://schemas.openxmlformats.org/officeDocument/2006/relationships/customXml" Target="../ink/ink522.xml"/><Relationship Id="rId168" Type="http://schemas.openxmlformats.org/officeDocument/2006/relationships/customXml" Target="../ink/ink543.xml"/><Relationship Id="rId333" Type="http://schemas.openxmlformats.org/officeDocument/2006/relationships/image" Target="../media/image624.png"/><Relationship Id="rId540" Type="http://schemas.openxmlformats.org/officeDocument/2006/relationships/image" Target="../media/image727.png"/><Relationship Id="rId72" Type="http://schemas.openxmlformats.org/officeDocument/2006/relationships/customXml" Target="../ink/ink495.xml"/><Relationship Id="rId375" Type="http://schemas.openxmlformats.org/officeDocument/2006/relationships/customXml" Target="../ink/ink647.xml"/><Relationship Id="rId582" Type="http://schemas.openxmlformats.org/officeDocument/2006/relationships/customXml" Target="../ink/ink751.xml"/><Relationship Id="rId638" Type="http://schemas.openxmlformats.org/officeDocument/2006/relationships/customXml" Target="../ink/ink779.xml"/><Relationship Id="rId3" Type="http://schemas.openxmlformats.org/officeDocument/2006/relationships/image" Target="../media/image460.png"/><Relationship Id="rId235" Type="http://schemas.openxmlformats.org/officeDocument/2006/relationships/image" Target="../media/image575.png"/><Relationship Id="rId277" Type="http://schemas.openxmlformats.org/officeDocument/2006/relationships/image" Target="../media/image596.png"/><Relationship Id="rId400" Type="http://schemas.openxmlformats.org/officeDocument/2006/relationships/image" Target="../media/image657.png"/><Relationship Id="rId442" Type="http://schemas.openxmlformats.org/officeDocument/2006/relationships/image" Target="../media/image678.png"/><Relationship Id="rId484" Type="http://schemas.openxmlformats.org/officeDocument/2006/relationships/image" Target="../media/image699.png"/><Relationship Id="rId705" Type="http://schemas.openxmlformats.org/officeDocument/2006/relationships/image" Target="../media/image809.png"/><Relationship Id="rId137" Type="http://schemas.openxmlformats.org/officeDocument/2006/relationships/image" Target="../media/image526.png"/><Relationship Id="rId302" Type="http://schemas.openxmlformats.org/officeDocument/2006/relationships/customXml" Target="../ink/ink610.xml"/><Relationship Id="rId344" Type="http://schemas.openxmlformats.org/officeDocument/2006/relationships/customXml" Target="../ink/ink631.xml"/><Relationship Id="rId691" Type="http://schemas.openxmlformats.org/officeDocument/2006/relationships/image" Target="../media/image802.png"/><Relationship Id="rId747" Type="http://schemas.openxmlformats.org/officeDocument/2006/relationships/image" Target="../media/image830.png"/><Relationship Id="rId41" Type="http://schemas.openxmlformats.org/officeDocument/2006/relationships/image" Target="../media/image478.png"/><Relationship Id="rId83" Type="http://schemas.openxmlformats.org/officeDocument/2006/relationships/image" Target="../media/image499.png"/><Relationship Id="rId179" Type="http://schemas.openxmlformats.org/officeDocument/2006/relationships/image" Target="../media/image547.png"/><Relationship Id="rId386" Type="http://schemas.openxmlformats.org/officeDocument/2006/relationships/image" Target="../media/image650.png"/><Relationship Id="rId551" Type="http://schemas.openxmlformats.org/officeDocument/2006/relationships/image" Target="../media/image732.png"/><Relationship Id="rId593" Type="http://schemas.openxmlformats.org/officeDocument/2006/relationships/image" Target="../media/image753.png"/><Relationship Id="rId607" Type="http://schemas.openxmlformats.org/officeDocument/2006/relationships/image" Target="../media/image760.png"/><Relationship Id="rId649" Type="http://schemas.openxmlformats.org/officeDocument/2006/relationships/image" Target="../media/image781.png"/><Relationship Id="rId190" Type="http://schemas.openxmlformats.org/officeDocument/2006/relationships/customXml" Target="../ink/ink554.xml"/><Relationship Id="rId204" Type="http://schemas.openxmlformats.org/officeDocument/2006/relationships/customXml" Target="../ink/ink561.xml"/><Relationship Id="rId246" Type="http://schemas.openxmlformats.org/officeDocument/2006/relationships/customXml" Target="../ink/ink582.xml"/><Relationship Id="rId288" Type="http://schemas.openxmlformats.org/officeDocument/2006/relationships/customXml" Target="../ink/ink603.xml"/><Relationship Id="rId411" Type="http://schemas.openxmlformats.org/officeDocument/2006/relationships/customXml" Target="../ink/ink665.xml"/><Relationship Id="rId453" Type="http://schemas.openxmlformats.org/officeDocument/2006/relationships/customXml" Target="../ink/ink686.xml"/><Relationship Id="rId509" Type="http://schemas.openxmlformats.org/officeDocument/2006/relationships/customXml" Target="../ink/ink714.xml"/><Relationship Id="rId660" Type="http://schemas.openxmlformats.org/officeDocument/2006/relationships/customXml" Target="../ink/ink790.xml"/><Relationship Id="rId106" Type="http://schemas.openxmlformats.org/officeDocument/2006/relationships/customXml" Target="../ink/ink512.xml"/><Relationship Id="rId313" Type="http://schemas.openxmlformats.org/officeDocument/2006/relationships/image" Target="../media/image614.png"/><Relationship Id="rId495" Type="http://schemas.openxmlformats.org/officeDocument/2006/relationships/customXml" Target="../ink/ink707.xml"/><Relationship Id="rId716" Type="http://schemas.openxmlformats.org/officeDocument/2006/relationships/customXml" Target="../ink/ink818.xml"/><Relationship Id="rId758" Type="http://schemas.openxmlformats.org/officeDocument/2006/relationships/customXml" Target="../ink/ink839.xml"/><Relationship Id="rId10" Type="http://schemas.openxmlformats.org/officeDocument/2006/relationships/customXml" Target="../ink/ink464.xml"/><Relationship Id="rId52" Type="http://schemas.openxmlformats.org/officeDocument/2006/relationships/customXml" Target="../ink/ink485.xml"/><Relationship Id="rId94" Type="http://schemas.openxmlformats.org/officeDocument/2006/relationships/customXml" Target="../ink/ink506.xml"/><Relationship Id="rId148" Type="http://schemas.openxmlformats.org/officeDocument/2006/relationships/customXml" Target="../ink/ink533.xml"/><Relationship Id="rId355" Type="http://schemas.openxmlformats.org/officeDocument/2006/relationships/image" Target="../media/image635.png"/><Relationship Id="rId397" Type="http://schemas.openxmlformats.org/officeDocument/2006/relationships/customXml" Target="../ink/ink658.xml"/><Relationship Id="rId520" Type="http://schemas.openxmlformats.org/officeDocument/2006/relationships/image" Target="../media/image717.png"/><Relationship Id="rId562" Type="http://schemas.openxmlformats.org/officeDocument/2006/relationships/customXml" Target="../ink/ink741.xml"/><Relationship Id="rId618" Type="http://schemas.openxmlformats.org/officeDocument/2006/relationships/customXml" Target="../ink/ink769.xml"/><Relationship Id="rId215" Type="http://schemas.openxmlformats.org/officeDocument/2006/relationships/image" Target="../media/image565.png"/><Relationship Id="rId257" Type="http://schemas.openxmlformats.org/officeDocument/2006/relationships/image" Target="../media/image586.png"/><Relationship Id="rId422" Type="http://schemas.openxmlformats.org/officeDocument/2006/relationships/image" Target="../media/image668.png"/><Relationship Id="rId464" Type="http://schemas.openxmlformats.org/officeDocument/2006/relationships/image" Target="../media/image689.png"/><Relationship Id="rId299" Type="http://schemas.openxmlformats.org/officeDocument/2006/relationships/image" Target="../media/image607.png"/><Relationship Id="rId727" Type="http://schemas.openxmlformats.org/officeDocument/2006/relationships/image" Target="../media/image820.png"/><Relationship Id="rId63" Type="http://schemas.openxmlformats.org/officeDocument/2006/relationships/image" Target="../media/image489.png"/><Relationship Id="rId159" Type="http://schemas.openxmlformats.org/officeDocument/2006/relationships/image" Target="../media/image537.png"/><Relationship Id="rId366" Type="http://schemas.openxmlformats.org/officeDocument/2006/relationships/image" Target="../media/image640.png"/><Relationship Id="rId573" Type="http://schemas.openxmlformats.org/officeDocument/2006/relationships/image" Target="../media/image743.png"/><Relationship Id="rId226" Type="http://schemas.openxmlformats.org/officeDocument/2006/relationships/customXml" Target="../ink/ink572.xml"/><Relationship Id="rId433" Type="http://schemas.openxmlformats.org/officeDocument/2006/relationships/customXml" Target="../ink/ink676.xml"/><Relationship Id="rId640" Type="http://schemas.openxmlformats.org/officeDocument/2006/relationships/customXml" Target="../ink/ink780.xml"/><Relationship Id="rId738" Type="http://schemas.openxmlformats.org/officeDocument/2006/relationships/customXml" Target="../ink/ink829.xml"/><Relationship Id="rId74" Type="http://schemas.openxmlformats.org/officeDocument/2006/relationships/customXml" Target="../ink/ink496.xml"/><Relationship Id="rId377" Type="http://schemas.openxmlformats.org/officeDocument/2006/relationships/customXml" Target="../ink/ink648.xml"/><Relationship Id="rId500" Type="http://schemas.openxmlformats.org/officeDocument/2006/relationships/image" Target="../media/image707.png"/><Relationship Id="rId584" Type="http://schemas.openxmlformats.org/officeDocument/2006/relationships/customXml" Target="../ink/ink752.xml"/><Relationship Id="rId5" Type="http://schemas.openxmlformats.org/officeDocument/2006/relationships/image" Target="../media/image461.png"/><Relationship Id="rId237" Type="http://schemas.openxmlformats.org/officeDocument/2006/relationships/image" Target="../media/image576.png"/><Relationship Id="rId444" Type="http://schemas.openxmlformats.org/officeDocument/2006/relationships/image" Target="../media/image679.png"/><Relationship Id="rId651" Type="http://schemas.openxmlformats.org/officeDocument/2006/relationships/image" Target="../media/image782.png"/><Relationship Id="rId749" Type="http://schemas.openxmlformats.org/officeDocument/2006/relationships/image" Target="../media/image831.png"/><Relationship Id="rId290" Type="http://schemas.openxmlformats.org/officeDocument/2006/relationships/customXml" Target="../ink/ink604.xml"/><Relationship Id="rId304" Type="http://schemas.openxmlformats.org/officeDocument/2006/relationships/customXml" Target="../ink/ink611.xml"/><Relationship Id="rId388" Type="http://schemas.openxmlformats.org/officeDocument/2006/relationships/image" Target="../media/image651.png"/><Relationship Id="rId511" Type="http://schemas.openxmlformats.org/officeDocument/2006/relationships/customXml" Target="../ink/ink715.xml"/><Relationship Id="rId609" Type="http://schemas.openxmlformats.org/officeDocument/2006/relationships/image" Target="../media/image761.png"/><Relationship Id="rId85" Type="http://schemas.openxmlformats.org/officeDocument/2006/relationships/image" Target="../media/image500.png"/><Relationship Id="rId150" Type="http://schemas.openxmlformats.org/officeDocument/2006/relationships/customXml" Target="../ink/ink534.xml"/><Relationship Id="rId595" Type="http://schemas.openxmlformats.org/officeDocument/2006/relationships/image" Target="../media/image754.png"/><Relationship Id="rId248" Type="http://schemas.openxmlformats.org/officeDocument/2006/relationships/customXml" Target="../ink/ink583.xml"/><Relationship Id="rId455" Type="http://schemas.openxmlformats.org/officeDocument/2006/relationships/customXml" Target="../ink/ink687.xml"/><Relationship Id="rId662" Type="http://schemas.openxmlformats.org/officeDocument/2006/relationships/customXml" Target="../ink/ink791.xml"/><Relationship Id="rId12" Type="http://schemas.openxmlformats.org/officeDocument/2006/relationships/customXml" Target="../ink/ink465.xml"/><Relationship Id="rId108" Type="http://schemas.openxmlformats.org/officeDocument/2006/relationships/customXml" Target="../ink/ink513.xml"/><Relationship Id="rId315" Type="http://schemas.openxmlformats.org/officeDocument/2006/relationships/image" Target="../media/image615.png"/><Relationship Id="rId522" Type="http://schemas.openxmlformats.org/officeDocument/2006/relationships/image" Target="../media/image718.png"/><Relationship Id="rId96" Type="http://schemas.openxmlformats.org/officeDocument/2006/relationships/customXml" Target="../ink/ink507.xml"/><Relationship Id="rId161" Type="http://schemas.openxmlformats.org/officeDocument/2006/relationships/image" Target="../media/image538.png"/><Relationship Id="rId399" Type="http://schemas.openxmlformats.org/officeDocument/2006/relationships/customXml" Target="../ink/ink659.xml"/><Relationship Id="rId259" Type="http://schemas.openxmlformats.org/officeDocument/2006/relationships/image" Target="../media/image587.png"/><Relationship Id="rId466" Type="http://schemas.openxmlformats.org/officeDocument/2006/relationships/image" Target="../media/image690.png"/><Relationship Id="rId673" Type="http://schemas.openxmlformats.org/officeDocument/2006/relationships/image" Target="../media/image793.png"/><Relationship Id="rId23" Type="http://schemas.openxmlformats.org/officeDocument/2006/relationships/image" Target="../media/image469.png"/><Relationship Id="rId119" Type="http://schemas.openxmlformats.org/officeDocument/2006/relationships/image" Target="../media/image517.png"/><Relationship Id="rId326" Type="http://schemas.openxmlformats.org/officeDocument/2006/relationships/customXml" Target="../ink/ink622.xml"/><Relationship Id="rId533" Type="http://schemas.openxmlformats.org/officeDocument/2006/relationships/customXml" Target="../ink/ink726.xml"/><Relationship Id="rId740" Type="http://schemas.openxmlformats.org/officeDocument/2006/relationships/customXml" Target="../ink/ink830.xml"/><Relationship Id="rId172" Type="http://schemas.openxmlformats.org/officeDocument/2006/relationships/customXml" Target="../ink/ink545.xml"/><Relationship Id="rId477" Type="http://schemas.openxmlformats.org/officeDocument/2006/relationships/customXml" Target="../ink/ink698.xml"/><Relationship Id="rId600" Type="http://schemas.openxmlformats.org/officeDocument/2006/relationships/customXml" Target="../ink/ink760.xml"/><Relationship Id="rId684" Type="http://schemas.openxmlformats.org/officeDocument/2006/relationships/customXml" Target="../ink/ink802.xml"/><Relationship Id="rId337" Type="http://schemas.openxmlformats.org/officeDocument/2006/relationships/image" Target="../media/image626.png"/><Relationship Id="rId34" Type="http://schemas.openxmlformats.org/officeDocument/2006/relationships/customXml" Target="../ink/ink476.xml"/><Relationship Id="rId544" Type="http://schemas.openxmlformats.org/officeDocument/2006/relationships/customXml" Target="../ink/ink732.xml"/><Relationship Id="rId751" Type="http://schemas.openxmlformats.org/officeDocument/2006/relationships/image" Target="../media/image832.png"/><Relationship Id="rId183" Type="http://schemas.openxmlformats.org/officeDocument/2006/relationships/image" Target="../media/image549.png"/><Relationship Id="rId390" Type="http://schemas.openxmlformats.org/officeDocument/2006/relationships/image" Target="../media/image652.png"/><Relationship Id="rId404" Type="http://schemas.openxmlformats.org/officeDocument/2006/relationships/image" Target="../media/image659.png"/><Relationship Id="rId611" Type="http://schemas.openxmlformats.org/officeDocument/2006/relationships/image" Target="../media/image762.png"/><Relationship Id="rId250" Type="http://schemas.openxmlformats.org/officeDocument/2006/relationships/customXml" Target="../ink/ink584.xml"/><Relationship Id="rId488" Type="http://schemas.openxmlformats.org/officeDocument/2006/relationships/image" Target="../media/image701.png"/><Relationship Id="rId695" Type="http://schemas.openxmlformats.org/officeDocument/2006/relationships/image" Target="../media/image804.png"/><Relationship Id="rId709" Type="http://schemas.openxmlformats.org/officeDocument/2006/relationships/image" Target="../media/image811.png"/><Relationship Id="rId45" Type="http://schemas.openxmlformats.org/officeDocument/2006/relationships/image" Target="../media/image480.png"/><Relationship Id="rId110" Type="http://schemas.openxmlformats.org/officeDocument/2006/relationships/customXml" Target="../ink/ink514.xml"/><Relationship Id="rId348" Type="http://schemas.openxmlformats.org/officeDocument/2006/relationships/customXml" Target="../ink/ink633.xml"/><Relationship Id="rId555" Type="http://schemas.openxmlformats.org/officeDocument/2006/relationships/image" Target="../media/image734.png"/><Relationship Id="rId762" Type="http://schemas.openxmlformats.org/officeDocument/2006/relationships/customXml" Target="../ink/ink841.xml"/><Relationship Id="rId194" Type="http://schemas.openxmlformats.org/officeDocument/2006/relationships/customXml" Target="../ink/ink556.xml"/><Relationship Id="rId208" Type="http://schemas.openxmlformats.org/officeDocument/2006/relationships/customXml" Target="../ink/ink563.xml"/><Relationship Id="rId415" Type="http://schemas.openxmlformats.org/officeDocument/2006/relationships/customXml" Target="../ink/ink667.xml"/><Relationship Id="rId622" Type="http://schemas.openxmlformats.org/officeDocument/2006/relationships/customXml" Target="../ink/ink771.xml"/><Relationship Id="rId261" Type="http://schemas.openxmlformats.org/officeDocument/2006/relationships/image" Target="../media/image588.png"/><Relationship Id="rId499" Type="http://schemas.openxmlformats.org/officeDocument/2006/relationships/customXml" Target="../ink/ink709.xml"/><Relationship Id="rId56" Type="http://schemas.openxmlformats.org/officeDocument/2006/relationships/customXml" Target="../ink/ink487.xml"/><Relationship Id="rId359" Type="http://schemas.openxmlformats.org/officeDocument/2006/relationships/customXml" Target="../ink/ink639.xml"/><Relationship Id="rId566" Type="http://schemas.openxmlformats.org/officeDocument/2006/relationships/customXml" Target="../ink/ink743.xml"/><Relationship Id="rId121" Type="http://schemas.openxmlformats.org/officeDocument/2006/relationships/image" Target="../media/image518.png"/><Relationship Id="rId219" Type="http://schemas.openxmlformats.org/officeDocument/2006/relationships/image" Target="../media/image567.png"/><Relationship Id="rId426" Type="http://schemas.openxmlformats.org/officeDocument/2006/relationships/image" Target="../media/image670.png"/><Relationship Id="rId633" Type="http://schemas.openxmlformats.org/officeDocument/2006/relationships/image" Target="../media/image773.png"/><Relationship Id="rId67" Type="http://schemas.openxmlformats.org/officeDocument/2006/relationships/image" Target="../media/image491.png"/><Relationship Id="rId272" Type="http://schemas.openxmlformats.org/officeDocument/2006/relationships/customXml" Target="../ink/ink595.xml"/><Relationship Id="rId577" Type="http://schemas.openxmlformats.org/officeDocument/2006/relationships/image" Target="../media/image745.png"/><Relationship Id="rId700" Type="http://schemas.openxmlformats.org/officeDocument/2006/relationships/customXml" Target="../ink/ink810.xml"/><Relationship Id="rId132" Type="http://schemas.openxmlformats.org/officeDocument/2006/relationships/customXml" Target="../ink/ink525.xml"/><Relationship Id="rId437" Type="http://schemas.openxmlformats.org/officeDocument/2006/relationships/customXml" Target="../ink/ink678.xml"/><Relationship Id="rId644" Type="http://schemas.openxmlformats.org/officeDocument/2006/relationships/customXml" Target="../ink/ink782.xml"/><Relationship Id="rId283" Type="http://schemas.openxmlformats.org/officeDocument/2006/relationships/image" Target="../media/image599.png"/><Relationship Id="rId490" Type="http://schemas.openxmlformats.org/officeDocument/2006/relationships/image" Target="../media/image702.png"/><Relationship Id="rId504" Type="http://schemas.openxmlformats.org/officeDocument/2006/relationships/image" Target="../media/image709.png"/><Relationship Id="rId711" Type="http://schemas.openxmlformats.org/officeDocument/2006/relationships/image" Target="../media/image812.png"/><Relationship Id="rId78" Type="http://schemas.openxmlformats.org/officeDocument/2006/relationships/customXml" Target="../ink/ink498.xml"/><Relationship Id="rId143" Type="http://schemas.openxmlformats.org/officeDocument/2006/relationships/image" Target="../media/image529.png"/><Relationship Id="rId350" Type="http://schemas.openxmlformats.org/officeDocument/2006/relationships/customXml" Target="../ink/ink634.xml"/><Relationship Id="rId588" Type="http://schemas.openxmlformats.org/officeDocument/2006/relationships/customXml" Target="../ink/ink754.xml"/><Relationship Id="rId9" Type="http://schemas.openxmlformats.org/officeDocument/2006/relationships/image" Target="../media/image384.png"/><Relationship Id="rId210" Type="http://schemas.openxmlformats.org/officeDocument/2006/relationships/customXml" Target="../ink/ink564.xml"/><Relationship Id="rId448" Type="http://schemas.openxmlformats.org/officeDocument/2006/relationships/image" Target="../media/image681.png"/><Relationship Id="rId655" Type="http://schemas.openxmlformats.org/officeDocument/2006/relationships/image" Target="../media/image784.png"/><Relationship Id="rId294" Type="http://schemas.openxmlformats.org/officeDocument/2006/relationships/customXml" Target="../ink/ink606.xml"/><Relationship Id="rId308" Type="http://schemas.openxmlformats.org/officeDocument/2006/relationships/customXml" Target="../ink/ink613.xml"/><Relationship Id="rId515" Type="http://schemas.openxmlformats.org/officeDocument/2006/relationships/customXml" Target="../ink/ink717.xml"/><Relationship Id="rId722" Type="http://schemas.openxmlformats.org/officeDocument/2006/relationships/customXml" Target="../ink/ink821.xml"/><Relationship Id="rId89" Type="http://schemas.openxmlformats.org/officeDocument/2006/relationships/image" Target="../media/image502.png"/><Relationship Id="rId154" Type="http://schemas.openxmlformats.org/officeDocument/2006/relationships/customXml" Target="../ink/ink536.xml"/><Relationship Id="rId361" Type="http://schemas.openxmlformats.org/officeDocument/2006/relationships/customXml" Target="../ink/ink640.xml"/><Relationship Id="rId599" Type="http://schemas.openxmlformats.org/officeDocument/2006/relationships/image" Target="../media/image756.png"/><Relationship Id="rId459" Type="http://schemas.openxmlformats.org/officeDocument/2006/relationships/customXml" Target="../ink/ink689.xml"/><Relationship Id="rId666" Type="http://schemas.openxmlformats.org/officeDocument/2006/relationships/customXml" Target="../ink/ink793.xml"/><Relationship Id="rId16" Type="http://schemas.openxmlformats.org/officeDocument/2006/relationships/customXml" Target="../ink/ink467.xml"/><Relationship Id="rId221" Type="http://schemas.openxmlformats.org/officeDocument/2006/relationships/image" Target="../media/image568.png"/><Relationship Id="rId319" Type="http://schemas.openxmlformats.org/officeDocument/2006/relationships/image" Target="../media/image617.png"/><Relationship Id="rId526" Type="http://schemas.openxmlformats.org/officeDocument/2006/relationships/image" Target="../media/image720.png"/><Relationship Id="rId733" Type="http://schemas.openxmlformats.org/officeDocument/2006/relationships/image" Target="../media/image823.png"/><Relationship Id="rId165" Type="http://schemas.openxmlformats.org/officeDocument/2006/relationships/image" Target="../media/image540.png"/><Relationship Id="rId372" Type="http://schemas.openxmlformats.org/officeDocument/2006/relationships/image" Target="../media/image643.png"/><Relationship Id="rId677" Type="http://schemas.openxmlformats.org/officeDocument/2006/relationships/image" Target="../media/image795.png"/><Relationship Id="rId232" Type="http://schemas.openxmlformats.org/officeDocument/2006/relationships/customXml" Target="../ink/ink575.xml"/><Relationship Id="rId27" Type="http://schemas.openxmlformats.org/officeDocument/2006/relationships/image" Target="../media/image471.png"/><Relationship Id="rId537" Type="http://schemas.openxmlformats.org/officeDocument/2006/relationships/customXml" Target="../ink/ink728.xml"/><Relationship Id="rId744" Type="http://schemas.openxmlformats.org/officeDocument/2006/relationships/customXml" Target="../ink/ink832.xml"/><Relationship Id="rId80" Type="http://schemas.openxmlformats.org/officeDocument/2006/relationships/customXml" Target="../ink/ink499.xml"/><Relationship Id="rId176" Type="http://schemas.openxmlformats.org/officeDocument/2006/relationships/customXml" Target="../ink/ink547.xml"/><Relationship Id="rId383" Type="http://schemas.openxmlformats.org/officeDocument/2006/relationships/customXml" Target="../ink/ink651.xml"/><Relationship Id="rId590" Type="http://schemas.openxmlformats.org/officeDocument/2006/relationships/customXml" Target="../ink/ink755.xml"/><Relationship Id="rId604" Type="http://schemas.openxmlformats.org/officeDocument/2006/relationships/customXml" Target="../ink/ink762.xml"/><Relationship Id="rId243" Type="http://schemas.openxmlformats.org/officeDocument/2006/relationships/image" Target="../media/image579.png"/><Relationship Id="rId450" Type="http://schemas.openxmlformats.org/officeDocument/2006/relationships/image" Target="../media/image682.png"/><Relationship Id="rId688" Type="http://schemas.openxmlformats.org/officeDocument/2006/relationships/customXml" Target="../ink/ink804.xml"/><Relationship Id="rId38" Type="http://schemas.openxmlformats.org/officeDocument/2006/relationships/customXml" Target="../ink/ink478.xml"/><Relationship Id="rId103" Type="http://schemas.openxmlformats.org/officeDocument/2006/relationships/image" Target="../media/image509.png"/><Relationship Id="rId310" Type="http://schemas.openxmlformats.org/officeDocument/2006/relationships/customXml" Target="../ink/ink614.xml"/><Relationship Id="rId548" Type="http://schemas.openxmlformats.org/officeDocument/2006/relationships/customXml" Target="../ink/ink734.xml"/><Relationship Id="rId755" Type="http://schemas.openxmlformats.org/officeDocument/2006/relationships/image" Target="../media/image834.png"/><Relationship Id="rId91" Type="http://schemas.openxmlformats.org/officeDocument/2006/relationships/image" Target="../media/image503.png"/><Relationship Id="rId187" Type="http://schemas.openxmlformats.org/officeDocument/2006/relationships/image" Target="../media/image551.png"/><Relationship Id="rId394" Type="http://schemas.openxmlformats.org/officeDocument/2006/relationships/image" Target="../media/image654.png"/><Relationship Id="rId408" Type="http://schemas.openxmlformats.org/officeDocument/2006/relationships/image" Target="../media/image661.png"/><Relationship Id="rId615" Type="http://schemas.openxmlformats.org/officeDocument/2006/relationships/image" Target="../media/image764.png"/><Relationship Id="rId254" Type="http://schemas.openxmlformats.org/officeDocument/2006/relationships/customXml" Target="../ink/ink586.xml"/><Relationship Id="rId699" Type="http://schemas.openxmlformats.org/officeDocument/2006/relationships/image" Target="../media/image806.png"/><Relationship Id="rId49" Type="http://schemas.openxmlformats.org/officeDocument/2006/relationships/image" Target="../media/image482.png"/><Relationship Id="rId114" Type="http://schemas.openxmlformats.org/officeDocument/2006/relationships/customXml" Target="../ink/ink516.xml"/><Relationship Id="rId461" Type="http://schemas.openxmlformats.org/officeDocument/2006/relationships/customXml" Target="../ink/ink690.xml"/><Relationship Id="rId559" Type="http://schemas.openxmlformats.org/officeDocument/2006/relationships/image" Target="../media/image736.png"/><Relationship Id="rId766" Type="http://schemas.openxmlformats.org/officeDocument/2006/relationships/customXml" Target="../ink/ink843.xml"/><Relationship Id="rId198" Type="http://schemas.openxmlformats.org/officeDocument/2006/relationships/customXml" Target="../ink/ink558.xml"/><Relationship Id="rId321" Type="http://schemas.openxmlformats.org/officeDocument/2006/relationships/image" Target="../media/image618.png"/><Relationship Id="rId419" Type="http://schemas.openxmlformats.org/officeDocument/2006/relationships/customXml" Target="../ink/ink669.xml"/><Relationship Id="rId626" Type="http://schemas.openxmlformats.org/officeDocument/2006/relationships/customXml" Target="../ink/ink773.xml"/><Relationship Id="rId265" Type="http://schemas.openxmlformats.org/officeDocument/2006/relationships/image" Target="../media/image590.png"/><Relationship Id="rId472" Type="http://schemas.openxmlformats.org/officeDocument/2006/relationships/image" Target="../media/image693.png"/><Relationship Id="rId125" Type="http://schemas.openxmlformats.org/officeDocument/2006/relationships/image" Target="../media/image520.png"/><Relationship Id="rId332" Type="http://schemas.openxmlformats.org/officeDocument/2006/relationships/customXml" Target="../ink/ink625.xml"/><Relationship Id="rId637" Type="http://schemas.openxmlformats.org/officeDocument/2006/relationships/image" Target="../media/image775.png"/><Relationship Id="rId276" Type="http://schemas.openxmlformats.org/officeDocument/2006/relationships/customXml" Target="../ink/ink597.xml"/><Relationship Id="rId483" Type="http://schemas.openxmlformats.org/officeDocument/2006/relationships/customXml" Target="../ink/ink701.xml"/><Relationship Id="rId690" Type="http://schemas.openxmlformats.org/officeDocument/2006/relationships/customXml" Target="../ink/ink805.xml"/><Relationship Id="rId704" Type="http://schemas.openxmlformats.org/officeDocument/2006/relationships/customXml" Target="../ink/ink812.xml"/><Relationship Id="rId40" Type="http://schemas.openxmlformats.org/officeDocument/2006/relationships/customXml" Target="../ink/ink479.xml"/><Relationship Id="rId136" Type="http://schemas.openxmlformats.org/officeDocument/2006/relationships/customXml" Target="../ink/ink527.xml"/><Relationship Id="rId343" Type="http://schemas.openxmlformats.org/officeDocument/2006/relationships/image" Target="../media/image629.png"/><Relationship Id="rId550" Type="http://schemas.openxmlformats.org/officeDocument/2006/relationships/customXml" Target="../ink/ink735.xml"/><Relationship Id="rId203" Type="http://schemas.openxmlformats.org/officeDocument/2006/relationships/image" Target="../media/image559.png"/><Relationship Id="rId648" Type="http://schemas.openxmlformats.org/officeDocument/2006/relationships/customXml" Target="../ink/ink784.xml"/><Relationship Id="rId287" Type="http://schemas.openxmlformats.org/officeDocument/2006/relationships/image" Target="../media/image601.png"/><Relationship Id="rId410" Type="http://schemas.openxmlformats.org/officeDocument/2006/relationships/image" Target="../media/image662.png"/><Relationship Id="rId494" Type="http://schemas.openxmlformats.org/officeDocument/2006/relationships/image" Target="../media/image704.png"/><Relationship Id="rId508" Type="http://schemas.openxmlformats.org/officeDocument/2006/relationships/image" Target="../media/image711.png"/><Relationship Id="rId715" Type="http://schemas.openxmlformats.org/officeDocument/2006/relationships/image" Target="../media/image814.png"/><Relationship Id="rId147" Type="http://schemas.openxmlformats.org/officeDocument/2006/relationships/image" Target="../media/image531.png"/><Relationship Id="rId354" Type="http://schemas.openxmlformats.org/officeDocument/2006/relationships/customXml" Target="../ink/ink636.xml"/><Relationship Id="rId51" Type="http://schemas.openxmlformats.org/officeDocument/2006/relationships/image" Target="../media/image483.png"/><Relationship Id="rId561" Type="http://schemas.openxmlformats.org/officeDocument/2006/relationships/image" Target="../media/image737.png"/><Relationship Id="rId659" Type="http://schemas.openxmlformats.org/officeDocument/2006/relationships/image" Target="../media/image786.png"/><Relationship Id="rId214" Type="http://schemas.openxmlformats.org/officeDocument/2006/relationships/customXml" Target="../ink/ink566.xml"/><Relationship Id="rId298" Type="http://schemas.openxmlformats.org/officeDocument/2006/relationships/customXml" Target="../ink/ink608.xml"/><Relationship Id="rId421" Type="http://schemas.openxmlformats.org/officeDocument/2006/relationships/customXml" Target="../ink/ink670.xml"/><Relationship Id="rId519" Type="http://schemas.openxmlformats.org/officeDocument/2006/relationships/customXml" Target="../ink/ink719.xml"/><Relationship Id="rId158" Type="http://schemas.openxmlformats.org/officeDocument/2006/relationships/customXml" Target="../ink/ink538.xml"/><Relationship Id="rId726" Type="http://schemas.openxmlformats.org/officeDocument/2006/relationships/customXml" Target="../ink/ink823.xml"/><Relationship Id="rId62" Type="http://schemas.openxmlformats.org/officeDocument/2006/relationships/customXml" Target="../ink/ink490.xml"/><Relationship Id="rId365" Type="http://schemas.openxmlformats.org/officeDocument/2006/relationships/customXml" Target="../ink/ink642.xml"/><Relationship Id="rId572" Type="http://schemas.openxmlformats.org/officeDocument/2006/relationships/customXml" Target="../ink/ink746.xml"/><Relationship Id="rId225" Type="http://schemas.openxmlformats.org/officeDocument/2006/relationships/image" Target="../media/image570.png"/><Relationship Id="rId432" Type="http://schemas.openxmlformats.org/officeDocument/2006/relationships/image" Target="../media/image673.png"/><Relationship Id="rId737" Type="http://schemas.openxmlformats.org/officeDocument/2006/relationships/image" Target="../media/image825.png"/><Relationship Id="rId73" Type="http://schemas.openxmlformats.org/officeDocument/2006/relationships/image" Target="../media/image494.png"/><Relationship Id="rId169" Type="http://schemas.openxmlformats.org/officeDocument/2006/relationships/image" Target="../media/image542.png"/><Relationship Id="rId376" Type="http://schemas.openxmlformats.org/officeDocument/2006/relationships/image" Target="../media/image645.png"/><Relationship Id="rId583" Type="http://schemas.openxmlformats.org/officeDocument/2006/relationships/image" Target="../media/image748.png"/><Relationship Id="rId4" Type="http://schemas.openxmlformats.org/officeDocument/2006/relationships/customXml" Target="../ink/ink461.xml"/><Relationship Id="rId236" Type="http://schemas.openxmlformats.org/officeDocument/2006/relationships/customXml" Target="../ink/ink577.xml"/><Relationship Id="rId443" Type="http://schemas.openxmlformats.org/officeDocument/2006/relationships/customXml" Target="../ink/ink681.xml"/><Relationship Id="rId650" Type="http://schemas.openxmlformats.org/officeDocument/2006/relationships/customXml" Target="../ink/ink785.xml"/><Relationship Id="rId303" Type="http://schemas.openxmlformats.org/officeDocument/2006/relationships/image" Target="../media/image609.png"/><Relationship Id="rId748" Type="http://schemas.openxmlformats.org/officeDocument/2006/relationships/customXml" Target="../ink/ink834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99.png"/><Relationship Id="rId21" Type="http://schemas.openxmlformats.org/officeDocument/2006/relationships/image" Target="../media/image751.png"/><Relationship Id="rId324" Type="http://schemas.openxmlformats.org/officeDocument/2006/relationships/customXml" Target="../ink/ink1006.xml"/><Relationship Id="rId531" Type="http://schemas.openxmlformats.org/officeDocument/2006/relationships/image" Target="../media/image946.png"/><Relationship Id="rId170" Type="http://schemas.openxmlformats.org/officeDocument/2006/relationships/customXml" Target="../ink/ink929.xml"/><Relationship Id="rId268" Type="http://schemas.openxmlformats.org/officeDocument/2006/relationships/customXml" Target="../ink/ink978.xml"/><Relationship Id="rId475" Type="http://schemas.openxmlformats.org/officeDocument/2006/relationships/image" Target="../media/image918.png"/><Relationship Id="rId32" Type="http://schemas.openxmlformats.org/officeDocument/2006/relationships/customXml" Target="../ink/ink860.xml"/><Relationship Id="rId128" Type="http://schemas.openxmlformats.org/officeDocument/2006/relationships/customXml" Target="../ink/ink908.xml"/><Relationship Id="rId335" Type="http://schemas.openxmlformats.org/officeDocument/2006/relationships/image" Target="../media/image848.png"/><Relationship Id="rId542" Type="http://schemas.openxmlformats.org/officeDocument/2006/relationships/customXml" Target="../ink/ink1115.xml"/><Relationship Id="rId181" Type="http://schemas.openxmlformats.org/officeDocument/2006/relationships/image" Target="../media/image831.png"/><Relationship Id="rId402" Type="http://schemas.openxmlformats.org/officeDocument/2006/relationships/customXml" Target="../ink/ink1045.xml"/><Relationship Id="rId279" Type="http://schemas.openxmlformats.org/officeDocument/2006/relationships/image" Target="../media/image717.png"/><Relationship Id="rId486" Type="http://schemas.openxmlformats.org/officeDocument/2006/relationships/customXml" Target="../ink/ink1087.xml"/><Relationship Id="rId43" Type="http://schemas.openxmlformats.org/officeDocument/2006/relationships/image" Target="../media/image762.png"/><Relationship Id="rId139" Type="http://schemas.openxmlformats.org/officeDocument/2006/relationships/image" Target="../media/image810.png"/><Relationship Id="rId346" Type="http://schemas.openxmlformats.org/officeDocument/2006/relationships/customXml" Target="../ink/ink1017.xml"/><Relationship Id="rId553" Type="http://schemas.openxmlformats.org/officeDocument/2006/relationships/image" Target="../media/image957.png"/><Relationship Id="rId192" Type="http://schemas.openxmlformats.org/officeDocument/2006/relationships/customXml" Target="../ink/ink940.xml"/><Relationship Id="rId206" Type="http://schemas.openxmlformats.org/officeDocument/2006/relationships/customXml" Target="../ink/ink947.xml"/><Relationship Id="rId413" Type="http://schemas.openxmlformats.org/officeDocument/2006/relationships/image" Target="../media/image887.png"/><Relationship Id="rId497" Type="http://schemas.openxmlformats.org/officeDocument/2006/relationships/image" Target="../media/image929.png"/><Relationship Id="rId620" Type="http://schemas.openxmlformats.org/officeDocument/2006/relationships/customXml" Target="../ink/ink1154.xml"/><Relationship Id="rId357" Type="http://schemas.openxmlformats.org/officeDocument/2006/relationships/image" Target="../media/image859.png"/><Relationship Id="rId54" Type="http://schemas.openxmlformats.org/officeDocument/2006/relationships/customXml" Target="../ink/ink871.xml"/><Relationship Id="rId217" Type="http://schemas.openxmlformats.org/officeDocument/2006/relationships/image" Target="../media/image686.png"/><Relationship Id="rId564" Type="http://schemas.openxmlformats.org/officeDocument/2006/relationships/customXml" Target="../ink/ink1126.xml"/><Relationship Id="rId424" Type="http://schemas.openxmlformats.org/officeDocument/2006/relationships/customXml" Target="../ink/ink1056.xml"/><Relationship Id="rId270" Type="http://schemas.openxmlformats.org/officeDocument/2006/relationships/customXml" Target="../ink/ink979.xml"/><Relationship Id="rId65" Type="http://schemas.openxmlformats.org/officeDocument/2006/relationships/image" Target="../media/image773.png"/><Relationship Id="rId130" Type="http://schemas.openxmlformats.org/officeDocument/2006/relationships/customXml" Target="../ink/ink909.xml"/><Relationship Id="rId368" Type="http://schemas.openxmlformats.org/officeDocument/2006/relationships/customXml" Target="../ink/ink1028.xml"/><Relationship Id="rId575" Type="http://schemas.openxmlformats.org/officeDocument/2006/relationships/image" Target="../media/image968.png"/><Relationship Id="rId228" Type="http://schemas.openxmlformats.org/officeDocument/2006/relationships/customXml" Target="../ink/ink958.xml"/><Relationship Id="rId435" Type="http://schemas.openxmlformats.org/officeDocument/2006/relationships/image" Target="../media/image898.png"/><Relationship Id="rId281" Type="http://schemas.openxmlformats.org/officeDocument/2006/relationships/image" Target="../media/image718.png"/><Relationship Id="rId502" Type="http://schemas.openxmlformats.org/officeDocument/2006/relationships/customXml" Target="../ink/ink1095.xml"/><Relationship Id="rId76" Type="http://schemas.openxmlformats.org/officeDocument/2006/relationships/customXml" Target="../ink/ink882.xml"/><Relationship Id="rId141" Type="http://schemas.openxmlformats.org/officeDocument/2006/relationships/image" Target="../media/image811.png"/><Relationship Id="rId379" Type="http://schemas.openxmlformats.org/officeDocument/2006/relationships/image" Target="../media/image870.png"/><Relationship Id="rId586" Type="http://schemas.openxmlformats.org/officeDocument/2006/relationships/customXml" Target="../ink/ink1137.xml"/><Relationship Id="rId7" Type="http://schemas.openxmlformats.org/officeDocument/2006/relationships/image" Target="../media/image744.png"/><Relationship Id="rId239" Type="http://schemas.openxmlformats.org/officeDocument/2006/relationships/image" Target="../media/image697.png"/><Relationship Id="rId446" Type="http://schemas.openxmlformats.org/officeDocument/2006/relationships/customXml" Target="../ink/ink1067.xml"/><Relationship Id="rId292" Type="http://schemas.openxmlformats.org/officeDocument/2006/relationships/customXml" Target="../ink/ink990.xml"/><Relationship Id="rId306" Type="http://schemas.openxmlformats.org/officeDocument/2006/relationships/customXml" Target="../ink/ink997.xml"/><Relationship Id="rId87" Type="http://schemas.openxmlformats.org/officeDocument/2006/relationships/image" Target="../media/image784.png"/><Relationship Id="rId513" Type="http://schemas.openxmlformats.org/officeDocument/2006/relationships/image" Target="../media/image937.png"/><Relationship Id="rId597" Type="http://schemas.openxmlformats.org/officeDocument/2006/relationships/image" Target="../media/image979.png"/><Relationship Id="rId152" Type="http://schemas.openxmlformats.org/officeDocument/2006/relationships/customXml" Target="../ink/ink920.xml"/><Relationship Id="rId457" Type="http://schemas.openxmlformats.org/officeDocument/2006/relationships/image" Target="../media/image909.png"/><Relationship Id="rId14" Type="http://schemas.openxmlformats.org/officeDocument/2006/relationships/customXml" Target="../ink/ink851.xml"/><Relationship Id="rId317" Type="http://schemas.openxmlformats.org/officeDocument/2006/relationships/image" Target="../media/image735.png"/><Relationship Id="rId524" Type="http://schemas.openxmlformats.org/officeDocument/2006/relationships/customXml" Target="../ink/ink1106.xml"/><Relationship Id="rId98" Type="http://schemas.openxmlformats.org/officeDocument/2006/relationships/customXml" Target="../ink/ink893.xml"/><Relationship Id="rId163" Type="http://schemas.openxmlformats.org/officeDocument/2006/relationships/image" Target="../media/image822.png"/><Relationship Id="rId370" Type="http://schemas.openxmlformats.org/officeDocument/2006/relationships/customXml" Target="../ink/ink1029.xml"/><Relationship Id="rId230" Type="http://schemas.openxmlformats.org/officeDocument/2006/relationships/customXml" Target="../ink/ink959.xml"/><Relationship Id="rId468" Type="http://schemas.openxmlformats.org/officeDocument/2006/relationships/customXml" Target="../ink/ink1078.xml"/><Relationship Id="rId25" Type="http://schemas.openxmlformats.org/officeDocument/2006/relationships/image" Target="../media/image753.png"/><Relationship Id="rId328" Type="http://schemas.openxmlformats.org/officeDocument/2006/relationships/customXml" Target="../ink/ink1008.xml"/><Relationship Id="rId535" Type="http://schemas.openxmlformats.org/officeDocument/2006/relationships/image" Target="../media/image948.png"/><Relationship Id="rId174" Type="http://schemas.openxmlformats.org/officeDocument/2006/relationships/customXml" Target="../ink/ink931.xml"/><Relationship Id="rId381" Type="http://schemas.openxmlformats.org/officeDocument/2006/relationships/image" Target="../media/image871.png"/><Relationship Id="rId602" Type="http://schemas.openxmlformats.org/officeDocument/2006/relationships/customXml" Target="../ink/ink1145.xml"/><Relationship Id="rId241" Type="http://schemas.openxmlformats.org/officeDocument/2006/relationships/image" Target="../media/image698.png"/><Relationship Id="rId437" Type="http://schemas.openxmlformats.org/officeDocument/2006/relationships/image" Target="../media/image899.png"/><Relationship Id="rId479" Type="http://schemas.openxmlformats.org/officeDocument/2006/relationships/image" Target="../media/image920.png"/><Relationship Id="rId36" Type="http://schemas.openxmlformats.org/officeDocument/2006/relationships/customXml" Target="../ink/ink862.xml"/><Relationship Id="rId283" Type="http://schemas.openxmlformats.org/officeDocument/2006/relationships/image" Target="../media/image719.png"/><Relationship Id="rId339" Type="http://schemas.openxmlformats.org/officeDocument/2006/relationships/image" Target="../media/image850.png"/><Relationship Id="rId490" Type="http://schemas.openxmlformats.org/officeDocument/2006/relationships/customXml" Target="../ink/ink1089.xml"/><Relationship Id="rId504" Type="http://schemas.openxmlformats.org/officeDocument/2006/relationships/customXml" Target="../ink/ink1096.xml"/><Relationship Id="rId546" Type="http://schemas.openxmlformats.org/officeDocument/2006/relationships/customXml" Target="../ink/ink1117.xml"/><Relationship Id="rId78" Type="http://schemas.openxmlformats.org/officeDocument/2006/relationships/customXml" Target="../ink/ink883.xml"/><Relationship Id="rId101" Type="http://schemas.openxmlformats.org/officeDocument/2006/relationships/image" Target="../media/image791.png"/><Relationship Id="rId143" Type="http://schemas.openxmlformats.org/officeDocument/2006/relationships/image" Target="../media/image812.png"/><Relationship Id="rId185" Type="http://schemas.openxmlformats.org/officeDocument/2006/relationships/image" Target="../media/image833.png"/><Relationship Id="rId350" Type="http://schemas.openxmlformats.org/officeDocument/2006/relationships/customXml" Target="../ink/ink1019.xml"/><Relationship Id="rId406" Type="http://schemas.openxmlformats.org/officeDocument/2006/relationships/customXml" Target="../ink/ink1047.xml"/><Relationship Id="rId588" Type="http://schemas.openxmlformats.org/officeDocument/2006/relationships/customXml" Target="../ink/ink1138.xml"/><Relationship Id="rId9" Type="http://schemas.openxmlformats.org/officeDocument/2006/relationships/image" Target="../media/image745.png"/><Relationship Id="rId210" Type="http://schemas.openxmlformats.org/officeDocument/2006/relationships/customXml" Target="../ink/ink949.xml"/><Relationship Id="rId392" Type="http://schemas.openxmlformats.org/officeDocument/2006/relationships/customXml" Target="../ink/ink1040.xml"/><Relationship Id="rId448" Type="http://schemas.openxmlformats.org/officeDocument/2006/relationships/customXml" Target="../ink/ink1068.xml"/><Relationship Id="rId613" Type="http://schemas.openxmlformats.org/officeDocument/2006/relationships/image" Target="../media/image987.png"/><Relationship Id="rId252" Type="http://schemas.openxmlformats.org/officeDocument/2006/relationships/customXml" Target="../ink/ink970.xml"/><Relationship Id="rId294" Type="http://schemas.openxmlformats.org/officeDocument/2006/relationships/customXml" Target="../ink/ink991.xml"/><Relationship Id="rId308" Type="http://schemas.openxmlformats.org/officeDocument/2006/relationships/customXml" Target="../ink/ink998.xml"/><Relationship Id="rId515" Type="http://schemas.openxmlformats.org/officeDocument/2006/relationships/image" Target="../media/image938.png"/><Relationship Id="rId47" Type="http://schemas.openxmlformats.org/officeDocument/2006/relationships/image" Target="../media/image764.png"/><Relationship Id="rId89" Type="http://schemas.openxmlformats.org/officeDocument/2006/relationships/image" Target="../media/image785.png"/><Relationship Id="rId112" Type="http://schemas.openxmlformats.org/officeDocument/2006/relationships/customXml" Target="../ink/ink900.xml"/><Relationship Id="rId154" Type="http://schemas.openxmlformats.org/officeDocument/2006/relationships/customXml" Target="../ink/ink921.xml"/><Relationship Id="rId361" Type="http://schemas.openxmlformats.org/officeDocument/2006/relationships/image" Target="../media/image861.png"/><Relationship Id="rId557" Type="http://schemas.openxmlformats.org/officeDocument/2006/relationships/image" Target="../media/image959.png"/><Relationship Id="rId599" Type="http://schemas.openxmlformats.org/officeDocument/2006/relationships/image" Target="../media/image980.png"/><Relationship Id="rId196" Type="http://schemas.openxmlformats.org/officeDocument/2006/relationships/customXml" Target="../ink/ink942.xml"/><Relationship Id="rId417" Type="http://schemas.openxmlformats.org/officeDocument/2006/relationships/image" Target="../media/image889.png"/><Relationship Id="rId459" Type="http://schemas.openxmlformats.org/officeDocument/2006/relationships/image" Target="../media/image910.png"/><Relationship Id="rId16" Type="http://schemas.openxmlformats.org/officeDocument/2006/relationships/customXml" Target="../ink/ink852.xml"/><Relationship Id="rId221" Type="http://schemas.openxmlformats.org/officeDocument/2006/relationships/image" Target="../media/image688.png"/><Relationship Id="rId263" Type="http://schemas.openxmlformats.org/officeDocument/2006/relationships/image" Target="../media/image709.png"/><Relationship Id="rId319" Type="http://schemas.openxmlformats.org/officeDocument/2006/relationships/image" Target="../media/image736.png"/><Relationship Id="rId470" Type="http://schemas.openxmlformats.org/officeDocument/2006/relationships/customXml" Target="../ink/ink1079.xml"/><Relationship Id="rId526" Type="http://schemas.openxmlformats.org/officeDocument/2006/relationships/customXml" Target="../ink/ink1107.xml"/><Relationship Id="rId58" Type="http://schemas.openxmlformats.org/officeDocument/2006/relationships/customXml" Target="../ink/ink873.xml"/><Relationship Id="rId123" Type="http://schemas.openxmlformats.org/officeDocument/2006/relationships/image" Target="../media/image802.png"/><Relationship Id="rId330" Type="http://schemas.openxmlformats.org/officeDocument/2006/relationships/customXml" Target="../ink/ink1009.xml"/><Relationship Id="rId568" Type="http://schemas.openxmlformats.org/officeDocument/2006/relationships/customXml" Target="../ink/ink1128.xml"/><Relationship Id="rId165" Type="http://schemas.openxmlformats.org/officeDocument/2006/relationships/image" Target="../media/image823.png"/><Relationship Id="rId372" Type="http://schemas.openxmlformats.org/officeDocument/2006/relationships/customXml" Target="../ink/ink1030.xml"/><Relationship Id="rId428" Type="http://schemas.openxmlformats.org/officeDocument/2006/relationships/customXml" Target="../ink/ink1058.xml"/><Relationship Id="rId232" Type="http://schemas.openxmlformats.org/officeDocument/2006/relationships/customXml" Target="../ink/ink960.xml"/><Relationship Id="rId274" Type="http://schemas.openxmlformats.org/officeDocument/2006/relationships/customXml" Target="../ink/ink981.xml"/><Relationship Id="rId481" Type="http://schemas.openxmlformats.org/officeDocument/2006/relationships/image" Target="../media/image921.png"/><Relationship Id="rId27" Type="http://schemas.openxmlformats.org/officeDocument/2006/relationships/image" Target="../media/image754.png"/><Relationship Id="rId69" Type="http://schemas.openxmlformats.org/officeDocument/2006/relationships/image" Target="../media/image775.png"/><Relationship Id="rId134" Type="http://schemas.openxmlformats.org/officeDocument/2006/relationships/customXml" Target="../ink/ink911.xml"/><Relationship Id="rId537" Type="http://schemas.openxmlformats.org/officeDocument/2006/relationships/image" Target="../media/image949.png"/><Relationship Id="rId579" Type="http://schemas.openxmlformats.org/officeDocument/2006/relationships/image" Target="../media/image970.png"/><Relationship Id="rId80" Type="http://schemas.openxmlformats.org/officeDocument/2006/relationships/customXml" Target="../ink/ink884.xml"/><Relationship Id="rId176" Type="http://schemas.openxmlformats.org/officeDocument/2006/relationships/customXml" Target="../ink/ink932.xml"/><Relationship Id="rId341" Type="http://schemas.openxmlformats.org/officeDocument/2006/relationships/image" Target="../media/image851.png"/><Relationship Id="rId383" Type="http://schemas.openxmlformats.org/officeDocument/2006/relationships/image" Target="../media/image872.png"/><Relationship Id="rId439" Type="http://schemas.openxmlformats.org/officeDocument/2006/relationships/image" Target="../media/image900.png"/><Relationship Id="rId590" Type="http://schemas.openxmlformats.org/officeDocument/2006/relationships/customXml" Target="../ink/ink1139.xml"/><Relationship Id="rId604" Type="http://schemas.openxmlformats.org/officeDocument/2006/relationships/customXml" Target="../ink/ink1146.xml"/><Relationship Id="rId201" Type="http://schemas.openxmlformats.org/officeDocument/2006/relationships/image" Target="../media/image841.png"/><Relationship Id="rId243" Type="http://schemas.openxmlformats.org/officeDocument/2006/relationships/image" Target="../media/image699.png"/><Relationship Id="rId285" Type="http://schemas.openxmlformats.org/officeDocument/2006/relationships/image" Target="../media/image720.png"/><Relationship Id="rId450" Type="http://schemas.openxmlformats.org/officeDocument/2006/relationships/customXml" Target="../ink/ink1069.xml"/><Relationship Id="rId506" Type="http://schemas.openxmlformats.org/officeDocument/2006/relationships/customXml" Target="../ink/ink1097.xml"/><Relationship Id="rId38" Type="http://schemas.openxmlformats.org/officeDocument/2006/relationships/customXml" Target="../ink/ink863.xml"/><Relationship Id="rId103" Type="http://schemas.openxmlformats.org/officeDocument/2006/relationships/image" Target="../media/image792.png"/><Relationship Id="rId310" Type="http://schemas.openxmlformats.org/officeDocument/2006/relationships/customXml" Target="../ink/ink999.xml"/><Relationship Id="rId492" Type="http://schemas.openxmlformats.org/officeDocument/2006/relationships/customXml" Target="../ink/ink1090.xml"/><Relationship Id="rId548" Type="http://schemas.openxmlformats.org/officeDocument/2006/relationships/customXml" Target="../ink/ink1118.xml"/><Relationship Id="rId91" Type="http://schemas.openxmlformats.org/officeDocument/2006/relationships/image" Target="../media/image786.png"/><Relationship Id="rId145" Type="http://schemas.openxmlformats.org/officeDocument/2006/relationships/image" Target="../media/image813.png"/><Relationship Id="rId187" Type="http://schemas.openxmlformats.org/officeDocument/2006/relationships/image" Target="../media/image834.png"/><Relationship Id="rId352" Type="http://schemas.openxmlformats.org/officeDocument/2006/relationships/customXml" Target="../ink/ink1020.xml"/><Relationship Id="rId394" Type="http://schemas.openxmlformats.org/officeDocument/2006/relationships/customXml" Target="../ink/ink1041.xml"/><Relationship Id="rId408" Type="http://schemas.openxmlformats.org/officeDocument/2006/relationships/customXml" Target="../ink/ink1048.xml"/><Relationship Id="rId615" Type="http://schemas.openxmlformats.org/officeDocument/2006/relationships/image" Target="../media/image988.png"/><Relationship Id="rId212" Type="http://schemas.openxmlformats.org/officeDocument/2006/relationships/customXml" Target="../ink/ink950.xml"/><Relationship Id="rId254" Type="http://schemas.openxmlformats.org/officeDocument/2006/relationships/customXml" Target="../ink/ink971.xml"/><Relationship Id="rId49" Type="http://schemas.openxmlformats.org/officeDocument/2006/relationships/image" Target="../media/image765.png"/><Relationship Id="rId114" Type="http://schemas.openxmlformats.org/officeDocument/2006/relationships/customXml" Target="../ink/ink901.xml"/><Relationship Id="rId296" Type="http://schemas.openxmlformats.org/officeDocument/2006/relationships/customXml" Target="../ink/ink992.xml"/><Relationship Id="rId461" Type="http://schemas.openxmlformats.org/officeDocument/2006/relationships/image" Target="../media/image911.png"/><Relationship Id="rId517" Type="http://schemas.openxmlformats.org/officeDocument/2006/relationships/image" Target="../media/image939.png"/><Relationship Id="rId559" Type="http://schemas.openxmlformats.org/officeDocument/2006/relationships/image" Target="../media/image960.png"/><Relationship Id="rId60" Type="http://schemas.openxmlformats.org/officeDocument/2006/relationships/customXml" Target="../ink/ink874.xml"/><Relationship Id="rId156" Type="http://schemas.openxmlformats.org/officeDocument/2006/relationships/customXml" Target="../ink/ink922.xml"/><Relationship Id="rId198" Type="http://schemas.openxmlformats.org/officeDocument/2006/relationships/customXml" Target="../ink/ink943.xml"/><Relationship Id="rId321" Type="http://schemas.openxmlformats.org/officeDocument/2006/relationships/image" Target="../media/image737.png"/><Relationship Id="rId363" Type="http://schemas.openxmlformats.org/officeDocument/2006/relationships/image" Target="../media/image862.png"/><Relationship Id="rId419" Type="http://schemas.openxmlformats.org/officeDocument/2006/relationships/image" Target="../media/image890.png"/><Relationship Id="rId570" Type="http://schemas.openxmlformats.org/officeDocument/2006/relationships/customXml" Target="../ink/ink1129.xml"/><Relationship Id="rId223" Type="http://schemas.openxmlformats.org/officeDocument/2006/relationships/image" Target="../media/image689.png"/><Relationship Id="rId430" Type="http://schemas.openxmlformats.org/officeDocument/2006/relationships/customXml" Target="../ink/ink1059.xml"/><Relationship Id="rId18" Type="http://schemas.openxmlformats.org/officeDocument/2006/relationships/customXml" Target="../ink/ink853.xml"/><Relationship Id="rId265" Type="http://schemas.openxmlformats.org/officeDocument/2006/relationships/image" Target="../media/image710.png"/><Relationship Id="rId472" Type="http://schemas.openxmlformats.org/officeDocument/2006/relationships/customXml" Target="../ink/ink1080.xml"/><Relationship Id="rId528" Type="http://schemas.openxmlformats.org/officeDocument/2006/relationships/customXml" Target="../ink/ink1108.xml"/><Relationship Id="rId125" Type="http://schemas.openxmlformats.org/officeDocument/2006/relationships/image" Target="../media/image803.png"/><Relationship Id="rId167" Type="http://schemas.openxmlformats.org/officeDocument/2006/relationships/image" Target="../media/image824.png"/><Relationship Id="rId332" Type="http://schemas.openxmlformats.org/officeDocument/2006/relationships/customXml" Target="../ink/ink1010.xml"/><Relationship Id="rId374" Type="http://schemas.openxmlformats.org/officeDocument/2006/relationships/customXml" Target="../ink/ink1031.xml"/><Relationship Id="rId581" Type="http://schemas.openxmlformats.org/officeDocument/2006/relationships/image" Target="../media/image971.png"/><Relationship Id="rId71" Type="http://schemas.openxmlformats.org/officeDocument/2006/relationships/image" Target="../media/image776.png"/><Relationship Id="rId234" Type="http://schemas.openxmlformats.org/officeDocument/2006/relationships/customXml" Target="../ink/ink961.xml"/><Relationship Id="rId2" Type="http://schemas.openxmlformats.org/officeDocument/2006/relationships/customXml" Target="../ink/ink845.xml"/><Relationship Id="rId29" Type="http://schemas.openxmlformats.org/officeDocument/2006/relationships/image" Target="../media/image755.png"/><Relationship Id="rId276" Type="http://schemas.openxmlformats.org/officeDocument/2006/relationships/customXml" Target="../ink/ink982.xml"/><Relationship Id="rId441" Type="http://schemas.openxmlformats.org/officeDocument/2006/relationships/image" Target="../media/image901.png"/><Relationship Id="rId483" Type="http://schemas.openxmlformats.org/officeDocument/2006/relationships/image" Target="../media/image922.png"/><Relationship Id="rId539" Type="http://schemas.openxmlformats.org/officeDocument/2006/relationships/image" Target="../media/image950.png"/><Relationship Id="rId40" Type="http://schemas.openxmlformats.org/officeDocument/2006/relationships/customXml" Target="../ink/ink864.xml"/><Relationship Id="rId136" Type="http://schemas.openxmlformats.org/officeDocument/2006/relationships/customXml" Target="../ink/ink912.xml"/><Relationship Id="rId178" Type="http://schemas.openxmlformats.org/officeDocument/2006/relationships/customXml" Target="../ink/ink933.xml"/><Relationship Id="rId301" Type="http://schemas.openxmlformats.org/officeDocument/2006/relationships/image" Target="../media/image728.png"/><Relationship Id="rId343" Type="http://schemas.openxmlformats.org/officeDocument/2006/relationships/image" Target="../media/image852.png"/><Relationship Id="rId550" Type="http://schemas.openxmlformats.org/officeDocument/2006/relationships/customXml" Target="../ink/ink1119.xml"/><Relationship Id="rId82" Type="http://schemas.openxmlformats.org/officeDocument/2006/relationships/customXml" Target="../ink/ink885.xml"/><Relationship Id="rId203" Type="http://schemas.openxmlformats.org/officeDocument/2006/relationships/image" Target="../media/image679.png"/><Relationship Id="rId385" Type="http://schemas.openxmlformats.org/officeDocument/2006/relationships/image" Target="../media/image873.png"/><Relationship Id="rId592" Type="http://schemas.openxmlformats.org/officeDocument/2006/relationships/customXml" Target="../ink/ink1140.xml"/><Relationship Id="rId606" Type="http://schemas.openxmlformats.org/officeDocument/2006/relationships/customXml" Target="../ink/ink1147.xml"/><Relationship Id="rId245" Type="http://schemas.openxmlformats.org/officeDocument/2006/relationships/image" Target="../media/image700.png"/><Relationship Id="rId287" Type="http://schemas.openxmlformats.org/officeDocument/2006/relationships/image" Target="../media/image721.png"/><Relationship Id="rId410" Type="http://schemas.openxmlformats.org/officeDocument/2006/relationships/customXml" Target="../ink/ink1049.xml"/><Relationship Id="rId452" Type="http://schemas.openxmlformats.org/officeDocument/2006/relationships/customXml" Target="../ink/ink1070.xml"/><Relationship Id="rId494" Type="http://schemas.openxmlformats.org/officeDocument/2006/relationships/customXml" Target="../ink/ink1091.xml"/><Relationship Id="rId508" Type="http://schemas.openxmlformats.org/officeDocument/2006/relationships/customXml" Target="../ink/ink1098.xml"/><Relationship Id="rId105" Type="http://schemas.openxmlformats.org/officeDocument/2006/relationships/image" Target="../media/image793.png"/><Relationship Id="rId147" Type="http://schemas.openxmlformats.org/officeDocument/2006/relationships/image" Target="../media/image814.png"/><Relationship Id="rId312" Type="http://schemas.openxmlformats.org/officeDocument/2006/relationships/customXml" Target="../ink/ink1000.xml"/><Relationship Id="rId354" Type="http://schemas.openxmlformats.org/officeDocument/2006/relationships/customXml" Target="../ink/ink1021.xml"/><Relationship Id="rId51" Type="http://schemas.openxmlformats.org/officeDocument/2006/relationships/image" Target="../media/image766.png"/><Relationship Id="rId93" Type="http://schemas.openxmlformats.org/officeDocument/2006/relationships/image" Target="../media/image787.png"/><Relationship Id="rId189" Type="http://schemas.openxmlformats.org/officeDocument/2006/relationships/image" Target="../media/image835.png"/><Relationship Id="rId396" Type="http://schemas.openxmlformats.org/officeDocument/2006/relationships/customXml" Target="../ink/ink1042.xml"/><Relationship Id="rId561" Type="http://schemas.openxmlformats.org/officeDocument/2006/relationships/image" Target="../media/image961.png"/><Relationship Id="rId617" Type="http://schemas.openxmlformats.org/officeDocument/2006/relationships/image" Target="../media/image989.png"/><Relationship Id="rId214" Type="http://schemas.openxmlformats.org/officeDocument/2006/relationships/customXml" Target="../ink/ink951.xml"/><Relationship Id="rId256" Type="http://schemas.openxmlformats.org/officeDocument/2006/relationships/customXml" Target="../ink/ink972.xml"/><Relationship Id="rId298" Type="http://schemas.openxmlformats.org/officeDocument/2006/relationships/customXml" Target="../ink/ink993.xml"/><Relationship Id="rId421" Type="http://schemas.openxmlformats.org/officeDocument/2006/relationships/image" Target="../media/image891.png"/><Relationship Id="rId463" Type="http://schemas.openxmlformats.org/officeDocument/2006/relationships/image" Target="../media/image912.png"/><Relationship Id="rId519" Type="http://schemas.openxmlformats.org/officeDocument/2006/relationships/image" Target="../media/image940.png"/><Relationship Id="rId116" Type="http://schemas.openxmlformats.org/officeDocument/2006/relationships/customXml" Target="../ink/ink902.xml"/><Relationship Id="rId158" Type="http://schemas.openxmlformats.org/officeDocument/2006/relationships/customXml" Target="../ink/ink923.xml"/><Relationship Id="rId323" Type="http://schemas.openxmlformats.org/officeDocument/2006/relationships/image" Target="../media/image842.png"/><Relationship Id="rId530" Type="http://schemas.openxmlformats.org/officeDocument/2006/relationships/customXml" Target="../ink/ink1109.xml"/><Relationship Id="rId20" Type="http://schemas.openxmlformats.org/officeDocument/2006/relationships/customXml" Target="../ink/ink854.xml"/><Relationship Id="rId62" Type="http://schemas.openxmlformats.org/officeDocument/2006/relationships/customXml" Target="../ink/ink875.xml"/><Relationship Id="rId365" Type="http://schemas.openxmlformats.org/officeDocument/2006/relationships/image" Target="../media/image863.png"/><Relationship Id="rId572" Type="http://schemas.openxmlformats.org/officeDocument/2006/relationships/customXml" Target="../ink/ink1130.xml"/><Relationship Id="rId225" Type="http://schemas.openxmlformats.org/officeDocument/2006/relationships/image" Target="../media/image690.png"/><Relationship Id="rId267" Type="http://schemas.openxmlformats.org/officeDocument/2006/relationships/image" Target="../media/image711.png"/><Relationship Id="rId432" Type="http://schemas.openxmlformats.org/officeDocument/2006/relationships/customXml" Target="../ink/ink1060.xml"/><Relationship Id="rId474" Type="http://schemas.openxmlformats.org/officeDocument/2006/relationships/customXml" Target="../ink/ink1081.xml"/><Relationship Id="rId127" Type="http://schemas.openxmlformats.org/officeDocument/2006/relationships/image" Target="../media/image804.png"/><Relationship Id="rId31" Type="http://schemas.openxmlformats.org/officeDocument/2006/relationships/image" Target="../media/image756.png"/><Relationship Id="rId73" Type="http://schemas.openxmlformats.org/officeDocument/2006/relationships/image" Target="../media/image777.png"/><Relationship Id="rId169" Type="http://schemas.openxmlformats.org/officeDocument/2006/relationships/image" Target="../media/image825.png"/><Relationship Id="rId334" Type="http://schemas.openxmlformats.org/officeDocument/2006/relationships/customXml" Target="../ink/ink1011.xml"/><Relationship Id="rId376" Type="http://schemas.openxmlformats.org/officeDocument/2006/relationships/customXml" Target="../ink/ink1032.xml"/><Relationship Id="rId541" Type="http://schemas.openxmlformats.org/officeDocument/2006/relationships/image" Target="../media/image951.png"/><Relationship Id="rId583" Type="http://schemas.openxmlformats.org/officeDocument/2006/relationships/image" Target="../media/image972.png"/><Relationship Id="rId4" Type="http://schemas.openxmlformats.org/officeDocument/2006/relationships/customXml" Target="../ink/ink846.xml"/><Relationship Id="rId180" Type="http://schemas.openxmlformats.org/officeDocument/2006/relationships/customXml" Target="../ink/ink934.xml"/><Relationship Id="rId236" Type="http://schemas.openxmlformats.org/officeDocument/2006/relationships/customXml" Target="../ink/ink962.xml"/><Relationship Id="rId278" Type="http://schemas.openxmlformats.org/officeDocument/2006/relationships/customXml" Target="../ink/ink983.xml"/><Relationship Id="rId401" Type="http://schemas.openxmlformats.org/officeDocument/2006/relationships/image" Target="../media/image881.png"/><Relationship Id="rId443" Type="http://schemas.openxmlformats.org/officeDocument/2006/relationships/image" Target="../media/image902.png"/><Relationship Id="rId303" Type="http://schemas.openxmlformats.org/officeDocument/2006/relationships/image" Target="../media/image384.png"/><Relationship Id="rId485" Type="http://schemas.openxmlformats.org/officeDocument/2006/relationships/image" Target="../media/image923.png"/><Relationship Id="rId42" Type="http://schemas.openxmlformats.org/officeDocument/2006/relationships/customXml" Target="../ink/ink865.xml"/><Relationship Id="rId84" Type="http://schemas.openxmlformats.org/officeDocument/2006/relationships/customXml" Target="../ink/ink886.xml"/><Relationship Id="rId138" Type="http://schemas.openxmlformats.org/officeDocument/2006/relationships/customXml" Target="../ink/ink913.xml"/><Relationship Id="rId345" Type="http://schemas.openxmlformats.org/officeDocument/2006/relationships/image" Target="../media/image853.png"/><Relationship Id="rId387" Type="http://schemas.openxmlformats.org/officeDocument/2006/relationships/image" Target="../media/image874.png"/><Relationship Id="rId510" Type="http://schemas.openxmlformats.org/officeDocument/2006/relationships/customXml" Target="../ink/ink1099.xml"/><Relationship Id="rId552" Type="http://schemas.openxmlformats.org/officeDocument/2006/relationships/customXml" Target="../ink/ink1120.xml"/><Relationship Id="rId594" Type="http://schemas.openxmlformats.org/officeDocument/2006/relationships/customXml" Target="../ink/ink1141.xml"/><Relationship Id="rId608" Type="http://schemas.openxmlformats.org/officeDocument/2006/relationships/customXml" Target="../ink/ink1148.xml"/><Relationship Id="rId191" Type="http://schemas.openxmlformats.org/officeDocument/2006/relationships/image" Target="../media/image836.png"/><Relationship Id="rId205" Type="http://schemas.openxmlformats.org/officeDocument/2006/relationships/image" Target="../media/image680.png"/><Relationship Id="rId247" Type="http://schemas.openxmlformats.org/officeDocument/2006/relationships/image" Target="../media/image701.png"/><Relationship Id="rId412" Type="http://schemas.openxmlformats.org/officeDocument/2006/relationships/customXml" Target="../ink/ink1050.xml"/><Relationship Id="rId107" Type="http://schemas.openxmlformats.org/officeDocument/2006/relationships/image" Target="../media/image794.png"/><Relationship Id="rId289" Type="http://schemas.openxmlformats.org/officeDocument/2006/relationships/image" Target="../media/image722.png"/><Relationship Id="rId454" Type="http://schemas.openxmlformats.org/officeDocument/2006/relationships/customXml" Target="../ink/ink1071.xml"/><Relationship Id="rId496" Type="http://schemas.openxmlformats.org/officeDocument/2006/relationships/customXml" Target="../ink/ink1092.xml"/><Relationship Id="rId11" Type="http://schemas.openxmlformats.org/officeDocument/2006/relationships/image" Target="../media/image746.png"/><Relationship Id="rId53" Type="http://schemas.openxmlformats.org/officeDocument/2006/relationships/image" Target="../media/image767.png"/><Relationship Id="rId149" Type="http://schemas.openxmlformats.org/officeDocument/2006/relationships/image" Target="../media/image815.png"/><Relationship Id="rId314" Type="http://schemas.openxmlformats.org/officeDocument/2006/relationships/customXml" Target="../ink/ink1001.xml"/><Relationship Id="rId356" Type="http://schemas.openxmlformats.org/officeDocument/2006/relationships/customXml" Target="../ink/ink1022.xml"/><Relationship Id="rId398" Type="http://schemas.openxmlformats.org/officeDocument/2006/relationships/customXml" Target="../ink/ink1043.xml"/><Relationship Id="rId521" Type="http://schemas.openxmlformats.org/officeDocument/2006/relationships/image" Target="../media/image941.png"/><Relationship Id="rId563" Type="http://schemas.openxmlformats.org/officeDocument/2006/relationships/image" Target="../media/image962.png"/><Relationship Id="rId619" Type="http://schemas.openxmlformats.org/officeDocument/2006/relationships/image" Target="../media/image990.png"/><Relationship Id="rId95" Type="http://schemas.openxmlformats.org/officeDocument/2006/relationships/image" Target="../media/image788.png"/><Relationship Id="rId160" Type="http://schemas.openxmlformats.org/officeDocument/2006/relationships/customXml" Target="../ink/ink924.xml"/><Relationship Id="rId216" Type="http://schemas.openxmlformats.org/officeDocument/2006/relationships/customXml" Target="../ink/ink952.xml"/><Relationship Id="rId423" Type="http://schemas.openxmlformats.org/officeDocument/2006/relationships/image" Target="../media/image892.png"/><Relationship Id="rId258" Type="http://schemas.openxmlformats.org/officeDocument/2006/relationships/customXml" Target="../ink/ink973.xml"/><Relationship Id="rId465" Type="http://schemas.openxmlformats.org/officeDocument/2006/relationships/image" Target="../media/image913.png"/><Relationship Id="rId22" Type="http://schemas.openxmlformats.org/officeDocument/2006/relationships/customXml" Target="../ink/ink855.xml"/><Relationship Id="rId64" Type="http://schemas.openxmlformats.org/officeDocument/2006/relationships/customXml" Target="../ink/ink876.xml"/><Relationship Id="rId118" Type="http://schemas.openxmlformats.org/officeDocument/2006/relationships/customXml" Target="../ink/ink903.xml"/><Relationship Id="rId325" Type="http://schemas.openxmlformats.org/officeDocument/2006/relationships/image" Target="../media/image843.png"/><Relationship Id="rId367" Type="http://schemas.openxmlformats.org/officeDocument/2006/relationships/image" Target="../media/image864.png"/><Relationship Id="rId532" Type="http://schemas.openxmlformats.org/officeDocument/2006/relationships/customXml" Target="../ink/ink1110.xml"/><Relationship Id="rId574" Type="http://schemas.openxmlformats.org/officeDocument/2006/relationships/customXml" Target="../ink/ink1131.xml"/><Relationship Id="rId171" Type="http://schemas.openxmlformats.org/officeDocument/2006/relationships/image" Target="../media/image826.png"/><Relationship Id="rId227" Type="http://schemas.openxmlformats.org/officeDocument/2006/relationships/image" Target="../media/image691.png"/><Relationship Id="rId269" Type="http://schemas.openxmlformats.org/officeDocument/2006/relationships/image" Target="../media/image712.png"/><Relationship Id="rId434" Type="http://schemas.openxmlformats.org/officeDocument/2006/relationships/customXml" Target="../ink/ink1061.xml"/><Relationship Id="rId476" Type="http://schemas.openxmlformats.org/officeDocument/2006/relationships/customXml" Target="../ink/ink1082.xml"/><Relationship Id="rId33" Type="http://schemas.openxmlformats.org/officeDocument/2006/relationships/image" Target="../media/image757.png"/><Relationship Id="rId129" Type="http://schemas.openxmlformats.org/officeDocument/2006/relationships/image" Target="../media/image805.png"/><Relationship Id="rId280" Type="http://schemas.openxmlformats.org/officeDocument/2006/relationships/customXml" Target="../ink/ink984.xml"/><Relationship Id="rId336" Type="http://schemas.openxmlformats.org/officeDocument/2006/relationships/customXml" Target="../ink/ink1012.xml"/><Relationship Id="rId501" Type="http://schemas.openxmlformats.org/officeDocument/2006/relationships/image" Target="../media/image931.png"/><Relationship Id="rId543" Type="http://schemas.openxmlformats.org/officeDocument/2006/relationships/image" Target="../media/image952.png"/><Relationship Id="rId75" Type="http://schemas.openxmlformats.org/officeDocument/2006/relationships/image" Target="../media/image778.png"/><Relationship Id="rId140" Type="http://schemas.openxmlformats.org/officeDocument/2006/relationships/customXml" Target="../ink/ink914.xml"/><Relationship Id="rId182" Type="http://schemas.openxmlformats.org/officeDocument/2006/relationships/customXml" Target="../ink/ink935.xml"/><Relationship Id="rId378" Type="http://schemas.openxmlformats.org/officeDocument/2006/relationships/customXml" Target="../ink/ink1033.xml"/><Relationship Id="rId403" Type="http://schemas.openxmlformats.org/officeDocument/2006/relationships/image" Target="../media/image882.png"/><Relationship Id="rId585" Type="http://schemas.openxmlformats.org/officeDocument/2006/relationships/image" Target="../media/image973.png"/><Relationship Id="rId6" Type="http://schemas.openxmlformats.org/officeDocument/2006/relationships/customXml" Target="../ink/ink847.xml"/><Relationship Id="rId238" Type="http://schemas.openxmlformats.org/officeDocument/2006/relationships/customXml" Target="../ink/ink963.xml"/><Relationship Id="rId445" Type="http://schemas.openxmlformats.org/officeDocument/2006/relationships/image" Target="../media/image903.png"/><Relationship Id="rId487" Type="http://schemas.openxmlformats.org/officeDocument/2006/relationships/image" Target="../media/image924.png"/><Relationship Id="rId610" Type="http://schemas.openxmlformats.org/officeDocument/2006/relationships/customXml" Target="../ink/ink1149.xml"/><Relationship Id="rId291" Type="http://schemas.openxmlformats.org/officeDocument/2006/relationships/image" Target="../media/image723.png"/><Relationship Id="rId305" Type="http://schemas.openxmlformats.org/officeDocument/2006/relationships/image" Target="../media/image729.png"/><Relationship Id="rId347" Type="http://schemas.openxmlformats.org/officeDocument/2006/relationships/image" Target="../media/image854.png"/><Relationship Id="rId512" Type="http://schemas.openxmlformats.org/officeDocument/2006/relationships/customXml" Target="../ink/ink1100.xml"/><Relationship Id="rId44" Type="http://schemas.openxmlformats.org/officeDocument/2006/relationships/customXml" Target="../ink/ink866.xml"/><Relationship Id="rId86" Type="http://schemas.openxmlformats.org/officeDocument/2006/relationships/customXml" Target="../ink/ink887.xml"/><Relationship Id="rId151" Type="http://schemas.openxmlformats.org/officeDocument/2006/relationships/image" Target="../media/image816.png"/><Relationship Id="rId389" Type="http://schemas.openxmlformats.org/officeDocument/2006/relationships/image" Target="../media/image875.png"/><Relationship Id="rId554" Type="http://schemas.openxmlformats.org/officeDocument/2006/relationships/customXml" Target="../ink/ink1121.xml"/><Relationship Id="rId596" Type="http://schemas.openxmlformats.org/officeDocument/2006/relationships/customXml" Target="../ink/ink1142.xml"/><Relationship Id="rId193" Type="http://schemas.openxmlformats.org/officeDocument/2006/relationships/image" Target="../media/image837.png"/><Relationship Id="rId207" Type="http://schemas.openxmlformats.org/officeDocument/2006/relationships/image" Target="../media/image681.png"/><Relationship Id="rId249" Type="http://schemas.openxmlformats.org/officeDocument/2006/relationships/image" Target="../media/image702.png"/><Relationship Id="rId414" Type="http://schemas.openxmlformats.org/officeDocument/2006/relationships/customXml" Target="../ink/ink1051.xml"/><Relationship Id="rId456" Type="http://schemas.openxmlformats.org/officeDocument/2006/relationships/customXml" Target="../ink/ink1072.xml"/><Relationship Id="rId498" Type="http://schemas.openxmlformats.org/officeDocument/2006/relationships/customXml" Target="../ink/ink1093.xml"/><Relationship Id="rId621" Type="http://schemas.openxmlformats.org/officeDocument/2006/relationships/image" Target="../media/image991.png"/><Relationship Id="rId13" Type="http://schemas.openxmlformats.org/officeDocument/2006/relationships/image" Target="../media/image747.png"/><Relationship Id="rId109" Type="http://schemas.openxmlformats.org/officeDocument/2006/relationships/image" Target="../media/image795.png"/><Relationship Id="rId260" Type="http://schemas.openxmlformats.org/officeDocument/2006/relationships/customXml" Target="../ink/ink974.xml"/><Relationship Id="rId316" Type="http://schemas.openxmlformats.org/officeDocument/2006/relationships/customXml" Target="../ink/ink1002.xml"/><Relationship Id="rId523" Type="http://schemas.openxmlformats.org/officeDocument/2006/relationships/image" Target="../media/image942.png"/><Relationship Id="rId55" Type="http://schemas.openxmlformats.org/officeDocument/2006/relationships/image" Target="../media/image768.png"/><Relationship Id="rId97" Type="http://schemas.openxmlformats.org/officeDocument/2006/relationships/image" Target="../media/image789.png"/><Relationship Id="rId120" Type="http://schemas.openxmlformats.org/officeDocument/2006/relationships/customXml" Target="../ink/ink904.xml"/><Relationship Id="rId358" Type="http://schemas.openxmlformats.org/officeDocument/2006/relationships/customXml" Target="../ink/ink1023.xml"/><Relationship Id="rId565" Type="http://schemas.openxmlformats.org/officeDocument/2006/relationships/image" Target="../media/image963.png"/><Relationship Id="rId162" Type="http://schemas.openxmlformats.org/officeDocument/2006/relationships/customXml" Target="../ink/ink925.xml"/><Relationship Id="rId218" Type="http://schemas.openxmlformats.org/officeDocument/2006/relationships/customXml" Target="../ink/ink953.xml"/><Relationship Id="rId425" Type="http://schemas.openxmlformats.org/officeDocument/2006/relationships/image" Target="../media/image893.png"/><Relationship Id="rId467" Type="http://schemas.openxmlformats.org/officeDocument/2006/relationships/image" Target="../media/image914.png"/><Relationship Id="rId271" Type="http://schemas.openxmlformats.org/officeDocument/2006/relationships/image" Target="../media/image713.png"/><Relationship Id="rId24" Type="http://schemas.openxmlformats.org/officeDocument/2006/relationships/customXml" Target="../ink/ink856.xml"/><Relationship Id="rId66" Type="http://schemas.openxmlformats.org/officeDocument/2006/relationships/customXml" Target="../ink/ink877.xml"/><Relationship Id="rId131" Type="http://schemas.openxmlformats.org/officeDocument/2006/relationships/image" Target="../media/image806.png"/><Relationship Id="rId327" Type="http://schemas.openxmlformats.org/officeDocument/2006/relationships/image" Target="../media/image844.png"/><Relationship Id="rId369" Type="http://schemas.openxmlformats.org/officeDocument/2006/relationships/image" Target="../media/image865.png"/><Relationship Id="rId534" Type="http://schemas.openxmlformats.org/officeDocument/2006/relationships/customXml" Target="../ink/ink1111.xml"/><Relationship Id="rId576" Type="http://schemas.openxmlformats.org/officeDocument/2006/relationships/customXml" Target="../ink/ink1132.xml"/><Relationship Id="rId173" Type="http://schemas.openxmlformats.org/officeDocument/2006/relationships/image" Target="../media/image827.png"/><Relationship Id="rId229" Type="http://schemas.openxmlformats.org/officeDocument/2006/relationships/image" Target="../media/image692.png"/><Relationship Id="rId380" Type="http://schemas.openxmlformats.org/officeDocument/2006/relationships/customXml" Target="../ink/ink1034.xml"/><Relationship Id="rId436" Type="http://schemas.openxmlformats.org/officeDocument/2006/relationships/customXml" Target="../ink/ink1062.xml"/><Relationship Id="rId601" Type="http://schemas.openxmlformats.org/officeDocument/2006/relationships/image" Target="../media/image981.png"/><Relationship Id="rId240" Type="http://schemas.openxmlformats.org/officeDocument/2006/relationships/customXml" Target="../ink/ink964.xml"/><Relationship Id="rId478" Type="http://schemas.openxmlformats.org/officeDocument/2006/relationships/customXml" Target="../ink/ink1083.xml"/><Relationship Id="rId35" Type="http://schemas.openxmlformats.org/officeDocument/2006/relationships/image" Target="../media/image758.png"/><Relationship Id="rId77" Type="http://schemas.openxmlformats.org/officeDocument/2006/relationships/image" Target="../media/image779.png"/><Relationship Id="rId100" Type="http://schemas.openxmlformats.org/officeDocument/2006/relationships/customXml" Target="../ink/ink894.xml"/><Relationship Id="rId282" Type="http://schemas.openxmlformats.org/officeDocument/2006/relationships/customXml" Target="../ink/ink985.xml"/><Relationship Id="rId338" Type="http://schemas.openxmlformats.org/officeDocument/2006/relationships/customXml" Target="../ink/ink1013.xml"/><Relationship Id="rId503" Type="http://schemas.openxmlformats.org/officeDocument/2006/relationships/image" Target="../media/image932.png"/><Relationship Id="rId545" Type="http://schemas.openxmlformats.org/officeDocument/2006/relationships/image" Target="../media/image953.png"/><Relationship Id="rId587" Type="http://schemas.openxmlformats.org/officeDocument/2006/relationships/image" Target="../media/image974.png"/><Relationship Id="rId8" Type="http://schemas.openxmlformats.org/officeDocument/2006/relationships/customXml" Target="../ink/ink848.xml"/><Relationship Id="rId142" Type="http://schemas.openxmlformats.org/officeDocument/2006/relationships/customXml" Target="../ink/ink915.xml"/><Relationship Id="rId184" Type="http://schemas.openxmlformats.org/officeDocument/2006/relationships/customXml" Target="../ink/ink936.xml"/><Relationship Id="rId391" Type="http://schemas.openxmlformats.org/officeDocument/2006/relationships/image" Target="../media/image876.png"/><Relationship Id="rId405" Type="http://schemas.openxmlformats.org/officeDocument/2006/relationships/image" Target="../media/image883.png"/><Relationship Id="rId447" Type="http://schemas.openxmlformats.org/officeDocument/2006/relationships/image" Target="../media/image904.png"/><Relationship Id="rId612" Type="http://schemas.openxmlformats.org/officeDocument/2006/relationships/customXml" Target="../ink/ink1150.xml"/><Relationship Id="rId251" Type="http://schemas.openxmlformats.org/officeDocument/2006/relationships/image" Target="../media/image703.png"/><Relationship Id="rId489" Type="http://schemas.openxmlformats.org/officeDocument/2006/relationships/image" Target="../media/image925.png"/><Relationship Id="rId46" Type="http://schemas.openxmlformats.org/officeDocument/2006/relationships/customXml" Target="../ink/ink867.xml"/><Relationship Id="rId293" Type="http://schemas.openxmlformats.org/officeDocument/2006/relationships/image" Target="../media/image724.png"/><Relationship Id="rId307" Type="http://schemas.openxmlformats.org/officeDocument/2006/relationships/image" Target="../media/image730.png"/><Relationship Id="rId349" Type="http://schemas.openxmlformats.org/officeDocument/2006/relationships/image" Target="../media/image855.png"/><Relationship Id="rId514" Type="http://schemas.openxmlformats.org/officeDocument/2006/relationships/customXml" Target="../ink/ink1101.xml"/><Relationship Id="rId556" Type="http://schemas.openxmlformats.org/officeDocument/2006/relationships/customXml" Target="../ink/ink1122.xml"/><Relationship Id="rId88" Type="http://schemas.openxmlformats.org/officeDocument/2006/relationships/customXml" Target="../ink/ink888.xml"/><Relationship Id="rId111" Type="http://schemas.openxmlformats.org/officeDocument/2006/relationships/image" Target="../media/image796.png"/><Relationship Id="rId153" Type="http://schemas.openxmlformats.org/officeDocument/2006/relationships/image" Target="../media/image817.png"/><Relationship Id="rId195" Type="http://schemas.openxmlformats.org/officeDocument/2006/relationships/image" Target="../media/image838.png"/><Relationship Id="rId209" Type="http://schemas.openxmlformats.org/officeDocument/2006/relationships/image" Target="../media/image682.png"/><Relationship Id="rId360" Type="http://schemas.openxmlformats.org/officeDocument/2006/relationships/customXml" Target="../ink/ink1024.xml"/><Relationship Id="rId416" Type="http://schemas.openxmlformats.org/officeDocument/2006/relationships/customXml" Target="../ink/ink1052.xml"/><Relationship Id="rId598" Type="http://schemas.openxmlformats.org/officeDocument/2006/relationships/customXml" Target="../ink/ink1143.xml"/><Relationship Id="rId220" Type="http://schemas.openxmlformats.org/officeDocument/2006/relationships/customXml" Target="../ink/ink954.xml"/><Relationship Id="rId458" Type="http://schemas.openxmlformats.org/officeDocument/2006/relationships/customXml" Target="../ink/ink1073.xml"/><Relationship Id="rId623" Type="http://schemas.openxmlformats.org/officeDocument/2006/relationships/image" Target="../media/image992.png"/><Relationship Id="rId15" Type="http://schemas.openxmlformats.org/officeDocument/2006/relationships/image" Target="../media/image748.png"/><Relationship Id="rId57" Type="http://schemas.openxmlformats.org/officeDocument/2006/relationships/image" Target="../media/image769.png"/><Relationship Id="rId262" Type="http://schemas.openxmlformats.org/officeDocument/2006/relationships/customXml" Target="../ink/ink975.xml"/><Relationship Id="rId318" Type="http://schemas.openxmlformats.org/officeDocument/2006/relationships/customXml" Target="../ink/ink1003.xml"/><Relationship Id="rId525" Type="http://schemas.openxmlformats.org/officeDocument/2006/relationships/image" Target="../media/image943.png"/><Relationship Id="rId567" Type="http://schemas.openxmlformats.org/officeDocument/2006/relationships/image" Target="../media/image964.png"/><Relationship Id="rId99" Type="http://schemas.openxmlformats.org/officeDocument/2006/relationships/image" Target="../media/image790.png"/><Relationship Id="rId122" Type="http://schemas.openxmlformats.org/officeDocument/2006/relationships/customXml" Target="../ink/ink905.xml"/><Relationship Id="rId164" Type="http://schemas.openxmlformats.org/officeDocument/2006/relationships/customXml" Target="../ink/ink926.xml"/><Relationship Id="rId371" Type="http://schemas.openxmlformats.org/officeDocument/2006/relationships/image" Target="../media/image866.png"/><Relationship Id="rId427" Type="http://schemas.openxmlformats.org/officeDocument/2006/relationships/image" Target="../media/image894.png"/><Relationship Id="rId469" Type="http://schemas.openxmlformats.org/officeDocument/2006/relationships/image" Target="../media/image915.png"/><Relationship Id="rId26" Type="http://schemas.openxmlformats.org/officeDocument/2006/relationships/customXml" Target="../ink/ink857.xml"/><Relationship Id="rId231" Type="http://schemas.openxmlformats.org/officeDocument/2006/relationships/image" Target="../media/image693.png"/><Relationship Id="rId273" Type="http://schemas.openxmlformats.org/officeDocument/2006/relationships/image" Target="../media/image714.png"/><Relationship Id="rId329" Type="http://schemas.openxmlformats.org/officeDocument/2006/relationships/image" Target="../media/image845.png"/><Relationship Id="rId480" Type="http://schemas.openxmlformats.org/officeDocument/2006/relationships/customXml" Target="../ink/ink1084.xml"/><Relationship Id="rId536" Type="http://schemas.openxmlformats.org/officeDocument/2006/relationships/customXml" Target="../ink/ink1112.xml"/><Relationship Id="rId68" Type="http://schemas.openxmlformats.org/officeDocument/2006/relationships/customXml" Target="../ink/ink878.xml"/><Relationship Id="rId133" Type="http://schemas.openxmlformats.org/officeDocument/2006/relationships/image" Target="../media/image807.png"/><Relationship Id="rId175" Type="http://schemas.openxmlformats.org/officeDocument/2006/relationships/image" Target="../media/image828.png"/><Relationship Id="rId340" Type="http://schemas.openxmlformats.org/officeDocument/2006/relationships/customXml" Target="../ink/ink1014.xml"/><Relationship Id="rId578" Type="http://schemas.openxmlformats.org/officeDocument/2006/relationships/customXml" Target="../ink/ink1133.xml"/><Relationship Id="rId200" Type="http://schemas.openxmlformats.org/officeDocument/2006/relationships/customXml" Target="../ink/ink944.xml"/><Relationship Id="rId382" Type="http://schemas.openxmlformats.org/officeDocument/2006/relationships/customXml" Target="../ink/ink1035.xml"/><Relationship Id="rId438" Type="http://schemas.openxmlformats.org/officeDocument/2006/relationships/customXml" Target="../ink/ink1063.xml"/><Relationship Id="rId603" Type="http://schemas.openxmlformats.org/officeDocument/2006/relationships/image" Target="../media/image982.png"/><Relationship Id="rId242" Type="http://schemas.openxmlformats.org/officeDocument/2006/relationships/customXml" Target="../ink/ink965.xml"/><Relationship Id="rId284" Type="http://schemas.openxmlformats.org/officeDocument/2006/relationships/customXml" Target="../ink/ink986.xml"/><Relationship Id="rId491" Type="http://schemas.openxmlformats.org/officeDocument/2006/relationships/image" Target="../media/image926.png"/><Relationship Id="rId505" Type="http://schemas.openxmlformats.org/officeDocument/2006/relationships/image" Target="../media/image933.png"/><Relationship Id="rId37" Type="http://schemas.openxmlformats.org/officeDocument/2006/relationships/image" Target="../media/image759.png"/><Relationship Id="rId79" Type="http://schemas.openxmlformats.org/officeDocument/2006/relationships/image" Target="../media/image780.png"/><Relationship Id="rId102" Type="http://schemas.openxmlformats.org/officeDocument/2006/relationships/customXml" Target="../ink/ink895.xml"/><Relationship Id="rId144" Type="http://schemas.openxmlformats.org/officeDocument/2006/relationships/customXml" Target="../ink/ink916.xml"/><Relationship Id="rId547" Type="http://schemas.openxmlformats.org/officeDocument/2006/relationships/image" Target="../media/image954.png"/><Relationship Id="rId589" Type="http://schemas.openxmlformats.org/officeDocument/2006/relationships/image" Target="../media/image975.png"/><Relationship Id="rId90" Type="http://schemas.openxmlformats.org/officeDocument/2006/relationships/customXml" Target="../ink/ink889.xml"/><Relationship Id="rId186" Type="http://schemas.openxmlformats.org/officeDocument/2006/relationships/customXml" Target="../ink/ink937.xml"/><Relationship Id="rId351" Type="http://schemas.openxmlformats.org/officeDocument/2006/relationships/image" Target="../media/image856.png"/><Relationship Id="rId393" Type="http://schemas.openxmlformats.org/officeDocument/2006/relationships/image" Target="../media/image877.png"/><Relationship Id="rId407" Type="http://schemas.openxmlformats.org/officeDocument/2006/relationships/image" Target="../media/image884.png"/><Relationship Id="rId449" Type="http://schemas.openxmlformats.org/officeDocument/2006/relationships/image" Target="../media/image905.png"/><Relationship Id="rId614" Type="http://schemas.openxmlformats.org/officeDocument/2006/relationships/customXml" Target="../ink/ink1151.xml"/><Relationship Id="rId211" Type="http://schemas.openxmlformats.org/officeDocument/2006/relationships/image" Target="../media/image683.png"/><Relationship Id="rId253" Type="http://schemas.openxmlformats.org/officeDocument/2006/relationships/image" Target="../media/image704.png"/><Relationship Id="rId295" Type="http://schemas.openxmlformats.org/officeDocument/2006/relationships/image" Target="../media/image725.png"/><Relationship Id="rId309" Type="http://schemas.openxmlformats.org/officeDocument/2006/relationships/image" Target="../media/image731.png"/><Relationship Id="rId460" Type="http://schemas.openxmlformats.org/officeDocument/2006/relationships/customXml" Target="../ink/ink1074.xml"/><Relationship Id="rId516" Type="http://schemas.openxmlformats.org/officeDocument/2006/relationships/customXml" Target="../ink/ink1102.xml"/><Relationship Id="rId48" Type="http://schemas.openxmlformats.org/officeDocument/2006/relationships/customXml" Target="../ink/ink868.xml"/><Relationship Id="rId113" Type="http://schemas.openxmlformats.org/officeDocument/2006/relationships/image" Target="../media/image797.png"/><Relationship Id="rId320" Type="http://schemas.openxmlformats.org/officeDocument/2006/relationships/customXml" Target="../ink/ink1004.xml"/><Relationship Id="rId558" Type="http://schemas.openxmlformats.org/officeDocument/2006/relationships/customXml" Target="../ink/ink1123.xml"/><Relationship Id="rId155" Type="http://schemas.openxmlformats.org/officeDocument/2006/relationships/image" Target="../media/image818.png"/><Relationship Id="rId197" Type="http://schemas.openxmlformats.org/officeDocument/2006/relationships/image" Target="../media/image839.png"/><Relationship Id="rId362" Type="http://schemas.openxmlformats.org/officeDocument/2006/relationships/customXml" Target="../ink/ink1025.xml"/><Relationship Id="rId418" Type="http://schemas.openxmlformats.org/officeDocument/2006/relationships/customXml" Target="../ink/ink1053.xml"/><Relationship Id="rId222" Type="http://schemas.openxmlformats.org/officeDocument/2006/relationships/customXml" Target="../ink/ink955.xml"/><Relationship Id="rId264" Type="http://schemas.openxmlformats.org/officeDocument/2006/relationships/customXml" Target="../ink/ink976.xml"/><Relationship Id="rId471" Type="http://schemas.openxmlformats.org/officeDocument/2006/relationships/image" Target="../media/image916.png"/><Relationship Id="rId17" Type="http://schemas.openxmlformats.org/officeDocument/2006/relationships/image" Target="../media/image749.png"/><Relationship Id="rId59" Type="http://schemas.openxmlformats.org/officeDocument/2006/relationships/image" Target="../media/image770.png"/><Relationship Id="rId124" Type="http://schemas.openxmlformats.org/officeDocument/2006/relationships/customXml" Target="../ink/ink906.xml"/><Relationship Id="rId527" Type="http://schemas.openxmlformats.org/officeDocument/2006/relationships/image" Target="../media/image944.png"/><Relationship Id="rId569" Type="http://schemas.openxmlformats.org/officeDocument/2006/relationships/image" Target="../media/image965.png"/><Relationship Id="rId70" Type="http://schemas.openxmlformats.org/officeDocument/2006/relationships/customXml" Target="../ink/ink879.xml"/><Relationship Id="rId166" Type="http://schemas.openxmlformats.org/officeDocument/2006/relationships/customXml" Target="../ink/ink927.xml"/><Relationship Id="rId331" Type="http://schemas.openxmlformats.org/officeDocument/2006/relationships/image" Target="../media/image846.png"/><Relationship Id="rId373" Type="http://schemas.openxmlformats.org/officeDocument/2006/relationships/image" Target="../media/image867.png"/><Relationship Id="rId429" Type="http://schemas.openxmlformats.org/officeDocument/2006/relationships/image" Target="../media/image895.png"/><Relationship Id="rId580" Type="http://schemas.openxmlformats.org/officeDocument/2006/relationships/customXml" Target="../ink/ink1134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694.png"/><Relationship Id="rId440" Type="http://schemas.openxmlformats.org/officeDocument/2006/relationships/customXml" Target="../ink/ink1064.xml"/><Relationship Id="rId28" Type="http://schemas.openxmlformats.org/officeDocument/2006/relationships/customXml" Target="../ink/ink858.xml"/><Relationship Id="rId275" Type="http://schemas.openxmlformats.org/officeDocument/2006/relationships/image" Target="../media/image715.png"/><Relationship Id="rId300" Type="http://schemas.openxmlformats.org/officeDocument/2006/relationships/customXml" Target="../ink/ink994.xml"/><Relationship Id="rId482" Type="http://schemas.openxmlformats.org/officeDocument/2006/relationships/customXml" Target="../ink/ink1085.xml"/><Relationship Id="rId538" Type="http://schemas.openxmlformats.org/officeDocument/2006/relationships/customXml" Target="../ink/ink1113.xml"/><Relationship Id="rId81" Type="http://schemas.openxmlformats.org/officeDocument/2006/relationships/image" Target="../media/image781.png"/><Relationship Id="rId135" Type="http://schemas.openxmlformats.org/officeDocument/2006/relationships/image" Target="../media/image808.png"/><Relationship Id="rId177" Type="http://schemas.openxmlformats.org/officeDocument/2006/relationships/image" Target="../media/image829.png"/><Relationship Id="rId342" Type="http://schemas.openxmlformats.org/officeDocument/2006/relationships/customXml" Target="../ink/ink1015.xml"/><Relationship Id="rId384" Type="http://schemas.openxmlformats.org/officeDocument/2006/relationships/customXml" Target="../ink/ink1036.xml"/><Relationship Id="rId591" Type="http://schemas.openxmlformats.org/officeDocument/2006/relationships/image" Target="../media/image976.png"/><Relationship Id="rId605" Type="http://schemas.openxmlformats.org/officeDocument/2006/relationships/image" Target="../media/image983.png"/><Relationship Id="rId202" Type="http://schemas.openxmlformats.org/officeDocument/2006/relationships/customXml" Target="../ink/ink945.xml"/><Relationship Id="rId244" Type="http://schemas.openxmlformats.org/officeDocument/2006/relationships/customXml" Target="../ink/ink966.xml"/><Relationship Id="rId39" Type="http://schemas.openxmlformats.org/officeDocument/2006/relationships/image" Target="../media/image760.png"/><Relationship Id="rId286" Type="http://schemas.openxmlformats.org/officeDocument/2006/relationships/customXml" Target="../ink/ink987.xml"/><Relationship Id="rId451" Type="http://schemas.openxmlformats.org/officeDocument/2006/relationships/image" Target="../media/image906.png"/><Relationship Id="rId493" Type="http://schemas.openxmlformats.org/officeDocument/2006/relationships/image" Target="../media/image927.png"/><Relationship Id="rId507" Type="http://schemas.openxmlformats.org/officeDocument/2006/relationships/image" Target="../media/image934.png"/><Relationship Id="rId549" Type="http://schemas.openxmlformats.org/officeDocument/2006/relationships/image" Target="../media/image955.png"/><Relationship Id="rId50" Type="http://schemas.openxmlformats.org/officeDocument/2006/relationships/customXml" Target="../ink/ink869.xml"/><Relationship Id="rId104" Type="http://schemas.openxmlformats.org/officeDocument/2006/relationships/customXml" Target="../ink/ink896.xml"/><Relationship Id="rId146" Type="http://schemas.openxmlformats.org/officeDocument/2006/relationships/customXml" Target="../ink/ink917.xml"/><Relationship Id="rId188" Type="http://schemas.openxmlformats.org/officeDocument/2006/relationships/customXml" Target="../ink/ink938.xml"/><Relationship Id="rId311" Type="http://schemas.openxmlformats.org/officeDocument/2006/relationships/image" Target="../media/image732.png"/><Relationship Id="rId353" Type="http://schemas.openxmlformats.org/officeDocument/2006/relationships/image" Target="../media/image857.png"/><Relationship Id="rId395" Type="http://schemas.openxmlformats.org/officeDocument/2006/relationships/image" Target="../media/image878.png"/><Relationship Id="rId409" Type="http://schemas.openxmlformats.org/officeDocument/2006/relationships/image" Target="../media/image885.png"/><Relationship Id="rId560" Type="http://schemas.openxmlformats.org/officeDocument/2006/relationships/customXml" Target="../ink/ink1124.xml"/><Relationship Id="rId92" Type="http://schemas.openxmlformats.org/officeDocument/2006/relationships/customXml" Target="../ink/ink890.xml"/><Relationship Id="rId213" Type="http://schemas.openxmlformats.org/officeDocument/2006/relationships/image" Target="../media/image684.png"/><Relationship Id="rId420" Type="http://schemas.openxmlformats.org/officeDocument/2006/relationships/customXml" Target="../ink/ink1054.xml"/><Relationship Id="rId616" Type="http://schemas.openxmlformats.org/officeDocument/2006/relationships/customXml" Target="../ink/ink1152.xml"/><Relationship Id="rId255" Type="http://schemas.openxmlformats.org/officeDocument/2006/relationships/image" Target="../media/image705.png"/><Relationship Id="rId297" Type="http://schemas.openxmlformats.org/officeDocument/2006/relationships/image" Target="../media/image726.png"/><Relationship Id="rId462" Type="http://schemas.openxmlformats.org/officeDocument/2006/relationships/customXml" Target="../ink/ink1075.xml"/><Relationship Id="rId518" Type="http://schemas.openxmlformats.org/officeDocument/2006/relationships/customXml" Target="../ink/ink1103.xml"/><Relationship Id="rId115" Type="http://schemas.openxmlformats.org/officeDocument/2006/relationships/image" Target="../media/image798.png"/><Relationship Id="rId157" Type="http://schemas.openxmlformats.org/officeDocument/2006/relationships/image" Target="../media/image819.png"/><Relationship Id="rId322" Type="http://schemas.openxmlformats.org/officeDocument/2006/relationships/customXml" Target="../ink/ink1005.xml"/><Relationship Id="rId364" Type="http://schemas.openxmlformats.org/officeDocument/2006/relationships/customXml" Target="../ink/ink1026.xml"/><Relationship Id="rId61" Type="http://schemas.openxmlformats.org/officeDocument/2006/relationships/image" Target="../media/image771.png"/><Relationship Id="rId199" Type="http://schemas.openxmlformats.org/officeDocument/2006/relationships/image" Target="../media/image840.png"/><Relationship Id="rId571" Type="http://schemas.openxmlformats.org/officeDocument/2006/relationships/image" Target="../media/image966.png"/><Relationship Id="rId19" Type="http://schemas.openxmlformats.org/officeDocument/2006/relationships/image" Target="../media/image750.png"/><Relationship Id="rId224" Type="http://schemas.openxmlformats.org/officeDocument/2006/relationships/customXml" Target="../ink/ink956.xml"/><Relationship Id="rId266" Type="http://schemas.openxmlformats.org/officeDocument/2006/relationships/customXml" Target="../ink/ink977.xml"/><Relationship Id="rId431" Type="http://schemas.openxmlformats.org/officeDocument/2006/relationships/image" Target="../media/image896.png"/><Relationship Id="rId473" Type="http://schemas.openxmlformats.org/officeDocument/2006/relationships/image" Target="../media/image917.png"/><Relationship Id="rId529" Type="http://schemas.openxmlformats.org/officeDocument/2006/relationships/image" Target="../media/image945.png"/><Relationship Id="rId30" Type="http://schemas.openxmlformats.org/officeDocument/2006/relationships/customXml" Target="../ink/ink859.xml"/><Relationship Id="rId126" Type="http://schemas.openxmlformats.org/officeDocument/2006/relationships/customXml" Target="../ink/ink907.xml"/><Relationship Id="rId168" Type="http://schemas.openxmlformats.org/officeDocument/2006/relationships/customXml" Target="../ink/ink928.xml"/><Relationship Id="rId333" Type="http://schemas.openxmlformats.org/officeDocument/2006/relationships/image" Target="../media/image847.png"/><Relationship Id="rId540" Type="http://schemas.openxmlformats.org/officeDocument/2006/relationships/customXml" Target="../ink/ink1114.xml"/><Relationship Id="rId72" Type="http://schemas.openxmlformats.org/officeDocument/2006/relationships/customXml" Target="../ink/ink880.xml"/><Relationship Id="rId375" Type="http://schemas.openxmlformats.org/officeDocument/2006/relationships/image" Target="../media/image868.png"/><Relationship Id="rId582" Type="http://schemas.openxmlformats.org/officeDocument/2006/relationships/customXml" Target="../ink/ink1135.xml"/><Relationship Id="rId3" Type="http://schemas.openxmlformats.org/officeDocument/2006/relationships/image" Target="../media/image742.png"/><Relationship Id="rId235" Type="http://schemas.openxmlformats.org/officeDocument/2006/relationships/image" Target="../media/image695.png"/><Relationship Id="rId277" Type="http://schemas.openxmlformats.org/officeDocument/2006/relationships/image" Target="../media/image716.png"/><Relationship Id="rId400" Type="http://schemas.openxmlformats.org/officeDocument/2006/relationships/customXml" Target="../ink/ink1044.xml"/><Relationship Id="rId442" Type="http://schemas.openxmlformats.org/officeDocument/2006/relationships/customXml" Target="../ink/ink1065.xml"/><Relationship Id="rId484" Type="http://schemas.openxmlformats.org/officeDocument/2006/relationships/customXml" Target="../ink/ink1086.xml"/><Relationship Id="rId137" Type="http://schemas.openxmlformats.org/officeDocument/2006/relationships/image" Target="../media/image809.png"/><Relationship Id="rId302" Type="http://schemas.openxmlformats.org/officeDocument/2006/relationships/customXml" Target="../ink/ink995.xml"/><Relationship Id="rId344" Type="http://schemas.openxmlformats.org/officeDocument/2006/relationships/customXml" Target="../ink/ink1016.xml"/><Relationship Id="rId41" Type="http://schemas.openxmlformats.org/officeDocument/2006/relationships/image" Target="../media/image761.png"/><Relationship Id="rId83" Type="http://schemas.openxmlformats.org/officeDocument/2006/relationships/image" Target="../media/image782.png"/><Relationship Id="rId179" Type="http://schemas.openxmlformats.org/officeDocument/2006/relationships/image" Target="../media/image830.png"/><Relationship Id="rId386" Type="http://schemas.openxmlformats.org/officeDocument/2006/relationships/customXml" Target="../ink/ink1037.xml"/><Relationship Id="rId551" Type="http://schemas.openxmlformats.org/officeDocument/2006/relationships/image" Target="../media/image956.png"/><Relationship Id="rId593" Type="http://schemas.openxmlformats.org/officeDocument/2006/relationships/image" Target="../media/image977.png"/><Relationship Id="rId607" Type="http://schemas.openxmlformats.org/officeDocument/2006/relationships/image" Target="../media/image984.png"/><Relationship Id="rId190" Type="http://schemas.openxmlformats.org/officeDocument/2006/relationships/customXml" Target="../ink/ink939.xml"/><Relationship Id="rId204" Type="http://schemas.openxmlformats.org/officeDocument/2006/relationships/customXml" Target="../ink/ink946.xml"/><Relationship Id="rId246" Type="http://schemas.openxmlformats.org/officeDocument/2006/relationships/customXml" Target="../ink/ink967.xml"/><Relationship Id="rId288" Type="http://schemas.openxmlformats.org/officeDocument/2006/relationships/customXml" Target="../ink/ink988.xml"/><Relationship Id="rId411" Type="http://schemas.openxmlformats.org/officeDocument/2006/relationships/image" Target="../media/image886.png"/><Relationship Id="rId453" Type="http://schemas.openxmlformats.org/officeDocument/2006/relationships/image" Target="../media/image907.png"/><Relationship Id="rId509" Type="http://schemas.openxmlformats.org/officeDocument/2006/relationships/image" Target="../media/image935.png"/><Relationship Id="rId106" Type="http://schemas.openxmlformats.org/officeDocument/2006/relationships/customXml" Target="../ink/ink897.xml"/><Relationship Id="rId313" Type="http://schemas.openxmlformats.org/officeDocument/2006/relationships/image" Target="../media/image733.png"/><Relationship Id="rId495" Type="http://schemas.openxmlformats.org/officeDocument/2006/relationships/image" Target="../media/image928.png"/><Relationship Id="rId10" Type="http://schemas.openxmlformats.org/officeDocument/2006/relationships/customXml" Target="../ink/ink849.xml"/><Relationship Id="rId52" Type="http://schemas.openxmlformats.org/officeDocument/2006/relationships/customXml" Target="../ink/ink870.xml"/><Relationship Id="rId94" Type="http://schemas.openxmlformats.org/officeDocument/2006/relationships/customXml" Target="../ink/ink891.xml"/><Relationship Id="rId148" Type="http://schemas.openxmlformats.org/officeDocument/2006/relationships/customXml" Target="../ink/ink918.xml"/><Relationship Id="rId355" Type="http://schemas.openxmlformats.org/officeDocument/2006/relationships/image" Target="../media/image858.png"/><Relationship Id="rId397" Type="http://schemas.openxmlformats.org/officeDocument/2006/relationships/image" Target="../media/image879.png"/><Relationship Id="rId520" Type="http://schemas.openxmlformats.org/officeDocument/2006/relationships/customXml" Target="../ink/ink1104.xml"/><Relationship Id="rId562" Type="http://schemas.openxmlformats.org/officeDocument/2006/relationships/customXml" Target="../ink/ink1125.xml"/><Relationship Id="rId618" Type="http://schemas.openxmlformats.org/officeDocument/2006/relationships/customXml" Target="../ink/ink1153.xml"/><Relationship Id="rId215" Type="http://schemas.openxmlformats.org/officeDocument/2006/relationships/image" Target="../media/image685.png"/><Relationship Id="rId257" Type="http://schemas.openxmlformats.org/officeDocument/2006/relationships/image" Target="../media/image706.png"/><Relationship Id="rId422" Type="http://schemas.openxmlformats.org/officeDocument/2006/relationships/customXml" Target="../ink/ink1055.xml"/><Relationship Id="rId464" Type="http://schemas.openxmlformats.org/officeDocument/2006/relationships/customXml" Target="../ink/ink1076.xml"/><Relationship Id="rId299" Type="http://schemas.openxmlformats.org/officeDocument/2006/relationships/image" Target="../media/image727.png"/><Relationship Id="rId63" Type="http://schemas.openxmlformats.org/officeDocument/2006/relationships/image" Target="../media/image772.png"/><Relationship Id="rId159" Type="http://schemas.openxmlformats.org/officeDocument/2006/relationships/image" Target="../media/image820.png"/><Relationship Id="rId366" Type="http://schemas.openxmlformats.org/officeDocument/2006/relationships/customXml" Target="../ink/ink1027.xml"/><Relationship Id="rId573" Type="http://schemas.openxmlformats.org/officeDocument/2006/relationships/image" Target="../media/image967.png"/><Relationship Id="rId226" Type="http://schemas.openxmlformats.org/officeDocument/2006/relationships/customXml" Target="../ink/ink957.xml"/><Relationship Id="rId433" Type="http://schemas.openxmlformats.org/officeDocument/2006/relationships/image" Target="../media/image897.png"/><Relationship Id="rId74" Type="http://schemas.openxmlformats.org/officeDocument/2006/relationships/customXml" Target="../ink/ink881.xml"/><Relationship Id="rId377" Type="http://schemas.openxmlformats.org/officeDocument/2006/relationships/image" Target="../media/image869.png"/><Relationship Id="rId500" Type="http://schemas.openxmlformats.org/officeDocument/2006/relationships/customXml" Target="../ink/ink1094.xml"/><Relationship Id="rId584" Type="http://schemas.openxmlformats.org/officeDocument/2006/relationships/customXml" Target="../ink/ink1136.xml"/><Relationship Id="rId5" Type="http://schemas.openxmlformats.org/officeDocument/2006/relationships/image" Target="../media/image743.png"/><Relationship Id="rId237" Type="http://schemas.openxmlformats.org/officeDocument/2006/relationships/image" Target="../media/image696.png"/><Relationship Id="rId444" Type="http://schemas.openxmlformats.org/officeDocument/2006/relationships/customXml" Target="../ink/ink1066.xml"/><Relationship Id="rId290" Type="http://schemas.openxmlformats.org/officeDocument/2006/relationships/customXml" Target="../ink/ink989.xml"/><Relationship Id="rId304" Type="http://schemas.openxmlformats.org/officeDocument/2006/relationships/customXml" Target="../ink/ink996.xml"/><Relationship Id="rId388" Type="http://schemas.openxmlformats.org/officeDocument/2006/relationships/customXml" Target="../ink/ink1038.xml"/><Relationship Id="rId511" Type="http://schemas.openxmlformats.org/officeDocument/2006/relationships/image" Target="../media/image936.png"/><Relationship Id="rId609" Type="http://schemas.openxmlformats.org/officeDocument/2006/relationships/image" Target="../media/image985.png"/><Relationship Id="rId85" Type="http://schemas.openxmlformats.org/officeDocument/2006/relationships/image" Target="../media/image783.png"/><Relationship Id="rId150" Type="http://schemas.openxmlformats.org/officeDocument/2006/relationships/customXml" Target="../ink/ink919.xml"/><Relationship Id="rId595" Type="http://schemas.openxmlformats.org/officeDocument/2006/relationships/image" Target="../media/image978.png"/><Relationship Id="rId248" Type="http://schemas.openxmlformats.org/officeDocument/2006/relationships/customXml" Target="../ink/ink968.xml"/><Relationship Id="rId455" Type="http://schemas.openxmlformats.org/officeDocument/2006/relationships/image" Target="../media/image908.png"/><Relationship Id="rId12" Type="http://schemas.openxmlformats.org/officeDocument/2006/relationships/customXml" Target="../ink/ink850.xml"/><Relationship Id="rId108" Type="http://schemas.openxmlformats.org/officeDocument/2006/relationships/customXml" Target="../ink/ink898.xml"/><Relationship Id="rId315" Type="http://schemas.openxmlformats.org/officeDocument/2006/relationships/image" Target="../media/image734.png"/><Relationship Id="rId522" Type="http://schemas.openxmlformats.org/officeDocument/2006/relationships/customXml" Target="../ink/ink1105.xml"/><Relationship Id="rId96" Type="http://schemas.openxmlformats.org/officeDocument/2006/relationships/customXml" Target="../ink/ink892.xml"/><Relationship Id="rId161" Type="http://schemas.openxmlformats.org/officeDocument/2006/relationships/image" Target="../media/image821.png"/><Relationship Id="rId399" Type="http://schemas.openxmlformats.org/officeDocument/2006/relationships/image" Target="../media/image880.png"/><Relationship Id="rId259" Type="http://schemas.openxmlformats.org/officeDocument/2006/relationships/image" Target="../media/image707.png"/><Relationship Id="rId466" Type="http://schemas.openxmlformats.org/officeDocument/2006/relationships/customXml" Target="../ink/ink1077.xml"/><Relationship Id="rId23" Type="http://schemas.openxmlformats.org/officeDocument/2006/relationships/image" Target="../media/image752.png"/><Relationship Id="rId119" Type="http://schemas.openxmlformats.org/officeDocument/2006/relationships/image" Target="../media/image800.png"/><Relationship Id="rId326" Type="http://schemas.openxmlformats.org/officeDocument/2006/relationships/customXml" Target="../ink/ink1007.xml"/><Relationship Id="rId533" Type="http://schemas.openxmlformats.org/officeDocument/2006/relationships/image" Target="../media/image947.png"/><Relationship Id="rId172" Type="http://schemas.openxmlformats.org/officeDocument/2006/relationships/customXml" Target="../ink/ink930.xml"/><Relationship Id="rId477" Type="http://schemas.openxmlformats.org/officeDocument/2006/relationships/image" Target="../media/image919.png"/><Relationship Id="rId600" Type="http://schemas.openxmlformats.org/officeDocument/2006/relationships/customXml" Target="../ink/ink1144.xml"/><Relationship Id="rId337" Type="http://schemas.openxmlformats.org/officeDocument/2006/relationships/image" Target="../media/image849.png"/><Relationship Id="rId34" Type="http://schemas.openxmlformats.org/officeDocument/2006/relationships/customXml" Target="../ink/ink861.xml"/><Relationship Id="rId544" Type="http://schemas.openxmlformats.org/officeDocument/2006/relationships/customXml" Target="../ink/ink1116.xml"/><Relationship Id="rId183" Type="http://schemas.openxmlformats.org/officeDocument/2006/relationships/image" Target="../media/image832.png"/><Relationship Id="rId390" Type="http://schemas.openxmlformats.org/officeDocument/2006/relationships/customXml" Target="../ink/ink1039.xml"/><Relationship Id="rId404" Type="http://schemas.openxmlformats.org/officeDocument/2006/relationships/customXml" Target="../ink/ink1046.xml"/><Relationship Id="rId611" Type="http://schemas.openxmlformats.org/officeDocument/2006/relationships/image" Target="../media/image986.png"/><Relationship Id="rId250" Type="http://schemas.openxmlformats.org/officeDocument/2006/relationships/customXml" Target="../ink/ink969.xml"/><Relationship Id="rId488" Type="http://schemas.openxmlformats.org/officeDocument/2006/relationships/customXml" Target="../ink/ink1088.xml"/><Relationship Id="rId45" Type="http://schemas.openxmlformats.org/officeDocument/2006/relationships/image" Target="../media/image763.png"/><Relationship Id="rId110" Type="http://schemas.openxmlformats.org/officeDocument/2006/relationships/customXml" Target="../ink/ink899.xml"/><Relationship Id="rId348" Type="http://schemas.openxmlformats.org/officeDocument/2006/relationships/customXml" Target="../ink/ink1018.xml"/><Relationship Id="rId555" Type="http://schemas.openxmlformats.org/officeDocument/2006/relationships/image" Target="../media/image958.png"/><Relationship Id="rId194" Type="http://schemas.openxmlformats.org/officeDocument/2006/relationships/customXml" Target="../ink/ink941.xml"/><Relationship Id="rId208" Type="http://schemas.openxmlformats.org/officeDocument/2006/relationships/customXml" Target="../ink/ink948.xml"/><Relationship Id="rId415" Type="http://schemas.openxmlformats.org/officeDocument/2006/relationships/image" Target="../media/image888.png"/><Relationship Id="rId622" Type="http://schemas.openxmlformats.org/officeDocument/2006/relationships/customXml" Target="../ink/ink1155.xml"/><Relationship Id="rId261" Type="http://schemas.openxmlformats.org/officeDocument/2006/relationships/image" Target="../media/image708.png"/><Relationship Id="rId499" Type="http://schemas.openxmlformats.org/officeDocument/2006/relationships/image" Target="../media/image930.png"/><Relationship Id="rId56" Type="http://schemas.openxmlformats.org/officeDocument/2006/relationships/customXml" Target="../ink/ink872.xml"/><Relationship Id="rId359" Type="http://schemas.openxmlformats.org/officeDocument/2006/relationships/image" Target="../media/image860.png"/><Relationship Id="rId566" Type="http://schemas.openxmlformats.org/officeDocument/2006/relationships/customXml" Target="../ink/ink1127.xml"/><Relationship Id="rId121" Type="http://schemas.openxmlformats.org/officeDocument/2006/relationships/image" Target="../media/image801.png"/><Relationship Id="rId219" Type="http://schemas.openxmlformats.org/officeDocument/2006/relationships/image" Target="../media/image687.png"/><Relationship Id="rId426" Type="http://schemas.openxmlformats.org/officeDocument/2006/relationships/customXml" Target="../ink/ink1057.xml"/><Relationship Id="rId67" Type="http://schemas.openxmlformats.org/officeDocument/2006/relationships/image" Target="../media/image774.png"/><Relationship Id="rId272" Type="http://schemas.openxmlformats.org/officeDocument/2006/relationships/customXml" Target="../ink/ink980.xml"/><Relationship Id="rId577" Type="http://schemas.openxmlformats.org/officeDocument/2006/relationships/image" Target="../media/image969.png"/><Relationship Id="rId132" Type="http://schemas.openxmlformats.org/officeDocument/2006/relationships/customXml" Target="../ink/ink910.xml"/></Relationships>
</file>

<file path=ppt/slides/_rels/slide11.xml.rels><?xml version="1.0" encoding="UTF-8" standalone="yes"?>
<Relationships xmlns="http://schemas.openxmlformats.org/package/2006/relationships"><Relationship Id="rId21" Type="http://schemas.openxmlformats.org/officeDocument/2006/relationships/image" Target="../media/image923.png"/><Relationship Id="rId170" Type="http://schemas.openxmlformats.org/officeDocument/2006/relationships/customXml" Target="../ink/ink1240.xml"/><Relationship Id="rId268" Type="http://schemas.openxmlformats.org/officeDocument/2006/relationships/customXml" Target="../ink/ink1289.xml"/><Relationship Id="rId475" Type="http://schemas.openxmlformats.org/officeDocument/2006/relationships/image" Target="../media/image1147.png"/><Relationship Id="rId682" Type="http://schemas.openxmlformats.org/officeDocument/2006/relationships/customXml" Target="../ink/ink1497.xml"/><Relationship Id="rId128" Type="http://schemas.openxmlformats.org/officeDocument/2006/relationships/customXml" Target="../ink/ink1219.xml"/><Relationship Id="rId335" Type="http://schemas.openxmlformats.org/officeDocument/2006/relationships/image" Target="../media/image1079.png"/><Relationship Id="rId542" Type="http://schemas.openxmlformats.org/officeDocument/2006/relationships/customXml" Target="../ink/ink1427.xml"/><Relationship Id="rId987" Type="http://schemas.openxmlformats.org/officeDocument/2006/relationships/image" Target="../media/image1398.png"/><Relationship Id="rId1172" Type="http://schemas.openxmlformats.org/officeDocument/2006/relationships/customXml" Target="../ink/ink1746.xml"/><Relationship Id="rId402" Type="http://schemas.openxmlformats.org/officeDocument/2006/relationships/customXml" Target="../ink/ink1356.xml"/><Relationship Id="rId847" Type="http://schemas.openxmlformats.org/officeDocument/2006/relationships/image" Target="../media/image1329.png"/><Relationship Id="rId1032" Type="http://schemas.openxmlformats.org/officeDocument/2006/relationships/customXml" Target="../ink/ink1676.xml"/><Relationship Id="rId707" Type="http://schemas.openxmlformats.org/officeDocument/2006/relationships/image" Target="../media/image1262.png"/><Relationship Id="rId914" Type="http://schemas.openxmlformats.org/officeDocument/2006/relationships/image" Target="../media/image1362.png"/><Relationship Id="rId43" Type="http://schemas.openxmlformats.org/officeDocument/2006/relationships/image" Target="../media/image934.png"/><Relationship Id="rId192" Type="http://schemas.openxmlformats.org/officeDocument/2006/relationships/customXml" Target="../ink/ink1251.xml"/><Relationship Id="rId497" Type="http://schemas.openxmlformats.org/officeDocument/2006/relationships/customXml" Target="../ink/ink1404.xml"/><Relationship Id="rId357" Type="http://schemas.openxmlformats.org/officeDocument/2006/relationships/image" Target="../media/image1090.png"/><Relationship Id="rId1194" Type="http://schemas.openxmlformats.org/officeDocument/2006/relationships/customXml" Target="../ink/ink1757.xml"/><Relationship Id="rId217" Type="http://schemas.openxmlformats.org/officeDocument/2006/relationships/image" Target="../media/image1021.png"/><Relationship Id="rId564" Type="http://schemas.openxmlformats.org/officeDocument/2006/relationships/customXml" Target="../ink/ink1438.xml"/><Relationship Id="rId771" Type="http://schemas.openxmlformats.org/officeDocument/2006/relationships/customXml" Target="../ink/ink1543.xml"/><Relationship Id="rId869" Type="http://schemas.openxmlformats.org/officeDocument/2006/relationships/image" Target="../media/image1340.png"/><Relationship Id="rId424" Type="http://schemas.openxmlformats.org/officeDocument/2006/relationships/customXml" Target="../ink/ink1367.xml"/><Relationship Id="rId631" Type="http://schemas.openxmlformats.org/officeDocument/2006/relationships/image" Target="../media/image1224.png"/><Relationship Id="rId729" Type="http://schemas.openxmlformats.org/officeDocument/2006/relationships/image" Target="../media/image1273.png"/><Relationship Id="rId1054" Type="http://schemas.openxmlformats.org/officeDocument/2006/relationships/customXml" Target="../ink/ink1687.xml"/><Relationship Id="rId936" Type="http://schemas.openxmlformats.org/officeDocument/2006/relationships/customXml" Target="../ink/ink1628.xml"/><Relationship Id="rId1121" Type="http://schemas.openxmlformats.org/officeDocument/2006/relationships/image" Target="../media/image1465.png"/><Relationship Id="rId1219" Type="http://schemas.openxmlformats.org/officeDocument/2006/relationships/image" Target="../media/image1514.png"/><Relationship Id="rId65" Type="http://schemas.openxmlformats.org/officeDocument/2006/relationships/image" Target="../media/image945.png"/><Relationship Id="rId281" Type="http://schemas.openxmlformats.org/officeDocument/2006/relationships/image" Target="../media/image1052.png"/><Relationship Id="rId141" Type="http://schemas.openxmlformats.org/officeDocument/2006/relationships/image" Target="../media/image983.png"/><Relationship Id="rId379" Type="http://schemas.openxmlformats.org/officeDocument/2006/relationships/image" Target="../media/image1101.png"/><Relationship Id="rId586" Type="http://schemas.openxmlformats.org/officeDocument/2006/relationships/customXml" Target="../ink/ink1449.xml"/><Relationship Id="rId793" Type="http://schemas.openxmlformats.org/officeDocument/2006/relationships/image" Target="../media/image1303.png"/><Relationship Id="rId7" Type="http://schemas.openxmlformats.org/officeDocument/2006/relationships/image" Target="../media/image916.png"/><Relationship Id="rId239" Type="http://schemas.openxmlformats.org/officeDocument/2006/relationships/image" Target="../media/image1032.png"/><Relationship Id="rId446" Type="http://schemas.openxmlformats.org/officeDocument/2006/relationships/customXml" Target="../ink/ink1378.xml"/><Relationship Id="rId653" Type="http://schemas.openxmlformats.org/officeDocument/2006/relationships/image" Target="../media/image1235.png"/><Relationship Id="rId1076" Type="http://schemas.openxmlformats.org/officeDocument/2006/relationships/customXml" Target="../ink/ink1698.xml"/><Relationship Id="rId306" Type="http://schemas.openxmlformats.org/officeDocument/2006/relationships/customXml" Target="../ink/ink1308.xml"/><Relationship Id="rId860" Type="http://schemas.openxmlformats.org/officeDocument/2006/relationships/customXml" Target="../ink/ink1589.xml"/><Relationship Id="rId958" Type="http://schemas.openxmlformats.org/officeDocument/2006/relationships/customXml" Target="../ink/ink1639.xml"/><Relationship Id="rId1143" Type="http://schemas.openxmlformats.org/officeDocument/2006/relationships/image" Target="../media/image1476.png"/><Relationship Id="rId87" Type="http://schemas.openxmlformats.org/officeDocument/2006/relationships/image" Target="../media/image956.png"/><Relationship Id="rId513" Type="http://schemas.openxmlformats.org/officeDocument/2006/relationships/customXml" Target="../ink/ink1412.xml"/><Relationship Id="rId720" Type="http://schemas.openxmlformats.org/officeDocument/2006/relationships/customXml" Target="../ink/ink1516.xml"/><Relationship Id="rId818" Type="http://schemas.openxmlformats.org/officeDocument/2006/relationships/image" Target="../media/image1315.png"/><Relationship Id="rId1003" Type="http://schemas.openxmlformats.org/officeDocument/2006/relationships/image" Target="../media/image1406.png"/><Relationship Id="rId1210" Type="http://schemas.openxmlformats.org/officeDocument/2006/relationships/customXml" Target="../ink/ink1765.xml"/><Relationship Id="rId14" Type="http://schemas.openxmlformats.org/officeDocument/2006/relationships/customXml" Target="../ink/ink1162.xml"/><Relationship Id="rId163" Type="http://schemas.openxmlformats.org/officeDocument/2006/relationships/image" Target="../media/image994.png"/><Relationship Id="rId370" Type="http://schemas.openxmlformats.org/officeDocument/2006/relationships/customXml" Target="../ink/ink1340.xml"/><Relationship Id="rId230" Type="http://schemas.openxmlformats.org/officeDocument/2006/relationships/customXml" Target="../ink/ink1270.xml"/><Relationship Id="rId468" Type="http://schemas.openxmlformats.org/officeDocument/2006/relationships/customXml" Target="../ink/ink1389.xml"/><Relationship Id="rId675" Type="http://schemas.openxmlformats.org/officeDocument/2006/relationships/image" Target="../media/image1246.png"/><Relationship Id="rId882" Type="http://schemas.openxmlformats.org/officeDocument/2006/relationships/customXml" Target="../ink/ink1600.xml"/><Relationship Id="rId1098" Type="http://schemas.openxmlformats.org/officeDocument/2006/relationships/customXml" Target="../ink/ink1709.xml"/><Relationship Id="rId328" Type="http://schemas.openxmlformats.org/officeDocument/2006/relationships/customXml" Target="../ink/ink1319.xml"/><Relationship Id="rId535" Type="http://schemas.openxmlformats.org/officeDocument/2006/relationships/image" Target="../media/image1176.png"/><Relationship Id="rId742" Type="http://schemas.openxmlformats.org/officeDocument/2006/relationships/customXml" Target="../ink/ink1527.xml"/><Relationship Id="rId1165" Type="http://schemas.openxmlformats.org/officeDocument/2006/relationships/image" Target="../media/image1487.png"/><Relationship Id="rId602" Type="http://schemas.openxmlformats.org/officeDocument/2006/relationships/customXml" Target="../ink/ink1457.xml"/><Relationship Id="rId1025" Type="http://schemas.openxmlformats.org/officeDocument/2006/relationships/image" Target="../media/image1417.png"/><Relationship Id="rId907" Type="http://schemas.openxmlformats.org/officeDocument/2006/relationships/customXml" Target="../ink/ink1613.xml"/><Relationship Id="rId36" Type="http://schemas.openxmlformats.org/officeDocument/2006/relationships/customXml" Target="../ink/ink1173.xml"/><Relationship Id="rId185" Type="http://schemas.openxmlformats.org/officeDocument/2006/relationships/image" Target="../media/image1005.png"/><Relationship Id="rId392" Type="http://schemas.openxmlformats.org/officeDocument/2006/relationships/customXml" Target="../ink/ink1351.xml"/><Relationship Id="rId697" Type="http://schemas.openxmlformats.org/officeDocument/2006/relationships/image" Target="../media/image1257.png"/><Relationship Id="rId252" Type="http://schemas.openxmlformats.org/officeDocument/2006/relationships/customXml" Target="../ink/ink1281.xml"/><Relationship Id="rId1187" Type="http://schemas.openxmlformats.org/officeDocument/2006/relationships/image" Target="../media/image1498.png"/><Relationship Id="rId112" Type="http://schemas.openxmlformats.org/officeDocument/2006/relationships/customXml" Target="../ink/ink1211.xml"/><Relationship Id="rId557" Type="http://schemas.openxmlformats.org/officeDocument/2006/relationships/image" Target="../media/image1187.png"/><Relationship Id="rId764" Type="http://schemas.openxmlformats.org/officeDocument/2006/relationships/image" Target="../media/image1289.png"/><Relationship Id="rId971" Type="http://schemas.openxmlformats.org/officeDocument/2006/relationships/image" Target="../media/image1390.png"/><Relationship Id="rId417" Type="http://schemas.openxmlformats.org/officeDocument/2006/relationships/image" Target="../media/image384.png"/><Relationship Id="rId624" Type="http://schemas.openxmlformats.org/officeDocument/2006/relationships/customXml" Target="../ink/ink1468.xml"/><Relationship Id="rId831" Type="http://schemas.openxmlformats.org/officeDocument/2006/relationships/customXml" Target="../ink/ink1574.xml"/><Relationship Id="rId1047" Type="http://schemas.openxmlformats.org/officeDocument/2006/relationships/image" Target="../media/image1428.png"/><Relationship Id="rId929" Type="http://schemas.openxmlformats.org/officeDocument/2006/relationships/image" Target="../media/image1369.png"/><Relationship Id="rId1114" Type="http://schemas.openxmlformats.org/officeDocument/2006/relationships/customXml" Target="../ink/ink1717.xml"/><Relationship Id="rId58" Type="http://schemas.openxmlformats.org/officeDocument/2006/relationships/customXml" Target="../ink/ink1184.xml"/><Relationship Id="rId274" Type="http://schemas.openxmlformats.org/officeDocument/2006/relationships/customXml" Target="../ink/ink1292.xml"/><Relationship Id="rId481" Type="http://schemas.openxmlformats.org/officeDocument/2006/relationships/customXml" Target="../ink/ink1396.xml"/><Relationship Id="rId134" Type="http://schemas.openxmlformats.org/officeDocument/2006/relationships/customXml" Target="../ink/ink1222.xml"/><Relationship Id="rId579" Type="http://schemas.openxmlformats.org/officeDocument/2006/relationships/image" Target="../media/image1198.png"/><Relationship Id="rId786" Type="http://schemas.openxmlformats.org/officeDocument/2006/relationships/image" Target="../media/image1300.png"/><Relationship Id="rId993" Type="http://schemas.openxmlformats.org/officeDocument/2006/relationships/image" Target="../media/image1401.png"/><Relationship Id="rId341" Type="http://schemas.openxmlformats.org/officeDocument/2006/relationships/image" Target="../media/image1082.png"/><Relationship Id="rId439" Type="http://schemas.openxmlformats.org/officeDocument/2006/relationships/image" Target="../media/image1130.png"/><Relationship Id="rId646" Type="http://schemas.openxmlformats.org/officeDocument/2006/relationships/customXml" Target="../ink/ink1479.xml"/><Relationship Id="rId1069" Type="http://schemas.openxmlformats.org/officeDocument/2006/relationships/image" Target="../media/image1439.png"/><Relationship Id="rId201" Type="http://schemas.openxmlformats.org/officeDocument/2006/relationships/image" Target="../media/image1013.png"/><Relationship Id="rId506" Type="http://schemas.openxmlformats.org/officeDocument/2006/relationships/image" Target="../media/image1162.png"/><Relationship Id="rId853" Type="http://schemas.openxmlformats.org/officeDocument/2006/relationships/image" Target="../media/image1332.png"/><Relationship Id="rId1136" Type="http://schemas.openxmlformats.org/officeDocument/2006/relationships/customXml" Target="../ink/ink1728.xml"/><Relationship Id="rId713" Type="http://schemas.openxmlformats.org/officeDocument/2006/relationships/image" Target="../media/image1265.png"/><Relationship Id="rId920" Type="http://schemas.openxmlformats.org/officeDocument/2006/relationships/image" Target="../media/image1365.png"/><Relationship Id="rId1203" Type="http://schemas.openxmlformats.org/officeDocument/2006/relationships/image" Target="../media/image1506.png"/><Relationship Id="rId296" Type="http://schemas.openxmlformats.org/officeDocument/2006/relationships/customXml" Target="../ink/ink1303.xml"/><Relationship Id="rId156" Type="http://schemas.openxmlformats.org/officeDocument/2006/relationships/customXml" Target="../ink/ink1233.xml"/><Relationship Id="rId363" Type="http://schemas.openxmlformats.org/officeDocument/2006/relationships/image" Target="../media/image1093.png"/><Relationship Id="rId570" Type="http://schemas.openxmlformats.org/officeDocument/2006/relationships/customXml" Target="../ink/ink1441.xml"/><Relationship Id="rId223" Type="http://schemas.openxmlformats.org/officeDocument/2006/relationships/image" Target="../media/image1024.png"/><Relationship Id="rId430" Type="http://schemas.openxmlformats.org/officeDocument/2006/relationships/customXml" Target="../ink/ink1370.xml"/><Relationship Id="rId668" Type="http://schemas.openxmlformats.org/officeDocument/2006/relationships/customXml" Target="../ink/ink1490.xml"/><Relationship Id="rId875" Type="http://schemas.openxmlformats.org/officeDocument/2006/relationships/image" Target="../media/image1343.png"/><Relationship Id="rId1060" Type="http://schemas.openxmlformats.org/officeDocument/2006/relationships/customXml" Target="../ink/ink1690.xml"/><Relationship Id="rId528" Type="http://schemas.openxmlformats.org/officeDocument/2006/relationships/customXml" Target="../ink/ink1420.xml"/><Relationship Id="rId735" Type="http://schemas.openxmlformats.org/officeDocument/2006/relationships/image" Target="../media/image1276.png"/><Relationship Id="rId942" Type="http://schemas.openxmlformats.org/officeDocument/2006/relationships/customXml" Target="../ink/ink1631.xml"/><Relationship Id="rId1158" Type="http://schemas.openxmlformats.org/officeDocument/2006/relationships/customXml" Target="../ink/ink1739.xml"/><Relationship Id="rId1018" Type="http://schemas.openxmlformats.org/officeDocument/2006/relationships/customXml" Target="../ink/ink1669.xml"/><Relationship Id="rId71" Type="http://schemas.openxmlformats.org/officeDocument/2006/relationships/image" Target="../media/image948.png"/><Relationship Id="rId234" Type="http://schemas.openxmlformats.org/officeDocument/2006/relationships/customXml" Target="../ink/ink1272.xml"/><Relationship Id="rId679" Type="http://schemas.openxmlformats.org/officeDocument/2006/relationships/image" Target="../media/image1248.png"/><Relationship Id="rId802" Type="http://schemas.openxmlformats.org/officeDocument/2006/relationships/image" Target="../media/image1307.png"/><Relationship Id="rId886" Type="http://schemas.openxmlformats.org/officeDocument/2006/relationships/customXml" Target="../ink/ink1602.xml"/><Relationship Id="rId2" Type="http://schemas.openxmlformats.org/officeDocument/2006/relationships/customXml" Target="../ink/ink1156.xml"/><Relationship Id="rId29" Type="http://schemas.openxmlformats.org/officeDocument/2006/relationships/image" Target="../media/image927.png"/><Relationship Id="rId441" Type="http://schemas.openxmlformats.org/officeDocument/2006/relationships/image" Target="../media/image1131.png"/><Relationship Id="rId539" Type="http://schemas.openxmlformats.org/officeDocument/2006/relationships/image" Target="../media/image1178.png"/><Relationship Id="rId746" Type="http://schemas.openxmlformats.org/officeDocument/2006/relationships/customXml" Target="../ink/ink1529.xml"/><Relationship Id="rId1071" Type="http://schemas.openxmlformats.org/officeDocument/2006/relationships/image" Target="../media/image1440.png"/><Relationship Id="rId1169" Type="http://schemas.openxmlformats.org/officeDocument/2006/relationships/image" Target="../media/image1489.png"/><Relationship Id="rId178" Type="http://schemas.openxmlformats.org/officeDocument/2006/relationships/customXml" Target="../ink/ink1244.xml"/><Relationship Id="rId301" Type="http://schemas.openxmlformats.org/officeDocument/2006/relationships/image" Target="../media/image1062.png"/><Relationship Id="rId953" Type="http://schemas.openxmlformats.org/officeDocument/2006/relationships/image" Target="../media/image1381.png"/><Relationship Id="rId1029" Type="http://schemas.openxmlformats.org/officeDocument/2006/relationships/image" Target="../media/image1419.png"/><Relationship Id="rId82" Type="http://schemas.openxmlformats.org/officeDocument/2006/relationships/customXml" Target="../ink/ink1196.xml"/><Relationship Id="rId385" Type="http://schemas.openxmlformats.org/officeDocument/2006/relationships/image" Target="../media/image1104.png"/><Relationship Id="rId592" Type="http://schemas.openxmlformats.org/officeDocument/2006/relationships/customXml" Target="../ink/ink1452.xml"/><Relationship Id="rId606" Type="http://schemas.openxmlformats.org/officeDocument/2006/relationships/customXml" Target="../ink/ink1459.xml"/><Relationship Id="rId813" Type="http://schemas.openxmlformats.org/officeDocument/2006/relationships/customXml" Target="../ink/ink1565.xml"/><Relationship Id="rId245" Type="http://schemas.openxmlformats.org/officeDocument/2006/relationships/image" Target="../media/image42.png"/><Relationship Id="rId452" Type="http://schemas.openxmlformats.org/officeDocument/2006/relationships/customXml" Target="../ink/ink1381.xml"/><Relationship Id="rId897" Type="http://schemas.openxmlformats.org/officeDocument/2006/relationships/customXml" Target="../ink/ink1608.xml"/><Relationship Id="rId1082" Type="http://schemas.openxmlformats.org/officeDocument/2006/relationships/customXml" Target="../ink/ink1701.xml"/><Relationship Id="rId105" Type="http://schemas.openxmlformats.org/officeDocument/2006/relationships/image" Target="../media/image965.png"/><Relationship Id="rId312" Type="http://schemas.openxmlformats.org/officeDocument/2006/relationships/customXml" Target="../ink/ink1311.xml"/><Relationship Id="rId757" Type="http://schemas.openxmlformats.org/officeDocument/2006/relationships/customXml" Target="../ink/ink1536.xml"/><Relationship Id="rId964" Type="http://schemas.openxmlformats.org/officeDocument/2006/relationships/customXml" Target="../ink/ink1642.xml"/><Relationship Id="rId93" Type="http://schemas.openxmlformats.org/officeDocument/2006/relationships/image" Target="../media/image959.png"/><Relationship Id="rId189" Type="http://schemas.openxmlformats.org/officeDocument/2006/relationships/image" Target="../media/image1007.png"/><Relationship Id="rId396" Type="http://schemas.openxmlformats.org/officeDocument/2006/relationships/customXml" Target="../ink/ink1353.xml"/><Relationship Id="rId617" Type="http://schemas.openxmlformats.org/officeDocument/2006/relationships/image" Target="../media/image1217.png"/><Relationship Id="rId824" Type="http://schemas.openxmlformats.org/officeDocument/2006/relationships/image" Target="../media/image1318.png"/><Relationship Id="rId256" Type="http://schemas.openxmlformats.org/officeDocument/2006/relationships/customXml" Target="../ink/ink1283.xml"/><Relationship Id="rId463" Type="http://schemas.openxmlformats.org/officeDocument/2006/relationships/image" Target="../media/image1141.png"/><Relationship Id="rId670" Type="http://schemas.openxmlformats.org/officeDocument/2006/relationships/customXml" Target="../ink/ink1491.xml"/><Relationship Id="rId1093" Type="http://schemas.openxmlformats.org/officeDocument/2006/relationships/image" Target="../media/image1451.png"/><Relationship Id="rId1107" Type="http://schemas.openxmlformats.org/officeDocument/2006/relationships/image" Target="../media/image1458.png"/><Relationship Id="rId116" Type="http://schemas.openxmlformats.org/officeDocument/2006/relationships/customXml" Target="../ink/ink1213.xml"/><Relationship Id="rId323" Type="http://schemas.openxmlformats.org/officeDocument/2006/relationships/image" Target="../media/image1073.png"/><Relationship Id="rId530" Type="http://schemas.openxmlformats.org/officeDocument/2006/relationships/customXml" Target="../ink/ink1421.xml"/><Relationship Id="rId768" Type="http://schemas.openxmlformats.org/officeDocument/2006/relationships/image" Target="../media/image1291.png"/><Relationship Id="rId975" Type="http://schemas.openxmlformats.org/officeDocument/2006/relationships/image" Target="../media/image1392.png"/><Relationship Id="rId1160" Type="http://schemas.openxmlformats.org/officeDocument/2006/relationships/customXml" Target="../ink/ink1740.xml"/><Relationship Id="rId20" Type="http://schemas.openxmlformats.org/officeDocument/2006/relationships/customXml" Target="../ink/ink1165.xml"/><Relationship Id="rId628" Type="http://schemas.openxmlformats.org/officeDocument/2006/relationships/customXml" Target="../ink/ink1470.xml"/><Relationship Id="rId835" Type="http://schemas.openxmlformats.org/officeDocument/2006/relationships/customXml" Target="../ink/ink1576.xml"/><Relationship Id="rId267" Type="http://schemas.openxmlformats.org/officeDocument/2006/relationships/image" Target="../media/image1045.png"/><Relationship Id="rId474" Type="http://schemas.openxmlformats.org/officeDocument/2006/relationships/customXml" Target="../ink/ink1392.xml"/><Relationship Id="rId1020" Type="http://schemas.openxmlformats.org/officeDocument/2006/relationships/customXml" Target="../ink/ink1670.xml"/><Relationship Id="rId1118" Type="http://schemas.openxmlformats.org/officeDocument/2006/relationships/customXml" Target="../ink/ink1719.xml"/><Relationship Id="rId127" Type="http://schemas.openxmlformats.org/officeDocument/2006/relationships/image" Target="../media/image976.png"/><Relationship Id="rId681" Type="http://schemas.openxmlformats.org/officeDocument/2006/relationships/image" Target="../media/image1249.png"/><Relationship Id="rId779" Type="http://schemas.openxmlformats.org/officeDocument/2006/relationships/customXml" Target="../ink/ink1547.xml"/><Relationship Id="rId902" Type="http://schemas.openxmlformats.org/officeDocument/2006/relationships/image" Target="../media/image1356.png"/><Relationship Id="rId986" Type="http://schemas.openxmlformats.org/officeDocument/2006/relationships/customXml" Target="../ink/ink1653.xml"/><Relationship Id="rId31" Type="http://schemas.openxmlformats.org/officeDocument/2006/relationships/image" Target="../media/image928.png"/><Relationship Id="rId334" Type="http://schemas.openxmlformats.org/officeDocument/2006/relationships/customXml" Target="../ink/ink1322.xml"/><Relationship Id="rId541" Type="http://schemas.openxmlformats.org/officeDocument/2006/relationships/image" Target="../media/image1179.png"/><Relationship Id="rId639" Type="http://schemas.openxmlformats.org/officeDocument/2006/relationships/image" Target="../media/image1228.png"/><Relationship Id="rId1171" Type="http://schemas.openxmlformats.org/officeDocument/2006/relationships/image" Target="../media/image1490.png"/><Relationship Id="rId180" Type="http://schemas.openxmlformats.org/officeDocument/2006/relationships/customXml" Target="../ink/ink1245.xml"/><Relationship Id="rId278" Type="http://schemas.openxmlformats.org/officeDocument/2006/relationships/customXml" Target="../ink/ink1294.xml"/><Relationship Id="rId401" Type="http://schemas.openxmlformats.org/officeDocument/2006/relationships/image" Target="../media/image1112.png"/><Relationship Id="rId846" Type="http://schemas.openxmlformats.org/officeDocument/2006/relationships/customXml" Target="../ink/ink1582.xml"/><Relationship Id="rId1031" Type="http://schemas.openxmlformats.org/officeDocument/2006/relationships/image" Target="../media/image1420.png"/><Relationship Id="rId1129" Type="http://schemas.openxmlformats.org/officeDocument/2006/relationships/image" Target="../media/image1469.png"/><Relationship Id="rId485" Type="http://schemas.openxmlformats.org/officeDocument/2006/relationships/customXml" Target="../ink/ink1398.xml"/><Relationship Id="rId692" Type="http://schemas.openxmlformats.org/officeDocument/2006/relationships/customXml" Target="../ink/ink1502.xml"/><Relationship Id="rId706" Type="http://schemas.openxmlformats.org/officeDocument/2006/relationships/customXml" Target="../ink/ink1509.xml"/><Relationship Id="rId913" Type="http://schemas.openxmlformats.org/officeDocument/2006/relationships/customXml" Target="../ink/ink1616.xml"/><Relationship Id="rId42" Type="http://schemas.openxmlformats.org/officeDocument/2006/relationships/customXml" Target="../ink/ink1176.xml"/><Relationship Id="rId138" Type="http://schemas.openxmlformats.org/officeDocument/2006/relationships/customXml" Target="../ink/ink1224.xml"/><Relationship Id="rId345" Type="http://schemas.openxmlformats.org/officeDocument/2006/relationships/image" Target="../media/image1084.png"/><Relationship Id="rId552" Type="http://schemas.openxmlformats.org/officeDocument/2006/relationships/customXml" Target="../ink/ink1432.xml"/><Relationship Id="rId997" Type="http://schemas.openxmlformats.org/officeDocument/2006/relationships/image" Target="../media/image1403.png"/><Relationship Id="rId1182" Type="http://schemas.openxmlformats.org/officeDocument/2006/relationships/customXml" Target="../ink/ink1751.xml"/><Relationship Id="rId191" Type="http://schemas.openxmlformats.org/officeDocument/2006/relationships/image" Target="../media/image1008.png"/><Relationship Id="rId205" Type="http://schemas.openxmlformats.org/officeDocument/2006/relationships/image" Target="../media/image1015.png"/><Relationship Id="rId412" Type="http://schemas.openxmlformats.org/officeDocument/2006/relationships/customXml" Target="../ink/ink1361.xml"/><Relationship Id="rId857" Type="http://schemas.openxmlformats.org/officeDocument/2006/relationships/image" Target="../media/image1334.png"/><Relationship Id="rId1042" Type="http://schemas.openxmlformats.org/officeDocument/2006/relationships/customXml" Target="../ink/ink1681.xml"/><Relationship Id="rId289" Type="http://schemas.openxmlformats.org/officeDocument/2006/relationships/image" Target="../media/image1056.png"/><Relationship Id="rId496" Type="http://schemas.openxmlformats.org/officeDocument/2006/relationships/image" Target="../media/image1157.png"/><Relationship Id="rId717" Type="http://schemas.openxmlformats.org/officeDocument/2006/relationships/image" Target="../media/image1267.png"/><Relationship Id="rId924" Type="http://schemas.openxmlformats.org/officeDocument/2006/relationships/image" Target="../media/image1367.png"/><Relationship Id="rId53" Type="http://schemas.openxmlformats.org/officeDocument/2006/relationships/image" Target="../media/image939.png"/><Relationship Id="rId149" Type="http://schemas.openxmlformats.org/officeDocument/2006/relationships/image" Target="../media/image987.png"/><Relationship Id="rId356" Type="http://schemas.openxmlformats.org/officeDocument/2006/relationships/customXml" Target="../ink/ink1333.xml"/><Relationship Id="rId563" Type="http://schemas.openxmlformats.org/officeDocument/2006/relationships/image" Target="../media/image1190.png"/><Relationship Id="rId770" Type="http://schemas.openxmlformats.org/officeDocument/2006/relationships/image" Target="../media/image1292.png"/><Relationship Id="rId1193" Type="http://schemas.openxmlformats.org/officeDocument/2006/relationships/image" Target="../media/image1501.png"/><Relationship Id="rId1207" Type="http://schemas.openxmlformats.org/officeDocument/2006/relationships/image" Target="../media/image1508.png"/><Relationship Id="rId216" Type="http://schemas.openxmlformats.org/officeDocument/2006/relationships/customXml" Target="../ink/ink1263.xml"/><Relationship Id="rId423" Type="http://schemas.openxmlformats.org/officeDocument/2006/relationships/image" Target="../media/image1122.png"/><Relationship Id="rId868" Type="http://schemas.openxmlformats.org/officeDocument/2006/relationships/customXml" Target="../ink/ink1593.xml"/><Relationship Id="rId1053" Type="http://schemas.openxmlformats.org/officeDocument/2006/relationships/image" Target="../media/image1431.png"/><Relationship Id="rId630" Type="http://schemas.openxmlformats.org/officeDocument/2006/relationships/customXml" Target="../ink/ink1471.xml"/><Relationship Id="rId728" Type="http://schemas.openxmlformats.org/officeDocument/2006/relationships/customXml" Target="../ink/ink1520.xml"/><Relationship Id="rId935" Type="http://schemas.openxmlformats.org/officeDocument/2006/relationships/image" Target="../media/image1372.png"/><Relationship Id="rId64" Type="http://schemas.openxmlformats.org/officeDocument/2006/relationships/customXml" Target="../ink/ink1187.xml"/><Relationship Id="rId367" Type="http://schemas.openxmlformats.org/officeDocument/2006/relationships/image" Target="../media/image1095.png"/><Relationship Id="rId574" Type="http://schemas.openxmlformats.org/officeDocument/2006/relationships/customXml" Target="../ink/ink1443.xml"/><Relationship Id="rId1120" Type="http://schemas.openxmlformats.org/officeDocument/2006/relationships/customXml" Target="../ink/ink1720.xml"/><Relationship Id="rId1218" Type="http://schemas.openxmlformats.org/officeDocument/2006/relationships/customXml" Target="../ink/ink1769.xml"/><Relationship Id="rId227" Type="http://schemas.openxmlformats.org/officeDocument/2006/relationships/image" Target="../media/image1026.png"/><Relationship Id="rId781" Type="http://schemas.openxmlformats.org/officeDocument/2006/relationships/customXml" Target="../ink/ink1548.xml"/><Relationship Id="rId879" Type="http://schemas.openxmlformats.org/officeDocument/2006/relationships/image" Target="../media/image1345.png"/><Relationship Id="rId434" Type="http://schemas.openxmlformats.org/officeDocument/2006/relationships/customXml" Target="../ink/ink1372.xml"/><Relationship Id="rId641" Type="http://schemas.openxmlformats.org/officeDocument/2006/relationships/image" Target="../media/image1229.png"/><Relationship Id="rId739" Type="http://schemas.openxmlformats.org/officeDocument/2006/relationships/image" Target="../media/image1278.png"/><Relationship Id="rId1064" Type="http://schemas.openxmlformats.org/officeDocument/2006/relationships/customXml" Target="../ink/ink1692.xml"/><Relationship Id="rId280" Type="http://schemas.openxmlformats.org/officeDocument/2006/relationships/customXml" Target="../ink/ink1295.xml"/><Relationship Id="rId501" Type="http://schemas.openxmlformats.org/officeDocument/2006/relationships/customXml" Target="../ink/ink1406.xml"/><Relationship Id="rId946" Type="http://schemas.openxmlformats.org/officeDocument/2006/relationships/customXml" Target="../ink/ink1633.xml"/><Relationship Id="rId1131" Type="http://schemas.openxmlformats.org/officeDocument/2006/relationships/image" Target="../media/image1470.png"/><Relationship Id="rId75" Type="http://schemas.openxmlformats.org/officeDocument/2006/relationships/image" Target="../media/image950.png"/><Relationship Id="rId140" Type="http://schemas.openxmlformats.org/officeDocument/2006/relationships/customXml" Target="../ink/ink1225.xml"/><Relationship Id="rId378" Type="http://schemas.openxmlformats.org/officeDocument/2006/relationships/customXml" Target="../ink/ink1344.xml"/><Relationship Id="rId585" Type="http://schemas.openxmlformats.org/officeDocument/2006/relationships/image" Target="../media/image1201.png"/><Relationship Id="rId792" Type="http://schemas.openxmlformats.org/officeDocument/2006/relationships/customXml" Target="../ink/ink1554.xml"/><Relationship Id="rId806" Type="http://schemas.openxmlformats.org/officeDocument/2006/relationships/image" Target="../media/image1309.png"/><Relationship Id="rId6" Type="http://schemas.openxmlformats.org/officeDocument/2006/relationships/customXml" Target="../ink/ink1158.xml"/><Relationship Id="rId238" Type="http://schemas.openxmlformats.org/officeDocument/2006/relationships/customXml" Target="../ink/ink1274.xml"/><Relationship Id="rId445" Type="http://schemas.openxmlformats.org/officeDocument/2006/relationships/image" Target="../media/image1133.png"/><Relationship Id="rId652" Type="http://schemas.openxmlformats.org/officeDocument/2006/relationships/customXml" Target="../ink/ink1482.xml"/><Relationship Id="rId1075" Type="http://schemas.openxmlformats.org/officeDocument/2006/relationships/image" Target="../media/image1442.png"/><Relationship Id="rId291" Type="http://schemas.openxmlformats.org/officeDocument/2006/relationships/image" Target="../media/image1057.png"/><Relationship Id="rId305" Type="http://schemas.openxmlformats.org/officeDocument/2006/relationships/image" Target="../media/image1064.png"/><Relationship Id="rId512" Type="http://schemas.openxmlformats.org/officeDocument/2006/relationships/image" Target="../media/image1165.png"/><Relationship Id="rId957" Type="http://schemas.openxmlformats.org/officeDocument/2006/relationships/image" Target="../media/image1383.png"/><Relationship Id="rId1142" Type="http://schemas.openxmlformats.org/officeDocument/2006/relationships/customXml" Target="../ink/ink1731.xml"/><Relationship Id="rId86" Type="http://schemas.openxmlformats.org/officeDocument/2006/relationships/customXml" Target="../ink/ink1198.xml"/><Relationship Id="rId151" Type="http://schemas.openxmlformats.org/officeDocument/2006/relationships/image" Target="../media/image988.png"/><Relationship Id="rId389" Type="http://schemas.openxmlformats.org/officeDocument/2006/relationships/image" Target="../media/image1106.png"/><Relationship Id="rId596" Type="http://schemas.openxmlformats.org/officeDocument/2006/relationships/customXml" Target="../ink/ink1454.xml"/><Relationship Id="rId817" Type="http://schemas.openxmlformats.org/officeDocument/2006/relationships/customXml" Target="../ink/ink1567.xml"/><Relationship Id="rId1002" Type="http://schemas.openxmlformats.org/officeDocument/2006/relationships/customXml" Target="../ink/ink1661.xml"/><Relationship Id="rId249" Type="http://schemas.openxmlformats.org/officeDocument/2006/relationships/image" Target="../media/image1036.png"/><Relationship Id="rId456" Type="http://schemas.openxmlformats.org/officeDocument/2006/relationships/customXml" Target="../ink/ink1383.xml"/><Relationship Id="rId663" Type="http://schemas.openxmlformats.org/officeDocument/2006/relationships/image" Target="../media/image1240.png"/><Relationship Id="rId870" Type="http://schemas.openxmlformats.org/officeDocument/2006/relationships/customXml" Target="../ink/ink1594.xml"/><Relationship Id="rId1086" Type="http://schemas.openxmlformats.org/officeDocument/2006/relationships/customXml" Target="../ink/ink1703.xml"/><Relationship Id="rId13" Type="http://schemas.openxmlformats.org/officeDocument/2006/relationships/image" Target="../media/image919.png"/><Relationship Id="rId109" Type="http://schemas.openxmlformats.org/officeDocument/2006/relationships/image" Target="../media/image967.png"/><Relationship Id="rId316" Type="http://schemas.openxmlformats.org/officeDocument/2006/relationships/customXml" Target="../ink/ink1313.xml"/><Relationship Id="rId523" Type="http://schemas.openxmlformats.org/officeDocument/2006/relationships/image" Target="../media/image1170.png"/><Relationship Id="rId968" Type="http://schemas.openxmlformats.org/officeDocument/2006/relationships/customXml" Target="../ink/ink1644.xml"/><Relationship Id="rId1153" Type="http://schemas.openxmlformats.org/officeDocument/2006/relationships/image" Target="../media/image1481.png"/><Relationship Id="rId97" Type="http://schemas.openxmlformats.org/officeDocument/2006/relationships/image" Target="../media/image961.png"/><Relationship Id="rId730" Type="http://schemas.openxmlformats.org/officeDocument/2006/relationships/customXml" Target="../ink/ink1521.xml"/><Relationship Id="rId828" Type="http://schemas.openxmlformats.org/officeDocument/2006/relationships/image" Target="../media/image1320.png"/><Relationship Id="rId1013" Type="http://schemas.openxmlformats.org/officeDocument/2006/relationships/image" Target="../media/image1411.png"/><Relationship Id="rId162" Type="http://schemas.openxmlformats.org/officeDocument/2006/relationships/customXml" Target="../ink/ink1236.xml"/><Relationship Id="rId467" Type="http://schemas.openxmlformats.org/officeDocument/2006/relationships/image" Target="../media/image1143.png"/><Relationship Id="rId1097" Type="http://schemas.openxmlformats.org/officeDocument/2006/relationships/image" Target="../media/image1453.png"/><Relationship Id="rId1220" Type="http://schemas.openxmlformats.org/officeDocument/2006/relationships/customXml" Target="../ink/ink1770.xml"/><Relationship Id="rId674" Type="http://schemas.openxmlformats.org/officeDocument/2006/relationships/customXml" Target="../ink/ink1493.xml"/><Relationship Id="rId881" Type="http://schemas.openxmlformats.org/officeDocument/2006/relationships/image" Target="../media/image1346.png"/><Relationship Id="rId979" Type="http://schemas.openxmlformats.org/officeDocument/2006/relationships/image" Target="../media/image1394.png"/><Relationship Id="rId24" Type="http://schemas.openxmlformats.org/officeDocument/2006/relationships/customXml" Target="../ink/ink1167.xml"/><Relationship Id="rId327" Type="http://schemas.openxmlformats.org/officeDocument/2006/relationships/image" Target="../media/image1075.png"/><Relationship Id="rId534" Type="http://schemas.openxmlformats.org/officeDocument/2006/relationships/customXml" Target="../ink/ink1423.xml"/><Relationship Id="rId741" Type="http://schemas.openxmlformats.org/officeDocument/2006/relationships/image" Target="../media/image1279.png"/><Relationship Id="rId839" Type="http://schemas.openxmlformats.org/officeDocument/2006/relationships/customXml" Target="../ink/ink1578.xml"/><Relationship Id="rId1164" Type="http://schemas.openxmlformats.org/officeDocument/2006/relationships/customXml" Target="../ink/ink1742.xml"/><Relationship Id="rId173" Type="http://schemas.openxmlformats.org/officeDocument/2006/relationships/image" Target="../media/image999.png"/><Relationship Id="rId380" Type="http://schemas.openxmlformats.org/officeDocument/2006/relationships/customXml" Target="../ink/ink1345.xml"/><Relationship Id="rId601" Type="http://schemas.openxmlformats.org/officeDocument/2006/relationships/image" Target="../media/image1209.png"/><Relationship Id="rId1024" Type="http://schemas.openxmlformats.org/officeDocument/2006/relationships/customXml" Target="../ink/ink1672.xml"/><Relationship Id="rId240" Type="http://schemas.openxmlformats.org/officeDocument/2006/relationships/customXml" Target="../ink/ink1275.xml"/><Relationship Id="rId478" Type="http://schemas.openxmlformats.org/officeDocument/2006/relationships/customXml" Target="../ink/ink1394.xml"/><Relationship Id="rId685" Type="http://schemas.openxmlformats.org/officeDocument/2006/relationships/image" Target="../media/image1251.png"/><Relationship Id="rId892" Type="http://schemas.openxmlformats.org/officeDocument/2006/relationships/image" Target="../media/image1351.png"/><Relationship Id="rId906" Type="http://schemas.openxmlformats.org/officeDocument/2006/relationships/image" Target="../media/image1358.png"/><Relationship Id="rId35" Type="http://schemas.openxmlformats.org/officeDocument/2006/relationships/image" Target="../media/image930.png"/><Relationship Id="rId100" Type="http://schemas.openxmlformats.org/officeDocument/2006/relationships/customXml" Target="../ink/ink1205.xml"/><Relationship Id="rId338" Type="http://schemas.openxmlformats.org/officeDocument/2006/relationships/customXml" Target="../ink/ink1324.xml"/><Relationship Id="rId545" Type="http://schemas.openxmlformats.org/officeDocument/2006/relationships/image" Target="../media/image1181.png"/><Relationship Id="rId752" Type="http://schemas.openxmlformats.org/officeDocument/2006/relationships/image" Target="../media/image1284.png"/><Relationship Id="rId1175" Type="http://schemas.openxmlformats.org/officeDocument/2006/relationships/image" Target="../media/image1492.png"/><Relationship Id="rId184" Type="http://schemas.openxmlformats.org/officeDocument/2006/relationships/customXml" Target="../ink/ink1247.xml"/><Relationship Id="rId391" Type="http://schemas.openxmlformats.org/officeDocument/2006/relationships/image" Target="../media/image1107.png"/><Relationship Id="rId405" Type="http://schemas.openxmlformats.org/officeDocument/2006/relationships/image" Target="../media/image1114.png"/><Relationship Id="rId612" Type="http://schemas.openxmlformats.org/officeDocument/2006/relationships/customXml" Target="../ink/ink1462.xml"/><Relationship Id="rId1035" Type="http://schemas.openxmlformats.org/officeDocument/2006/relationships/image" Target="../media/image1422.png"/><Relationship Id="rId251" Type="http://schemas.openxmlformats.org/officeDocument/2006/relationships/image" Target="../media/image1037.png"/><Relationship Id="rId489" Type="http://schemas.openxmlformats.org/officeDocument/2006/relationships/customXml" Target="../ink/ink1400.xml"/><Relationship Id="rId696" Type="http://schemas.openxmlformats.org/officeDocument/2006/relationships/customXml" Target="../ink/ink1504.xml"/><Relationship Id="rId917" Type="http://schemas.openxmlformats.org/officeDocument/2006/relationships/customXml" Target="../ink/ink1618.xml"/><Relationship Id="rId1102" Type="http://schemas.openxmlformats.org/officeDocument/2006/relationships/customXml" Target="../ink/ink1711.xml"/><Relationship Id="rId46" Type="http://schemas.openxmlformats.org/officeDocument/2006/relationships/customXml" Target="../ink/ink1178.xml"/><Relationship Id="rId349" Type="http://schemas.openxmlformats.org/officeDocument/2006/relationships/image" Target="../media/image1086.png"/><Relationship Id="rId556" Type="http://schemas.openxmlformats.org/officeDocument/2006/relationships/customXml" Target="../ink/ink1434.xml"/><Relationship Id="rId763" Type="http://schemas.openxmlformats.org/officeDocument/2006/relationships/customXml" Target="../ink/ink1539.xml"/><Relationship Id="rId1186" Type="http://schemas.openxmlformats.org/officeDocument/2006/relationships/customXml" Target="../ink/ink1753.xml"/><Relationship Id="rId111" Type="http://schemas.openxmlformats.org/officeDocument/2006/relationships/image" Target="../media/image968.png"/><Relationship Id="rId195" Type="http://schemas.openxmlformats.org/officeDocument/2006/relationships/image" Target="../media/image1010.png"/><Relationship Id="rId209" Type="http://schemas.openxmlformats.org/officeDocument/2006/relationships/image" Target="../media/image1017.png"/><Relationship Id="rId416" Type="http://schemas.openxmlformats.org/officeDocument/2006/relationships/customXml" Target="../ink/ink1363.xml"/><Relationship Id="rId970" Type="http://schemas.openxmlformats.org/officeDocument/2006/relationships/customXml" Target="../ink/ink1645.xml"/><Relationship Id="rId1046" Type="http://schemas.openxmlformats.org/officeDocument/2006/relationships/customXml" Target="../ink/ink1683.xml"/><Relationship Id="rId623" Type="http://schemas.openxmlformats.org/officeDocument/2006/relationships/image" Target="../media/image1220.png"/><Relationship Id="rId830" Type="http://schemas.openxmlformats.org/officeDocument/2006/relationships/image" Target="../media/image1321.png"/><Relationship Id="rId928" Type="http://schemas.openxmlformats.org/officeDocument/2006/relationships/customXml" Target="../ink/ink1624.xml"/><Relationship Id="rId57" Type="http://schemas.openxmlformats.org/officeDocument/2006/relationships/image" Target="../media/image941.png"/><Relationship Id="rId262" Type="http://schemas.openxmlformats.org/officeDocument/2006/relationships/customXml" Target="../ink/ink1286.xml"/><Relationship Id="rId567" Type="http://schemas.openxmlformats.org/officeDocument/2006/relationships/image" Target="../media/image1192.png"/><Relationship Id="rId1113" Type="http://schemas.openxmlformats.org/officeDocument/2006/relationships/image" Target="../media/image1461.png"/><Relationship Id="rId1197" Type="http://schemas.openxmlformats.org/officeDocument/2006/relationships/image" Target="../media/image1503.png"/><Relationship Id="rId122" Type="http://schemas.openxmlformats.org/officeDocument/2006/relationships/customXml" Target="../ink/ink1216.xml"/><Relationship Id="rId774" Type="http://schemas.openxmlformats.org/officeDocument/2006/relationships/image" Target="../media/image1294.png"/><Relationship Id="rId981" Type="http://schemas.openxmlformats.org/officeDocument/2006/relationships/image" Target="../media/image1395.png"/><Relationship Id="rId1057" Type="http://schemas.openxmlformats.org/officeDocument/2006/relationships/image" Target="../media/image1433.png"/><Relationship Id="rId427" Type="http://schemas.openxmlformats.org/officeDocument/2006/relationships/image" Target="../media/image1124.png"/><Relationship Id="rId634" Type="http://schemas.openxmlformats.org/officeDocument/2006/relationships/customXml" Target="../ink/ink1473.xml"/><Relationship Id="rId841" Type="http://schemas.openxmlformats.org/officeDocument/2006/relationships/image" Target="../media/image1326.png"/><Relationship Id="rId273" Type="http://schemas.openxmlformats.org/officeDocument/2006/relationships/image" Target="../media/image1048.png"/><Relationship Id="rId480" Type="http://schemas.openxmlformats.org/officeDocument/2006/relationships/customXml" Target="../ink/ink1395.xml"/><Relationship Id="rId701" Type="http://schemas.openxmlformats.org/officeDocument/2006/relationships/image" Target="../media/image1259.png"/><Relationship Id="rId939" Type="http://schemas.openxmlformats.org/officeDocument/2006/relationships/image" Target="../media/image1374.png"/><Relationship Id="rId1124" Type="http://schemas.openxmlformats.org/officeDocument/2006/relationships/customXml" Target="../ink/ink1722.xml"/><Relationship Id="rId68" Type="http://schemas.openxmlformats.org/officeDocument/2006/relationships/customXml" Target="../ink/ink1189.xml"/><Relationship Id="rId133" Type="http://schemas.openxmlformats.org/officeDocument/2006/relationships/image" Target="../media/image979.png"/><Relationship Id="rId340" Type="http://schemas.openxmlformats.org/officeDocument/2006/relationships/customXml" Target="../ink/ink1325.xml"/><Relationship Id="rId578" Type="http://schemas.openxmlformats.org/officeDocument/2006/relationships/customXml" Target="../ink/ink1445.xml"/><Relationship Id="rId785" Type="http://schemas.openxmlformats.org/officeDocument/2006/relationships/customXml" Target="../ink/ink1550.xml"/><Relationship Id="rId992" Type="http://schemas.openxmlformats.org/officeDocument/2006/relationships/customXml" Target="../ink/ink1656.xml"/><Relationship Id="rId200" Type="http://schemas.openxmlformats.org/officeDocument/2006/relationships/customXml" Target="../ink/ink1255.xml"/><Relationship Id="rId438" Type="http://schemas.openxmlformats.org/officeDocument/2006/relationships/customXml" Target="../ink/ink1374.xml"/><Relationship Id="rId645" Type="http://schemas.openxmlformats.org/officeDocument/2006/relationships/image" Target="../media/image1231.png"/><Relationship Id="rId852" Type="http://schemas.openxmlformats.org/officeDocument/2006/relationships/customXml" Target="../ink/ink1585.xml"/><Relationship Id="rId1068" Type="http://schemas.openxmlformats.org/officeDocument/2006/relationships/customXml" Target="../ink/ink1694.xml"/><Relationship Id="rId284" Type="http://schemas.openxmlformats.org/officeDocument/2006/relationships/customXml" Target="../ink/ink1297.xml"/><Relationship Id="rId491" Type="http://schemas.openxmlformats.org/officeDocument/2006/relationships/customXml" Target="../ink/ink1401.xml"/><Relationship Id="rId505" Type="http://schemas.openxmlformats.org/officeDocument/2006/relationships/customXml" Target="../ink/ink1408.xml"/><Relationship Id="rId712" Type="http://schemas.openxmlformats.org/officeDocument/2006/relationships/customXml" Target="../ink/ink1512.xml"/><Relationship Id="rId1135" Type="http://schemas.openxmlformats.org/officeDocument/2006/relationships/image" Target="../media/image1472.png"/><Relationship Id="rId79" Type="http://schemas.openxmlformats.org/officeDocument/2006/relationships/image" Target="../media/image952.png"/><Relationship Id="rId144" Type="http://schemas.openxmlformats.org/officeDocument/2006/relationships/customXml" Target="../ink/ink1227.xml"/><Relationship Id="rId589" Type="http://schemas.openxmlformats.org/officeDocument/2006/relationships/image" Target="../media/image1203.png"/><Relationship Id="rId796" Type="http://schemas.openxmlformats.org/officeDocument/2006/relationships/customXml" Target="../ink/ink1556.xml"/><Relationship Id="rId1202" Type="http://schemas.openxmlformats.org/officeDocument/2006/relationships/customXml" Target="../ink/ink1761.xml"/><Relationship Id="rId351" Type="http://schemas.openxmlformats.org/officeDocument/2006/relationships/image" Target="../media/image1087.png"/><Relationship Id="rId449" Type="http://schemas.openxmlformats.org/officeDocument/2006/relationships/image" Target="../media/image1135.png"/><Relationship Id="rId656" Type="http://schemas.openxmlformats.org/officeDocument/2006/relationships/customXml" Target="../ink/ink1484.xml"/><Relationship Id="rId863" Type="http://schemas.openxmlformats.org/officeDocument/2006/relationships/image" Target="../media/image1337.png"/><Relationship Id="rId1079" Type="http://schemas.openxmlformats.org/officeDocument/2006/relationships/image" Target="../media/image1444.png"/><Relationship Id="rId211" Type="http://schemas.openxmlformats.org/officeDocument/2006/relationships/image" Target="../media/image1018.png"/><Relationship Id="rId295" Type="http://schemas.openxmlformats.org/officeDocument/2006/relationships/image" Target="../media/image1059.png"/><Relationship Id="rId309" Type="http://schemas.openxmlformats.org/officeDocument/2006/relationships/image" Target="../media/image1066.png"/><Relationship Id="rId516" Type="http://schemas.openxmlformats.org/officeDocument/2006/relationships/image" Target="../media/image1167.png"/><Relationship Id="rId1146" Type="http://schemas.openxmlformats.org/officeDocument/2006/relationships/customXml" Target="../ink/ink1733.xml"/><Relationship Id="rId723" Type="http://schemas.openxmlformats.org/officeDocument/2006/relationships/image" Target="../media/image1270.png"/><Relationship Id="rId930" Type="http://schemas.openxmlformats.org/officeDocument/2006/relationships/customXml" Target="../ink/ink1625.xml"/><Relationship Id="rId1006" Type="http://schemas.openxmlformats.org/officeDocument/2006/relationships/customXml" Target="../ink/ink1663.xml"/><Relationship Id="rId155" Type="http://schemas.openxmlformats.org/officeDocument/2006/relationships/image" Target="../media/image990.png"/><Relationship Id="rId362" Type="http://schemas.openxmlformats.org/officeDocument/2006/relationships/customXml" Target="../ink/ink1336.xml"/><Relationship Id="rId1213" Type="http://schemas.openxmlformats.org/officeDocument/2006/relationships/image" Target="../media/image1511.png"/><Relationship Id="rId222" Type="http://schemas.openxmlformats.org/officeDocument/2006/relationships/customXml" Target="../ink/ink1266.xml"/><Relationship Id="rId667" Type="http://schemas.openxmlformats.org/officeDocument/2006/relationships/image" Target="../media/image1242.png"/><Relationship Id="rId874" Type="http://schemas.openxmlformats.org/officeDocument/2006/relationships/customXml" Target="../ink/ink1596.xml"/><Relationship Id="rId17" Type="http://schemas.openxmlformats.org/officeDocument/2006/relationships/image" Target="../media/image921.png"/><Relationship Id="rId527" Type="http://schemas.openxmlformats.org/officeDocument/2006/relationships/image" Target="../media/image1172.png"/><Relationship Id="rId734" Type="http://schemas.openxmlformats.org/officeDocument/2006/relationships/customXml" Target="../ink/ink1523.xml"/><Relationship Id="rId941" Type="http://schemas.openxmlformats.org/officeDocument/2006/relationships/image" Target="../media/image1375.png"/><Relationship Id="rId1157" Type="http://schemas.openxmlformats.org/officeDocument/2006/relationships/image" Target="../media/image1483.png"/><Relationship Id="rId70" Type="http://schemas.openxmlformats.org/officeDocument/2006/relationships/customXml" Target="../ink/ink1190.xml"/><Relationship Id="rId166" Type="http://schemas.openxmlformats.org/officeDocument/2006/relationships/customXml" Target="../ink/ink1238.xml"/><Relationship Id="rId373" Type="http://schemas.openxmlformats.org/officeDocument/2006/relationships/image" Target="../media/image1098.png"/><Relationship Id="rId580" Type="http://schemas.openxmlformats.org/officeDocument/2006/relationships/customXml" Target="../ink/ink1446.xml"/><Relationship Id="rId801" Type="http://schemas.openxmlformats.org/officeDocument/2006/relationships/customXml" Target="../ink/ink1559.xml"/><Relationship Id="rId1017" Type="http://schemas.openxmlformats.org/officeDocument/2006/relationships/image" Target="../media/image1413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029.png"/><Relationship Id="rId440" Type="http://schemas.openxmlformats.org/officeDocument/2006/relationships/customXml" Target="../ink/ink1375.xml"/><Relationship Id="rId678" Type="http://schemas.openxmlformats.org/officeDocument/2006/relationships/customXml" Target="../ink/ink1495.xml"/><Relationship Id="rId885" Type="http://schemas.openxmlformats.org/officeDocument/2006/relationships/image" Target="../media/image1348.png"/><Relationship Id="rId1070" Type="http://schemas.openxmlformats.org/officeDocument/2006/relationships/customXml" Target="../ink/ink1695.xml"/><Relationship Id="rId28" Type="http://schemas.openxmlformats.org/officeDocument/2006/relationships/customXml" Target="../ink/ink1169.xml"/><Relationship Id="rId300" Type="http://schemas.openxmlformats.org/officeDocument/2006/relationships/customXml" Target="../ink/ink1305.xml"/><Relationship Id="rId538" Type="http://schemas.openxmlformats.org/officeDocument/2006/relationships/customXml" Target="../ink/ink1425.xml"/><Relationship Id="rId745" Type="http://schemas.openxmlformats.org/officeDocument/2006/relationships/image" Target="../media/image1281.png"/><Relationship Id="rId952" Type="http://schemas.openxmlformats.org/officeDocument/2006/relationships/customXml" Target="../ink/ink1636.xml"/><Relationship Id="rId1168" Type="http://schemas.openxmlformats.org/officeDocument/2006/relationships/customXml" Target="../ink/ink1744.xml"/><Relationship Id="rId81" Type="http://schemas.openxmlformats.org/officeDocument/2006/relationships/image" Target="../media/image953.png"/><Relationship Id="rId177" Type="http://schemas.openxmlformats.org/officeDocument/2006/relationships/image" Target="../media/image1001.png"/><Relationship Id="rId384" Type="http://schemas.openxmlformats.org/officeDocument/2006/relationships/customXml" Target="../ink/ink1347.xml"/><Relationship Id="rId591" Type="http://schemas.openxmlformats.org/officeDocument/2006/relationships/image" Target="../media/image1204.png"/><Relationship Id="rId605" Type="http://schemas.openxmlformats.org/officeDocument/2006/relationships/image" Target="../media/image1211.png"/><Relationship Id="rId812" Type="http://schemas.openxmlformats.org/officeDocument/2006/relationships/image" Target="../media/image1312.png"/><Relationship Id="rId1028" Type="http://schemas.openxmlformats.org/officeDocument/2006/relationships/customXml" Target="../ink/ink1674.xml"/><Relationship Id="rId244" Type="http://schemas.openxmlformats.org/officeDocument/2006/relationships/customXml" Target="../ink/ink1277.xml"/><Relationship Id="rId689" Type="http://schemas.openxmlformats.org/officeDocument/2006/relationships/image" Target="../media/image1253.png"/><Relationship Id="rId896" Type="http://schemas.openxmlformats.org/officeDocument/2006/relationships/image" Target="../media/image1353.png"/><Relationship Id="rId1081" Type="http://schemas.openxmlformats.org/officeDocument/2006/relationships/image" Target="../media/image1445.png"/><Relationship Id="rId39" Type="http://schemas.openxmlformats.org/officeDocument/2006/relationships/image" Target="../media/image932.png"/><Relationship Id="rId451" Type="http://schemas.openxmlformats.org/officeDocument/2006/relationships/image" Target="../media/image1136.png"/><Relationship Id="rId549" Type="http://schemas.openxmlformats.org/officeDocument/2006/relationships/image" Target="../media/image1183.png"/><Relationship Id="rId756" Type="http://schemas.openxmlformats.org/officeDocument/2006/relationships/customXml" Target="../ink/ink1535.xml"/><Relationship Id="rId1179" Type="http://schemas.openxmlformats.org/officeDocument/2006/relationships/image" Target="../media/image1494.png"/><Relationship Id="rId104" Type="http://schemas.openxmlformats.org/officeDocument/2006/relationships/customXml" Target="../ink/ink1207.xml"/><Relationship Id="rId188" Type="http://schemas.openxmlformats.org/officeDocument/2006/relationships/customXml" Target="../ink/ink1249.xml"/><Relationship Id="rId311" Type="http://schemas.openxmlformats.org/officeDocument/2006/relationships/image" Target="../media/image1067.png"/><Relationship Id="rId395" Type="http://schemas.openxmlformats.org/officeDocument/2006/relationships/image" Target="../media/image1109.png"/><Relationship Id="rId409" Type="http://schemas.openxmlformats.org/officeDocument/2006/relationships/image" Target="../media/image1116.png"/><Relationship Id="rId963" Type="http://schemas.openxmlformats.org/officeDocument/2006/relationships/image" Target="../media/image1386.png"/><Relationship Id="rId1039" Type="http://schemas.openxmlformats.org/officeDocument/2006/relationships/image" Target="../media/image1424.png"/><Relationship Id="rId92" Type="http://schemas.openxmlformats.org/officeDocument/2006/relationships/customXml" Target="../ink/ink1201.xml"/><Relationship Id="rId616" Type="http://schemas.openxmlformats.org/officeDocument/2006/relationships/customXml" Target="../ink/ink1464.xml"/><Relationship Id="rId823" Type="http://schemas.openxmlformats.org/officeDocument/2006/relationships/customXml" Target="../ink/ink1570.xml"/><Relationship Id="rId255" Type="http://schemas.openxmlformats.org/officeDocument/2006/relationships/image" Target="../media/image1039.png"/><Relationship Id="rId462" Type="http://schemas.openxmlformats.org/officeDocument/2006/relationships/customXml" Target="../ink/ink1386.xml"/><Relationship Id="rId1092" Type="http://schemas.openxmlformats.org/officeDocument/2006/relationships/customXml" Target="../ink/ink1706.xml"/><Relationship Id="rId1106" Type="http://schemas.openxmlformats.org/officeDocument/2006/relationships/customXml" Target="../ink/ink1713.xml"/><Relationship Id="rId115" Type="http://schemas.openxmlformats.org/officeDocument/2006/relationships/image" Target="../media/image970.png"/><Relationship Id="rId322" Type="http://schemas.openxmlformats.org/officeDocument/2006/relationships/customXml" Target="../ink/ink1316.xml"/><Relationship Id="rId767" Type="http://schemas.openxmlformats.org/officeDocument/2006/relationships/customXml" Target="../ink/ink1541.xml"/><Relationship Id="rId974" Type="http://schemas.openxmlformats.org/officeDocument/2006/relationships/customXml" Target="../ink/ink1647.xml"/><Relationship Id="rId199" Type="http://schemas.openxmlformats.org/officeDocument/2006/relationships/image" Target="../media/image1012.png"/><Relationship Id="rId627" Type="http://schemas.openxmlformats.org/officeDocument/2006/relationships/image" Target="../media/image1222.png"/><Relationship Id="rId834" Type="http://schemas.openxmlformats.org/officeDocument/2006/relationships/image" Target="../media/image1323.png"/><Relationship Id="rId266" Type="http://schemas.openxmlformats.org/officeDocument/2006/relationships/customXml" Target="../ink/ink1288.xml"/><Relationship Id="rId473" Type="http://schemas.openxmlformats.org/officeDocument/2006/relationships/image" Target="../media/image1146.png"/><Relationship Id="rId680" Type="http://schemas.openxmlformats.org/officeDocument/2006/relationships/customXml" Target="../ink/ink1496.xml"/><Relationship Id="rId901" Type="http://schemas.openxmlformats.org/officeDocument/2006/relationships/customXml" Target="../ink/ink1610.xml"/><Relationship Id="rId1117" Type="http://schemas.openxmlformats.org/officeDocument/2006/relationships/image" Target="../media/image1463.png"/><Relationship Id="rId30" Type="http://schemas.openxmlformats.org/officeDocument/2006/relationships/customXml" Target="../ink/ink1170.xml"/><Relationship Id="rId126" Type="http://schemas.openxmlformats.org/officeDocument/2006/relationships/customXml" Target="../ink/ink1218.xml"/><Relationship Id="rId333" Type="http://schemas.openxmlformats.org/officeDocument/2006/relationships/image" Target="../media/image1078.png"/><Relationship Id="rId540" Type="http://schemas.openxmlformats.org/officeDocument/2006/relationships/customXml" Target="../ink/ink1426.xml"/><Relationship Id="rId778" Type="http://schemas.openxmlformats.org/officeDocument/2006/relationships/image" Target="../media/image1296.png"/><Relationship Id="rId985" Type="http://schemas.openxmlformats.org/officeDocument/2006/relationships/image" Target="../media/image1397.png"/><Relationship Id="rId1170" Type="http://schemas.openxmlformats.org/officeDocument/2006/relationships/customXml" Target="../ink/ink1745.xml"/><Relationship Id="rId638" Type="http://schemas.openxmlformats.org/officeDocument/2006/relationships/customXml" Target="../ink/ink1475.xml"/><Relationship Id="rId845" Type="http://schemas.openxmlformats.org/officeDocument/2006/relationships/image" Target="../media/image1328.png"/><Relationship Id="rId1030" Type="http://schemas.openxmlformats.org/officeDocument/2006/relationships/customXml" Target="../ink/ink1675.xml"/><Relationship Id="rId277" Type="http://schemas.openxmlformats.org/officeDocument/2006/relationships/image" Target="../media/image1050.png"/><Relationship Id="rId400" Type="http://schemas.openxmlformats.org/officeDocument/2006/relationships/customXml" Target="../ink/ink1355.xml"/><Relationship Id="rId484" Type="http://schemas.openxmlformats.org/officeDocument/2006/relationships/image" Target="../media/image1151.png"/><Relationship Id="rId705" Type="http://schemas.openxmlformats.org/officeDocument/2006/relationships/image" Target="../media/image1261.png"/><Relationship Id="rId1128" Type="http://schemas.openxmlformats.org/officeDocument/2006/relationships/customXml" Target="../ink/ink1724.xml"/><Relationship Id="rId137" Type="http://schemas.openxmlformats.org/officeDocument/2006/relationships/image" Target="../media/image981.png"/><Relationship Id="rId344" Type="http://schemas.openxmlformats.org/officeDocument/2006/relationships/customXml" Target="../ink/ink1327.xml"/><Relationship Id="rId691" Type="http://schemas.openxmlformats.org/officeDocument/2006/relationships/image" Target="../media/image1254.png"/><Relationship Id="rId789" Type="http://schemas.openxmlformats.org/officeDocument/2006/relationships/customXml" Target="../ink/ink1552.xml"/><Relationship Id="rId912" Type="http://schemas.openxmlformats.org/officeDocument/2006/relationships/image" Target="../media/image1361.png"/><Relationship Id="rId996" Type="http://schemas.openxmlformats.org/officeDocument/2006/relationships/customXml" Target="../ink/ink1658.xml"/><Relationship Id="rId41" Type="http://schemas.openxmlformats.org/officeDocument/2006/relationships/image" Target="../media/image933.png"/><Relationship Id="rId551" Type="http://schemas.openxmlformats.org/officeDocument/2006/relationships/image" Target="../media/image1184.png"/><Relationship Id="rId649" Type="http://schemas.openxmlformats.org/officeDocument/2006/relationships/image" Target="../media/image1233.png"/><Relationship Id="rId856" Type="http://schemas.openxmlformats.org/officeDocument/2006/relationships/customXml" Target="../ink/ink1587.xml"/><Relationship Id="rId1181" Type="http://schemas.openxmlformats.org/officeDocument/2006/relationships/image" Target="../media/image1495.png"/><Relationship Id="rId190" Type="http://schemas.openxmlformats.org/officeDocument/2006/relationships/customXml" Target="../ink/ink1250.xml"/><Relationship Id="rId204" Type="http://schemas.openxmlformats.org/officeDocument/2006/relationships/customXml" Target="../ink/ink1257.xml"/><Relationship Id="rId288" Type="http://schemas.openxmlformats.org/officeDocument/2006/relationships/customXml" Target="../ink/ink1299.xml"/><Relationship Id="rId411" Type="http://schemas.openxmlformats.org/officeDocument/2006/relationships/image" Target="../media/image1117.png"/><Relationship Id="rId509" Type="http://schemas.openxmlformats.org/officeDocument/2006/relationships/customXml" Target="../ink/ink1410.xml"/><Relationship Id="rId1041" Type="http://schemas.openxmlformats.org/officeDocument/2006/relationships/image" Target="../media/image1425.png"/><Relationship Id="rId1139" Type="http://schemas.openxmlformats.org/officeDocument/2006/relationships/image" Target="../media/image1474.png"/><Relationship Id="rId495" Type="http://schemas.openxmlformats.org/officeDocument/2006/relationships/customXml" Target="../ink/ink1403.xml"/><Relationship Id="rId716" Type="http://schemas.openxmlformats.org/officeDocument/2006/relationships/customXml" Target="../ink/ink1514.xml"/><Relationship Id="rId923" Type="http://schemas.openxmlformats.org/officeDocument/2006/relationships/customXml" Target="../ink/ink1621.xml"/><Relationship Id="rId52" Type="http://schemas.openxmlformats.org/officeDocument/2006/relationships/customXml" Target="../ink/ink1181.xml"/><Relationship Id="rId148" Type="http://schemas.openxmlformats.org/officeDocument/2006/relationships/customXml" Target="../ink/ink1229.xml"/><Relationship Id="rId355" Type="http://schemas.openxmlformats.org/officeDocument/2006/relationships/image" Target="../media/image1089.png"/><Relationship Id="rId562" Type="http://schemas.openxmlformats.org/officeDocument/2006/relationships/customXml" Target="../ink/ink1437.xml"/><Relationship Id="rId1192" Type="http://schemas.openxmlformats.org/officeDocument/2006/relationships/customXml" Target="../ink/ink1756.xml"/><Relationship Id="rId1206" Type="http://schemas.openxmlformats.org/officeDocument/2006/relationships/customXml" Target="../ink/ink1763.xml"/><Relationship Id="rId215" Type="http://schemas.openxmlformats.org/officeDocument/2006/relationships/image" Target="../media/image1020.png"/><Relationship Id="rId422" Type="http://schemas.openxmlformats.org/officeDocument/2006/relationships/customXml" Target="../ink/ink1366.xml"/><Relationship Id="rId867" Type="http://schemas.openxmlformats.org/officeDocument/2006/relationships/image" Target="../media/image1339.png"/><Relationship Id="rId1052" Type="http://schemas.openxmlformats.org/officeDocument/2006/relationships/customXml" Target="../ink/ink1686.xml"/><Relationship Id="rId299" Type="http://schemas.openxmlformats.org/officeDocument/2006/relationships/image" Target="../media/image1061.png"/><Relationship Id="rId727" Type="http://schemas.openxmlformats.org/officeDocument/2006/relationships/image" Target="../media/image1272.png"/><Relationship Id="rId934" Type="http://schemas.openxmlformats.org/officeDocument/2006/relationships/customXml" Target="../ink/ink1627.xml"/><Relationship Id="rId63" Type="http://schemas.openxmlformats.org/officeDocument/2006/relationships/image" Target="../media/image944.png"/><Relationship Id="rId159" Type="http://schemas.openxmlformats.org/officeDocument/2006/relationships/image" Target="../media/image992.png"/><Relationship Id="rId366" Type="http://schemas.openxmlformats.org/officeDocument/2006/relationships/customXml" Target="../ink/ink1338.xml"/><Relationship Id="rId573" Type="http://schemas.openxmlformats.org/officeDocument/2006/relationships/image" Target="../media/image1195.png"/><Relationship Id="rId780" Type="http://schemas.openxmlformats.org/officeDocument/2006/relationships/image" Target="../media/image1297.png"/><Relationship Id="rId1217" Type="http://schemas.openxmlformats.org/officeDocument/2006/relationships/image" Target="../media/image1513.png"/><Relationship Id="rId226" Type="http://schemas.openxmlformats.org/officeDocument/2006/relationships/customXml" Target="../ink/ink1268.xml"/><Relationship Id="rId433" Type="http://schemas.openxmlformats.org/officeDocument/2006/relationships/image" Target="../media/image1127.png"/><Relationship Id="rId878" Type="http://schemas.openxmlformats.org/officeDocument/2006/relationships/customXml" Target="../ink/ink1598.xml"/><Relationship Id="rId1063" Type="http://schemas.openxmlformats.org/officeDocument/2006/relationships/image" Target="../media/image1436.png"/><Relationship Id="rId640" Type="http://schemas.openxmlformats.org/officeDocument/2006/relationships/customXml" Target="../ink/ink1476.xml"/><Relationship Id="rId738" Type="http://schemas.openxmlformats.org/officeDocument/2006/relationships/customXml" Target="../ink/ink1525.xml"/><Relationship Id="rId945" Type="http://schemas.openxmlformats.org/officeDocument/2006/relationships/image" Target="../media/image1377.png"/><Relationship Id="rId74" Type="http://schemas.openxmlformats.org/officeDocument/2006/relationships/customXml" Target="../ink/ink1192.xml"/><Relationship Id="rId377" Type="http://schemas.openxmlformats.org/officeDocument/2006/relationships/image" Target="../media/image1100.png"/><Relationship Id="rId500" Type="http://schemas.openxmlformats.org/officeDocument/2006/relationships/image" Target="../media/image1159.png"/><Relationship Id="rId584" Type="http://schemas.openxmlformats.org/officeDocument/2006/relationships/customXml" Target="../ink/ink1448.xml"/><Relationship Id="rId805" Type="http://schemas.openxmlformats.org/officeDocument/2006/relationships/customXml" Target="../ink/ink1561.xml"/><Relationship Id="rId1130" Type="http://schemas.openxmlformats.org/officeDocument/2006/relationships/customXml" Target="../ink/ink1725.xml"/><Relationship Id="rId5" Type="http://schemas.openxmlformats.org/officeDocument/2006/relationships/image" Target="../media/image915.png"/><Relationship Id="rId237" Type="http://schemas.openxmlformats.org/officeDocument/2006/relationships/image" Target="../media/image1031.png"/><Relationship Id="rId791" Type="http://schemas.openxmlformats.org/officeDocument/2006/relationships/image" Target="../media/image1302.png"/><Relationship Id="rId889" Type="http://schemas.openxmlformats.org/officeDocument/2006/relationships/customXml" Target="../ink/ink1604.xml"/><Relationship Id="rId1074" Type="http://schemas.openxmlformats.org/officeDocument/2006/relationships/customXml" Target="../ink/ink1697.xml"/><Relationship Id="rId444" Type="http://schemas.openxmlformats.org/officeDocument/2006/relationships/customXml" Target="../ink/ink1377.xml"/><Relationship Id="rId651" Type="http://schemas.openxmlformats.org/officeDocument/2006/relationships/image" Target="../media/image1234.png"/><Relationship Id="rId749" Type="http://schemas.openxmlformats.org/officeDocument/2006/relationships/image" Target="../media/image1283.png"/><Relationship Id="rId290" Type="http://schemas.openxmlformats.org/officeDocument/2006/relationships/customXml" Target="../ink/ink1300.xml"/><Relationship Id="rId304" Type="http://schemas.openxmlformats.org/officeDocument/2006/relationships/customXml" Target="../ink/ink1307.xml"/><Relationship Id="rId388" Type="http://schemas.openxmlformats.org/officeDocument/2006/relationships/customXml" Target="../ink/ink1349.xml"/><Relationship Id="rId511" Type="http://schemas.openxmlformats.org/officeDocument/2006/relationships/customXml" Target="../ink/ink1411.xml"/><Relationship Id="rId609" Type="http://schemas.openxmlformats.org/officeDocument/2006/relationships/image" Target="../media/image1213.png"/><Relationship Id="rId956" Type="http://schemas.openxmlformats.org/officeDocument/2006/relationships/customXml" Target="../ink/ink1638.xml"/><Relationship Id="rId1141" Type="http://schemas.openxmlformats.org/officeDocument/2006/relationships/image" Target="../media/image1475.png"/><Relationship Id="rId85" Type="http://schemas.openxmlformats.org/officeDocument/2006/relationships/image" Target="../media/image955.png"/><Relationship Id="rId150" Type="http://schemas.openxmlformats.org/officeDocument/2006/relationships/customXml" Target="../ink/ink1230.xml"/><Relationship Id="rId595" Type="http://schemas.openxmlformats.org/officeDocument/2006/relationships/image" Target="../media/image1206.png"/><Relationship Id="rId816" Type="http://schemas.openxmlformats.org/officeDocument/2006/relationships/image" Target="../media/image1314.png"/><Relationship Id="rId1001" Type="http://schemas.openxmlformats.org/officeDocument/2006/relationships/image" Target="../media/image1405.png"/><Relationship Id="rId248" Type="http://schemas.openxmlformats.org/officeDocument/2006/relationships/customXml" Target="../ink/ink1279.xml"/><Relationship Id="rId455" Type="http://schemas.openxmlformats.org/officeDocument/2006/relationships/image" Target="../media/image1138.png"/><Relationship Id="rId662" Type="http://schemas.openxmlformats.org/officeDocument/2006/relationships/customXml" Target="../ink/ink1487.xml"/><Relationship Id="rId1085" Type="http://schemas.openxmlformats.org/officeDocument/2006/relationships/image" Target="../media/image1447.png"/><Relationship Id="rId12" Type="http://schemas.openxmlformats.org/officeDocument/2006/relationships/customXml" Target="../ink/ink1161.xml"/><Relationship Id="rId108" Type="http://schemas.openxmlformats.org/officeDocument/2006/relationships/customXml" Target="../ink/ink1209.xml"/><Relationship Id="rId315" Type="http://schemas.openxmlformats.org/officeDocument/2006/relationships/image" Target="../media/image1069.png"/><Relationship Id="rId522" Type="http://schemas.openxmlformats.org/officeDocument/2006/relationships/customXml" Target="../ink/ink1417.xml"/><Relationship Id="rId967" Type="http://schemas.openxmlformats.org/officeDocument/2006/relationships/image" Target="../media/image1388.png"/><Relationship Id="rId1152" Type="http://schemas.openxmlformats.org/officeDocument/2006/relationships/customXml" Target="../ink/ink1736.xml"/><Relationship Id="rId96" Type="http://schemas.openxmlformats.org/officeDocument/2006/relationships/customXml" Target="../ink/ink1203.xml"/><Relationship Id="rId161" Type="http://schemas.openxmlformats.org/officeDocument/2006/relationships/image" Target="../media/image993.png"/><Relationship Id="rId399" Type="http://schemas.openxmlformats.org/officeDocument/2006/relationships/image" Target="../media/image1111.png"/><Relationship Id="rId827" Type="http://schemas.openxmlformats.org/officeDocument/2006/relationships/customXml" Target="../ink/ink1572.xml"/><Relationship Id="rId1012" Type="http://schemas.openxmlformats.org/officeDocument/2006/relationships/customXml" Target="../ink/ink1666.xml"/><Relationship Id="rId259" Type="http://schemas.openxmlformats.org/officeDocument/2006/relationships/image" Target="../media/image1041.png"/><Relationship Id="rId466" Type="http://schemas.openxmlformats.org/officeDocument/2006/relationships/customXml" Target="../ink/ink1388.xml"/><Relationship Id="rId673" Type="http://schemas.openxmlformats.org/officeDocument/2006/relationships/image" Target="../media/image1245.png"/><Relationship Id="rId880" Type="http://schemas.openxmlformats.org/officeDocument/2006/relationships/customXml" Target="../ink/ink1599.xml"/><Relationship Id="rId1096" Type="http://schemas.openxmlformats.org/officeDocument/2006/relationships/customXml" Target="../ink/ink1708.xml"/><Relationship Id="rId23" Type="http://schemas.openxmlformats.org/officeDocument/2006/relationships/image" Target="../media/image924.png"/><Relationship Id="rId119" Type="http://schemas.openxmlformats.org/officeDocument/2006/relationships/image" Target="../media/image972.png"/><Relationship Id="rId326" Type="http://schemas.openxmlformats.org/officeDocument/2006/relationships/customXml" Target="../ink/ink1318.xml"/><Relationship Id="rId533" Type="http://schemas.openxmlformats.org/officeDocument/2006/relationships/image" Target="../media/image1175.png"/><Relationship Id="rId978" Type="http://schemas.openxmlformats.org/officeDocument/2006/relationships/customXml" Target="../ink/ink1649.xml"/><Relationship Id="rId1163" Type="http://schemas.openxmlformats.org/officeDocument/2006/relationships/image" Target="../media/image1486.png"/><Relationship Id="rId740" Type="http://schemas.openxmlformats.org/officeDocument/2006/relationships/customXml" Target="../ink/ink1526.xml"/><Relationship Id="rId838" Type="http://schemas.openxmlformats.org/officeDocument/2006/relationships/image" Target="../media/image1325.png"/><Relationship Id="rId1023" Type="http://schemas.openxmlformats.org/officeDocument/2006/relationships/image" Target="../media/image1416.png"/><Relationship Id="rId172" Type="http://schemas.openxmlformats.org/officeDocument/2006/relationships/customXml" Target="../ink/ink1241.xml"/><Relationship Id="rId477" Type="http://schemas.openxmlformats.org/officeDocument/2006/relationships/image" Target="../media/image1148.png"/><Relationship Id="rId600" Type="http://schemas.openxmlformats.org/officeDocument/2006/relationships/customXml" Target="../ink/ink1456.xml"/><Relationship Id="rId684" Type="http://schemas.openxmlformats.org/officeDocument/2006/relationships/customXml" Target="../ink/ink1498.xml"/><Relationship Id="rId337" Type="http://schemas.openxmlformats.org/officeDocument/2006/relationships/image" Target="../media/image1080.png"/><Relationship Id="rId891" Type="http://schemas.openxmlformats.org/officeDocument/2006/relationships/customXml" Target="../ink/ink1605.xml"/><Relationship Id="rId905" Type="http://schemas.openxmlformats.org/officeDocument/2006/relationships/customXml" Target="../ink/ink1612.xml"/><Relationship Id="rId989" Type="http://schemas.openxmlformats.org/officeDocument/2006/relationships/image" Target="../media/image1399.png"/><Relationship Id="rId34" Type="http://schemas.openxmlformats.org/officeDocument/2006/relationships/customXml" Target="../ink/ink1172.xml"/><Relationship Id="rId544" Type="http://schemas.openxmlformats.org/officeDocument/2006/relationships/customXml" Target="../ink/ink1428.xml"/><Relationship Id="rId751" Type="http://schemas.openxmlformats.org/officeDocument/2006/relationships/customXml" Target="../ink/ink1532.xml"/><Relationship Id="rId849" Type="http://schemas.openxmlformats.org/officeDocument/2006/relationships/image" Target="../media/image1330.png"/><Relationship Id="rId1174" Type="http://schemas.openxmlformats.org/officeDocument/2006/relationships/customXml" Target="../ink/ink1747.xml"/><Relationship Id="rId183" Type="http://schemas.openxmlformats.org/officeDocument/2006/relationships/image" Target="../media/image1004.png"/><Relationship Id="rId390" Type="http://schemas.openxmlformats.org/officeDocument/2006/relationships/customXml" Target="../ink/ink1350.xml"/><Relationship Id="rId404" Type="http://schemas.openxmlformats.org/officeDocument/2006/relationships/customXml" Target="../ink/ink1357.xml"/><Relationship Id="rId611" Type="http://schemas.openxmlformats.org/officeDocument/2006/relationships/image" Target="../media/image1214.png"/><Relationship Id="rId1034" Type="http://schemas.openxmlformats.org/officeDocument/2006/relationships/customXml" Target="../ink/ink1677.xml"/><Relationship Id="rId250" Type="http://schemas.openxmlformats.org/officeDocument/2006/relationships/customXml" Target="../ink/ink1280.xml"/><Relationship Id="rId488" Type="http://schemas.openxmlformats.org/officeDocument/2006/relationships/image" Target="../media/image1153.png"/><Relationship Id="rId695" Type="http://schemas.openxmlformats.org/officeDocument/2006/relationships/image" Target="../media/image1256.png"/><Relationship Id="rId709" Type="http://schemas.openxmlformats.org/officeDocument/2006/relationships/image" Target="../media/image1263.png"/><Relationship Id="rId916" Type="http://schemas.openxmlformats.org/officeDocument/2006/relationships/image" Target="../media/image1363.png"/><Relationship Id="rId1101" Type="http://schemas.openxmlformats.org/officeDocument/2006/relationships/image" Target="../media/image1455.png"/><Relationship Id="rId45" Type="http://schemas.openxmlformats.org/officeDocument/2006/relationships/image" Target="../media/image935.png"/><Relationship Id="rId110" Type="http://schemas.openxmlformats.org/officeDocument/2006/relationships/customXml" Target="../ink/ink1210.xml"/><Relationship Id="rId348" Type="http://schemas.openxmlformats.org/officeDocument/2006/relationships/customXml" Target="../ink/ink1329.xml"/><Relationship Id="rId555" Type="http://schemas.openxmlformats.org/officeDocument/2006/relationships/image" Target="../media/image1186.png"/><Relationship Id="rId762" Type="http://schemas.openxmlformats.org/officeDocument/2006/relationships/image" Target="../media/image1288.png"/><Relationship Id="rId1185" Type="http://schemas.openxmlformats.org/officeDocument/2006/relationships/image" Target="../media/image1497.png"/><Relationship Id="rId194" Type="http://schemas.openxmlformats.org/officeDocument/2006/relationships/customXml" Target="../ink/ink1252.xml"/><Relationship Id="rId208" Type="http://schemas.openxmlformats.org/officeDocument/2006/relationships/customXml" Target="../ink/ink1259.xml"/><Relationship Id="rId415" Type="http://schemas.openxmlformats.org/officeDocument/2006/relationships/image" Target="../media/image1119.png"/><Relationship Id="rId622" Type="http://schemas.openxmlformats.org/officeDocument/2006/relationships/customXml" Target="../ink/ink1467.xml"/><Relationship Id="rId1045" Type="http://schemas.openxmlformats.org/officeDocument/2006/relationships/image" Target="../media/image1427.png"/><Relationship Id="rId261" Type="http://schemas.openxmlformats.org/officeDocument/2006/relationships/image" Target="../media/image1042.png"/><Relationship Id="rId499" Type="http://schemas.openxmlformats.org/officeDocument/2006/relationships/customXml" Target="../ink/ink1405.xml"/><Relationship Id="rId927" Type="http://schemas.openxmlformats.org/officeDocument/2006/relationships/customXml" Target="../ink/ink1623.xml"/><Relationship Id="rId1112" Type="http://schemas.openxmlformats.org/officeDocument/2006/relationships/customXml" Target="../ink/ink1716.xml"/><Relationship Id="rId56" Type="http://schemas.openxmlformats.org/officeDocument/2006/relationships/customXml" Target="../ink/ink1183.xml"/><Relationship Id="rId359" Type="http://schemas.openxmlformats.org/officeDocument/2006/relationships/image" Target="../media/image1091.png"/><Relationship Id="rId566" Type="http://schemas.openxmlformats.org/officeDocument/2006/relationships/customXml" Target="../ink/ink1439.xml"/><Relationship Id="rId773" Type="http://schemas.openxmlformats.org/officeDocument/2006/relationships/customXml" Target="../ink/ink1544.xml"/><Relationship Id="rId1196" Type="http://schemas.openxmlformats.org/officeDocument/2006/relationships/customXml" Target="../ink/ink1758.xml"/><Relationship Id="rId121" Type="http://schemas.openxmlformats.org/officeDocument/2006/relationships/image" Target="../media/image973.png"/><Relationship Id="rId219" Type="http://schemas.openxmlformats.org/officeDocument/2006/relationships/image" Target="../media/image1022.png"/><Relationship Id="rId426" Type="http://schemas.openxmlformats.org/officeDocument/2006/relationships/customXml" Target="../ink/ink1368.xml"/><Relationship Id="rId633" Type="http://schemas.openxmlformats.org/officeDocument/2006/relationships/image" Target="../media/image1225.png"/><Relationship Id="rId980" Type="http://schemas.openxmlformats.org/officeDocument/2006/relationships/customXml" Target="../ink/ink1650.xml"/><Relationship Id="rId1056" Type="http://schemas.openxmlformats.org/officeDocument/2006/relationships/customXml" Target="../ink/ink1688.xml"/><Relationship Id="rId840" Type="http://schemas.openxmlformats.org/officeDocument/2006/relationships/customXml" Target="../ink/ink1579.xml"/><Relationship Id="rId938" Type="http://schemas.openxmlformats.org/officeDocument/2006/relationships/customXml" Target="../ink/ink1629.xml"/><Relationship Id="rId67" Type="http://schemas.openxmlformats.org/officeDocument/2006/relationships/image" Target="../media/image946.png"/><Relationship Id="rId272" Type="http://schemas.openxmlformats.org/officeDocument/2006/relationships/customXml" Target="../ink/ink1291.xml"/><Relationship Id="rId577" Type="http://schemas.openxmlformats.org/officeDocument/2006/relationships/image" Target="../media/image1197.png"/><Relationship Id="rId700" Type="http://schemas.openxmlformats.org/officeDocument/2006/relationships/customXml" Target="../ink/ink1506.xml"/><Relationship Id="rId1123" Type="http://schemas.openxmlformats.org/officeDocument/2006/relationships/image" Target="../media/image1466.png"/><Relationship Id="rId132" Type="http://schemas.openxmlformats.org/officeDocument/2006/relationships/customXml" Target="../ink/ink1221.xml"/><Relationship Id="rId784" Type="http://schemas.openxmlformats.org/officeDocument/2006/relationships/image" Target="../media/image1299.png"/><Relationship Id="rId991" Type="http://schemas.openxmlformats.org/officeDocument/2006/relationships/image" Target="../media/image1400.png"/><Relationship Id="rId1067" Type="http://schemas.openxmlformats.org/officeDocument/2006/relationships/image" Target="../media/image1438.png"/><Relationship Id="rId437" Type="http://schemas.openxmlformats.org/officeDocument/2006/relationships/image" Target="../media/image1129.png"/><Relationship Id="rId644" Type="http://schemas.openxmlformats.org/officeDocument/2006/relationships/customXml" Target="../ink/ink1478.xml"/><Relationship Id="rId851" Type="http://schemas.openxmlformats.org/officeDocument/2006/relationships/image" Target="../media/image1331.png"/><Relationship Id="rId283" Type="http://schemas.openxmlformats.org/officeDocument/2006/relationships/image" Target="../media/image1053.png"/><Relationship Id="rId490" Type="http://schemas.openxmlformats.org/officeDocument/2006/relationships/image" Target="../media/image1154.png"/><Relationship Id="rId504" Type="http://schemas.openxmlformats.org/officeDocument/2006/relationships/image" Target="../media/image1161.png"/><Relationship Id="rId711" Type="http://schemas.openxmlformats.org/officeDocument/2006/relationships/image" Target="../media/image1264.png"/><Relationship Id="rId949" Type="http://schemas.openxmlformats.org/officeDocument/2006/relationships/image" Target="../media/image1379.png"/><Relationship Id="rId1134" Type="http://schemas.openxmlformats.org/officeDocument/2006/relationships/customXml" Target="../ink/ink1727.xml"/><Relationship Id="rId78" Type="http://schemas.openxmlformats.org/officeDocument/2006/relationships/customXml" Target="../ink/ink1194.xml"/><Relationship Id="rId143" Type="http://schemas.openxmlformats.org/officeDocument/2006/relationships/image" Target="../media/image984.png"/><Relationship Id="rId350" Type="http://schemas.openxmlformats.org/officeDocument/2006/relationships/customXml" Target="../ink/ink1330.xml"/><Relationship Id="rId588" Type="http://schemas.openxmlformats.org/officeDocument/2006/relationships/customXml" Target="../ink/ink1450.xml"/><Relationship Id="rId795" Type="http://schemas.openxmlformats.org/officeDocument/2006/relationships/image" Target="../media/image1304.png"/><Relationship Id="rId809" Type="http://schemas.openxmlformats.org/officeDocument/2006/relationships/customXml" Target="../ink/ink1563.xml"/><Relationship Id="rId1201" Type="http://schemas.openxmlformats.org/officeDocument/2006/relationships/image" Target="../media/image1505.png"/><Relationship Id="rId9" Type="http://schemas.openxmlformats.org/officeDocument/2006/relationships/image" Target="../media/image917.png"/><Relationship Id="rId210" Type="http://schemas.openxmlformats.org/officeDocument/2006/relationships/customXml" Target="../ink/ink1260.xml"/><Relationship Id="rId448" Type="http://schemas.openxmlformats.org/officeDocument/2006/relationships/customXml" Target="../ink/ink1379.xml"/><Relationship Id="rId655" Type="http://schemas.openxmlformats.org/officeDocument/2006/relationships/image" Target="../media/image1236.png"/><Relationship Id="rId862" Type="http://schemas.openxmlformats.org/officeDocument/2006/relationships/customXml" Target="../ink/ink1590.xml"/><Relationship Id="rId1078" Type="http://schemas.openxmlformats.org/officeDocument/2006/relationships/customXml" Target="../ink/ink1699.xml"/><Relationship Id="rId294" Type="http://schemas.openxmlformats.org/officeDocument/2006/relationships/customXml" Target="../ink/ink1302.xml"/><Relationship Id="rId308" Type="http://schemas.openxmlformats.org/officeDocument/2006/relationships/customXml" Target="../ink/ink1309.xml"/><Relationship Id="rId515" Type="http://schemas.openxmlformats.org/officeDocument/2006/relationships/customXml" Target="../ink/ink1413.xml"/><Relationship Id="rId722" Type="http://schemas.openxmlformats.org/officeDocument/2006/relationships/customXml" Target="../ink/ink1517.xml"/><Relationship Id="rId1145" Type="http://schemas.openxmlformats.org/officeDocument/2006/relationships/image" Target="../media/image1477.png"/><Relationship Id="rId89" Type="http://schemas.openxmlformats.org/officeDocument/2006/relationships/image" Target="../media/image957.png"/><Relationship Id="rId154" Type="http://schemas.openxmlformats.org/officeDocument/2006/relationships/customXml" Target="../ink/ink1232.xml"/><Relationship Id="rId361" Type="http://schemas.openxmlformats.org/officeDocument/2006/relationships/image" Target="../media/image1092.png"/><Relationship Id="rId599" Type="http://schemas.openxmlformats.org/officeDocument/2006/relationships/image" Target="../media/image1208.png"/><Relationship Id="rId1005" Type="http://schemas.openxmlformats.org/officeDocument/2006/relationships/image" Target="../media/image1407.png"/><Relationship Id="rId1212" Type="http://schemas.openxmlformats.org/officeDocument/2006/relationships/customXml" Target="../ink/ink1766.xml"/><Relationship Id="rId459" Type="http://schemas.openxmlformats.org/officeDocument/2006/relationships/image" Target="../media/image700.png"/><Relationship Id="rId666" Type="http://schemas.openxmlformats.org/officeDocument/2006/relationships/customXml" Target="../ink/ink1489.xml"/><Relationship Id="rId873" Type="http://schemas.openxmlformats.org/officeDocument/2006/relationships/image" Target="../media/image1342.png"/><Relationship Id="rId1089" Type="http://schemas.openxmlformats.org/officeDocument/2006/relationships/image" Target="../media/image1449.png"/><Relationship Id="rId16" Type="http://schemas.openxmlformats.org/officeDocument/2006/relationships/customXml" Target="../ink/ink1163.xml"/><Relationship Id="rId221" Type="http://schemas.openxmlformats.org/officeDocument/2006/relationships/image" Target="../media/image1023.png"/><Relationship Id="rId319" Type="http://schemas.openxmlformats.org/officeDocument/2006/relationships/image" Target="../media/image1071.png"/><Relationship Id="rId526" Type="http://schemas.openxmlformats.org/officeDocument/2006/relationships/customXml" Target="../ink/ink1419.xml"/><Relationship Id="rId1156" Type="http://schemas.openxmlformats.org/officeDocument/2006/relationships/customXml" Target="../ink/ink1738.xml"/><Relationship Id="rId733" Type="http://schemas.openxmlformats.org/officeDocument/2006/relationships/image" Target="../media/image1275.png"/><Relationship Id="rId940" Type="http://schemas.openxmlformats.org/officeDocument/2006/relationships/customXml" Target="../ink/ink1630.xml"/><Relationship Id="rId1016" Type="http://schemas.openxmlformats.org/officeDocument/2006/relationships/customXml" Target="../ink/ink1668.xml"/><Relationship Id="rId165" Type="http://schemas.openxmlformats.org/officeDocument/2006/relationships/image" Target="../media/image995.png"/><Relationship Id="rId372" Type="http://schemas.openxmlformats.org/officeDocument/2006/relationships/customXml" Target="../ink/ink1341.xml"/><Relationship Id="rId677" Type="http://schemas.openxmlformats.org/officeDocument/2006/relationships/image" Target="../media/image1247.png"/><Relationship Id="rId800" Type="http://schemas.openxmlformats.org/officeDocument/2006/relationships/customXml" Target="../ink/ink1558.xml"/><Relationship Id="rId232" Type="http://schemas.openxmlformats.org/officeDocument/2006/relationships/customXml" Target="../ink/ink1271.xml"/><Relationship Id="rId884" Type="http://schemas.openxmlformats.org/officeDocument/2006/relationships/customXml" Target="../ink/ink1601.xml"/><Relationship Id="rId27" Type="http://schemas.openxmlformats.org/officeDocument/2006/relationships/image" Target="../media/image926.png"/><Relationship Id="rId537" Type="http://schemas.openxmlformats.org/officeDocument/2006/relationships/image" Target="../media/image1177.png"/><Relationship Id="rId744" Type="http://schemas.openxmlformats.org/officeDocument/2006/relationships/customXml" Target="../ink/ink1528.xml"/><Relationship Id="rId951" Type="http://schemas.openxmlformats.org/officeDocument/2006/relationships/image" Target="../media/image1380.png"/><Relationship Id="rId1167" Type="http://schemas.openxmlformats.org/officeDocument/2006/relationships/image" Target="../media/image1488.png"/><Relationship Id="rId80" Type="http://schemas.openxmlformats.org/officeDocument/2006/relationships/customXml" Target="../ink/ink1195.xml"/><Relationship Id="rId176" Type="http://schemas.openxmlformats.org/officeDocument/2006/relationships/customXml" Target="../ink/ink1243.xml"/><Relationship Id="rId383" Type="http://schemas.openxmlformats.org/officeDocument/2006/relationships/image" Target="../media/image1103.png"/><Relationship Id="rId590" Type="http://schemas.openxmlformats.org/officeDocument/2006/relationships/customXml" Target="../ink/ink1451.xml"/><Relationship Id="rId604" Type="http://schemas.openxmlformats.org/officeDocument/2006/relationships/customXml" Target="../ink/ink1458.xml"/><Relationship Id="rId811" Type="http://schemas.openxmlformats.org/officeDocument/2006/relationships/customXml" Target="../ink/ink1564.xml"/><Relationship Id="rId1027" Type="http://schemas.openxmlformats.org/officeDocument/2006/relationships/image" Target="../media/image1418.png"/><Relationship Id="rId243" Type="http://schemas.openxmlformats.org/officeDocument/2006/relationships/image" Target="../media/image1034.png"/><Relationship Id="rId450" Type="http://schemas.openxmlformats.org/officeDocument/2006/relationships/customXml" Target="../ink/ink1380.xml"/><Relationship Id="rId688" Type="http://schemas.openxmlformats.org/officeDocument/2006/relationships/customXml" Target="../ink/ink1500.xml"/><Relationship Id="rId895" Type="http://schemas.openxmlformats.org/officeDocument/2006/relationships/customXml" Target="../ink/ink1607.xml"/><Relationship Id="rId909" Type="http://schemas.openxmlformats.org/officeDocument/2006/relationships/customXml" Target="../ink/ink1614.xml"/><Relationship Id="rId1080" Type="http://schemas.openxmlformats.org/officeDocument/2006/relationships/customXml" Target="../ink/ink1700.xml"/><Relationship Id="rId38" Type="http://schemas.openxmlformats.org/officeDocument/2006/relationships/customXml" Target="../ink/ink1174.xml"/><Relationship Id="rId103" Type="http://schemas.openxmlformats.org/officeDocument/2006/relationships/image" Target="../media/image964.png"/><Relationship Id="rId310" Type="http://schemas.openxmlformats.org/officeDocument/2006/relationships/customXml" Target="../ink/ink1310.xml"/><Relationship Id="rId548" Type="http://schemas.openxmlformats.org/officeDocument/2006/relationships/customXml" Target="../ink/ink1430.xml"/><Relationship Id="rId755" Type="http://schemas.openxmlformats.org/officeDocument/2006/relationships/image" Target="../media/image1285.png"/><Relationship Id="rId962" Type="http://schemas.openxmlformats.org/officeDocument/2006/relationships/customXml" Target="../ink/ink1641.xml"/><Relationship Id="rId1178" Type="http://schemas.openxmlformats.org/officeDocument/2006/relationships/customXml" Target="../ink/ink1749.xml"/><Relationship Id="rId91" Type="http://schemas.openxmlformats.org/officeDocument/2006/relationships/image" Target="../media/image958.png"/><Relationship Id="rId187" Type="http://schemas.openxmlformats.org/officeDocument/2006/relationships/image" Target="../media/image1006.png"/><Relationship Id="rId394" Type="http://schemas.openxmlformats.org/officeDocument/2006/relationships/customXml" Target="../ink/ink1352.xml"/><Relationship Id="rId408" Type="http://schemas.openxmlformats.org/officeDocument/2006/relationships/customXml" Target="../ink/ink1359.xml"/><Relationship Id="rId615" Type="http://schemas.openxmlformats.org/officeDocument/2006/relationships/image" Target="../media/image1216.png"/><Relationship Id="rId822" Type="http://schemas.openxmlformats.org/officeDocument/2006/relationships/image" Target="../media/image1317.png"/><Relationship Id="rId1038" Type="http://schemas.openxmlformats.org/officeDocument/2006/relationships/customXml" Target="../ink/ink1679.xml"/><Relationship Id="rId254" Type="http://schemas.openxmlformats.org/officeDocument/2006/relationships/customXml" Target="../ink/ink1282.xml"/><Relationship Id="rId699" Type="http://schemas.openxmlformats.org/officeDocument/2006/relationships/image" Target="../media/image1258.png"/><Relationship Id="rId1091" Type="http://schemas.openxmlformats.org/officeDocument/2006/relationships/image" Target="../media/image1450.png"/><Relationship Id="rId1105" Type="http://schemas.openxmlformats.org/officeDocument/2006/relationships/image" Target="../media/image1457.png"/><Relationship Id="rId49" Type="http://schemas.openxmlformats.org/officeDocument/2006/relationships/image" Target="../media/image937.png"/><Relationship Id="rId114" Type="http://schemas.openxmlformats.org/officeDocument/2006/relationships/customXml" Target="../ink/ink1212.xml"/><Relationship Id="rId461" Type="http://schemas.openxmlformats.org/officeDocument/2006/relationships/image" Target="../media/image1140.png"/><Relationship Id="rId559" Type="http://schemas.openxmlformats.org/officeDocument/2006/relationships/image" Target="../media/image1188.png"/><Relationship Id="rId766" Type="http://schemas.openxmlformats.org/officeDocument/2006/relationships/image" Target="../media/image1290.png"/><Relationship Id="rId1189" Type="http://schemas.openxmlformats.org/officeDocument/2006/relationships/image" Target="../media/image1499.png"/><Relationship Id="rId198" Type="http://schemas.openxmlformats.org/officeDocument/2006/relationships/customXml" Target="../ink/ink1254.xml"/><Relationship Id="rId321" Type="http://schemas.openxmlformats.org/officeDocument/2006/relationships/image" Target="../media/image1072.png"/><Relationship Id="rId419" Type="http://schemas.openxmlformats.org/officeDocument/2006/relationships/image" Target="../media/image1120.png"/><Relationship Id="rId626" Type="http://schemas.openxmlformats.org/officeDocument/2006/relationships/customXml" Target="../ink/ink1469.xml"/><Relationship Id="rId973" Type="http://schemas.openxmlformats.org/officeDocument/2006/relationships/image" Target="../media/image1391.png"/><Relationship Id="rId1049" Type="http://schemas.openxmlformats.org/officeDocument/2006/relationships/image" Target="../media/image1429.png"/><Relationship Id="rId833" Type="http://schemas.openxmlformats.org/officeDocument/2006/relationships/customXml" Target="../ink/ink1575.xml"/><Relationship Id="rId1116" Type="http://schemas.openxmlformats.org/officeDocument/2006/relationships/customXml" Target="../ink/ink1718.xml"/><Relationship Id="rId265" Type="http://schemas.openxmlformats.org/officeDocument/2006/relationships/image" Target="../media/image1044.png"/><Relationship Id="rId472" Type="http://schemas.openxmlformats.org/officeDocument/2006/relationships/customXml" Target="../ink/ink1391.xml"/><Relationship Id="rId900" Type="http://schemas.openxmlformats.org/officeDocument/2006/relationships/image" Target="../media/image1355.png"/><Relationship Id="rId125" Type="http://schemas.openxmlformats.org/officeDocument/2006/relationships/image" Target="../media/image975.png"/><Relationship Id="rId332" Type="http://schemas.openxmlformats.org/officeDocument/2006/relationships/customXml" Target="../ink/ink1321.xml"/><Relationship Id="rId777" Type="http://schemas.openxmlformats.org/officeDocument/2006/relationships/customXml" Target="../ink/ink1546.xml"/><Relationship Id="rId984" Type="http://schemas.openxmlformats.org/officeDocument/2006/relationships/customXml" Target="../ink/ink1652.xml"/><Relationship Id="rId637" Type="http://schemas.openxmlformats.org/officeDocument/2006/relationships/image" Target="../media/image1227.png"/><Relationship Id="rId844" Type="http://schemas.openxmlformats.org/officeDocument/2006/relationships/customXml" Target="../ink/ink1581.xml"/><Relationship Id="rId276" Type="http://schemas.openxmlformats.org/officeDocument/2006/relationships/customXml" Target="../ink/ink1293.xml"/><Relationship Id="rId483" Type="http://schemas.openxmlformats.org/officeDocument/2006/relationships/customXml" Target="../ink/ink1397.xml"/><Relationship Id="rId690" Type="http://schemas.openxmlformats.org/officeDocument/2006/relationships/customXml" Target="../ink/ink1501.xml"/><Relationship Id="rId704" Type="http://schemas.openxmlformats.org/officeDocument/2006/relationships/customXml" Target="../ink/ink1508.xml"/><Relationship Id="rId911" Type="http://schemas.openxmlformats.org/officeDocument/2006/relationships/customXml" Target="../ink/ink1615.xml"/><Relationship Id="rId1127" Type="http://schemas.openxmlformats.org/officeDocument/2006/relationships/image" Target="../media/image1468.png"/><Relationship Id="rId40" Type="http://schemas.openxmlformats.org/officeDocument/2006/relationships/customXml" Target="../ink/ink1175.xml"/><Relationship Id="rId136" Type="http://schemas.openxmlformats.org/officeDocument/2006/relationships/customXml" Target="../ink/ink1223.xml"/><Relationship Id="rId343" Type="http://schemas.openxmlformats.org/officeDocument/2006/relationships/image" Target="../media/image1083.png"/><Relationship Id="rId550" Type="http://schemas.openxmlformats.org/officeDocument/2006/relationships/customXml" Target="../ink/ink1431.xml"/><Relationship Id="rId788" Type="http://schemas.openxmlformats.org/officeDocument/2006/relationships/image" Target="../media/image1301.png"/><Relationship Id="rId995" Type="http://schemas.openxmlformats.org/officeDocument/2006/relationships/image" Target="../media/image1402.png"/><Relationship Id="rId1180" Type="http://schemas.openxmlformats.org/officeDocument/2006/relationships/customXml" Target="../ink/ink1750.xml"/><Relationship Id="rId203" Type="http://schemas.openxmlformats.org/officeDocument/2006/relationships/image" Target="../media/image1014.png"/><Relationship Id="rId648" Type="http://schemas.openxmlformats.org/officeDocument/2006/relationships/customXml" Target="../ink/ink1480.xml"/><Relationship Id="rId855" Type="http://schemas.openxmlformats.org/officeDocument/2006/relationships/image" Target="../media/image1333.png"/><Relationship Id="rId1040" Type="http://schemas.openxmlformats.org/officeDocument/2006/relationships/customXml" Target="../ink/ink1680.xml"/><Relationship Id="rId287" Type="http://schemas.openxmlformats.org/officeDocument/2006/relationships/image" Target="../media/image1055.png"/><Relationship Id="rId410" Type="http://schemas.openxmlformats.org/officeDocument/2006/relationships/customXml" Target="../ink/ink1360.xml"/><Relationship Id="rId494" Type="http://schemas.openxmlformats.org/officeDocument/2006/relationships/image" Target="../media/image1156.png"/><Relationship Id="rId508" Type="http://schemas.openxmlformats.org/officeDocument/2006/relationships/image" Target="../media/image1163.png"/><Relationship Id="rId715" Type="http://schemas.openxmlformats.org/officeDocument/2006/relationships/image" Target="../media/image1266.png"/><Relationship Id="rId922" Type="http://schemas.openxmlformats.org/officeDocument/2006/relationships/image" Target="../media/image1366.png"/><Relationship Id="rId1138" Type="http://schemas.openxmlformats.org/officeDocument/2006/relationships/customXml" Target="../ink/ink1729.xml"/><Relationship Id="rId147" Type="http://schemas.openxmlformats.org/officeDocument/2006/relationships/image" Target="../media/image986.png"/><Relationship Id="rId354" Type="http://schemas.openxmlformats.org/officeDocument/2006/relationships/customXml" Target="../ink/ink1332.xml"/><Relationship Id="rId799" Type="http://schemas.openxmlformats.org/officeDocument/2006/relationships/image" Target="../media/image1306.png"/><Relationship Id="rId1191" Type="http://schemas.openxmlformats.org/officeDocument/2006/relationships/image" Target="../media/image1500.png"/><Relationship Id="rId1205" Type="http://schemas.openxmlformats.org/officeDocument/2006/relationships/image" Target="../media/image1507.png"/><Relationship Id="rId51" Type="http://schemas.openxmlformats.org/officeDocument/2006/relationships/image" Target="../media/image938.png"/><Relationship Id="rId561" Type="http://schemas.openxmlformats.org/officeDocument/2006/relationships/image" Target="../media/image1189.png"/><Relationship Id="rId659" Type="http://schemas.openxmlformats.org/officeDocument/2006/relationships/image" Target="../media/image1238.png"/><Relationship Id="rId866" Type="http://schemas.openxmlformats.org/officeDocument/2006/relationships/customXml" Target="../ink/ink1592.xml"/><Relationship Id="rId214" Type="http://schemas.openxmlformats.org/officeDocument/2006/relationships/customXml" Target="../ink/ink1262.xml"/><Relationship Id="rId298" Type="http://schemas.openxmlformats.org/officeDocument/2006/relationships/customXml" Target="../ink/ink1304.xml"/><Relationship Id="rId421" Type="http://schemas.openxmlformats.org/officeDocument/2006/relationships/image" Target="../media/image1121.png"/><Relationship Id="rId519" Type="http://schemas.openxmlformats.org/officeDocument/2006/relationships/image" Target="../media/image1168.png"/><Relationship Id="rId1051" Type="http://schemas.openxmlformats.org/officeDocument/2006/relationships/image" Target="../media/image1430.png"/><Relationship Id="rId1149" Type="http://schemas.openxmlformats.org/officeDocument/2006/relationships/image" Target="../media/image1479.png"/><Relationship Id="rId158" Type="http://schemas.openxmlformats.org/officeDocument/2006/relationships/customXml" Target="../ink/ink1234.xml"/><Relationship Id="rId726" Type="http://schemas.openxmlformats.org/officeDocument/2006/relationships/customXml" Target="../ink/ink1519.xml"/><Relationship Id="rId933" Type="http://schemas.openxmlformats.org/officeDocument/2006/relationships/image" Target="../media/image1371.png"/><Relationship Id="rId1009" Type="http://schemas.openxmlformats.org/officeDocument/2006/relationships/image" Target="../media/image1409.png"/><Relationship Id="rId62" Type="http://schemas.openxmlformats.org/officeDocument/2006/relationships/customXml" Target="../ink/ink1186.xml"/><Relationship Id="rId365" Type="http://schemas.openxmlformats.org/officeDocument/2006/relationships/image" Target="../media/image1094.png"/><Relationship Id="rId572" Type="http://schemas.openxmlformats.org/officeDocument/2006/relationships/customXml" Target="../ink/ink1442.xml"/><Relationship Id="rId1216" Type="http://schemas.openxmlformats.org/officeDocument/2006/relationships/customXml" Target="../ink/ink1768.xml"/><Relationship Id="rId225" Type="http://schemas.openxmlformats.org/officeDocument/2006/relationships/image" Target="../media/image1025.png"/><Relationship Id="rId432" Type="http://schemas.openxmlformats.org/officeDocument/2006/relationships/customXml" Target="../ink/ink1371.xml"/><Relationship Id="rId877" Type="http://schemas.openxmlformats.org/officeDocument/2006/relationships/image" Target="../media/image1344.png"/><Relationship Id="rId1062" Type="http://schemas.openxmlformats.org/officeDocument/2006/relationships/customXml" Target="../ink/ink1691.xml"/><Relationship Id="rId737" Type="http://schemas.openxmlformats.org/officeDocument/2006/relationships/image" Target="../media/image1277.png"/><Relationship Id="rId944" Type="http://schemas.openxmlformats.org/officeDocument/2006/relationships/customXml" Target="../ink/ink1632.xml"/><Relationship Id="rId73" Type="http://schemas.openxmlformats.org/officeDocument/2006/relationships/image" Target="../media/image949.png"/><Relationship Id="rId169" Type="http://schemas.openxmlformats.org/officeDocument/2006/relationships/image" Target="../media/image997.png"/><Relationship Id="rId376" Type="http://schemas.openxmlformats.org/officeDocument/2006/relationships/customXml" Target="../ink/ink1343.xml"/><Relationship Id="rId583" Type="http://schemas.openxmlformats.org/officeDocument/2006/relationships/image" Target="../media/image1200.png"/><Relationship Id="rId790" Type="http://schemas.openxmlformats.org/officeDocument/2006/relationships/customXml" Target="../ink/ink1553.xml"/><Relationship Id="rId804" Type="http://schemas.openxmlformats.org/officeDocument/2006/relationships/image" Target="../media/image1308.png"/><Relationship Id="rId4" Type="http://schemas.openxmlformats.org/officeDocument/2006/relationships/customXml" Target="../ink/ink1157.xml"/><Relationship Id="rId236" Type="http://schemas.openxmlformats.org/officeDocument/2006/relationships/customXml" Target="../ink/ink1273.xml"/><Relationship Id="rId443" Type="http://schemas.openxmlformats.org/officeDocument/2006/relationships/image" Target="../media/image1132.png"/><Relationship Id="rId650" Type="http://schemas.openxmlformats.org/officeDocument/2006/relationships/customXml" Target="../ink/ink1481.xml"/><Relationship Id="rId888" Type="http://schemas.openxmlformats.org/officeDocument/2006/relationships/customXml" Target="../ink/ink1603.xml"/><Relationship Id="rId1073" Type="http://schemas.openxmlformats.org/officeDocument/2006/relationships/image" Target="../media/image1441.png"/><Relationship Id="rId303" Type="http://schemas.openxmlformats.org/officeDocument/2006/relationships/image" Target="../media/image1063.png"/><Relationship Id="rId748" Type="http://schemas.openxmlformats.org/officeDocument/2006/relationships/customXml" Target="../ink/ink1530.xml"/><Relationship Id="rId955" Type="http://schemas.openxmlformats.org/officeDocument/2006/relationships/image" Target="../media/image1382.png"/><Relationship Id="rId1140" Type="http://schemas.openxmlformats.org/officeDocument/2006/relationships/customXml" Target="../ink/ink1730.xml"/><Relationship Id="rId84" Type="http://schemas.openxmlformats.org/officeDocument/2006/relationships/customXml" Target="../ink/ink1197.xml"/><Relationship Id="rId387" Type="http://schemas.openxmlformats.org/officeDocument/2006/relationships/image" Target="../media/image1105.png"/><Relationship Id="rId510" Type="http://schemas.openxmlformats.org/officeDocument/2006/relationships/image" Target="../media/image1164.png"/><Relationship Id="rId594" Type="http://schemas.openxmlformats.org/officeDocument/2006/relationships/customXml" Target="../ink/ink1453.xml"/><Relationship Id="rId608" Type="http://schemas.openxmlformats.org/officeDocument/2006/relationships/customXml" Target="../ink/ink1460.xml"/><Relationship Id="rId815" Type="http://schemas.openxmlformats.org/officeDocument/2006/relationships/customXml" Target="../ink/ink1566.xml"/><Relationship Id="rId247" Type="http://schemas.openxmlformats.org/officeDocument/2006/relationships/image" Target="../media/image1035.png"/><Relationship Id="rId899" Type="http://schemas.openxmlformats.org/officeDocument/2006/relationships/customXml" Target="../ink/ink1609.xml"/><Relationship Id="rId1000" Type="http://schemas.openxmlformats.org/officeDocument/2006/relationships/customXml" Target="../ink/ink1660.xml"/><Relationship Id="rId1084" Type="http://schemas.openxmlformats.org/officeDocument/2006/relationships/customXml" Target="../ink/ink1702.xml"/><Relationship Id="rId107" Type="http://schemas.openxmlformats.org/officeDocument/2006/relationships/image" Target="../media/image966.png"/><Relationship Id="rId454" Type="http://schemas.openxmlformats.org/officeDocument/2006/relationships/customXml" Target="../ink/ink1382.xml"/><Relationship Id="rId661" Type="http://schemas.openxmlformats.org/officeDocument/2006/relationships/image" Target="../media/image1239.png"/><Relationship Id="rId759" Type="http://schemas.openxmlformats.org/officeDocument/2006/relationships/customXml" Target="../ink/ink1537.xml"/><Relationship Id="rId966" Type="http://schemas.openxmlformats.org/officeDocument/2006/relationships/customXml" Target="../ink/ink1643.xml"/><Relationship Id="rId11" Type="http://schemas.openxmlformats.org/officeDocument/2006/relationships/image" Target="../media/image918.png"/><Relationship Id="rId314" Type="http://schemas.openxmlformats.org/officeDocument/2006/relationships/customXml" Target="../ink/ink1312.xml"/><Relationship Id="rId398" Type="http://schemas.openxmlformats.org/officeDocument/2006/relationships/customXml" Target="../ink/ink1354.xml"/><Relationship Id="rId521" Type="http://schemas.openxmlformats.org/officeDocument/2006/relationships/image" Target="../media/image1169.png"/><Relationship Id="rId619" Type="http://schemas.openxmlformats.org/officeDocument/2006/relationships/image" Target="../media/image1218.png"/><Relationship Id="rId1151" Type="http://schemas.openxmlformats.org/officeDocument/2006/relationships/image" Target="../media/image1480.png"/><Relationship Id="rId95" Type="http://schemas.openxmlformats.org/officeDocument/2006/relationships/image" Target="../media/image960.png"/><Relationship Id="rId160" Type="http://schemas.openxmlformats.org/officeDocument/2006/relationships/customXml" Target="../ink/ink1235.xml"/><Relationship Id="rId826" Type="http://schemas.openxmlformats.org/officeDocument/2006/relationships/image" Target="../media/image1319.png"/><Relationship Id="rId1011" Type="http://schemas.openxmlformats.org/officeDocument/2006/relationships/image" Target="../media/image1410.png"/><Relationship Id="rId1109" Type="http://schemas.openxmlformats.org/officeDocument/2006/relationships/image" Target="../media/image1459.png"/><Relationship Id="rId258" Type="http://schemas.openxmlformats.org/officeDocument/2006/relationships/customXml" Target="../ink/ink1284.xml"/><Relationship Id="rId465" Type="http://schemas.openxmlformats.org/officeDocument/2006/relationships/image" Target="../media/image1142.png"/><Relationship Id="rId672" Type="http://schemas.openxmlformats.org/officeDocument/2006/relationships/customXml" Target="../ink/ink1492.xml"/><Relationship Id="rId1095" Type="http://schemas.openxmlformats.org/officeDocument/2006/relationships/image" Target="../media/image1452.png"/><Relationship Id="rId22" Type="http://schemas.openxmlformats.org/officeDocument/2006/relationships/customXml" Target="../ink/ink1166.xml"/><Relationship Id="rId118" Type="http://schemas.openxmlformats.org/officeDocument/2006/relationships/customXml" Target="../ink/ink1214.xml"/><Relationship Id="rId325" Type="http://schemas.openxmlformats.org/officeDocument/2006/relationships/image" Target="../media/image1074.png"/><Relationship Id="rId532" Type="http://schemas.openxmlformats.org/officeDocument/2006/relationships/customXml" Target="../ink/ink1422.xml"/><Relationship Id="rId977" Type="http://schemas.openxmlformats.org/officeDocument/2006/relationships/image" Target="../media/image1393.png"/><Relationship Id="rId1162" Type="http://schemas.openxmlformats.org/officeDocument/2006/relationships/customXml" Target="../ink/ink1741.xml"/><Relationship Id="rId171" Type="http://schemas.openxmlformats.org/officeDocument/2006/relationships/image" Target="../media/image998.png"/><Relationship Id="rId837" Type="http://schemas.openxmlformats.org/officeDocument/2006/relationships/customXml" Target="../ink/ink1577.xml"/><Relationship Id="rId1022" Type="http://schemas.openxmlformats.org/officeDocument/2006/relationships/customXml" Target="../ink/ink1671.xml"/><Relationship Id="rId269" Type="http://schemas.openxmlformats.org/officeDocument/2006/relationships/image" Target="../media/image1046.png"/><Relationship Id="rId476" Type="http://schemas.openxmlformats.org/officeDocument/2006/relationships/customXml" Target="../ink/ink1393.xml"/><Relationship Id="rId683" Type="http://schemas.openxmlformats.org/officeDocument/2006/relationships/image" Target="../media/image1250.png"/><Relationship Id="rId890" Type="http://schemas.openxmlformats.org/officeDocument/2006/relationships/image" Target="../media/image1350.png"/><Relationship Id="rId904" Type="http://schemas.openxmlformats.org/officeDocument/2006/relationships/image" Target="../media/image1357.png"/><Relationship Id="rId33" Type="http://schemas.openxmlformats.org/officeDocument/2006/relationships/image" Target="../media/image929.png"/><Relationship Id="rId129" Type="http://schemas.openxmlformats.org/officeDocument/2006/relationships/image" Target="../media/image977.png"/><Relationship Id="rId336" Type="http://schemas.openxmlformats.org/officeDocument/2006/relationships/customXml" Target="../ink/ink1323.xml"/><Relationship Id="rId543" Type="http://schemas.openxmlformats.org/officeDocument/2006/relationships/image" Target="../media/image1180.png"/><Relationship Id="rId988" Type="http://schemas.openxmlformats.org/officeDocument/2006/relationships/customXml" Target="../ink/ink1654.xml"/><Relationship Id="rId1173" Type="http://schemas.openxmlformats.org/officeDocument/2006/relationships/image" Target="../media/image1491.png"/><Relationship Id="rId182" Type="http://schemas.openxmlformats.org/officeDocument/2006/relationships/customXml" Target="../ink/ink1246.xml"/><Relationship Id="rId403" Type="http://schemas.openxmlformats.org/officeDocument/2006/relationships/image" Target="../media/image1113.png"/><Relationship Id="rId750" Type="http://schemas.openxmlformats.org/officeDocument/2006/relationships/customXml" Target="../ink/ink1531.xml"/><Relationship Id="rId848" Type="http://schemas.openxmlformats.org/officeDocument/2006/relationships/customXml" Target="../ink/ink1583.xml"/><Relationship Id="rId1033" Type="http://schemas.openxmlformats.org/officeDocument/2006/relationships/image" Target="../media/image1421.png"/><Relationship Id="rId487" Type="http://schemas.openxmlformats.org/officeDocument/2006/relationships/customXml" Target="../ink/ink1399.xml"/><Relationship Id="rId610" Type="http://schemas.openxmlformats.org/officeDocument/2006/relationships/customXml" Target="../ink/ink1461.xml"/><Relationship Id="rId694" Type="http://schemas.openxmlformats.org/officeDocument/2006/relationships/customXml" Target="../ink/ink1503.xml"/><Relationship Id="rId708" Type="http://schemas.openxmlformats.org/officeDocument/2006/relationships/customXml" Target="../ink/ink1510.xml"/><Relationship Id="rId915" Type="http://schemas.openxmlformats.org/officeDocument/2006/relationships/customXml" Target="../ink/ink1617.xml"/><Relationship Id="rId347" Type="http://schemas.openxmlformats.org/officeDocument/2006/relationships/image" Target="../media/image1085.png"/><Relationship Id="rId999" Type="http://schemas.openxmlformats.org/officeDocument/2006/relationships/image" Target="../media/image1404.png"/><Relationship Id="rId1100" Type="http://schemas.openxmlformats.org/officeDocument/2006/relationships/customXml" Target="../ink/ink1710.xml"/><Relationship Id="rId1184" Type="http://schemas.openxmlformats.org/officeDocument/2006/relationships/customXml" Target="../ink/ink1752.xml"/><Relationship Id="rId44" Type="http://schemas.openxmlformats.org/officeDocument/2006/relationships/customXml" Target="../ink/ink1177.xml"/><Relationship Id="rId554" Type="http://schemas.openxmlformats.org/officeDocument/2006/relationships/customXml" Target="../ink/ink1433.xml"/><Relationship Id="rId761" Type="http://schemas.openxmlformats.org/officeDocument/2006/relationships/customXml" Target="../ink/ink1538.xml"/><Relationship Id="rId859" Type="http://schemas.openxmlformats.org/officeDocument/2006/relationships/image" Target="../media/image1335.png"/><Relationship Id="rId193" Type="http://schemas.openxmlformats.org/officeDocument/2006/relationships/image" Target="../media/image1009.png"/><Relationship Id="rId207" Type="http://schemas.openxmlformats.org/officeDocument/2006/relationships/image" Target="../media/image1016.png"/><Relationship Id="rId414" Type="http://schemas.openxmlformats.org/officeDocument/2006/relationships/customXml" Target="../ink/ink1362.xml"/><Relationship Id="rId498" Type="http://schemas.openxmlformats.org/officeDocument/2006/relationships/image" Target="../media/image1158.png"/><Relationship Id="rId621" Type="http://schemas.openxmlformats.org/officeDocument/2006/relationships/image" Target="../media/image1219.png"/><Relationship Id="rId1044" Type="http://schemas.openxmlformats.org/officeDocument/2006/relationships/customXml" Target="../ink/ink1682.xml"/><Relationship Id="rId260" Type="http://schemas.openxmlformats.org/officeDocument/2006/relationships/customXml" Target="../ink/ink1285.xml"/><Relationship Id="rId719" Type="http://schemas.openxmlformats.org/officeDocument/2006/relationships/image" Target="../media/image1268.png"/><Relationship Id="rId926" Type="http://schemas.openxmlformats.org/officeDocument/2006/relationships/image" Target="../media/image1368.png"/><Relationship Id="rId1111" Type="http://schemas.openxmlformats.org/officeDocument/2006/relationships/image" Target="../media/image1460.png"/><Relationship Id="rId55" Type="http://schemas.openxmlformats.org/officeDocument/2006/relationships/image" Target="../media/image940.png"/><Relationship Id="rId120" Type="http://schemas.openxmlformats.org/officeDocument/2006/relationships/customXml" Target="../ink/ink1215.xml"/><Relationship Id="rId358" Type="http://schemas.openxmlformats.org/officeDocument/2006/relationships/customXml" Target="../ink/ink1334.xml"/><Relationship Id="rId565" Type="http://schemas.openxmlformats.org/officeDocument/2006/relationships/image" Target="../media/image1191.png"/><Relationship Id="rId772" Type="http://schemas.openxmlformats.org/officeDocument/2006/relationships/image" Target="../media/image1293.png"/><Relationship Id="rId1195" Type="http://schemas.openxmlformats.org/officeDocument/2006/relationships/image" Target="../media/image1502.png"/><Relationship Id="rId1209" Type="http://schemas.openxmlformats.org/officeDocument/2006/relationships/image" Target="../media/image1509.png"/><Relationship Id="rId218" Type="http://schemas.openxmlformats.org/officeDocument/2006/relationships/customXml" Target="../ink/ink1264.xml"/><Relationship Id="rId425" Type="http://schemas.openxmlformats.org/officeDocument/2006/relationships/image" Target="../media/image1123.png"/><Relationship Id="rId632" Type="http://schemas.openxmlformats.org/officeDocument/2006/relationships/customXml" Target="../ink/ink1472.xml"/><Relationship Id="rId1055" Type="http://schemas.openxmlformats.org/officeDocument/2006/relationships/image" Target="../media/image1432.png"/><Relationship Id="rId271" Type="http://schemas.openxmlformats.org/officeDocument/2006/relationships/image" Target="../media/image1047.png"/><Relationship Id="rId937" Type="http://schemas.openxmlformats.org/officeDocument/2006/relationships/image" Target="../media/image1373.png"/><Relationship Id="rId1122" Type="http://schemas.openxmlformats.org/officeDocument/2006/relationships/customXml" Target="../ink/ink1721.xml"/><Relationship Id="rId66" Type="http://schemas.openxmlformats.org/officeDocument/2006/relationships/customXml" Target="../ink/ink1188.xml"/><Relationship Id="rId131" Type="http://schemas.openxmlformats.org/officeDocument/2006/relationships/image" Target="../media/image978.png"/><Relationship Id="rId369" Type="http://schemas.openxmlformats.org/officeDocument/2006/relationships/image" Target="../media/image1096.png"/><Relationship Id="rId576" Type="http://schemas.openxmlformats.org/officeDocument/2006/relationships/customXml" Target="../ink/ink1444.xml"/><Relationship Id="rId783" Type="http://schemas.openxmlformats.org/officeDocument/2006/relationships/customXml" Target="../ink/ink1549.xml"/><Relationship Id="rId990" Type="http://schemas.openxmlformats.org/officeDocument/2006/relationships/customXml" Target="../ink/ink1655.xml"/><Relationship Id="rId229" Type="http://schemas.openxmlformats.org/officeDocument/2006/relationships/image" Target="../media/image1027.png"/><Relationship Id="rId436" Type="http://schemas.openxmlformats.org/officeDocument/2006/relationships/customXml" Target="../ink/ink1373.xml"/><Relationship Id="rId643" Type="http://schemas.openxmlformats.org/officeDocument/2006/relationships/image" Target="../media/image1230.png"/><Relationship Id="rId1066" Type="http://schemas.openxmlformats.org/officeDocument/2006/relationships/customXml" Target="../ink/ink1693.xml"/><Relationship Id="rId850" Type="http://schemas.openxmlformats.org/officeDocument/2006/relationships/customXml" Target="../ink/ink1584.xml"/><Relationship Id="rId948" Type="http://schemas.openxmlformats.org/officeDocument/2006/relationships/customXml" Target="../ink/ink1634.xml"/><Relationship Id="rId1133" Type="http://schemas.openxmlformats.org/officeDocument/2006/relationships/image" Target="../media/image1471.png"/><Relationship Id="rId77" Type="http://schemas.openxmlformats.org/officeDocument/2006/relationships/image" Target="../media/image951.png"/><Relationship Id="rId282" Type="http://schemas.openxmlformats.org/officeDocument/2006/relationships/customXml" Target="../ink/ink1296.xml"/><Relationship Id="rId503" Type="http://schemas.openxmlformats.org/officeDocument/2006/relationships/customXml" Target="../ink/ink1407.xml"/><Relationship Id="rId587" Type="http://schemas.openxmlformats.org/officeDocument/2006/relationships/image" Target="../media/image1202.png"/><Relationship Id="rId710" Type="http://schemas.openxmlformats.org/officeDocument/2006/relationships/customXml" Target="../ink/ink1511.xml"/><Relationship Id="rId808" Type="http://schemas.openxmlformats.org/officeDocument/2006/relationships/image" Target="../media/image1310.png"/><Relationship Id="rId8" Type="http://schemas.openxmlformats.org/officeDocument/2006/relationships/customXml" Target="../ink/ink1159.xml"/><Relationship Id="rId142" Type="http://schemas.openxmlformats.org/officeDocument/2006/relationships/customXml" Target="../ink/ink1226.xml"/><Relationship Id="rId447" Type="http://schemas.openxmlformats.org/officeDocument/2006/relationships/image" Target="../media/image1134.png"/><Relationship Id="rId794" Type="http://schemas.openxmlformats.org/officeDocument/2006/relationships/customXml" Target="../ink/ink1555.xml"/><Relationship Id="rId1077" Type="http://schemas.openxmlformats.org/officeDocument/2006/relationships/image" Target="../media/image1443.png"/><Relationship Id="rId1200" Type="http://schemas.openxmlformats.org/officeDocument/2006/relationships/customXml" Target="../ink/ink1760.xml"/><Relationship Id="rId654" Type="http://schemas.openxmlformats.org/officeDocument/2006/relationships/customXml" Target="../ink/ink1483.xml"/><Relationship Id="rId861" Type="http://schemas.openxmlformats.org/officeDocument/2006/relationships/image" Target="../media/image1336.png"/><Relationship Id="rId959" Type="http://schemas.openxmlformats.org/officeDocument/2006/relationships/image" Target="../media/image1384.png"/><Relationship Id="rId293" Type="http://schemas.openxmlformats.org/officeDocument/2006/relationships/image" Target="../media/image1058.png"/><Relationship Id="rId307" Type="http://schemas.openxmlformats.org/officeDocument/2006/relationships/image" Target="../media/image1065.png"/><Relationship Id="rId514" Type="http://schemas.openxmlformats.org/officeDocument/2006/relationships/image" Target="../media/image1166.png"/><Relationship Id="rId721" Type="http://schemas.openxmlformats.org/officeDocument/2006/relationships/image" Target="../media/image1269.png"/><Relationship Id="rId1144" Type="http://schemas.openxmlformats.org/officeDocument/2006/relationships/customXml" Target="../ink/ink1732.xml"/><Relationship Id="rId88" Type="http://schemas.openxmlformats.org/officeDocument/2006/relationships/customXml" Target="../ink/ink1199.xml"/><Relationship Id="rId153" Type="http://schemas.openxmlformats.org/officeDocument/2006/relationships/image" Target="../media/image989.png"/><Relationship Id="rId360" Type="http://schemas.openxmlformats.org/officeDocument/2006/relationships/customXml" Target="../ink/ink1335.xml"/><Relationship Id="rId598" Type="http://schemas.openxmlformats.org/officeDocument/2006/relationships/customXml" Target="../ink/ink1455.xml"/><Relationship Id="rId819" Type="http://schemas.openxmlformats.org/officeDocument/2006/relationships/customXml" Target="../ink/ink1568.xml"/><Relationship Id="rId1004" Type="http://schemas.openxmlformats.org/officeDocument/2006/relationships/customXml" Target="../ink/ink1662.xml"/><Relationship Id="rId1211" Type="http://schemas.openxmlformats.org/officeDocument/2006/relationships/image" Target="../media/image1510.png"/><Relationship Id="rId220" Type="http://schemas.openxmlformats.org/officeDocument/2006/relationships/customXml" Target="../ink/ink1265.xml"/><Relationship Id="rId458" Type="http://schemas.openxmlformats.org/officeDocument/2006/relationships/customXml" Target="../ink/ink1384.xml"/><Relationship Id="rId665" Type="http://schemas.openxmlformats.org/officeDocument/2006/relationships/image" Target="../media/image1241.png"/><Relationship Id="rId872" Type="http://schemas.openxmlformats.org/officeDocument/2006/relationships/customXml" Target="../ink/ink1595.xml"/><Relationship Id="rId1088" Type="http://schemas.openxmlformats.org/officeDocument/2006/relationships/customXml" Target="../ink/ink1704.xml"/><Relationship Id="rId15" Type="http://schemas.openxmlformats.org/officeDocument/2006/relationships/image" Target="../media/image920.png"/><Relationship Id="rId318" Type="http://schemas.openxmlformats.org/officeDocument/2006/relationships/customXml" Target="../ink/ink1314.xml"/><Relationship Id="rId525" Type="http://schemas.openxmlformats.org/officeDocument/2006/relationships/image" Target="../media/image1171.png"/><Relationship Id="rId732" Type="http://schemas.openxmlformats.org/officeDocument/2006/relationships/customXml" Target="../ink/ink1522.xml"/><Relationship Id="rId1155" Type="http://schemas.openxmlformats.org/officeDocument/2006/relationships/image" Target="../media/image1482.png"/><Relationship Id="rId99" Type="http://schemas.openxmlformats.org/officeDocument/2006/relationships/image" Target="../media/image962.png"/><Relationship Id="rId164" Type="http://schemas.openxmlformats.org/officeDocument/2006/relationships/customXml" Target="../ink/ink1237.xml"/><Relationship Id="rId371" Type="http://schemas.openxmlformats.org/officeDocument/2006/relationships/image" Target="../media/image1097.png"/><Relationship Id="rId1015" Type="http://schemas.openxmlformats.org/officeDocument/2006/relationships/image" Target="../media/image1412.png"/><Relationship Id="rId469" Type="http://schemas.openxmlformats.org/officeDocument/2006/relationships/image" Target="../media/image1144.png"/><Relationship Id="rId676" Type="http://schemas.openxmlformats.org/officeDocument/2006/relationships/customXml" Target="../ink/ink1494.xml"/><Relationship Id="rId883" Type="http://schemas.openxmlformats.org/officeDocument/2006/relationships/image" Target="../media/image1347.png"/><Relationship Id="rId1099" Type="http://schemas.openxmlformats.org/officeDocument/2006/relationships/image" Target="../media/image1454.png"/><Relationship Id="rId26" Type="http://schemas.openxmlformats.org/officeDocument/2006/relationships/customXml" Target="../ink/ink1168.xml"/><Relationship Id="rId231" Type="http://schemas.openxmlformats.org/officeDocument/2006/relationships/image" Target="../media/image1028.png"/><Relationship Id="rId329" Type="http://schemas.openxmlformats.org/officeDocument/2006/relationships/image" Target="../media/image1076.png"/><Relationship Id="rId536" Type="http://schemas.openxmlformats.org/officeDocument/2006/relationships/customXml" Target="../ink/ink1424.xml"/><Relationship Id="rId1166" Type="http://schemas.openxmlformats.org/officeDocument/2006/relationships/customXml" Target="../ink/ink1743.xml"/><Relationship Id="rId175" Type="http://schemas.openxmlformats.org/officeDocument/2006/relationships/image" Target="../media/image1000.png"/><Relationship Id="rId743" Type="http://schemas.openxmlformats.org/officeDocument/2006/relationships/image" Target="../media/image1280.png"/><Relationship Id="rId950" Type="http://schemas.openxmlformats.org/officeDocument/2006/relationships/customXml" Target="../ink/ink1635.xml"/><Relationship Id="rId1026" Type="http://schemas.openxmlformats.org/officeDocument/2006/relationships/customXml" Target="../ink/ink1673.xml"/><Relationship Id="rId382" Type="http://schemas.openxmlformats.org/officeDocument/2006/relationships/customXml" Target="../ink/ink1346.xml"/><Relationship Id="rId603" Type="http://schemas.openxmlformats.org/officeDocument/2006/relationships/image" Target="../media/image1210.png"/><Relationship Id="rId687" Type="http://schemas.openxmlformats.org/officeDocument/2006/relationships/image" Target="../media/image1252.png"/><Relationship Id="rId810" Type="http://schemas.openxmlformats.org/officeDocument/2006/relationships/image" Target="../media/image1311.png"/><Relationship Id="rId908" Type="http://schemas.openxmlformats.org/officeDocument/2006/relationships/image" Target="../media/image1359.png"/><Relationship Id="rId242" Type="http://schemas.openxmlformats.org/officeDocument/2006/relationships/customXml" Target="../ink/ink1276.xml"/><Relationship Id="rId894" Type="http://schemas.openxmlformats.org/officeDocument/2006/relationships/image" Target="../media/image1352.png"/><Relationship Id="rId1177" Type="http://schemas.openxmlformats.org/officeDocument/2006/relationships/image" Target="../media/image1493.png"/><Relationship Id="rId37" Type="http://schemas.openxmlformats.org/officeDocument/2006/relationships/image" Target="../media/image931.png"/><Relationship Id="rId102" Type="http://schemas.openxmlformats.org/officeDocument/2006/relationships/customXml" Target="../ink/ink1206.xml"/><Relationship Id="rId547" Type="http://schemas.openxmlformats.org/officeDocument/2006/relationships/image" Target="../media/image1182.png"/><Relationship Id="rId754" Type="http://schemas.openxmlformats.org/officeDocument/2006/relationships/customXml" Target="../ink/ink1534.xml"/><Relationship Id="rId961" Type="http://schemas.openxmlformats.org/officeDocument/2006/relationships/image" Target="../media/image1385.png"/><Relationship Id="rId90" Type="http://schemas.openxmlformats.org/officeDocument/2006/relationships/customXml" Target="../ink/ink1200.xml"/><Relationship Id="rId186" Type="http://schemas.openxmlformats.org/officeDocument/2006/relationships/customXml" Target="../ink/ink1248.xml"/><Relationship Id="rId393" Type="http://schemas.openxmlformats.org/officeDocument/2006/relationships/image" Target="../media/image1108.png"/><Relationship Id="rId407" Type="http://schemas.openxmlformats.org/officeDocument/2006/relationships/image" Target="../media/image1115.png"/><Relationship Id="rId614" Type="http://schemas.openxmlformats.org/officeDocument/2006/relationships/customXml" Target="../ink/ink1463.xml"/><Relationship Id="rId821" Type="http://schemas.openxmlformats.org/officeDocument/2006/relationships/customXml" Target="../ink/ink1569.xml"/><Relationship Id="rId1037" Type="http://schemas.openxmlformats.org/officeDocument/2006/relationships/image" Target="../media/image1423.png"/><Relationship Id="rId253" Type="http://schemas.openxmlformats.org/officeDocument/2006/relationships/image" Target="../media/image1038.png"/><Relationship Id="rId460" Type="http://schemas.openxmlformats.org/officeDocument/2006/relationships/customXml" Target="../ink/ink1385.xml"/><Relationship Id="rId698" Type="http://schemas.openxmlformats.org/officeDocument/2006/relationships/customXml" Target="../ink/ink1505.xml"/><Relationship Id="rId919" Type="http://schemas.openxmlformats.org/officeDocument/2006/relationships/customXml" Target="../ink/ink1619.xml"/><Relationship Id="rId1090" Type="http://schemas.openxmlformats.org/officeDocument/2006/relationships/customXml" Target="../ink/ink1705.xml"/><Relationship Id="rId1104" Type="http://schemas.openxmlformats.org/officeDocument/2006/relationships/customXml" Target="../ink/ink1712.xml"/><Relationship Id="rId48" Type="http://schemas.openxmlformats.org/officeDocument/2006/relationships/customXml" Target="../ink/ink1179.xml"/><Relationship Id="rId113" Type="http://schemas.openxmlformats.org/officeDocument/2006/relationships/image" Target="../media/image969.png"/><Relationship Id="rId320" Type="http://schemas.openxmlformats.org/officeDocument/2006/relationships/customXml" Target="../ink/ink1315.xml"/><Relationship Id="rId558" Type="http://schemas.openxmlformats.org/officeDocument/2006/relationships/customXml" Target="../ink/ink1435.xml"/><Relationship Id="rId765" Type="http://schemas.openxmlformats.org/officeDocument/2006/relationships/customXml" Target="../ink/ink1540.xml"/><Relationship Id="rId972" Type="http://schemas.openxmlformats.org/officeDocument/2006/relationships/customXml" Target="../ink/ink1646.xml"/><Relationship Id="rId1188" Type="http://schemas.openxmlformats.org/officeDocument/2006/relationships/customXml" Target="../ink/ink1754.xml"/><Relationship Id="rId197" Type="http://schemas.openxmlformats.org/officeDocument/2006/relationships/image" Target="../media/image1011.png"/><Relationship Id="rId418" Type="http://schemas.openxmlformats.org/officeDocument/2006/relationships/customXml" Target="../ink/ink1364.xml"/><Relationship Id="rId625" Type="http://schemas.openxmlformats.org/officeDocument/2006/relationships/image" Target="../media/image1221.png"/><Relationship Id="rId832" Type="http://schemas.openxmlformats.org/officeDocument/2006/relationships/image" Target="../media/image1322.png"/><Relationship Id="rId1048" Type="http://schemas.openxmlformats.org/officeDocument/2006/relationships/customXml" Target="../ink/ink1684.xml"/><Relationship Id="rId264" Type="http://schemas.openxmlformats.org/officeDocument/2006/relationships/customXml" Target="../ink/ink1287.xml"/><Relationship Id="rId471" Type="http://schemas.openxmlformats.org/officeDocument/2006/relationships/image" Target="../media/image1145.png"/><Relationship Id="rId1115" Type="http://schemas.openxmlformats.org/officeDocument/2006/relationships/image" Target="../media/image1462.png"/><Relationship Id="rId59" Type="http://schemas.openxmlformats.org/officeDocument/2006/relationships/image" Target="../media/image942.png"/><Relationship Id="rId124" Type="http://schemas.openxmlformats.org/officeDocument/2006/relationships/customXml" Target="../ink/ink1217.xml"/><Relationship Id="rId569" Type="http://schemas.openxmlformats.org/officeDocument/2006/relationships/image" Target="../media/image1193.png"/><Relationship Id="rId776" Type="http://schemas.openxmlformats.org/officeDocument/2006/relationships/image" Target="../media/image1295.png"/><Relationship Id="rId983" Type="http://schemas.openxmlformats.org/officeDocument/2006/relationships/image" Target="../media/image1396.png"/><Relationship Id="rId1199" Type="http://schemas.openxmlformats.org/officeDocument/2006/relationships/image" Target="../media/image1504.png"/><Relationship Id="rId331" Type="http://schemas.openxmlformats.org/officeDocument/2006/relationships/image" Target="../media/image1077.png"/><Relationship Id="rId429" Type="http://schemas.openxmlformats.org/officeDocument/2006/relationships/image" Target="../media/image1125.png"/><Relationship Id="rId636" Type="http://schemas.openxmlformats.org/officeDocument/2006/relationships/customXml" Target="../ink/ink1474.xml"/><Relationship Id="rId1059" Type="http://schemas.openxmlformats.org/officeDocument/2006/relationships/image" Target="../media/image1434.png"/><Relationship Id="rId843" Type="http://schemas.openxmlformats.org/officeDocument/2006/relationships/image" Target="../media/image1327.png"/><Relationship Id="rId1126" Type="http://schemas.openxmlformats.org/officeDocument/2006/relationships/customXml" Target="../ink/ink1723.xml"/><Relationship Id="rId275" Type="http://schemas.openxmlformats.org/officeDocument/2006/relationships/image" Target="../media/image1049.png"/><Relationship Id="rId482" Type="http://schemas.openxmlformats.org/officeDocument/2006/relationships/image" Target="../media/image1150.png"/><Relationship Id="rId703" Type="http://schemas.openxmlformats.org/officeDocument/2006/relationships/image" Target="../media/image1260.png"/><Relationship Id="rId910" Type="http://schemas.openxmlformats.org/officeDocument/2006/relationships/image" Target="../media/image1360.png"/><Relationship Id="rId135" Type="http://schemas.openxmlformats.org/officeDocument/2006/relationships/image" Target="../media/image980.png"/><Relationship Id="rId342" Type="http://schemas.openxmlformats.org/officeDocument/2006/relationships/customXml" Target="../ink/ink1326.xml"/><Relationship Id="rId787" Type="http://schemas.openxmlformats.org/officeDocument/2006/relationships/customXml" Target="../ink/ink1551.xml"/><Relationship Id="rId994" Type="http://schemas.openxmlformats.org/officeDocument/2006/relationships/customXml" Target="../ink/ink1657.xml"/><Relationship Id="rId202" Type="http://schemas.openxmlformats.org/officeDocument/2006/relationships/customXml" Target="../ink/ink1256.xml"/><Relationship Id="rId647" Type="http://schemas.openxmlformats.org/officeDocument/2006/relationships/image" Target="../media/image1232.png"/><Relationship Id="rId854" Type="http://schemas.openxmlformats.org/officeDocument/2006/relationships/customXml" Target="../ink/ink1586.xml"/><Relationship Id="rId286" Type="http://schemas.openxmlformats.org/officeDocument/2006/relationships/customXml" Target="../ink/ink1298.xml"/><Relationship Id="rId493" Type="http://schemas.openxmlformats.org/officeDocument/2006/relationships/customXml" Target="../ink/ink1402.xml"/><Relationship Id="rId507" Type="http://schemas.openxmlformats.org/officeDocument/2006/relationships/customXml" Target="../ink/ink1409.xml"/><Relationship Id="rId714" Type="http://schemas.openxmlformats.org/officeDocument/2006/relationships/customXml" Target="../ink/ink1513.xml"/><Relationship Id="rId921" Type="http://schemas.openxmlformats.org/officeDocument/2006/relationships/customXml" Target="../ink/ink1620.xml"/><Relationship Id="rId1137" Type="http://schemas.openxmlformats.org/officeDocument/2006/relationships/image" Target="../media/image1473.png"/><Relationship Id="rId50" Type="http://schemas.openxmlformats.org/officeDocument/2006/relationships/customXml" Target="../ink/ink1180.xml"/><Relationship Id="rId146" Type="http://schemas.openxmlformats.org/officeDocument/2006/relationships/customXml" Target="../ink/ink1228.xml"/><Relationship Id="rId353" Type="http://schemas.openxmlformats.org/officeDocument/2006/relationships/image" Target="../media/image1088.png"/><Relationship Id="rId560" Type="http://schemas.openxmlformats.org/officeDocument/2006/relationships/customXml" Target="../ink/ink1436.xml"/><Relationship Id="rId798" Type="http://schemas.openxmlformats.org/officeDocument/2006/relationships/customXml" Target="../ink/ink1557.xml"/><Relationship Id="rId1190" Type="http://schemas.openxmlformats.org/officeDocument/2006/relationships/customXml" Target="../ink/ink1755.xml"/><Relationship Id="rId1204" Type="http://schemas.openxmlformats.org/officeDocument/2006/relationships/customXml" Target="../ink/ink1762.xml"/><Relationship Id="rId213" Type="http://schemas.openxmlformats.org/officeDocument/2006/relationships/image" Target="../media/image1019.png"/><Relationship Id="rId420" Type="http://schemas.openxmlformats.org/officeDocument/2006/relationships/customXml" Target="../ink/ink1365.xml"/><Relationship Id="rId658" Type="http://schemas.openxmlformats.org/officeDocument/2006/relationships/customXml" Target="../ink/ink1485.xml"/><Relationship Id="rId865" Type="http://schemas.openxmlformats.org/officeDocument/2006/relationships/image" Target="../media/image1338.png"/><Relationship Id="rId1050" Type="http://schemas.openxmlformats.org/officeDocument/2006/relationships/customXml" Target="../ink/ink1685.xml"/><Relationship Id="rId297" Type="http://schemas.openxmlformats.org/officeDocument/2006/relationships/image" Target="../media/image1060.png"/><Relationship Id="rId518" Type="http://schemas.openxmlformats.org/officeDocument/2006/relationships/customXml" Target="../ink/ink1415.xml"/><Relationship Id="rId725" Type="http://schemas.openxmlformats.org/officeDocument/2006/relationships/image" Target="../media/image1271.png"/><Relationship Id="rId932" Type="http://schemas.openxmlformats.org/officeDocument/2006/relationships/customXml" Target="../ink/ink1626.xml"/><Relationship Id="rId1148" Type="http://schemas.openxmlformats.org/officeDocument/2006/relationships/customXml" Target="../ink/ink1734.xml"/><Relationship Id="rId157" Type="http://schemas.openxmlformats.org/officeDocument/2006/relationships/image" Target="../media/image991.png"/><Relationship Id="rId364" Type="http://schemas.openxmlformats.org/officeDocument/2006/relationships/customXml" Target="../ink/ink1337.xml"/><Relationship Id="rId1008" Type="http://schemas.openxmlformats.org/officeDocument/2006/relationships/customXml" Target="../ink/ink1664.xml"/><Relationship Id="rId1215" Type="http://schemas.openxmlformats.org/officeDocument/2006/relationships/image" Target="../media/image1512.png"/><Relationship Id="rId61" Type="http://schemas.openxmlformats.org/officeDocument/2006/relationships/image" Target="../media/image943.png"/><Relationship Id="rId571" Type="http://schemas.openxmlformats.org/officeDocument/2006/relationships/image" Target="../media/image1194.png"/><Relationship Id="rId669" Type="http://schemas.openxmlformats.org/officeDocument/2006/relationships/image" Target="../media/image1243.png"/><Relationship Id="rId876" Type="http://schemas.openxmlformats.org/officeDocument/2006/relationships/customXml" Target="../ink/ink1597.xml"/><Relationship Id="rId19" Type="http://schemas.openxmlformats.org/officeDocument/2006/relationships/image" Target="../media/image922.png"/><Relationship Id="rId224" Type="http://schemas.openxmlformats.org/officeDocument/2006/relationships/customXml" Target="../ink/ink1267.xml"/><Relationship Id="rId431" Type="http://schemas.openxmlformats.org/officeDocument/2006/relationships/image" Target="../media/image1126.png"/><Relationship Id="rId529" Type="http://schemas.openxmlformats.org/officeDocument/2006/relationships/image" Target="../media/image1173.png"/><Relationship Id="rId736" Type="http://schemas.openxmlformats.org/officeDocument/2006/relationships/customXml" Target="../ink/ink1524.xml"/><Relationship Id="rId1061" Type="http://schemas.openxmlformats.org/officeDocument/2006/relationships/image" Target="../media/image1435.png"/><Relationship Id="rId1159" Type="http://schemas.openxmlformats.org/officeDocument/2006/relationships/image" Target="../media/image1484.png"/><Relationship Id="rId168" Type="http://schemas.openxmlformats.org/officeDocument/2006/relationships/customXml" Target="../ink/ink1239.xml"/><Relationship Id="rId943" Type="http://schemas.openxmlformats.org/officeDocument/2006/relationships/image" Target="../media/image1376.png"/><Relationship Id="rId1019" Type="http://schemas.openxmlformats.org/officeDocument/2006/relationships/image" Target="../media/image1414.png"/><Relationship Id="rId72" Type="http://schemas.openxmlformats.org/officeDocument/2006/relationships/customXml" Target="../ink/ink1191.xml"/><Relationship Id="rId375" Type="http://schemas.openxmlformats.org/officeDocument/2006/relationships/image" Target="../media/image1099.png"/><Relationship Id="rId582" Type="http://schemas.openxmlformats.org/officeDocument/2006/relationships/customXml" Target="../ink/ink1447.xml"/><Relationship Id="rId803" Type="http://schemas.openxmlformats.org/officeDocument/2006/relationships/customXml" Target="../ink/ink1560.xml"/><Relationship Id="rId3" Type="http://schemas.openxmlformats.org/officeDocument/2006/relationships/image" Target="../media/image914.png"/><Relationship Id="rId235" Type="http://schemas.openxmlformats.org/officeDocument/2006/relationships/image" Target="../media/image1030.png"/><Relationship Id="rId442" Type="http://schemas.openxmlformats.org/officeDocument/2006/relationships/customXml" Target="../ink/ink1376.xml"/><Relationship Id="rId887" Type="http://schemas.openxmlformats.org/officeDocument/2006/relationships/image" Target="../media/image1349.png"/><Relationship Id="rId1072" Type="http://schemas.openxmlformats.org/officeDocument/2006/relationships/customXml" Target="../ink/ink1696.xml"/><Relationship Id="rId302" Type="http://schemas.openxmlformats.org/officeDocument/2006/relationships/customXml" Target="../ink/ink1306.xml"/><Relationship Id="rId747" Type="http://schemas.openxmlformats.org/officeDocument/2006/relationships/image" Target="../media/image1282.png"/><Relationship Id="rId954" Type="http://schemas.openxmlformats.org/officeDocument/2006/relationships/customXml" Target="../ink/ink1637.xml"/><Relationship Id="rId83" Type="http://schemas.openxmlformats.org/officeDocument/2006/relationships/image" Target="../media/image954.png"/><Relationship Id="rId179" Type="http://schemas.openxmlformats.org/officeDocument/2006/relationships/image" Target="../media/image1002.png"/><Relationship Id="rId386" Type="http://schemas.openxmlformats.org/officeDocument/2006/relationships/customXml" Target="../ink/ink1348.xml"/><Relationship Id="rId593" Type="http://schemas.openxmlformats.org/officeDocument/2006/relationships/image" Target="../media/image1205.png"/><Relationship Id="rId607" Type="http://schemas.openxmlformats.org/officeDocument/2006/relationships/image" Target="../media/image1212.png"/><Relationship Id="rId814" Type="http://schemas.openxmlformats.org/officeDocument/2006/relationships/image" Target="../media/image1313.png"/><Relationship Id="rId246" Type="http://schemas.openxmlformats.org/officeDocument/2006/relationships/customXml" Target="../ink/ink1278.xml"/><Relationship Id="rId453" Type="http://schemas.openxmlformats.org/officeDocument/2006/relationships/image" Target="../media/image1137.png"/><Relationship Id="rId660" Type="http://schemas.openxmlformats.org/officeDocument/2006/relationships/customXml" Target="../ink/ink1486.xml"/><Relationship Id="rId898" Type="http://schemas.openxmlformats.org/officeDocument/2006/relationships/image" Target="../media/image1354.png"/><Relationship Id="rId1083" Type="http://schemas.openxmlformats.org/officeDocument/2006/relationships/image" Target="../media/image1446.png"/><Relationship Id="rId106" Type="http://schemas.openxmlformats.org/officeDocument/2006/relationships/customXml" Target="../ink/ink1208.xml"/><Relationship Id="rId313" Type="http://schemas.openxmlformats.org/officeDocument/2006/relationships/image" Target="../media/image1068.png"/><Relationship Id="rId758" Type="http://schemas.openxmlformats.org/officeDocument/2006/relationships/image" Target="../media/image1286.png"/><Relationship Id="rId965" Type="http://schemas.openxmlformats.org/officeDocument/2006/relationships/image" Target="../media/image1387.png"/><Relationship Id="rId1150" Type="http://schemas.openxmlformats.org/officeDocument/2006/relationships/customXml" Target="../ink/ink1735.xml"/><Relationship Id="rId10" Type="http://schemas.openxmlformats.org/officeDocument/2006/relationships/customXml" Target="../ink/ink1160.xml"/><Relationship Id="rId94" Type="http://schemas.openxmlformats.org/officeDocument/2006/relationships/customXml" Target="../ink/ink1202.xml"/><Relationship Id="rId397" Type="http://schemas.openxmlformats.org/officeDocument/2006/relationships/image" Target="../media/image1110.png"/><Relationship Id="rId520" Type="http://schemas.openxmlformats.org/officeDocument/2006/relationships/customXml" Target="../ink/ink1416.xml"/><Relationship Id="rId618" Type="http://schemas.openxmlformats.org/officeDocument/2006/relationships/customXml" Target="../ink/ink1465.xml"/><Relationship Id="rId825" Type="http://schemas.openxmlformats.org/officeDocument/2006/relationships/customXml" Target="../ink/ink1571.xml"/><Relationship Id="rId257" Type="http://schemas.openxmlformats.org/officeDocument/2006/relationships/image" Target="../media/image1040.png"/><Relationship Id="rId464" Type="http://schemas.openxmlformats.org/officeDocument/2006/relationships/customXml" Target="../ink/ink1387.xml"/><Relationship Id="rId1010" Type="http://schemas.openxmlformats.org/officeDocument/2006/relationships/customXml" Target="../ink/ink1665.xml"/><Relationship Id="rId1094" Type="http://schemas.openxmlformats.org/officeDocument/2006/relationships/customXml" Target="../ink/ink1707.xml"/><Relationship Id="rId1108" Type="http://schemas.openxmlformats.org/officeDocument/2006/relationships/customXml" Target="../ink/ink1714.xml"/><Relationship Id="rId117" Type="http://schemas.openxmlformats.org/officeDocument/2006/relationships/image" Target="../media/image971.png"/><Relationship Id="rId671" Type="http://schemas.openxmlformats.org/officeDocument/2006/relationships/image" Target="../media/image1244.png"/><Relationship Id="rId769" Type="http://schemas.openxmlformats.org/officeDocument/2006/relationships/customXml" Target="../ink/ink1542.xml"/><Relationship Id="rId976" Type="http://schemas.openxmlformats.org/officeDocument/2006/relationships/customXml" Target="../ink/ink1648.xml"/><Relationship Id="rId324" Type="http://schemas.openxmlformats.org/officeDocument/2006/relationships/customXml" Target="../ink/ink1317.xml"/><Relationship Id="rId531" Type="http://schemas.openxmlformats.org/officeDocument/2006/relationships/image" Target="../media/image1174.png"/><Relationship Id="rId629" Type="http://schemas.openxmlformats.org/officeDocument/2006/relationships/image" Target="../media/image1223.png"/><Relationship Id="rId1161" Type="http://schemas.openxmlformats.org/officeDocument/2006/relationships/image" Target="../media/image1485.png"/><Relationship Id="rId836" Type="http://schemas.openxmlformats.org/officeDocument/2006/relationships/image" Target="../media/image1324.png"/><Relationship Id="rId1021" Type="http://schemas.openxmlformats.org/officeDocument/2006/relationships/image" Target="../media/image1415.png"/><Relationship Id="rId1119" Type="http://schemas.openxmlformats.org/officeDocument/2006/relationships/image" Target="../media/image1464.png"/><Relationship Id="rId903" Type="http://schemas.openxmlformats.org/officeDocument/2006/relationships/customXml" Target="../ink/ink1611.xml"/><Relationship Id="rId32" Type="http://schemas.openxmlformats.org/officeDocument/2006/relationships/customXml" Target="../ink/ink1171.xml"/><Relationship Id="rId181" Type="http://schemas.openxmlformats.org/officeDocument/2006/relationships/image" Target="../media/image1003.png"/><Relationship Id="rId279" Type="http://schemas.openxmlformats.org/officeDocument/2006/relationships/image" Target="../media/image1051.png"/><Relationship Id="rId486" Type="http://schemas.openxmlformats.org/officeDocument/2006/relationships/image" Target="../media/image1152.png"/><Relationship Id="rId693" Type="http://schemas.openxmlformats.org/officeDocument/2006/relationships/image" Target="../media/image1255.png"/><Relationship Id="rId139" Type="http://schemas.openxmlformats.org/officeDocument/2006/relationships/image" Target="../media/image982.png"/><Relationship Id="rId346" Type="http://schemas.openxmlformats.org/officeDocument/2006/relationships/customXml" Target="../ink/ink1328.xml"/><Relationship Id="rId553" Type="http://schemas.openxmlformats.org/officeDocument/2006/relationships/image" Target="../media/image1185.png"/><Relationship Id="rId760" Type="http://schemas.openxmlformats.org/officeDocument/2006/relationships/image" Target="../media/image1287.png"/><Relationship Id="rId998" Type="http://schemas.openxmlformats.org/officeDocument/2006/relationships/customXml" Target="../ink/ink1659.xml"/><Relationship Id="rId1183" Type="http://schemas.openxmlformats.org/officeDocument/2006/relationships/image" Target="../media/image1496.png"/><Relationship Id="rId206" Type="http://schemas.openxmlformats.org/officeDocument/2006/relationships/customXml" Target="../ink/ink1258.xml"/><Relationship Id="rId413" Type="http://schemas.openxmlformats.org/officeDocument/2006/relationships/image" Target="../media/image1118.png"/><Relationship Id="rId858" Type="http://schemas.openxmlformats.org/officeDocument/2006/relationships/customXml" Target="../ink/ink1588.xml"/><Relationship Id="rId1043" Type="http://schemas.openxmlformats.org/officeDocument/2006/relationships/image" Target="../media/image1426.png"/><Relationship Id="rId620" Type="http://schemas.openxmlformats.org/officeDocument/2006/relationships/customXml" Target="../ink/ink1466.xml"/><Relationship Id="rId718" Type="http://schemas.openxmlformats.org/officeDocument/2006/relationships/customXml" Target="../ink/ink1515.xml"/><Relationship Id="rId925" Type="http://schemas.openxmlformats.org/officeDocument/2006/relationships/customXml" Target="../ink/ink1622.xml"/><Relationship Id="rId1110" Type="http://schemas.openxmlformats.org/officeDocument/2006/relationships/customXml" Target="../ink/ink1715.xml"/><Relationship Id="rId1208" Type="http://schemas.openxmlformats.org/officeDocument/2006/relationships/customXml" Target="../ink/ink1764.xml"/><Relationship Id="rId54" Type="http://schemas.openxmlformats.org/officeDocument/2006/relationships/customXml" Target="../ink/ink1182.xml"/><Relationship Id="rId270" Type="http://schemas.openxmlformats.org/officeDocument/2006/relationships/customXml" Target="../ink/ink1290.xml"/><Relationship Id="rId130" Type="http://schemas.openxmlformats.org/officeDocument/2006/relationships/customXml" Target="../ink/ink1220.xml"/><Relationship Id="rId368" Type="http://schemas.openxmlformats.org/officeDocument/2006/relationships/customXml" Target="../ink/ink1339.xml"/><Relationship Id="rId575" Type="http://schemas.openxmlformats.org/officeDocument/2006/relationships/image" Target="../media/image1196.png"/><Relationship Id="rId782" Type="http://schemas.openxmlformats.org/officeDocument/2006/relationships/image" Target="../media/image1298.png"/><Relationship Id="rId228" Type="http://schemas.openxmlformats.org/officeDocument/2006/relationships/customXml" Target="../ink/ink1269.xml"/><Relationship Id="rId435" Type="http://schemas.openxmlformats.org/officeDocument/2006/relationships/image" Target="../media/image1128.png"/><Relationship Id="rId642" Type="http://schemas.openxmlformats.org/officeDocument/2006/relationships/customXml" Target="../ink/ink1477.xml"/><Relationship Id="rId1065" Type="http://schemas.openxmlformats.org/officeDocument/2006/relationships/image" Target="../media/image1437.png"/><Relationship Id="rId502" Type="http://schemas.openxmlformats.org/officeDocument/2006/relationships/image" Target="../media/image1160.png"/><Relationship Id="rId947" Type="http://schemas.openxmlformats.org/officeDocument/2006/relationships/image" Target="../media/image1378.png"/><Relationship Id="rId1132" Type="http://schemas.openxmlformats.org/officeDocument/2006/relationships/customXml" Target="../ink/ink1726.xml"/><Relationship Id="rId76" Type="http://schemas.openxmlformats.org/officeDocument/2006/relationships/customXml" Target="../ink/ink1193.xml"/><Relationship Id="rId807" Type="http://schemas.openxmlformats.org/officeDocument/2006/relationships/customXml" Target="../ink/ink1562.xml"/><Relationship Id="rId292" Type="http://schemas.openxmlformats.org/officeDocument/2006/relationships/customXml" Target="../ink/ink1301.xml"/><Relationship Id="rId597" Type="http://schemas.openxmlformats.org/officeDocument/2006/relationships/image" Target="../media/image1207.png"/><Relationship Id="rId152" Type="http://schemas.openxmlformats.org/officeDocument/2006/relationships/customXml" Target="../ink/ink1231.xml"/><Relationship Id="rId457" Type="http://schemas.openxmlformats.org/officeDocument/2006/relationships/image" Target="../media/image1139.png"/><Relationship Id="rId1087" Type="http://schemas.openxmlformats.org/officeDocument/2006/relationships/image" Target="../media/image1448.png"/><Relationship Id="rId664" Type="http://schemas.openxmlformats.org/officeDocument/2006/relationships/customXml" Target="../ink/ink1488.xml"/><Relationship Id="rId871" Type="http://schemas.openxmlformats.org/officeDocument/2006/relationships/image" Target="../media/image1341.png"/><Relationship Id="rId969" Type="http://schemas.openxmlformats.org/officeDocument/2006/relationships/image" Target="../media/image1389.png"/><Relationship Id="rId317" Type="http://schemas.openxmlformats.org/officeDocument/2006/relationships/image" Target="../media/image1070.png"/><Relationship Id="rId524" Type="http://schemas.openxmlformats.org/officeDocument/2006/relationships/customXml" Target="../ink/ink1418.xml"/><Relationship Id="rId731" Type="http://schemas.openxmlformats.org/officeDocument/2006/relationships/image" Target="../media/image1274.png"/><Relationship Id="rId1154" Type="http://schemas.openxmlformats.org/officeDocument/2006/relationships/customXml" Target="../ink/ink1737.xml"/><Relationship Id="rId98" Type="http://schemas.openxmlformats.org/officeDocument/2006/relationships/customXml" Target="../ink/ink1204.xml"/><Relationship Id="rId829" Type="http://schemas.openxmlformats.org/officeDocument/2006/relationships/customXml" Target="../ink/ink1573.xml"/><Relationship Id="rId1014" Type="http://schemas.openxmlformats.org/officeDocument/2006/relationships/customXml" Target="../ink/ink1667.xml"/><Relationship Id="rId1221" Type="http://schemas.openxmlformats.org/officeDocument/2006/relationships/image" Target="../media/image1515.png"/><Relationship Id="rId25" Type="http://schemas.openxmlformats.org/officeDocument/2006/relationships/image" Target="../media/image925.png"/><Relationship Id="rId174" Type="http://schemas.openxmlformats.org/officeDocument/2006/relationships/customXml" Target="../ink/ink1242.xml"/><Relationship Id="rId381" Type="http://schemas.openxmlformats.org/officeDocument/2006/relationships/image" Target="../media/image1102.png"/><Relationship Id="rId241" Type="http://schemas.openxmlformats.org/officeDocument/2006/relationships/image" Target="../media/image1033.png"/><Relationship Id="rId479" Type="http://schemas.openxmlformats.org/officeDocument/2006/relationships/image" Target="../media/image1149.png"/><Relationship Id="rId686" Type="http://schemas.openxmlformats.org/officeDocument/2006/relationships/customXml" Target="../ink/ink1499.xml"/><Relationship Id="rId893" Type="http://schemas.openxmlformats.org/officeDocument/2006/relationships/customXml" Target="../ink/ink1606.xml"/><Relationship Id="rId339" Type="http://schemas.openxmlformats.org/officeDocument/2006/relationships/image" Target="../media/image1081.png"/><Relationship Id="rId546" Type="http://schemas.openxmlformats.org/officeDocument/2006/relationships/customXml" Target="../ink/ink1429.xml"/><Relationship Id="rId753" Type="http://schemas.openxmlformats.org/officeDocument/2006/relationships/customXml" Target="../ink/ink1533.xml"/><Relationship Id="rId1176" Type="http://schemas.openxmlformats.org/officeDocument/2006/relationships/customXml" Target="../ink/ink1748.xml"/><Relationship Id="rId101" Type="http://schemas.openxmlformats.org/officeDocument/2006/relationships/image" Target="../media/image963.png"/><Relationship Id="rId406" Type="http://schemas.openxmlformats.org/officeDocument/2006/relationships/customXml" Target="../ink/ink1358.xml"/><Relationship Id="rId960" Type="http://schemas.openxmlformats.org/officeDocument/2006/relationships/customXml" Target="../ink/ink1640.xml"/><Relationship Id="rId1036" Type="http://schemas.openxmlformats.org/officeDocument/2006/relationships/customXml" Target="../ink/ink1678.xml"/><Relationship Id="rId613" Type="http://schemas.openxmlformats.org/officeDocument/2006/relationships/image" Target="../media/image1215.png"/><Relationship Id="rId820" Type="http://schemas.openxmlformats.org/officeDocument/2006/relationships/image" Target="../media/image1316.png"/><Relationship Id="rId918" Type="http://schemas.openxmlformats.org/officeDocument/2006/relationships/image" Target="../media/image1364.png"/><Relationship Id="rId1103" Type="http://schemas.openxmlformats.org/officeDocument/2006/relationships/image" Target="../media/image1456.png"/><Relationship Id="rId47" Type="http://schemas.openxmlformats.org/officeDocument/2006/relationships/image" Target="../media/image936.png"/><Relationship Id="rId196" Type="http://schemas.openxmlformats.org/officeDocument/2006/relationships/customXml" Target="../ink/ink1253.xml"/><Relationship Id="rId263" Type="http://schemas.openxmlformats.org/officeDocument/2006/relationships/image" Target="../media/image1043.png"/><Relationship Id="rId470" Type="http://schemas.openxmlformats.org/officeDocument/2006/relationships/customXml" Target="../ink/ink1390.xml"/><Relationship Id="rId123" Type="http://schemas.openxmlformats.org/officeDocument/2006/relationships/image" Target="../media/image974.png"/><Relationship Id="rId330" Type="http://schemas.openxmlformats.org/officeDocument/2006/relationships/customXml" Target="../ink/ink1320.xml"/><Relationship Id="rId568" Type="http://schemas.openxmlformats.org/officeDocument/2006/relationships/customXml" Target="../ink/ink1440.xml"/><Relationship Id="rId775" Type="http://schemas.openxmlformats.org/officeDocument/2006/relationships/customXml" Target="../ink/ink1545.xml"/><Relationship Id="rId982" Type="http://schemas.openxmlformats.org/officeDocument/2006/relationships/customXml" Target="../ink/ink1651.xml"/><Relationship Id="rId1198" Type="http://schemas.openxmlformats.org/officeDocument/2006/relationships/customXml" Target="../ink/ink1759.xml"/><Relationship Id="rId428" Type="http://schemas.openxmlformats.org/officeDocument/2006/relationships/customXml" Target="../ink/ink1369.xml"/><Relationship Id="rId635" Type="http://schemas.openxmlformats.org/officeDocument/2006/relationships/image" Target="../media/image1226.png"/><Relationship Id="rId842" Type="http://schemas.openxmlformats.org/officeDocument/2006/relationships/customXml" Target="../ink/ink1580.xml"/><Relationship Id="rId1058" Type="http://schemas.openxmlformats.org/officeDocument/2006/relationships/customXml" Target="../ink/ink1689.xml"/><Relationship Id="rId702" Type="http://schemas.openxmlformats.org/officeDocument/2006/relationships/customXml" Target="../ink/ink1507.xml"/><Relationship Id="rId1125" Type="http://schemas.openxmlformats.org/officeDocument/2006/relationships/image" Target="../media/image1467.png"/><Relationship Id="rId69" Type="http://schemas.openxmlformats.org/officeDocument/2006/relationships/image" Target="../media/image947.png"/><Relationship Id="rId285" Type="http://schemas.openxmlformats.org/officeDocument/2006/relationships/image" Target="../media/image1054.png"/><Relationship Id="rId492" Type="http://schemas.openxmlformats.org/officeDocument/2006/relationships/image" Target="../media/image1155.png"/><Relationship Id="rId797" Type="http://schemas.openxmlformats.org/officeDocument/2006/relationships/image" Target="../media/image1305.png"/><Relationship Id="rId145" Type="http://schemas.openxmlformats.org/officeDocument/2006/relationships/image" Target="../media/image985.png"/><Relationship Id="rId352" Type="http://schemas.openxmlformats.org/officeDocument/2006/relationships/customXml" Target="../ink/ink1331.xml"/><Relationship Id="rId212" Type="http://schemas.openxmlformats.org/officeDocument/2006/relationships/customXml" Target="../ink/ink1261.xml"/><Relationship Id="rId657" Type="http://schemas.openxmlformats.org/officeDocument/2006/relationships/image" Target="../media/image1237.png"/><Relationship Id="rId864" Type="http://schemas.openxmlformats.org/officeDocument/2006/relationships/customXml" Target="../ink/ink1591.xml"/><Relationship Id="rId517" Type="http://schemas.openxmlformats.org/officeDocument/2006/relationships/customXml" Target="../ink/ink1414.xml"/><Relationship Id="rId724" Type="http://schemas.openxmlformats.org/officeDocument/2006/relationships/customXml" Target="../ink/ink1518.xml"/><Relationship Id="rId931" Type="http://schemas.openxmlformats.org/officeDocument/2006/relationships/image" Target="../media/image1370.png"/><Relationship Id="rId1147" Type="http://schemas.openxmlformats.org/officeDocument/2006/relationships/image" Target="../media/image1478.png"/><Relationship Id="rId60" Type="http://schemas.openxmlformats.org/officeDocument/2006/relationships/customXml" Target="../ink/ink1185.xml"/><Relationship Id="rId1007" Type="http://schemas.openxmlformats.org/officeDocument/2006/relationships/image" Target="../media/image1408.png"/><Relationship Id="rId1214" Type="http://schemas.openxmlformats.org/officeDocument/2006/relationships/customXml" Target="../ink/ink1767.xml"/><Relationship Id="rId18" Type="http://schemas.openxmlformats.org/officeDocument/2006/relationships/customXml" Target="../ink/ink1164.xml"/><Relationship Id="rId167" Type="http://schemas.openxmlformats.org/officeDocument/2006/relationships/image" Target="../media/image996.png"/><Relationship Id="rId374" Type="http://schemas.openxmlformats.org/officeDocument/2006/relationships/customXml" Target="../ink/ink1342.xml"/><Relationship Id="rId581" Type="http://schemas.openxmlformats.org/officeDocument/2006/relationships/image" Target="../media/image1199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829.xml"/><Relationship Id="rId21" Type="http://schemas.openxmlformats.org/officeDocument/2006/relationships/image" Target="../media/image1152.png"/><Relationship Id="rId324" Type="http://schemas.openxmlformats.org/officeDocument/2006/relationships/customXml" Target="../ink/ink1933.xml"/><Relationship Id="rId531" Type="http://schemas.openxmlformats.org/officeDocument/2006/relationships/customXml" Target="../ink/ink2037.xml"/><Relationship Id="rId629" Type="http://schemas.openxmlformats.org/officeDocument/2006/relationships/customXml" Target="../ink/ink2086.xml"/><Relationship Id="rId170" Type="http://schemas.openxmlformats.org/officeDocument/2006/relationships/customXml" Target="../ink/ink1856.xml"/><Relationship Id="rId268" Type="http://schemas.openxmlformats.org/officeDocument/2006/relationships/customXml" Target="../ink/ink1905.xml"/><Relationship Id="rId475" Type="http://schemas.openxmlformats.org/officeDocument/2006/relationships/image" Target="../media/image1528.png"/><Relationship Id="rId32" Type="http://schemas.openxmlformats.org/officeDocument/2006/relationships/customXml" Target="../ink/ink1786.xml"/><Relationship Id="rId128" Type="http://schemas.openxmlformats.org/officeDocument/2006/relationships/image" Target="../media/image1259.png"/><Relationship Id="rId335" Type="http://schemas.openxmlformats.org/officeDocument/2006/relationships/image" Target="../media/image1458.png"/><Relationship Id="rId542" Type="http://schemas.openxmlformats.org/officeDocument/2006/relationships/image" Target="../media/image1561.png"/><Relationship Id="rId181" Type="http://schemas.openxmlformats.org/officeDocument/2006/relationships/image" Target="../media/image1381.png"/><Relationship Id="rId402" Type="http://schemas.openxmlformats.org/officeDocument/2006/relationships/customXml" Target="../ink/ink1972.xml"/><Relationship Id="rId279" Type="http://schemas.openxmlformats.org/officeDocument/2006/relationships/image" Target="../media/image1430.png"/><Relationship Id="rId486" Type="http://schemas.openxmlformats.org/officeDocument/2006/relationships/customXml" Target="../ink/ink2014.xml"/><Relationship Id="rId43" Type="http://schemas.openxmlformats.org/officeDocument/2006/relationships/image" Target="../media/image1163.png"/><Relationship Id="rId139" Type="http://schemas.openxmlformats.org/officeDocument/2006/relationships/customXml" Target="../ink/ink1840.xml"/><Relationship Id="rId346" Type="http://schemas.openxmlformats.org/officeDocument/2006/relationships/customXml" Target="../ink/ink1944.xml"/><Relationship Id="rId553" Type="http://schemas.openxmlformats.org/officeDocument/2006/relationships/customXml" Target="../ink/ink2048.xml"/><Relationship Id="rId192" Type="http://schemas.openxmlformats.org/officeDocument/2006/relationships/customXml" Target="../ink/ink1867.xml"/><Relationship Id="rId206" Type="http://schemas.openxmlformats.org/officeDocument/2006/relationships/customXml" Target="../ink/ink1874.xml"/><Relationship Id="rId413" Type="http://schemas.openxmlformats.org/officeDocument/2006/relationships/image" Target="../media/image1497.png"/><Relationship Id="rId497" Type="http://schemas.openxmlformats.org/officeDocument/2006/relationships/customXml" Target="../ink/ink2020.xml"/><Relationship Id="rId620" Type="http://schemas.openxmlformats.org/officeDocument/2006/relationships/image" Target="../media/image1600.png"/><Relationship Id="rId357" Type="http://schemas.openxmlformats.org/officeDocument/2006/relationships/image" Target="../media/image1469.png"/><Relationship Id="rId54" Type="http://schemas.openxmlformats.org/officeDocument/2006/relationships/image" Target="../media/image1168.png"/><Relationship Id="rId217" Type="http://schemas.openxmlformats.org/officeDocument/2006/relationships/image" Target="../media/image1399.png"/><Relationship Id="rId564" Type="http://schemas.openxmlformats.org/officeDocument/2006/relationships/image" Target="../media/image1572.png"/><Relationship Id="rId424" Type="http://schemas.openxmlformats.org/officeDocument/2006/relationships/customXml" Target="../ink/ink1983.xml"/><Relationship Id="rId631" Type="http://schemas.openxmlformats.org/officeDocument/2006/relationships/customXml" Target="../ink/ink2087.xml"/><Relationship Id="rId270" Type="http://schemas.openxmlformats.org/officeDocument/2006/relationships/customXml" Target="../ink/ink1906.xml"/><Relationship Id="rId65" Type="http://schemas.openxmlformats.org/officeDocument/2006/relationships/customXml" Target="../ink/ink1803.xml"/><Relationship Id="rId130" Type="http://schemas.openxmlformats.org/officeDocument/2006/relationships/image" Target="../media/image1260.png"/><Relationship Id="rId368" Type="http://schemas.openxmlformats.org/officeDocument/2006/relationships/customXml" Target="../ink/ink1955.xml"/><Relationship Id="rId575" Type="http://schemas.openxmlformats.org/officeDocument/2006/relationships/customXml" Target="../ink/ink2059.xml"/><Relationship Id="rId228" Type="http://schemas.openxmlformats.org/officeDocument/2006/relationships/customXml" Target="../ink/ink1885.xml"/><Relationship Id="rId435" Type="http://schemas.openxmlformats.org/officeDocument/2006/relationships/image" Target="../media/image1508.png"/><Relationship Id="rId642" Type="http://schemas.openxmlformats.org/officeDocument/2006/relationships/image" Target="../media/image1611.png"/><Relationship Id="rId281" Type="http://schemas.openxmlformats.org/officeDocument/2006/relationships/image" Target="../media/image1431.png"/><Relationship Id="rId502" Type="http://schemas.openxmlformats.org/officeDocument/2006/relationships/image" Target="../media/image1541.png"/><Relationship Id="rId76" Type="http://schemas.openxmlformats.org/officeDocument/2006/relationships/image" Target="../media/image1179.png"/><Relationship Id="rId141" Type="http://schemas.openxmlformats.org/officeDocument/2006/relationships/customXml" Target="../ink/ink1841.xml"/><Relationship Id="rId379" Type="http://schemas.openxmlformats.org/officeDocument/2006/relationships/image" Target="../media/image1480.png"/><Relationship Id="rId586" Type="http://schemas.openxmlformats.org/officeDocument/2006/relationships/image" Target="../media/image1583.png"/><Relationship Id="rId7" Type="http://schemas.openxmlformats.org/officeDocument/2006/relationships/image" Target="../media/image1146.png"/><Relationship Id="rId239" Type="http://schemas.openxmlformats.org/officeDocument/2006/relationships/image" Target="../media/image1410.png"/><Relationship Id="rId446" Type="http://schemas.openxmlformats.org/officeDocument/2006/relationships/customXml" Target="../ink/ink1994.xml"/><Relationship Id="rId653" Type="http://schemas.openxmlformats.org/officeDocument/2006/relationships/customXml" Target="../ink/ink2098.xml"/><Relationship Id="rId292" Type="http://schemas.openxmlformats.org/officeDocument/2006/relationships/customXml" Target="../ink/ink1917.xml"/><Relationship Id="rId306" Type="http://schemas.openxmlformats.org/officeDocument/2006/relationships/customXml" Target="../ink/ink1924.xml"/><Relationship Id="rId87" Type="http://schemas.openxmlformats.org/officeDocument/2006/relationships/customXml" Target="../ink/ink1814.xml"/><Relationship Id="rId513" Type="http://schemas.openxmlformats.org/officeDocument/2006/relationships/customXml" Target="../ink/ink2028.xml"/><Relationship Id="rId597" Type="http://schemas.openxmlformats.org/officeDocument/2006/relationships/customXml" Target="../ink/ink2070.xml"/><Relationship Id="rId152" Type="http://schemas.openxmlformats.org/officeDocument/2006/relationships/image" Target="../media/image1367.png"/><Relationship Id="rId457" Type="http://schemas.openxmlformats.org/officeDocument/2006/relationships/image" Target="../media/image1519.png"/><Relationship Id="rId664" Type="http://schemas.openxmlformats.org/officeDocument/2006/relationships/image" Target="../media/image1622.png"/><Relationship Id="rId14" Type="http://schemas.openxmlformats.org/officeDocument/2006/relationships/customXml" Target="../ink/ink1777.xml"/><Relationship Id="rId317" Type="http://schemas.openxmlformats.org/officeDocument/2006/relationships/image" Target="../media/image1449.png"/><Relationship Id="rId524" Type="http://schemas.openxmlformats.org/officeDocument/2006/relationships/image" Target="../media/image1552.png"/><Relationship Id="rId98" Type="http://schemas.openxmlformats.org/officeDocument/2006/relationships/image" Target="../media/image1236.png"/><Relationship Id="rId163" Type="http://schemas.openxmlformats.org/officeDocument/2006/relationships/image" Target="../media/image1372.png"/><Relationship Id="rId370" Type="http://schemas.openxmlformats.org/officeDocument/2006/relationships/customXml" Target="../ink/ink1956.xml"/><Relationship Id="rId230" Type="http://schemas.openxmlformats.org/officeDocument/2006/relationships/customXml" Target="../ink/ink1886.xml"/><Relationship Id="rId468" Type="http://schemas.openxmlformats.org/officeDocument/2006/relationships/customXml" Target="../ink/ink2005.xml"/><Relationship Id="rId25" Type="http://schemas.openxmlformats.org/officeDocument/2006/relationships/image" Target="../media/image1154.png"/><Relationship Id="rId328" Type="http://schemas.openxmlformats.org/officeDocument/2006/relationships/customXml" Target="../ink/ink1935.xml"/><Relationship Id="rId535" Type="http://schemas.openxmlformats.org/officeDocument/2006/relationships/customXml" Target="../ink/ink2039.xml"/><Relationship Id="rId174" Type="http://schemas.openxmlformats.org/officeDocument/2006/relationships/customXml" Target="../ink/ink1858.xml"/><Relationship Id="rId381" Type="http://schemas.openxmlformats.org/officeDocument/2006/relationships/image" Target="../media/image1481.png"/><Relationship Id="rId602" Type="http://schemas.openxmlformats.org/officeDocument/2006/relationships/image" Target="../media/image1591.png"/><Relationship Id="rId241" Type="http://schemas.openxmlformats.org/officeDocument/2006/relationships/image" Target="../media/image1411.png"/><Relationship Id="rId479" Type="http://schemas.openxmlformats.org/officeDocument/2006/relationships/image" Target="../media/image1530.png"/><Relationship Id="rId36" Type="http://schemas.openxmlformats.org/officeDocument/2006/relationships/customXml" Target="../ink/ink1788.xml"/><Relationship Id="rId339" Type="http://schemas.openxmlformats.org/officeDocument/2006/relationships/image" Target="../media/image1460.png"/><Relationship Id="rId546" Type="http://schemas.openxmlformats.org/officeDocument/2006/relationships/image" Target="../media/image1563.png"/><Relationship Id="rId101" Type="http://schemas.openxmlformats.org/officeDocument/2006/relationships/customXml" Target="../ink/ink1821.xml"/><Relationship Id="rId185" Type="http://schemas.openxmlformats.org/officeDocument/2006/relationships/image" Target="../media/image1383.png"/><Relationship Id="rId406" Type="http://schemas.openxmlformats.org/officeDocument/2006/relationships/customXml" Target="../ink/ink1974.xml"/><Relationship Id="rId392" Type="http://schemas.openxmlformats.org/officeDocument/2006/relationships/customXml" Target="../ink/ink1967.xml"/><Relationship Id="rId613" Type="http://schemas.openxmlformats.org/officeDocument/2006/relationships/customXml" Target="../ink/ink2078.xml"/><Relationship Id="rId252" Type="http://schemas.openxmlformats.org/officeDocument/2006/relationships/customXml" Target="../ink/ink1897.xml"/><Relationship Id="rId47" Type="http://schemas.openxmlformats.org/officeDocument/2006/relationships/image" Target="../media/image1165.png"/><Relationship Id="rId112" Type="http://schemas.openxmlformats.org/officeDocument/2006/relationships/image" Target="../media/image1251.png"/><Relationship Id="rId557" Type="http://schemas.openxmlformats.org/officeDocument/2006/relationships/customXml" Target="../ink/ink2050.xml"/><Relationship Id="rId196" Type="http://schemas.openxmlformats.org/officeDocument/2006/relationships/customXml" Target="../ink/ink1869.xml"/><Relationship Id="rId417" Type="http://schemas.openxmlformats.org/officeDocument/2006/relationships/image" Target="../media/image1499.png"/><Relationship Id="rId624" Type="http://schemas.openxmlformats.org/officeDocument/2006/relationships/image" Target="../media/image1602.png"/><Relationship Id="rId263" Type="http://schemas.openxmlformats.org/officeDocument/2006/relationships/image" Target="../media/image1422.png"/><Relationship Id="rId470" Type="http://schemas.openxmlformats.org/officeDocument/2006/relationships/customXml" Target="../ink/ink2006.xml"/><Relationship Id="rId58" Type="http://schemas.openxmlformats.org/officeDocument/2006/relationships/image" Target="../media/image1170.png"/><Relationship Id="rId123" Type="http://schemas.openxmlformats.org/officeDocument/2006/relationships/customXml" Target="../ink/ink1832.xml"/><Relationship Id="rId330" Type="http://schemas.openxmlformats.org/officeDocument/2006/relationships/customXml" Target="../ink/ink1936.xml"/><Relationship Id="rId568" Type="http://schemas.openxmlformats.org/officeDocument/2006/relationships/image" Target="../media/image1574.png"/><Relationship Id="rId428" Type="http://schemas.openxmlformats.org/officeDocument/2006/relationships/customXml" Target="../ink/ink1985.xml"/><Relationship Id="rId635" Type="http://schemas.openxmlformats.org/officeDocument/2006/relationships/customXml" Target="../ink/ink2089.xml"/><Relationship Id="rId274" Type="http://schemas.openxmlformats.org/officeDocument/2006/relationships/customXml" Target="../ink/ink1908.xml"/><Relationship Id="rId481" Type="http://schemas.openxmlformats.org/officeDocument/2006/relationships/image" Target="../media/image1531.png"/><Relationship Id="rId27" Type="http://schemas.openxmlformats.org/officeDocument/2006/relationships/image" Target="../media/image1155.png"/><Relationship Id="rId69" Type="http://schemas.openxmlformats.org/officeDocument/2006/relationships/customXml" Target="../ink/ink1805.xml"/><Relationship Id="rId134" Type="http://schemas.openxmlformats.org/officeDocument/2006/relationships/image" Target="../media/image1262.png"/><Relationship Id="rId537" Type="http://schemas.openxmlformats.org/officeDocument/2006/relationships/customXml" Target="../ink/ink2040.xml"/><Relationship Id="rId579" Type="http://schemas.openxmlformats.org/officeDocument/2006/relationships/customXml" Target="../ink/ink2061.xml"/><Relationship Id="rId80" Type="http://schemas.openxmlformats.org/officeDocument/2006/relationships/image" Target="../media/image1181.png"/><Relationship Id="rId176" Type="http://schemas.openxmlformats.org/officeDocument/2006/relationships/customXml" Target="../ink/ink1859.xml"/><Relationship Id="rId341" Type="http://schemas.openxmlformats.org/officeDocument/2006/relationships/image" Target="../media/image1461.png"/><Relationship Id="rId383" Type="http://schemas.openxmlformats.org/officeDocument/2006/relationships/image" Target="../media/image1482.png"/><Relationship Id="rId439" Type="http://schemas.openxmlformats.org/officeDocument/2006/relationships/image" Target="../media/image1510.png"/><Relationship Id="rId590" Type="http://schemas.openxmlformats.org/officeDocument/2006/relationships/image" Target="../media/image1585.png"/><Relationship Id="rId604" Type="http://schemas.openxmlformats.org/officeDocument/2006/relationships/image" Target="../media/image1592.png"/><Relationship Id="rId646" Type="http://schemas.openxmlformats.org/officeDocument/2006/relationships/image" Target="../media/image1613.png"/><Relationship Id="rId201" Type="http://schemas.openxmlformats.org/officeDocument/2006/relationships/image" Target="../media/image1391.png"/><Relationship Id="rId243" Type="http://schemas.openxmlformats.org/officeDocument/2006/relationships/image" Target="../media/image1412.png"/><Relationship Id="rId285" Type="http://schemas.openxmlformats.org/officeDocument/2006/relationships/image" Target="../media/image1433.png"/><Relationship Id="rId450" Type="http://schemas.openxmlformats.org/officeDocument/2006/relationships/customXml" Target="../ink/ink1996.xml"/><Relationship Id="rId506" Type="http://schemas.openxmlformats.org/officeDocument/2006/relationships/image" Target="../media/image1543.png"/><Relationship Id="rId38" Type="http://schemas.openxmlformats.org/officeDocument/2006/relationships/customXml" Target="../ink/ink1789.xml"/><Relationship Id="rId103" Type="http://schemas.openxmlformats.org/officeDocument/2006/relationships/customXml" Target="../ink/ink1822.xml"/><Relationship Id="rId310" Type="http://schemas.openxmlformats.org/officeDocument/2006/relationships/customXml" Target="../ink/ink1926.xml"/><Relationship Id="rId492" Type="http://schemas.openxmlformats.org/officeDocument/2006/relationships/image" Target="../media/image1536.png"/><Relationship Id="rId548" Type="http://schemas.openxmlformats.org/officeDocument/2006/relationships/image" Target="../media/image1564.png"/><Relationship Id="rId91" Type="http://schemas.openxmlformats.org/officeDocument/2006/relationships/customXml" Target="../ink/ink1816.xml"/><Relationship Id="rId145" Type="http://schemas.openxmlformats.org/officeDocument/2006/relationships/customXml" Target="../ink/ink1843.xml"/><Relationship Id="rId187" Type="http://schemas.openxmlformats.org/officeDocument/2006/relationships/image" Target="../media/image1384.png"/><Relationship Id="rId352" Type="http://schemas.openxmlformats.org/officeDocument/2006/relationships/customXml" Target="../ink/ink1947.xml"/><Relationship Id="rId394" Type="http://schemas.openxmlformats.org/officeDocument/2006/relationships/customXml" Target="../ink/ink1968.xml"/><Relationship Id="rId408" Type="http://schemas.openxmlformats.org/officeDocument/2006/relationships/customXml" Target="../ink/ink1975.xml"/><Relationship Id="rId615" Type="http://schemas.openxmlformats.org/officeDocument/2006/relationships/customXml" Target="../ink/ink2079.xml"/><Relationship Id="rId212" Type="http://schemas.openxmlformats.org/officeDocument/2006/relationships/customXml" Target="../ink/ink1877.xml"/><Relationship Id="rId254" Type="http://schemas.openxmlformats.org/officeDocument/2006/relationships/customXml" Target="../ink/ink1898.xml"/><Relationship Id="rId657" Type="http://schemas.openxmlformats.org/officeDocument/2006/relationships/customXml" Target="../ink/ink2100.xml"/><Relationship Id="rId49" Type="http://schemas.openxmlformats.org/officeDocument/2006/relationships/image" Target="../media/image1166.png"/><Relationship Id="rId114" Type="http://schemas.openxmlformats.org/officeDocument/2006/relationships/image" Target="../media/image1252.png"/><Relationship Id="rId296" Type="http://schemas.openxmlformats.org/officeDocument/2006/relationships/customXml" Target="../ink/ink1919.xml"/><Relationship Id="rId461" Type="http://schemas.openxmlformats.org/officeDocument/2006/relationships/image" Target="../media/image1521.png"/><Relationship Id="rId517" Type="http://schemas.openxmlformats.org/officeDocument/2006/relationships/customXml" Target="../ink/ink2030.xml"/><Relationship Id="rId559" Type="http://schemas.openxmlformats.org/officeDocument/2006/relationships/customXml" Target="../ink/ink2051.xml"/><Relationship Id="rId60" Type="http://schemas.openxmlformats.org/officeDocument/2006/relationships/image" Target="../media/image1171.png"/><Relationship Id="rId156" Type="http://schemas.openxmlformats.org/officeDocument/2006/relationships/customXml" Target="../ink/ink1849.xml"/><Relationship Id="rId198" Type="http://schemas.openxmlformats.org/officeDocument/2006/relationships/customXml" Target="../ink/ink1870.xml"/><Relationship Id="rId321" Type="http://schemas.openxmlformats.org/officeDocument/2006/relationships/image" Target="../media/image1451.png"/><Relationship Id="rId363" Type="http://schemas.openxmlformats.org/officeDocument/2006/relationships/image" Target="../media/image1472.png"/><Relationship Id="rId419" Type="http://schemas.openxmlformats.org/officeDocument/2006/relationships/image" Target="../media/image1500.png"/><Relationship Id="rId570" Type="http://schemas.openxmlformats.org/officeDocument/2006/relationships/image" Target="../media/image1575.png"/><Relationship Id="rId626" Type="http://schemas.openxmlformats.org/officeDocument/2006/relationships/image" Target="../media/image1603.png"/><Relationship Id="rId223" Type="http://schemas.openxmlformats.org/officeDocument/2006/relationships/image" Target="../media/image1402.png"/><Relationship Id="rId430" Type="http://schemas.openxmlformats.org/officeDocument/2006/relationships/customXml" Target="../ink/ink1986.xml"/><Relationship Id="rId18" Type="http://schemas.openxmlformats.org/officeDocument/2006/relationships/customXml" Target="../ink/ink1779.xml"/><Relationship Id="rId265" Type="http://schemas.openxmlformats.org/officeDocument/2006/relationships/image" Target="../media/image1423.png"/><Relationship Id="rId472" Type="http://schemas.openxmlformats.org/officeDocument/2006/relationships/customXml" Target="../ink/ink2007.xml"/><Relationship Id="rId528" Type="http://schemas.openxmlformats.org/officeDocument/2006/relationships/image" Target="../media/image1554.png"/><Relationship Id="rId125" Type="http://schemas.openxmlformats.org/officeDocument/2006/relationships/customXml" Target="../ink/ink1833.xml"/><Relationship Id="rId167" Type="http://schemas.openxmlformats.org/officeDocument/2006/relationships/image" Target="../media/image1374.png"/><Relationship Id="rId332" Type="http://schemas.openxmlformats.org/officeDocument/2006/relationships/customXml" Target="../ink/ink1937.xml"/><Relationship Id="rId374" Type="http://schemas.openxmlformats.org/officeDocument/2006/relationships/customXml" Target="../ink/ink1958.xml"/><Relationship Id="rId581" Type="http://schemas.openxmlformats.org/officeDocument/2006/relationships/customXml" Target="../ink/ink2062.xml"/><Relationship Id="rId71" Type="http://schemas.openxmlformats.org/officeDocument/2006/relationships/customXml" Target="../ink/ink1806.xml"/><Relationship Id="rId234" Type="http://schemas.openxmlformats.org/officeDocument/2006/relationships/customXml" Target="../ink/ink1888.xml"/><Relationship Id="rId637" Type="http://schemas.openxmlformats.org/officeDocument/2006/relationships/customXml" Target="../ink/ink2090.xml"/><Relationship Id="rId2" Type="http://schemas.openxmlformats.org/officeDocument/2006/relationships/customXml" Target="../ink/ink1771.xml"/><Relationship Id="rId29" Type="http://schemas.openxmlformats.org/officeDocument/2006/relationships/image" Target="../media/image1156.png"/><Relationship Id="rId276" Type="http://schemas.openxmlformats.org/officeDocument/2006/relationships/customXml" Target="../ink/ink1909.xml"/><Relationship Id="rId441" Type="http://schemas.openxmlformats.org/officeDocument/2006/relationships/image" Target="../media/image1511.png"/><Relationship Id="rId483" Type="http://schemas.openxmlformats.org/officeDocument/2006/relationships/image" Target="../media/image1532.png"/><Relationship Id="rId539" Type="http://schemas.openxmlformats.org/officeDocument/2006/relationships/customXml" Target="../ink/ink2041.xml"/><Relationship Id="rId40" Type="http://schemas.openxmlformats.org/officeDocument/2006/relationships/customXml" Target="../ink/ink1790.xml"/><Relationship Id="rId136" Type="http://schemas.openxmlformats.org/officeDocument/2006/relationships/image" Target="../media/image1263.png"/><Relationship Id="rId178" Type="http://schemas.openxmlformats.org/officeDocument/2006/relationships/customXml" Target="../ink/ink1860.xml"/><Relationship Id="rId301" Type="http://schemas.openxmlformats.org/officeDocument/2006/relationships/image" Target="../media/image1441.png"/><Relationship Id="rId343" Type="http://schemas.openxmlformats.org/officeDocument/2006/relationships/image" Target="../media/image1462.png"/><Relationship Id="rId550" Type="http://schemas.openxmlformats.org/officeDocument/2006/relationships/image" Target="../media/image1565.png"/><Relationship Id="rId82" Type="http://schemas.openxmlformats.org/officeDocument/2006/relationships/image" Target="../media/image1182.png"/><Relationship Id="rId203" Type="http://schemas.openxmlformats.org/officeDocument/2006/relationships/image" Target="../media/image1392.png"/><Relationship Id="rId385" Type="http://schemas.openxmlformats.org/officeDocument/2006/relationships/image" Target="../media/image1483.png"/><Relationship Id="rId592" Type="http://schemas.openxmlformats.org/officeDocument/2006/relationships/image" Target="../media/image1586.png"/><Relationship Id="rId606" Type="http://schemas.openxmlformats.org/officeDocument/2006/relationships/image" Target="../media/image1593.png"/><Relationship Id="rId648" Type="http://schemas.openxmlformats.org/officeDocument/2006/relationships/image" Target="../media/image1614.png"/><Relationship Id="rId245" Type="http://schemas.openxmlformats.org/officeDocument/2006/relationships/image" Target="../media/image1413.png"/><Relationship Id="rId287" Type="http://schemas.openxmlformats.org/officeDocument/2006/relationships/image" Target="../media/image1434.png"/><Relationship Id="rId410" Type="http://schemas.openxmlformats.org/officeDocument/2006/relationships/customXml" Target="../ink/ink1976.xml"/><Relationship Id="rId452" Type="http://schemas.openxmlformats.org/officeDocument/2006/relationships/customXml" Target="../ink/ink1997.xml"/><Relationship Id="rId494" Type="http://schemas.openxmlformats.org/officeDocument/2006/relationships/image" Target="../media/image1537.png"/><Relationship Id="rId508" Type="http://schemas.openxmlformats.org/officeDocument/2006/relationships/image" Target="../media/image1544.png"/><Relationship Id="rId105" Type="http://schemas.openxmlformats.org/officeDocument/2006/relationships/customXml" Target="../ink/ink1823.xml"/><Relationship Id="rId147" Type="http://schemas.openxmlformats.org/officeDocument/2006/relationships/customXml" Target="../ink/ink1844.xml"/><Relationship Id="rId312" Type="http://schemas.openxmlformats.org/officeDocument/2006/relationships/customXml" Target="../ink/ink1927.xml"/><Relationship Id="rId354" Type="http://schemas.openxmlformats.org/officeDocument/2006/relationships/customXml" Target="../ink/ink1948.xml"/><Relationship Id="rId51" Type="http://schemas.openxmlformats.org/officeDocument/2006/relationships/image" Target="../media/image1167.png"/><Relationship Id="rId93" Type="http://schemas.openxmlformats.org/officeDocument/2006/relationships/customXml" Target="../ink/ink1817.xml"/><Relationship Id="rId189" Type="http://schemas.openxmlformats.org/officeDocument/2006/relationships/image" Target="../media/image1385.png"/><Relationship Id="rId396" Type="http://schemas.openxmlformats.org/officeDocument/2006/relationships/customXml" Target="../ink/ink1969.xml"/><Relationship Id="rId561" Type="http://schemas.openxmlformats.org/officeDocument/2006/relationships/customXml" Target="../ink/ink2052.xml"/><Relationship Id="rId617" Type="http://schemas.openxmlformats.org/officeDocument/2006/relationships/customXml" Target="../ink/ink2080.xml"/><Relationship Id="rId659" Type="http://schemas.openxmlformats.org/officeDocument/2006/relationships/customXml" Target="../ink/ink2101.xml"/><Relationship Id="rId214" Type="http://schemas.openxmlformats.org/officeDocument/2006/relationships/customXml" Target="../ink/ink1878.xml"/><Relationship Id="rId256" Type="http://schemas.openxmlformats.org/officeDocument/2006/relationships/customXml" Target="../ink/ink1899.xml"/><Relationship Id="rId298" Type="http://schemas.openxmlformats.org/officeDocument/2006/relationships/customXml" Target="../ink/ink1920.xml"/><Relationship Id="rId421" Type="http://schemas.openxmlformats.org/officeDocument/2006/relationships/image" Target="../media/image1501.png"/><Relationship Id="rId463" Type="http://schemas.openxmlformats.org/officeDocument/2006/relationships/image" Target="../media/image1522.png"/><Relationship Id="rId519" Type="http://schemas.openxmlformats.org/officeDocument/2006/relationships/customXml" Target="../ink/ink2031.xml"/><Relationship Id="rId116" Type="http://schemas.openxmlformats.org/officeDocument/2006/relationships/image" Target="../media/image1253.png"/><Relationship Id="rId158" Type="http://schemas.openxmlformats.org/officeDocument/2006/relationships/customXml" Target="../ink/ink1850.xml"/><Relationship Id="rId323" Type="http://schemas.openxmlformats.org/officeDocument/2006/relationships/image" Target="../media/image1452.png"/><Relationship Id="rId530" Type="http://schemas.openxmlformats.org/officeDocument/2006/relationships/image" Target="../media/image1555.png"/><Relationship Id="rId20" Type="http://schemas.openxmlformats.org/officeDocument/2006/relationships/customXml" Target="../ink/ink1780.xml"/><Relationship Id="rId62" Type="http://schemas.openxmlformats.org/officeDocument/2006/relationships/image" Target="../media/image1172.png"/><Relationship Id="rId365" Type="http://schemas.openxmlformats.org/officeDocument/2006/relationships/image" Target="../media/image1473.png"/><Relationship Id="rId572" Type="http://schemas.openxmlformats.org/officeDocument/2006/relationships/image" Target="../media/image1576.png"/><Relationship Id="rId628" Type="http://schemas.openxmlformats.org/officeDocument/2006/relationships/image" Target="../media/image1604.png"/><Relationship Id="rId225" Type="http://schemas.openxmlformats.org/officeDocument/2006/relationships/image" Target="../media/image1403.png"/><Relationship Id="rId267" Type="http://schemas.openxmlformats.org/officeDocument/2006/relationships/image" Target="../media/image1424.png"/><Relationship Id="rId432" Type="http://schemas.openxmlformats.org/officeDocument/2006/relationships/customXml" Target="../ink/ink1987.xml"/><Relationship Id="rId474" Type="http://schemas.openxmlformats.org/officeDocument/2006/relationships/customXml" Target="../ink/ink2008.xml"/><Relationship Id="rId127" Type="http://schemas.openxmlformats.org/officeDocument/2006/relationships/customXml" Target="../ink/ink1834.xml"/><Relationship Id="rId31" Type="http://schemas.openxmlformats.org/officeDocument/2006/relationships/image" Target="../media/image1157.png"/><Relationship Id="rId73" Type="http://schemas.openxmlformats.org/officeDocument/2006/relationships/customXml" Target="../ink/ink1807.xml"/><Relationship Id="rId169" Type="http://schemas.openxmlformats.org/officeDocument/2006/relationships/image" Target="../media/image1375.png"/><Relationship Id="rId334" Type="http://schemas.openxmlformats.org/officeDocument/2006/relationships/customXml" Target="../ink/ink1938.xml"/><Relationship Id="rId376" Type="http://schemas.openxmlformats.org/officeDocument/2006/relationships/customXml" Target="../ink/ink1959.xml"/><Relationship Id="rId541" Type="http://schemas.openxmlformats.org/officeDocument/2006/relationships/customXml" Target="../ink/ink2042.xml"/><Relationship Id="rId583" Type="http://schemas.openxmlformats.org/officeDocument/2006/relationships/customXml" Target="../ink/ink2063.xml"/><Relationship Id="rId639" Type="http://schemas.openxmlformats.org/officeDocument/2006/relationships/customXml" Target="../ink/ink2091.xml"/><Relationship Id="rId4" Type="http://schemas.openxmlformats.org/officeDocument/2006/relationships/customXml" Target="../ink/ink1772.xml"/><Relationship Id="rId180" Type="http://schemas.openxmlformats.org/officeDocument/2006/relationships/customXml" Target="../ink/ink1861.xml"/><Relationship Id="rId236" Type="http://schemas.openxmlformats.org/officeDocument/2006/relationships/customXml" Target="../ink/ink1889.xml"/><Relationship Id="rId278" Type="http://schemas.openxmlformats.org/officeDocument/2006/relationships/customXml" Target="../ink/ink1910.xml"/><Relationship Id="rId401" Type="http://schemas.openxmlformats.org/officeDocument/2006/relationships/image" Target="../media/image1491.png"/><Relationship Id="rId443" Type="http://schemas.openxmlformats.org/officeDocument/2006/relationships/image" Target="../media/image1512.png"/><Relationship Id="rId650" Type="http://schemas.openxmlformats.org/officeDocument/2006/relationships/image" Target="../media/image1615.png"/><Relationship Id="rId303" Type="http://schemas.openxmlformats.org/officeDocument/2006/relationships/image" Target="../media/image1442.png"/><Relationship Id="rId485" Type="http://schemas.openxmlformats.org/officeDocument/2006/relationships/image" Target="../media/image1533.png"/><Relationship Id="rId42" Type="http://schemas.openxmlformats.org/officeDocument/2006/relationships/customXml" Target="../ink/ink1791.xml"/><Relationship Id="rId84" Type="http://schemas.openxmlformats.org/officeDocument/2006/relationships/image" Target="../media/image1183.png"/><Relationship Id="rId138" Type="http://schemas.openxmlformats.org/officeDocument/2006/relationships/image" Target="../media/image1264.png"/><Relationship Id="rId345" Type="http://schemas.openxmlformats.org/officeDocument/2006/relationships/image" Target="../media/image1463.png"/><Relationship Id="rId387" Type="http://schemas.openxmlformats.org/officeDocument/2006/relationships/image" Target="../media/image1484.png"/><Relationship Id="rId510" Type="http://schemas.openxmlformats.org/officeDocument/2006/relationships/image" Target="../media/image1545.png"/><Relationship Id="rId552" Type="http://schemas.openxmlformats.org/officeDocument/2006/relationships/image" Target="../media/image1566.png"/><Relationship Id="rId594" Type="http://schemas.openxmlformats.org/officeDocument/2006/relationships/image" Target="../media/image1587.png"/><Relationship Id="rId608" Type="http://schemas.openxmlformats.org/officeDocument/2006/relationships/image" Target="../media/image1594.png"/><Relationship Id="rId191" Type="http://schemas.openxmlformats.org/officeDocument/2006/relationships/image" Target="../media/image1386.png"/><Relationship Id="rId205" Type="http://schemas.openxmlformats.org/officeDocument/2006/relationships/image" Target="../media/image1393.png"/><Relationship Id="rId247" Type="http://schemas.openxmlformats.org/officeDocument/2006/relationships/image" Target="../media/image1414.png"/><Relationship Id="rId412" Type="http://schemas.openxmlformats.org/officeDocument/2006/relationships/customXml" Target="../ink/ink1977.xml"/><Relationship Id="rId107" Type="http://schemas.openxmlformats.org/officeDocument/2006/relationships/customXml" Target="../ink/ink1824.xml"/><Relationship Id="rId289" Type="http://schemas.openxmlformats.org/officeDocument/2006/relationships/image" Target="../media/image1435.png"/><Relationship Id="rId454" Type="http://schemas.openxmlformats.org/officeDocument/2006/relationships/customXml" Target="../ink/ink1998.xml"/><Relationship Id="rId496" Type="http://schemas.openxmlformats.org/officeDocument/2006/relationships/image" Target="../media/image1538.png"/><Relationship Id="rId661" Type="http://schemas.openxmlformats.org/officeDocument/2006/relationships/customXml" Target="../ink/ink2102.xml"/><Relationship Id="rId11" Type="http://schemas.openxmlformats.org/officeDocument/2006/relationships/image" Target="../media/image1148.png"/><Relationship Id="rId53" Type="http://schemas.openxmlformats.org/officeDocument/2006/relationships/customXml" Target="../ink/ink1797.xml"/><Relationship Id="rId149" Type="http://schemas.openxmlformats.org/officeDocument/2006/relationships/customXml" Target="../ink/ink1845.xml"/><Relationship Id="rId314" Type="http://schemas.openxmlformats.org/officeDocument/2006/relationships/customXml" Target="../ink/ink1928.xml"/><Relationship Id="rId356" Type="http://schemas.openxmlformats.org/officeDocument/2006/relationships/customXml" Target="../ink/ink1949.xml"/><Relationship Id="rId398" Type="http://schemas.openxmlformats.org/officeDocument/2006/relationships/customXml" Target="../ink/ink1970.xml"/><Relationship Id="rId521" Type="http://schemas.openxmlformats.org/officeDocument/2006/relationships/customXml" Target="../ink/ink2032.xml"/><Relationship Id="rId563" Type="http://schemas.openxmlformats.org/officeDocument/2006/relationships/customXml" Target="../ink/ink2053.xml"/><Relationship Id="rId619" Type="http://schemas.openxmlformats.org/officeDocument/2006/relationships/customXml" Target="../ink/ink2081.xml"/><Relationship Id="rId95" Type="http://schemas.openxmlformats.org/officeDocument/2006/relationships/customXml" Target="../ink/ink1818.xml"/><Relationship Id="rId160" Type="http://schemas.openxmlformats.org/officeDocument/2006/relationships/customXml" Target="../ink/ink1851.xml"/><Relationship Id="rId216" Type="http://schemas.openxmlformats.org/officeDocument/2006/relationships/customXml" Target="../ink/ink1879.xml"/><Relationship Id="rId423" Type="http://schemas.openxmlformats.org/officeDocument/2006/relationships/image" Target="../media/image1502.png"/><Relationship Id="rId258" Type="http://schemas.openxmlformats.org/officeDocument/2006/relationships/customXml" Target="../ink/ink1900.xml"/><Relationship Id="rId465" Type="http://schemas.openxmlformats.org/officeDocument/2006/relationships/image" Target="../media/image1523.png"/><Relationship Id="rId630" Type="http://schemas.openxmlformats.org/officeDocument/2006/relationships/image" Target="../media/image1605.png"/><Relationship Id="rId22" Type="http://schemas.openxmlformats.org/officeDocument/2006/relationships/customXml" Target="../ink/ink1781.xml"/><Relationship Id="rId64" Type="http://schemas.openxmlformats.org/officeDocument/2006/relationships/image" Target="../media/image1173.png"/><Relationship Id="rId118" Type="http://schemas.openxmlformats.org/officeDocument/2006/relationships/image" Target="../media/image1254.png"/><Relationship Id="rId325" Type="http://schemas.openxmlformats.org/officeDocument/2006/relationships/image" Target="../media/image1453.png"/><Relationship Id="rId367" Type="http://schemas.openxmlformats.org/officeDocument/2006/relationships/image" Target="../media/image1474.png"/><Relationship Id="rId532" Type="http://schemas.openxmlformats.org/officeDocument/2006/relationships/image" Target="../media/image1556.png"/><Relationship Id="rId574" Type="http://schemas.openxmlformats.org/officeDocument/2006/relationships/image" Target="../media/image1577.png"/><Relationship Id="rId171" Type="http://schemas.openxmlformats.org/officeDocument/2006/relationships/image" Target="../media/image1376.png"/><Relationship Id="rId227" Type="http://schemas.openxmlformats.org/officeDocument/2006/relationships/image" Target="../media/image1404.png"/><Relationship Id="rId269" Type="http://schemas.openxmlformats.org/officeDocument/2006/relationships/image" Target="../media/image1425.png"/><Relationship Id="rId434" Type="http://schemas.openxmlformats.org/officeDocument/2006/relationships/customXml" Target="../ink/ink1988.xml"/><Relationship Id="rId476" Type="http://schemas.openxmlformats.org/officeDocument/2006/relationships/customXml" Target="../ink/ink2009.xml"/><Relationship Id="rId641" Type="http://schemas.openxmlformats.org/officeDocument/2006/relationships/customXml" Target="../ink/ink2092.xml"/><Relationship Id="rId33" Type="http://schemas.openxmlformats.org/officeDocument/2006/relationships/image" Target="../media/image1158.png"/><Relationship Id="rId129" Type="http://schemas.openxmlformats.org/officeDocument/2006/relationships/customXml" Target="../ink/ink1835.xml"/><Relationship Id="rId280" Type="http://schemas.openxmlformats.org/officeDocument/2006/relationships/customXml" Target="../ink/ink1911.xml"/><Relationship Id="rId336" Type="http://schemas.openxmlformats.org/officeDocument/2006/relationships/customXml" Target="../ink/ink1939.xml"/><Relationship Id="rId501" Type="http://schemas.openxmlformats.org/officeDocument/2006/relationships/customXml" Target="../ink/ink2022.xml"/><Relationship Id="rId543" Type="http://schemas.openxmlformats.org/officeDocument/2006/relationships/customXml" Target="../ink/ink2043.xml"/><Relationship Id="rId75" Type="http://schemas.openxmlformats.org/officeDocument/2006/relationships/customXml" Target="../ink/ink1808.xml"/><Relationship Id="rId140" Type="http://schemas.openxmlformats.org/officeDocument/2006/relationships/image" Target="../media/image1265.png"/><Relationship Id="rId182" Type="http://schemas.openxmlformats.org/officeDocument/2006/relationships/customXml" Target="../ink/ink1862.xml"/><Relationship Id="rId378" Type="http://schemas.openxmlformats.org/officeDocument/2006/relationships/customXml" Target="../ink/ink1960.xml"/><Relationship Id="rId403" Type="http://schemas.openxmlformats.org/officeDocument/2006/relationships/image" Target="../media/image1492.png"/><Relationship Id="rId585" Type="http://schemas.openxmlformats.org/officeDocument/2006/relationships/customXml" Target="../ink/ink2064.xml"/><Relationship Id="rId6" Type="http://schemas.openxmlformats.org/officeDocument/2006/relationships/customXml" Target="../ink/ink1773.xml"/><Relationship Id="rId238" Type="http://schemas.openxmlformats.org/officeDocument/2006/relationships/customXml" Target="../ink/ink1890.xml"/><Relationship Id="rId445" Type="http://schemas.openxmlformats.org/officeDocument/2006/relationships/image" Target="../media/image1513.png"/><Relationship Id="rId487" Type="http://schemas.openxmlformats.org/officeDocument/2006/relationships/image" Target="../media/image1534.png"/><Relationship Id="rId610" Type="http://schemas.openxmlformats.org/officeDocument/2006/relationships/image" Target="../media/image1595.png"/><Relationship Id="rId652" Type="http://schemas.openxmlformats.org/officeDocument/2006/relationships/image" Target="../media/image1616.png"/><Relationship Id="rId291" Type="http://schemas.openxmlformats.org/officeDocument/2006/relationships/image" Target="../media/image1436.png"/><Relationship Id="rId305" Type="http://schemas.openxmlformats.org/officeDocument/2006/relationships/image" Target="../media/image1443.png"/><Relationship Id="rId347" Type="http://schemas.openxmlformats.org/officeDocument/2006/relationships/image" Target="../media/image1464.png"/><Relationship Id="rId512" Type="http://schemas.openxmlformats.org/officeDocument/2006/relationships/image" Target="../media/image1546.png"/><Relationship Id="rId44" Type="http://schemas.openxmlformats.org/officeDocument/2006/relationships/customXml" Target="../ink/ink1792.xml"/><Relationship Id="rId86" Type="http://schemas.openxmlformats.org/officeDocument/2006/relationships/image" Target="../media/image1184.png"/><Relationship Id="rId151" Type="http://schemas.openxmlformats.org/officeDocument/2006/relationships/customXml" Target="../ink/ink1846.xml"/><Relationship Id="rId389" Type="http://schemas.openxmlformats.org/officeDocument/2006/relationships/image" Target="../media/image1485.png"/><Relationship Id="rId554" Type="http://schemas.openxmlformats.org/officeDocument/2006/relationships/image" Target="../media/image1567.png"/><Relationship Id="rId596" Type="http://schemas.openxmlformats.org/officeDocument/2006/relationships/image" Target="../media/image1588.png"/><Relationship Id="rId193" Type="http://schemas.openxmlformats.org/officeDocument/2006/relationships/image" Target="../media/image1387.png"/><Relationship Id="rId207" Type="http://schemas.openxmlformats.org/officeDocument/2006/relationships/image" Target="../media/image1394.png"/><Relationship Id="rId249" Type="http://schemas.openxmlformats.org/officeDocument/2006/relationships/image" Target="../media/image1415.png"/><Relationship Id="rId414" Type="http://schemas.openxmlformats.org/officeDocument/2006/relationships/customXml" Target="../ink/ink1978.xml"/><Relationship Id="rId456" Type="http://schemas.openxmlformats.org/officeDocument/2006/relationships/customXml" Target="../ink/ink1999.xml"/><Relationship Id="rId498" Type="http://schemas.openxmlformats.org/officeDocument/2006/relationships/image" Target="../media/image1539.png"/><Relationship Id="rId621" Type="http://schemas.openxmlformats.org/officeDocument/2006/relationships/customXml" Target="../ink/ink2082.xml"/><Relationship Id="rId663" Type="http://schemas.openxmlformats.org/officeDocument/2006/relationships/customXml" Target="../ink/ink2103.xml"/><Relationship Id="rId13" Type="http://schemas.openxmlformats.org/officeDocument/2006/relationships/image" Target="../media/image1149.png"/><Relationship Id="rId109" Type="http://schemas.openxmlformats.org/officeDocument/2006/relationships/customXml" Target="../ink/ink1825.xml"/><Relationship Id="rId260" Type="http://schemas.openxmlformats.org/officeDocument/2006/relationships/customXml" Target="../ink/ink1901.xml"/><Relationship Id="rId316" Type="http://schemas.openxmlformats.org/officeDocument/2006/relationships/customXml" Target="../ink/ink1929.xml"/><Relationship Id="rId523" Type="http://schemas.openxmlformats.org/officeDocument/2006/relationships/customXml" Target="../ink/ink2033.xml"/><Relationship Id="rId55" Type="http://schemas.openxmlformats.org/officeDocument/2006/relationships/customXml" Target="../ink/ink1798.xml"/><Relationship Id="rId97" Type="http://schemas.openxmlformats.org/officeDocument/2006/relationships/customXml" Target="../ink/ink1819.xml"/><Relationship Id="rId120" Type="http://schemas.openxmlformats.org/officeDocument/2006/relationships/image" Target="../media/image1255.png"/><Relationship Id="rId358" Type="http://schemas.openxmlformats.org/officeDocument/2006/relationships/customXml" Target="../ink/ink1950.xml"/><Relationship Id="rId565" Type="http://schemas.openxmlformats.org/officeDocument/2006/relationships/customXml" Target="../ink/ink2054.xml"/><Relationship Id="rId162" Type="http://schemas.openxmlformats.org/officeDocument/2006/relationships/customXml" Target="../ink/ink1852.xml"/><Relationship Id="rId218" Type="http://schemas.openxmlformats.org/officeDocument/2006/relationships/customXml" Target="../ink/ink1880.xml"/><Relationship Id="rId425" Type="http://schemas.openxmlformats.org/officeDocument/2006/relationships/image" Target="../media/image1503.png"/><Relationship Id="rId467" Type="http://schemas.openxmlformats.org/officeDocument/2006/relationships/image" Target="../media/image1524.png"/><Relationship Id="rId632" Type="http://schemas.openxmlformats.org/officeDocument/2006/relationships/image" Target="../media/image1606.png"/><Relationship Id="rId271" Type="http://schemas.openxmlformats.org/officeDocument/2006/relationships/image" Target="../media/image1426.png"/><Relationship Id="rId24" Type="http://schemas.openxmlformats.org/officeDocument/2006/relationships/customXml" Target="../ink/ink1782.xml"/><Relationship Id="rId66" Type="http://schemas.openxmlformats.org/officeDocument/2006/relationships/image" Target="../media/image1174.png"/><Relationship Id="rId131" Type="http://schemas.openxmlformats.org/officeDocument/2006/relationships/customXml" Target="../ink/ink1836.xml"/><Relationship Id="rId327" Type="http://schemas.openxmlformats.org/officeDocument/2006/relationships/image" Target="../media/image1454.png"/><Relationship Id="rId369" Type="http://schemas.openxmlformats.org/officeDocument/2006/relationships/image" Target="../media/image1475.png"/><Relationship Id="rId534" Type="http://schemas.openxmlformats.org/officeDocument/2006/relationships/image" Target="../media/image1557.png"/><Relationship Id="rId576" Type="http://schemas.openxmlformats.org/officeDocument/2006/relationships/image" Target="../media/image1578.png"/><Relationship Id="rId173" Type="http://schemas.openxmlformats.org/officeDocument/2006/relationships/image" Target="../media/image1377.png"/><Relationship Id="rId229" Type="http://schemas.openxmlformats.org/officeDocument/2006/relationships/image" Target="../media/image1405.png"/><Relationship Id="rId380" Type="http://schemas.openxmlformats.org/officeDocument/2006/relationships/customXml" Target="../ink/ink1961.xml"/><Relationship Id="rId436" Type="http://schemas.openxmlformats.org/officeDocument/2006/relationships/customXml" Target="../ink/ink1989.xml"/><Relationship Id="rId601" Type="http://schemas.openxmlformats.org/officeDocument/2006/relationships/customXml" Target="../ink/ink2072.xml"/><Relationship Id="rId643" Type="http://schemas.openxmlformats.org/officeDocument/2006/relationships/customXml" Target="../ink/ink2093.xml"/><Relationship Id="rId240" Type="http://schemas.openxmlformats.org/officeDocument/2006/relationships/customXml" Target="../ink/ink1891.xml"/><Relationship Id="rId478" Type="http://schemas.openxmlformats.org/officeDocument/2006/relationships/customXml" Target="../ink/ink2010.xml"/><Relationship Id="rId35" Type="http://schemas.openxmlformats.org/officeDocument/2006/relationships/image" Target="../media/image1159.png"/><Relationship Id="rId77" Type="http://schemas.openxmlformats.org/officeDocument/2006/relationships/customXml" Target="../ink/ink1809.xml"/><Relationship Id="rId100" Type="http://schemas.openxmlformats.org/officeDocument/2006/relationships/image" Target="../media/image1237.png"/><Relationship Id="rId282" Type="http://schemas.openxmlformats.org/officeDocument/2006/relationships/customXml" Target="../ink/ink1912.xml"/><Relationship Id="rId338" Type="http://schemas.openxmlformats.org/officeDocument/2006/relationships/customXml" Target="../ink/ink1940.xml"/><Relationship Id="rId503" Type="http://schemas.openxmlformats.org/officeDocument/2006/relationships/customXml" Target="../ink/ink2023.xml"/><Relationship Id="rId545" Type="http://schemas.openxmlformats.org/officeDocument/2006/relationships/customXml" Target="../ink/ink2044.xml"/><Relationship Id="rId587" Type="http://schemas.openxmlformats.org/officeDocument/2006/relationships/customXml" Target="../ink/ink2065.xml"/><Relationship Id="rId8" Type="http://schemas.openxmlformats.org/officeDocument/2006/relationships/customXml" Target="../ink/ink1774.xml"/><Relationship Id="rId142" Type="http://schemas.openxmlformats.org/officeDocument/2006/relationships/image" Target="../media/image1266.png"/><Relationship Id="rId184" Type="http://schemas.openxmlformats.org/officeDocument/2006/relationships/customXml" Target="../ink/ink1863.xml"/><Relationship Id="rId391" Type="http://schemas.openxmlformats.org/officeDocument/2006/relationships/image" Target="../media/image1486.png"/><Relationship Id="rId405" Type="http://schemas.openxmlformats.org/officeDocument/2006/relationships/image" Target="../media/image1493.png"/><Relationship Id="rId447" Type="http://schemas.openxmlformats.org/officeDocument/2006/relationships/image" Target="../media/image1514.png"/><Relationship Id="rId612" Type="http://schemas.openxmlformats.org/officeDocument/2006/relationships/image" Target="../media/image1596.png"/><Relationship Id="rId251" Type="http://schemas.openxmlformats.org/officeDocument/2006/relationships/image" Target="../media/image1416.png"/><Relationship Id="rId489" Type="http://schemas.openxmlformats.org/officeDocument/2006/relationships/image" Target="../media/image1535.png"/><Relationship Id="rId654" Type="http://schemas.openxmlformats.org/officeDocument/2006/relationships/image" Target="../media/image1617.png"/><Relationship Id="rId46" Type="http://schemas.openxmlformats.org/officeDocument/2006/relationships/customXml" Target="../ink/ink1793.xml"/><Relationship Id="rId293" Type="http://schemas.openxmlformats.org/officeDocument/2006/relationships/image" Target="../media/image1437.png"/><Relationship Id="rId307" Type="http://schemas.openxmlformats.org/officeDocument/2006/relationships/image" Target="../media/image1444.png"/><Relationship Id="rId349" Type="http://schemas.openxmlformats.org/officeDocument/2006/relationships/image" Target="../media/image1465.png"/><Relationship Id="rId514" Type="http://schemas.openxmlformats.org/officeDocument/2006/relationships/image" Target="../media/image1547.png"/><Relationship Id="rId556" Type="http://schemas.openxmlformats.org/officeDocument/2006/relationships/image" Target="../media/image1568.png"/><Relationship Id="rId88" Type="http://schemas.openxmlformats.org/officeDocument/2006/relationships/image" Target="../media/image1185.png"/><Relationship Id="rId111" Type="http://schemas.openxmlformats.org/officeDocument/2006/relationships/customXml" Target="../ink/ink1826.xml"/><Relationship Id="rId153" Type="http://schemas.openxmlformats.org/officeDocument/2006/relationships/customXml" Target="../ink/ink1847.xml"/><Relationship Id="rId195" Type="http://schemas.openxmlformats.org/officeDocument/2006/relationships/image" Target="../media/image1388.png"/><Relationship Id="rId209" Type="http://schemas.openxmlformats.org/officeDocument/2006/relationships/image" Target="../media/image1395.png"/><Relationship Id="rId360" Type="http://schemas.openxmlformats.org/officeDocument/2006/relationships/customXml" Target="../ink/ink1951.xml"/><Relationship Id="rId416" Type="http://schemas.openxmlformats.org/officeDocument/2006/relationships/customXml" Target="../ink/ink1979.xml"/><Relationship Id="rId598" Type="http://schemas.openxmlformats.org/officeDocument/2006/relationships/image" Target="../media/image1589.png"/><Relationship Id="rId220" Type="http://schemas.openxmlformats.org/officeDocument/2006/relationships/customXml" Target="../ink/ink1881.xml"/><Relationship Id="rId458" Type="http://schemas.openxmlformats.org/officeDocument/2006/relationships/customXml" Target="../ink/ink2000.xml"/><Relationship Id="rId623" Type="http://schemas.openxmlformats.org/officeDocument/2006/relationships/customXml" Target="../ink/ink2083.xml"/><Relationship Id="rId665" Type="http://schemas.openxmlformats.org/officeDocument/2006/relationships/customXml" Target="../ink/ink2104.xml"/><Relationship Id="rId15" Type="http://schemas.openxmlformats.org/officeDocument/2006/relationships/image" Target="../media/image384.png"/><Relationship Id="rId57" Type="http://schemas.openxmlformats.org/officeDocument/2006/relationships/customXml" Target="../ink/ink1799.xml"/><Relationship Id="rId262" Type="http://schemas.openxmlformats.org/officeDocument/2006/relationships/customXml" Target="../ink/ink1902.xml"/><Relationship Id="rId318" Type="http://schemas.openxmlformats.org/officeDocument/2006/relationships/customXml" Target="../ink/ink1930.xml"/><Relationship Id="rId525" Type="http://schemas.openxmlformats.org/officeDocument/2006/relationships/customXml" Target="../ink/ink2034.xml"/><Relationship Id="rId567" Type="http://schemas.openxmlformats.org/officeDocument/2006/relationships/customXml" Target="../ink/ink2055.xml"/><Relationship Id="rId99" Type="http://schemas.openxmlformats.org/officeDocument/2006/relationships/customXml" Target="../ink/ink1820.xml"/><Relationship Id="rId122" Type="http://schemas.openxmlformats.org/officeDocument/2006/relationships/image" Target="../media/image1256.png"/><Relationship Id="rId164" Type="http://schemas.openxmlformats.org/officeDocument/2006/relationships/customXml" Target="../ink/ink1853.xml"/><Relationship Id="rId371" Type="http://schemas.openxmlformats.org/officeDocument/2006/relationships/image" Target="../media/image1476.png"/><Relationship Id="rId427" Type="http://schemas.openxmlformats.org/officeDocument/2006/relationships/image" Target="../media/image1504.png"/><Relationship Id="rId469" Type="http://schemas.openxmlformats.org/officeDocument/2006/relationships/image" Target="../media/image1525.png"/><Relationship Id="rId634" Type="http://schemas.openxmlformats.org/officeDocument/2006/relationships/image" Target="../media/image1607.png"/><Relationship Id="rId26" Type="http://schemas.openxmlformats.org/officeDocument/2006/relationships/customXml" Target="../ink/ink1783.xml"/><Relationship Id="rId231" Type="http://schemas.openxmlformats.org/officeDocument/2006/relationships/image" Target="../media/image1406.png"/><Relationship Id="rId273" Type="http://schemas.openxmlformats.org/officeDocument/2006/relationships/image" Target="../media/image1427.png"/><Relationship Id="rId329" Type="http://schemas.openxmlformats.org/officeDocument/2006/relationships/image" Target="../media/image1455.png"/><Relationship Id="rId480" Type="http://schemas.openxmlformats.org/officeDocument/2006/relationships/customXml" Target="../ink/ink2011.xml"/><Relationship Id="rId536" Type="http://schemas.openxmlformats.org/officeDocument/2006/relationships/image" Target="../media/image1558.png"/><Relationship Id="rId68" Type="http://schemas.openxmlformats.org/officeDocument/2006/relationships/image" Target="../media/image1175.png"/><Relationship Id="rId133" Type="http://schemas.openxmlformats.org/officeDocument/2006/relationships/customXml" Target="../ink/ink1837.xml"/><Relationship Id="rId175" Type="http://schemas.openxmlformats.org/officeDocument/2006/relationships/image" Target="../media/image1378.png"/><Relationship Id="rId340" Type="http://schemas.openxmlformats.org/officeDocument/2006/relationships/customXml" Target="../ink/ink1941.xml"/><Relationship Id="rId578" Type="http://schemas.openxmlformats.org/officeDocument/2006/relationships/image" Target="../media/image1579.png"/><Relationship Id="rId200" Type="http://schemas.openxmlformats.org/officeDocument/2006/relationships/customXml" Target="../ink/ink1871.xml"/><Relationship Id="rId382" Type="http://schemas.openxmlformats.org/officeDocument/2006/relationships/customXml" Target="../ink/ink1962.xml"/><Relationship Id="rId438" Type="http://schemas.openxmlformats.org/officeDocument/2006/relationships/customXml" Target="../ink/ink1990.xml"/><Relationship Id="rId603" Type="http://schemas.openxmlformats.org/officeDocument/2006/relationships/customXml" Target="../ink/ink2073.xml"/><Relationship Id="rId645" Type="http://schemas.openxmlformats.org/officeDocument/2006/relationships/customXml" Target="../ink/ink2094.xml"/><Relationship Id="rId242" Type="http://schemas.openxmlformats.org/officeDocument/2006/relationships/customXml" Target="../ink/ink1892.xml"/><Relationship Id="rId284" Type="http://schemas.openxmlformats.org/officeDocument/2006/relationships/customXml" Target="../ink/ink1913.xml"/><Relationship Id="rId491" Type="http://schemas.openxmlformats.org/officeDocument/2006/relationships/customXml" Target="../ink/ink2017.xml"/><Relationship Id="rId505" Type="http://schemas.openxmlformats.org/officeDocument/2006/relationships/customXml" Target="../ink/ink2024.xml"/><Relationship Id="rId37" Type="http://schemas.openxmlformats.org/officeDocument/2006/relationships/image" Target="../media/image1160.png"/><Relationship Id="rId79" Type="http://schemas.openxmlformats.org/officeDocument/2006/relationships/customXml" Target="../ink/ink1810.xml"/><Relationship Id="rId102" Type="http://schemas.openxmlformats.org/officeDocument/2006/relationships/image" Target="../media/image1238.png"/><Relationship Id="rId144" Type="http://schemas.openxmlformats.org/officeDocument/2006/relationships/image" Target="../media/image1363.png"/><Relationship Id="rId547" Type="http://schemas.openxmlformats.org/officeDocument/2006/relationships/customXml" Target="../ink/ink2045.xml"/><Relationship Id="rId589" Type="http://schemas.openxmlformats.org/officeDocument/2006/relationships/customXml" Target="../ink/ink2066.xml"/><Relationship Id="rId90" Type="http://schemas.openxmlformats.org/officeDocument/2006/relationships/image" Target="../media/image1186.png"/><Relationship Id="rId186" Type="http://schemas.openxmlformats.org/officeDocument/2006/relationships/customXml" Target="../ink/ink1864.xml"/><Relationship Id="rId351" Type="http://schemas.openxmlformats.org/officeDocument/2006/relationships/image" Target="../media/image1466.png"/><Relationship Id="rId393" Type="http://schemas.openxmlformats.org/officeDocument/2006/relationships/image" Target="../media/image1487.png"/><Relationship Id="rId407" Type="http://schemas.openxmlformats.org/officeDocument/2006/relationships/image" Target="../media/image1494.png"/><Relationship Id="rId449" Type="http://schemas.openxmlformats.org/officeDocument/2006/relationships/image" Target="../media/image1515.png"/><Relationship Id="rId614" Type="http://schemas.openxmlformats.org/officeDocument/2006/relationships/image" Target="../media/image1597.png"/><Relationship Id="rId656" Type="http://schemas.openxmlformats.org/officeDocument/2006/relationships/image" Target="../media/image1618.png"/><Relationship Id="rId211" Type="http://schemas.openxmlformats.org/officeDocument/2006/relationships/image" Target="../media/image1396.png"/><Relationship Id="rId253" Type="http://schemas.openxmlformats.org/officeDocument/2006/relationships/image" Target="../media/image1417.png"/><Relationship Id="rId295" Type="http://schemas.openxmlformats.org/officeDocument/2006/relationships/image" Target="../media/image1438.png"/><Relationship Id="rId309" Type="http://schemas.openxmlformats.org/officeDocument/2006/relationships/image" Target="../media/image1445.png"/><Relationship Id="rId460" Type="http://schemas.openxmlformats.org/officeDocument/2006/relationships/customXml" Target="../ink/ink2001.xml"/><Relationship Id="rId516" Type="http://schemas.openxmlformats.org/officeDocument/2006/relationships/image" Target="../media/image1548.png"/><Relationship Id="rId48" Type="http://schemas.openxmlformats.org/officeDocument/2006/relationships/customXml" Target="../ink/ink1794.xml"/><Relationship Id="rId113" Type="http://schemas.openxmlformats.org/officeDocument/2006/relationships/customXml" Target="../ink/ink1827.xml"/><Relationship Id="rId320" Type="http://schemas.openxmlformats.org/officeDocument/2006/relationships/customXml" Target="../ink/ink1931.xml"/><Relationship Id="rId558" Type="http://schemas.openxmlformats.org/officeDocument/2006/relationships/image" Target="../media/image1569.png"/><Relationship Id="rId155" Type="http://schemas.openxmlformats.org/officeDocument/2006/relationships/customXml" Target="../ink/ink1848.xml"/><Relationship Id="rId197" Type="http://schemas.openxmlformats.org/officeDocument/2006/relationships/image" Target="../media/image1389.png"/><Relationship Id="rId362" Type="http://schemas.openxmlformats.org/officeDocument/2006/relationships/customXml" Target="../ink/ink1952.xml"/><Relationship Id="rId418" Type="http://schemas.openxmlformats.org/officeDocument/2006/relationships/customXml" Target="../ink/ink1980.xml"/><Relationship Id="rId625" Type="http://schemas.openxmlformats.org/officeDocument/2006/relationships/customXml" Target="../ink/ink2084.xml"/><Relationship Id="rId222" Type="http://schemas.openxmlformats.org/officeDocument/2006/relationships/customXml" Target="../ink/ink1882.xml"/><Relationship Id="rId264" Type="http://schemas.openxmlformats.org/officeDocument/2006/relationships/customXml" Target="../ink/ink1903.xml"/><Relationship Id="rId471" Type="http://schemas.openxmlformats.org/officeDocument/2006/relationships/image" Target="../media/image1526.png"/><Relationship Id="rId17" Type="http://schemas.openxmlformats.org/officeDocument/2006/relationships/image" Target="../media/image1150.png"/><Relationship Id="rId59" Type="http://schemas.openxmlformats.org/officeDocument/2006/relationships/customXml" Target="../ink/ink1800.xml"/><Relationship Id="rId124" Type="http://schemas.openxmlformats.org/officeDocument/2006/relationships/image" Target="../media/image1257.png"/><Relationship Id="rId527" Type="http://schemas.openxmlformats.org/officeDocument/2006/relationships/customXml" Target="../ink/ink2035.xml"/><Relationship Id="rId569" Type="http://schemas.openxmlformats.org/officeDocument/2006/relationships/customXml" Target="../ink/ink2056.xml"/><Relationship Id="rId70" Type="http://schemas.openxmlformats.org/officeDocument/2006/relationships/image" Target="../media/image1176.png"/><Relationship Id="rId166" Type="http://schemas.openxmlformats.org/officeDocument/2006/relationships/customXml" Target="../ink/ink1854.xml"/><Relationship Id="rId331" Type="http://schemas.openxmlformats.org/officeDocument/2006/relationships/image" Target="../media/image1456.png"/><Relationship Id="rId373" Type="http://schemas.openxmlformats.org/officeDocument/2006/relationships/image" Target="../media/image1477.png"/><Relationship Id="rId429" Type="http://schemas.openxmlformats.org/officeDocument/2006/relationships/image" Target="../media/image1505.png"/><Relationship Id="rId580" Type="http://schemas.openxmlformats.org/officeDocument/2006/relationships/image" Target="../media/image1580.png"/><Relationship Id="rId636" Type="http://schemas.openxmlformats.org/officeDocument/2006/relationships/image" Target="../media/image1608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407.png"/><Relationship Id="rId440" Type="http://schemas.openxmlformats.org/officeDocument/2006/relationships/customXml" Target="../ink/ink1991.xml"/><Relationship Id="rId28" Type="http://schemas.openxmlformats.org/officeDocument/2006/relationships/customXml" Target="../ink/ink1784.xml"/><Relationship Id="rId275" Type="http://schemas.openxmlformats.org/officeDocument/2006/relationships/image" Target="../media/image1428.png"/><Relationship Id="rId300" Type="http://schemas.openxmlformats.org/officeDocument/2006/relationships/customXml" Target="../ink/ink1921.xml"/><Relationship Id="rId482" Type="http://schemas.openxmlformats.org/officeDocument/2006/relationships/customXml" Target="../ink/ink2012.xml"/><Relationship Id="rId538" Type="http://schemas.openxmlformats.org/officeDocument/2006/relationships/image" Target="../media/image1559.png"/><Relationship Id="rId81" Type="http://schemas.openxmlformats.org/officeDocument/2006/relationships/customXml" Target="../ink/ink1811.xml"/><Relationship Id="rId135" Type="http://schemas.openxmlformats.org/officeDocument/2006/relationships/customXml" Target="../ink/ink1838.xml"/><Relationship Id="rId177" Type="http://schemas.openxmlformats.org/officeDocument/2006/relationships/image" Target="../media/image1379.png"/><Relationship Id="rId342" Type="http://schemas.openxmlformats.org/officeDocument/2006/relationships/customXml" Target="../ink/ink1942.xml"/><Relationship Id="rId384" Type="http://schemas.openxmlformats.org/officeDocument/2006/relationships/customXml" Target="../ink/ink1963.xml"/><Relationship Id="rId591" Type="http://schemas.openxmlformats.org/officeDocument/2006/relationships/customXml" Target="../ink/ink2067.xml"/><Relationship Id="rId605" Type="http://schemas.openxmlformats.org/officeDocument/2006/relationships/customXml" Target="../ink/ink2074.xml"/><Relationship Id="rId202" Type="http://schemas.openxmlformats.org/officeDocument/2006/relationships/customXml" Target="../ink/ink1872.xml"/><Relationship Id="rId244" Type="http://schemas.openxmlformats.org/officeDocument/2006/relationships/customXml" Target="../ink/ink1893.xml"/><Relationship Id="rId647" Type="http://schemas.openxmlformats.org/officeDocument/2006/relationships/customXml" Target="../ink/ink2095.xml"/><Relationship Id="rId39" Type="http://schemas.openxmlformats.org/officeDocument/2006/relationships/image" Target="../media/image1161.png"/><Relationship Id="rId286" Type="http://schemas.openxmlformats.org/officeDocument/2006/relationships/customXml" Target="../ink/ink1914.xml"/><Relationship Id="rId451" Type="http://schemas.openxmlformats.org/officeDocument/2006/relationships/image" Target="../media/image1516.png"/><Relationship Id="rId493" Type="http://schemas.openxmlformats.org/officeDocument/2006/relationships/customXml" Target="../ink/ink2018.xml"/><Relationship Id="rId507" Type="http://schemas.openxmlformats.org/officeDocument/2006/relationships/customXml" Target="../ink/ink2025.xml"/><Relationship Id="rId549" Type="http://schemas.openxmlformats.org/officeDocument/2006/relationships/customXml" Target="../ink/ink2046.xml"/><Relationship Id="rId50" Type="http://schemas.openxmlformats.org/officeDocument/2006/relationships/customXml" Target="../ink/ink1795.xml"/><Relationship Id="rId104" Type="http://schemas.openxmlformats.org/officeDocument/2006/relationships/image" Target="../media/image1239.png"/><Relationship Id="rId146" Type="http://schemas.openxmlformats.org/officeDocument/2006/relationships/image" Target="../media/image1364.png"/><Relationship Id="rId188" Type="http://schemas.openxmlformats.org/officeDocument/2006/relationships/customXml" Target="../ink/ink1865.xml"/><Relationship Id="rId311" Type="http://schemas.openxmlformats.org/officeDocument/2006/relationships/image" Target="../media/image1446.png"/><Relationship Id="rId353" Type="http://schemas.openxmlformats.org/officeDocument/2006/relationships/image" Target="../media/image1467.png"/><Relationship Id="rId395" Type="http://schemas.openxmlformats.org/officeDocument/2006/relationships/image" Target="../media/image1488.png"/><Relationship Id="rId409" Type="http://schemas.openxmlformats.org/officeDocument/2006/relationships/image" Target="../media/image1495.png"/><Relationship Id="rId560" Type="http://schemas.openxmlformats.org/officeDocument/2006/relationships/image" Target="../media/image1570.png"/><Relationship Id="rId92" Type="http://schemas.openxmlformats.org/officeDocument/2006/relationships/image" Target="../media/image1187.png"/><Relationship Id="rId213" Type="http://schemas.openxmlformats.org/officeDocument/2006/relationships/image" Target="../media/image1397.png"/><Relationship Id="rId420" Type="http://schemas.openxmlformats.org/officeDocument/2006/relationships/customXml" Target="../ink/ink1981.xml"/><Relationship Id="rId616" Type="http://schemas.openxmlformats.org/officeDocument/2006/relationships/image" Target="../media/image1598.png"/><Relationship Id="rId658" Type="http://schemas.openxmlformats.org/officeDocument/2006/relationships/image" Target="../media/image1619.png"/><Relationship Id="rId255" Type="http://schemas.openxmlformats.org/officeDocument/2006/relationships/image" Target="../media/image1418.png"/><Relationship Id="rId297" Type="http://schemas.openxmlformats.org/officeDocument/2006/relationships/image" Target="../media/image1439.png"/><Relationship Id="rId462" Type="http://schemas.openxmlformats.org/officeDocument/2006/relationships/customXml" Target="../ink/ink2002.xml"/><Relationship Id="rId518" Type="http://schemas.openxmlformats.org/officeDocument/2006/relationships/image" Target="../media/image1549.png"/><Relationship Id="rId115" Type="http://schemas.openxmlformats.org/officeDocument/2006/relationships/customXml" Target="../ink/ink1828.xml"/><Relationship Id="rId157" Type="http://schemas.openxmlformats.org/officeDocument/2006/relationships/image" Target="../media/image1369.png"/><Relationship Id="rId322" Type="http://schemas.openxmlformats.org/officeDocument/2006/relationships/customXml" Target="../ink/ink1932.xml"/><Relationship Id="rId364" Type="http://schemas.openxmlformats.org/officeDocument/2006/relationships/customXml" Target="../ink/ink1953.xml"/><Relationship Id="rId61" Type="http://schemas.openxmlformats.org/officeDocument/2006/relationships/customXml" Target="../ink/ink1801.xml"/><Relationship Id="rId199" Type="http://schemas.openxmlformats.org/officeDocument/2006/relationships/image" Target="../media/image1390.png"/><Relationship Id="rId571" Type="http://schemas.openxmlformats.org/officeDocument/2006/relationships/customXml" Target="../ink/ink2057.xml"/><Relationship Id="rId627" Type="http://schemas.openxmlformats.org/officeDocument/2006/relationships/customXml" Target="../ink/ink2085.xml"/><Relationship Id="rId19" Type="http://schemas.openxmlformats.org/officeDocument/2006/relationships/image" Target="../media/image1151.png"/><Relationship Id="rId224" Type="http://schemas.openxmlformats.org/officeDocument/2006/relationships/customXml" Target="../ink/ink1883.xml"/><Relationship Id="rId266" Type="http://schemas.openxmlformats.org/officeDocument/2006/relationships/customXml" Target="../ink/ink1904.xml"/><Relationship Id="rId431" Type="http://schemas.openxmlformats.org/officeDocument/2006/relationships/image" Target="../media/image1506.png"/><Relationship Id="rId473" Type="http://schemas.openxmlformats.org/officeDocument/2006/relationships/image" Target="../media/image1527.png"/><Relationship Id="rId529" Type="http://schemas.openxmlformats.org/officeDocument/2006/relationships/customXml" Target="../ink/ink2036.xml"/><Relationship Id="rId30" Type="http://schemas.openxmlformats.org/officeDocument/2006/relationships/customXml" Target="../ink/ink1785.xml"/><Relationship Id="rId126" Type="http://schemas.openxmlformats.org/officeDocument/2006/relationships/image" Target="../media/image1258.png"/><Relationship Id="rId168" Type="http://schemas.openxmlformats.org/officeDocument/2006/relationships/customXml" Target="../ink/ink1855.xml"/><Relationship Id="rId333" Type="http://schemas.openxmlformats.org/officeDocument/2006/relationships/image" Target="../media/image1457.png"/><Relationship Id="rId540" Type="http://schemas.openxmlformats.org/officeDocument/2006/relationships/image" Target="../media/image1560.png"/><Relationship Id="rId72" Type="http://schemas.openxmlformats.org/officeDocument/2006/relationships/image" Target="../media/image1177.png"/><Relationship Id="rId375" Type="http://schemas.openxmlformats.org/officeDocument/2006/relationships/image" Target="../media/image1478.png"/><Relationship Id="rId582" Type="http://schemas.openxmlformats.org/officeDocument/2006/relationships/image" Target="../media/image1581.png"/><Relationship Id="rId638" Type="http://schemas.openxmlformats.org/officeDocument/2006/relationships/image" Target="../media/image1609.png"/><Relationship Id="rId3" Type="http://schemas.openxmlformats.org/officeDocument/2006/relationships/image" Target="../media/image1144.png"/><Relationship Id="rId235" Type="http://schemas.openxmlformats.org/officeDocument/2006/relationships/image" Target="../media/image1408.png"/><Relationship Id="rId277" Type="http://schemas.openxmlformats.org/officeDocument/2006/relationships/image" Target="../media/image1429.png"/><Relationship Id="rId400" Type="http://schemas.openxmlformats.org/officeDocument/2006/relationships/customXml" Target="../ink/ink1971.xml"/><Relationship Id="rId442" Type="http://schemas.openxmlformats.org/officeDocument/2006/relationships/customXml" Target="../ink/ink1992.xml"/><Relationship Id="rId484" Type="http://schemas.openxmlformats.org/officeDocument/2006/relationships/customXml" Target="../ink/ink2013.xml"/><Relationship Id="rId137" Type="http://schemas.openxmlformats.org/officeDocument/2006/relationships/customXml" Target="../ink/ink1839.xml"/><Relationship Id="rId302" Type="http://schemas.openxmlformats.org/officeDocument/2006/relationships/customXml" Target="../ink/ink1922.xml"/><Relationship Id="rId344" Type="http://schemas.openxmlformats.org/officeDocument/2006/relationships/customXml" Target="../ink/ink1943.xml"/><Relationship Id="rId41" Type="http://schemas.openxmlformats.org/officeDocument/2006/relationships/image" Target="../media/image1162.png"/><Relationship Id="rId83" Type="http://schemas.openxmlformats.org/officeDocument/2006/relationships/customXml" Target="../ink/ink1812.xml"/><Relationship Id="rId179" Type="http://schemas.openxmlformats.org/officeDocument/2006/relationships/image" Target="../media/image1380.png"/><Relationship Id="rId386" Type="http://schemas.openxmlformats.org/officeDocument/2006/relationships/customXml" Target="../ink/ink1964.xml"/><Relationship Id="rId551" Type="http://schemas.openxmlformats.org/officeDocument/2006/relationships/customXml" Target="../ink/ink2047.xml"/><Relationship Id="rId593" Type="http://schemas.openxmlformats.org/officeDocument/2006/relationships/customXml" Target="../ink/ink2068.xml"/><Relationship Id="rId607" Type="http://schemas.openxmlformats.org/officeDocument/2006/relationships/customXml" Target="../ink/ink2075.xml"/><Relationship Id="rId649" Type="http://schemas.openxmlformats.org/officeDocument/2006/relationships/customXml" Target="../ink/ink2096.xml"/><Relationship Id="rId190" Type="http://schemas.openxmlformats.org/officeDocument/2006/relationships/customXml" Target="../ink/ink1866.xml"/><Relationship Id="rId204" Type="http://schemas.openxmlformats.org/officeDocument/2006/relationships/customXml" Target="../ink/ink1873.xml"/><Relationship Id="rId246" Type="http://schemas.openxmlformats.org/officeDocument/2006/relationships/customXml" Target="../ink/ink1894.xml"/><Relationship Id="rId288" Type="http://schemas.openxmlformats.org/officeDocument/2006/relationships/customXml" Target="../ink/ink1915.xml"/><Relationship Id="rId411" Type="http://schemas.openxmlformats.org/officeDocument/2006/relationships/image" Target="../media/image1496.png"/><Relationship Id="rId453" Type="http://schemas.openxmlformats.org/officeDocument/2006/relationships/image" Target="../media/image1517.png"/><Relationship Id="rId509" Type="http://schemas.openxmlformats.org/officeDocument/2006/relationships/customXml" Target="../ink/ink2026.xml"/><Relationship Id="rId660" Type="http://schemas.openxmlformats.org/officeDocument/2006/relationships/image" Target="../media/image1620.png"/><Relationship Id="rId106" Type="http://schemas.openxmlformats.org/officeDocument/2006/relationships/image" Target="../media/image1240.png"/><Relationship Id="rId313" Type="http://schemas.openxmlformats.org/officeDocument/2006/relationships/image" Target="../media/image1447.png"/><Relationship Id="rId495" Type="http://schemas.openxmlformats.org/officeDocument/2006/relationships/customXml" Target="../ink/ink2019.xml"/><Relationship Id="rId10" Type="http://schemas.openxmlformats.org/officeDocument/2006/relationships/customXml" Target="../ink/ink1775.xml"/><Relationship Id="rId52" Type="http://schemas.openxmlformats.org/officeDocument/2006/relationships/customXml" Target="../ink/ink1796.xml"/><Relationship Id="rId94" Type="http://schemas.openxmlformats.org/officeDocument/2006/relationships/image" Target="../media/image1188.png"/><Relationship Id="rId148" Type="http://schemas.openxmlformats.org/officeDocument/2006/relationships/image" Target="../media/image1365.png"/><Relationship Id="rId355" Type="http://schemas.openxmlformats.org/officeDocument/2006/relationships/image" Target="../media/image1468.png"/><Relationship Id="rId397" Type="http://schemas.openxmlformats.org/officeDocument/2006/relationships/image" Target="../media/image1489.png"/><Relationship Id="rId520" Type="http://schemas.openxmlformats.org/officeDocument/2006/relationships/image" Target="../media/image1550.png"/><Relationship Id="rId562" Type="http://schemas.openxmlformats.org/officeDocument/2006/relationships/image" Target="../media/image1571.png"/><Relationship Id="rId618" Type="http://schemas.openxmlformats.org/officeDocument/2006/relationships/image" Target="../media/image1599.png"/><Relationship Id="rId215" Type="http://schemas.openxmlformats.org/officeDocument/2006/relationships/image" Target="../media/image1398.png"/><Relationship Id="rId257" Type="http://schemas.openxmlformats.org/officeDocument/2006/relationships/image" Target="../media/image1419.png"/><Relationship Id="rId422" Type="http://schemas.openxmlformats.org/officeDocument/2006/relationships/customXml" Target="../ink/ink1982.xml"/><Relationship Id="rId464" Type="http://schemas.openxmlformats.org/officeDocument/2006/relationships/customXml" Target="../ink/ink2003.xml"/><Relationship Id="rId299" Type="http://schemas.openxmlformats.org/officeDocument/2006/relationships/image" Target="../media/image1440.png"/><Relationship Id="rId63" Type="http://schemas.openxmlformats.org/officeDocument/2006/relationships/customXml" Target="../ink/ink1802.xml"/><Relationship Id="rId159" Type="http://schemas.openxmlformats.org/officeDocument/2006/relationships/image" Target="../media/image1370.png"/><Relationship Id="rId366" Type="http://schemas.openxmlformats.org/officeDocument/2006/relationships/customXml" Target="../ink/ink1954.xml"/><Relationship Id="rId573" Type="http://schemas.openxmlformats.org/officeDocument/2006/relationships/customXml" Target="../ink/ink2058.xml"/><Relationship Id="rId226" Type="http://schemas.openxmlformats.org/officeDocument/2006/relationships/customXml" Target="../ink/ink1884.xml"/><Relationship Id="rId433" Type="http://schemas.openxmlformats.org/officeDocument/2006/relationships/image" Target="../media/image1507.png"/><Relationship Id="rId640" Type="http://schemas.openxmlformats.org/officeDocument/2006/relationships/image" Target="../media/image1610.png"/><Relationship Id="rId74" Type="http://schemas.openxmlformats.org/officeDocument/2006/relationships/image" Target="../media/image1178.png"/><Relationship Id="rId377" Type="http://schemas.openxmlformats.org/officeDocument/2006/relationships/image" Target="../media/image1479.png"/><Relationship Id="rId500" Type="http://schemas.openxmlformats.org/officeDocument/2006/relationships/image" Target="../media/image1540.png"/><Relationship Id="rId584" Type="http://schemas.openxmlformats.org/officeDocument/2006/relationships/image" Target="../media/image1582.png"/><Relationship Id="rId5" Type="http://schemas.openxmlformats.org/officeDocument/2006/relationships/image" Target="../media/image1145.png"/><Relationship Id="rId237" Type="http://schemas.openxmlformats.org/officeDocument/2006/relationships/image" Target="../media/image1409.png"/><Relationship Id="rId444" Type="http://schemas.openxmlformats.org/officeDocument/2006/relationships/customXml" Target="../ink/ink1993.xml"/><Relationship Id="rId651" Type="http://schemas.openxmlformats.org/officeDocument/2006/relationships/customXml" Target="../ink/ink2097.xml"/><Relationship Id="rId290" Type="http://schemas.openxmlformats.org/officeDocument/2006/relationships/customXml" Target="../ink/ink1916.xml"/><Relationship Id="rId304" Type="http://schemas.openxmlformats.org/officeDocument/2006/relationships/customXml" Target="../ink/ink1923.xml"/><Relationship Id="rId388" Type="http://schemas.openxmlformats.org/officeDocument/2006/relationships/customXml" Target="../ink/ink1965.xml"/><Relationship Id="rId511" Type="http://schemas.openxmlformats.org/officeDocument/2006/relationships/customXml" Target="../ink/ink2027.xml"/><Relationship Id="rId609" Type="http://schemas.openxmlformats.org/officeDocument/2006/relationships/customXml" Target="../ink/ink2076.xml"/><Relationship Id="rId85" Type="http://schemas.openxmlformats.org/officeDocument/2006/relationships/customXml" Target="../ink/ink1813.xml"/><Relationship Id="rId150" Type="http://schemas.openxmlformats.org/officeDocument/2006/relationships/image" Target="../media/image1366.png"/><Relationship Id="rId595" Type="http://schemas.openxmlformats.org/officeDocument/2006/relationships/customXml" Target="../ink/ink2069.xml"/><Relationship Id="rId248" Type="http://schemas.openxmlformats.org/officeDocument/2006/relationships/customXml" Target="../ink/ink1895.xml"/><Relationship Id="rId455" Type="http://schemas.openxmlformats.org/officeDocument/2006/relationships/image" Target="../media/image1518.png"/><Relationship Id="rId662" Type="http://schemas.openxmlformats.org/officeDocument/2006/relationships/image" Target="../media/image1621.png"/><Relationship Id="rId12" Type="http://schemas.openxmlformats.org/officeDocument/2006/relationships/customXml" Target="../ink/ink1776.xml"/><Relationship Id="rId108" Type="http://schemas.openxmlformats.org/officeDocument/2006/relationships/image" Target="../media/image1241.png"/><Relationship Id="rId315" Type="http://schemas.openxmlformats.org/officeDocument/2006/relationships/image" Target="../media/image1448.png"/><Relationship Id="rId522" Type="http://schemas.openxmlformats.org/officeDocument/2006/relationships/image" Target="../media/image1551.png"/><Relationship Id="rId96" Type="http://schemas.openxmlformats.org/officeDocument/2006/relationships/image" Target="../media/image1235.png"/><Relationship Id="rId161" Type="http://schemas.openxmlformats.org/officeDocument/2006/relationships/image" Target="../media/image1371.png"/><Relationship Id="rId399" Type="http://schemas.openxmlformats.org/officeDocument/2006/relationships/image" Target="../media/image1490.png"/><Relationship Id="rId259" Type="http://schemas.openxmlformats.org/officeDocument/2006/relationships/image" Target="../media/image1420.png"/><Relationship Id="rId466" Type="http://schemas.openxmlformats.org/officeDocument/2006/relationships/customXml" Target="../ink/ink2004.xml"/><Relationship Id="rId23" Type="http://schemas.openxmlformats.org/officeDocument/2006/relationships/image" Target="../media/image1153.png"/><Relationship Id="rId119" Type="http://schemas.openxmlformats.org/officeDocument/2006/relationships/customXml" Target="../ink/ink1830.xml"/><Relationship Id="rId326" Type="http://schemas.openxmlformats.org/officeDocument/2006/relationships/customXml" Target="../ink/ink1934.xml"/><Relationship Id="rId533" Type="http://schemas.openxmlformats.org/officeDocument/2006/relationships/customXml" Target="../ink/ink2038.xml"/><Relationship Id="rId172" Type="http://schemas.openxmlformats.org/officeDocument/2006/relationships/customXml" Target="../ink/ink1857.xml"/><Relationship Id="rId477" Type="http://schemas.openxmlformats.org/officeDocument/2006/relationships/image" Target="../media/image1529.png"/><Relationship Id="rId600" Type="http://schemas.openxmlformats.org/officeDocument/2006/relationships/image" Target="../media/image1590.png"/><Relationship Id="rId337" Type="http://schemas.openxmlformats.org/officeDocument/2006/relationships/image" Target="../media/image1459.png"/><Relationship Id="rId34" Type="http://schemas.openxmlformats.org/officeDocument/2006/relationships/customXml" Target="../ink/ink1787.xml"/><Relationship Id="rId544" Type="http://schemas.openxmlformats.org/officeDocument/2006/relationships/image" Target="../media/image1562.png"/><Relationship Id="rId183" Type="http://schemas.openxmlformats.org/officeDocument/2006/relationships/image" Target="../media/image1382.png"/><Relationship Id="rId390" Type="http://schemas.openxmlformats.org/officeDocument/2006/relationships/customXml" Target="../ink/ink1966.xml"/><Relationship Id="rId404" Type="http://schemas.openxmlformats.org/officeDocument/2006/relationships/customXml" Target="../ink/ink1973.xml"/><Relationship Id="rId611" Type="http://schemas.openxmlformats.org/officeDocument/2006/relationships/customXml" Target="../ink/ink2077.xml"/><Relationship Id="rId250" Type="http://schemas.openxmlformats.org/officeDocument/2006/relationships/customXml" Target="../ink/ink1896.xml"/><Relationship Id="rId488" Type="http://schemas.openxmlformats.org/officeDocument/2006/relationships/customXml" Target="../ink/ink2015.xml"/><Relationship Id="rId45" Type="http://schemas.openxmlformats.org/officeDocument/2006/relationships/image" Target="../media/image1164.png"/><Relationship Id="rId110" Type="http://schemas.openxmlformats.org/officeDocument/2006/relationships/image" Target="../media/image1242.png"/><Relationship Id="rId348" Type="http://schemas.openxmlformats.org/officeDocument/2006/relationships/customXml" Target="../ink/ink1945.xml"/><Relationship Id="rId555" Type="http://schemas.openxmlformats.org/officeDocument/2006/relationships/customXml" Target="../ink/ink2049.xml"/><Relationship Id="rId194" Type="http://schemas.openxmlformats.org/officeDocument/2006/relationships/customXml" Target="../ink/ink1868.xml"/><Relationship Id="rId208" Type="http://schemas.openxmlformats.org/officeDocument/2006/relationships/customXml" Target="../ink/ink1875.xml"/><Relationship Id="rId415" Type="http://schemas.openxmlformats.org/officeDocument/2006/relationships/image" Target="../media/image1498.png"/><Relationship Id="rId622" Type="http://schemas.openxmlformats.org/officeDocument/2006/relationships/image" Target="../media/image1601.png"/><Relationship Id="rId261" Type="http://schemas.openxmlformats.org/officeDocument/2006/relationships/image" Target="../media/image1421.png"/><Relationship Id="rId499" Type="http://schemas.openxmlformats.org/officeDocument/2006/relationships/customXml" Target="../ink/ink2021.xml"/><Relationship Id="rId56" Type="http://schemas.openxmlformats.org/officeDocument/2006/relationships/image" Target="../media/image1169.png"/><Relationship Id="rId359" Type="http://schemas.openxmlformats.org/officeDocument/2006/relationships/image" Target="../media/image1470.png"/><Relationship Id="rId566" Type="http://schemas.openxmlformats.org/officeDocument/2006/relationships/image" Target="../media/image1573.png"/><Relationship Id="rId121" Type="http://schemas.openxmlformats.org/officeDocument/2006/relationships/customXml" Target="../ink/ink1831.xml"/><Relationship Id="rId219" Type="http://schemas.openxmlformats.org/officeDocument/2006/relationships/image" Target="../media/image1400.png"/><Relationship Id="rId426" Type="http://schemas.openxmlformats.org/officeDocument/2006/relationships/customXml" Target="../ink/ink1984.xml"/><Relationship Id="rId633" Type="http://schemas.openxmlformats.org/officeDocument/2006/relationships/customXml" Target="../ink/ink2088.xml"/><Relationship Id="rId67" Type="http://schemas.openxmlformats.org/officeDocument/2006/relationships/customXml" Target="../ink/ink1804.xml"/><Relationship Id="rId272" Type="http://schemas.openxmlformats.org/officeDocument/2006/relationships/customXml" Target="../ink/ink1907.xml"/><Relationship Id="rId577" Type="http://schemas.openxmlformats.org/officeDocument/2006/relationships/customXml" Target="../ink/ink2060.xml"/><Relationship Id="rId132" Type="http://schemas.openxmlformats.org/officeDocument/2006/relationships/image" Target="../media/image1261.png"/><Relationship Id="rId437" Type="http://schemas.openxmlformats.org/officeDocument/2006/relationships/image" Target="../media/image1509.png"/><Relationship Id="rId644" Type="http://schemas.openxmlformats.org/officeDocument/2006/relationships/image" Target="../media/image1612.png"/><Relationship Id="rId283" Type="http://schemas.openxmlformats.org/officeDocument/2006/relationships/image" Target="../media/image1432.png"/><Relationship Id="rId490" Type="http://schemas.openxmlformats.org/officeDocument/2006/relationships/customXml" Target="../ink/ink2016.xml"/><Relationship Id="rId504" Type="http://schemas.openxmlformats.org/officeDocument/2006/relationships/image" Target="../media/image1542.png"/><Relationship Id="rId78" Type="http://schemas.openxmlformats.org/officeDocument/2006/relationships/image" Target="../media/image1180.png"/><Relationship Id="rId143" Type="http://schemas.openxmlformats.org/officeDocument/2006/relationships/customXml" Target="../ink/ink1842.xml"/><Relationship Id="rId350" Type="http://schemas.openxmlformats.org/officeDocument/2006/relationships/customXml" Target="../ink/ink1946.xml"/><Relationship Id="rId588" Type="http://schemas.openxmlformats.org/officeDocument/2006/relationships/image" Target="../media/image1584.png"/><Relationship Id="rId9" Type="http://schemas.openxmlformats.org/officeDocument/2006/relationships/image" Target="../media/image1147.png"/><Relationship Id="rId210" Type="http://schemas.openxmlformats.org/officeDocument/2006/relationships/customXml" Target="../ink/ink1876.xml"/><Relationship Id="rId448" Type="http://schemas.openxmlformats.org/officeDocument/2006/relationships/customXml" Target="../ink/ink1995.xml"/><Relationship Id="rId655" Type="http://schemas.openxmlformats.org/officeDocument/2006/relationships/customXml" Target="../ink/ink2099.xml"/><Relationship Id="rId294" Type="http://schemas.openxmlformats.org/officeDocument/2006/relationships/customXml" Target="../ink/ink1918.xml"/><Relationship Id="rId308" Type="http://schemas.openxmlformats.org/officeDocument/2006/relationships/customXml" Target="../ink/ink1925.xml"/><Relationship Id="rId515" Type="http://schemas.openxmlformats.org/officeDocument/2006/relationships/customXml" Target="../ink/ink2029.xml"/><Relationship Id="rId89" Type="http://schemas.openxmlformats.org/officeDocument/2006/relationships/customXml" Target="../ink/ink1815.xml"/><Relationship Id="rId154" Type="http://schemas.openxmlformats.org/officeDocument/2006/relationships/image" Target="../media/image1368.png"/><Relationship Id="rId361" Type="http://schemas.openxmlformats.org/officeDocument/2006/relationships/image" Target="../media/image1471.png"/><Relationship Id="rId599" Type="http://schemas.openxmlformats.org/officeDocument/2006/relationships/customXml" Target="../ink/ink2071.xml"/><Relationship Id="rId459" Type="http://schemas.openxmlformats.org/officeDocument/2006/relationships/image" Target="../media/image1520.png"/><Relationship Id="rId666" Type="http://schemas.openxmlformats.org/officeDocument/2006/relationships/image" Target="../media/image1623.png"/><Relationship Id="rId16" Type="http://schemas.openxmlformats.org/officeDocument/2006/relationships/customXml" Target="../ink/ink1778.xml"/><Relationship Id="rId221" Type="http://schemas.openxmlformats.org/officeDocument/2006/relationships/image" Target="../media/image1401.png"/><Relationship Id="rId319" Type="http://schemas.openxmlformats.org/officeDocument/2006/relationships/image" Target="../media/image1450.png"/><Relationship Id="rId526" Type="http://schemas.openxmlformats.org/officeDocument/2006/relationships/image" Target="../media/image1553.png"/><Relationship Id="rId165" Type="http://schemas.openxmlformats.org/officeDocument/2006/relationships/image" Target="../media/image1373.png"/><Relationship Id="rId372" Type="http://schemas.openxmlformats.org/officeDocument/2006/relationships/customXml" Target="../ink/ink1957.xml"/><Relationship Id="rId232" Type="http://schemas.openxmlformats.org/officeDocument/2006/relationships/customXml" Target="../ink/ink1887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80.png"/><Relationship Id="rId671" Type="http://schemas.openxmlformats.org/officeDocument/2006/relationships/image" Target="../media/image1951.png"/><Relationship Id="rId769" Type="http://schemas.openxmlformats.org/officeDocument/2006/relationships/image" Target="../media/image1999.png"/><Relationship Id="rId21" Type="http://schemas.openxmlformats.org/officeDocument/2006/relationships/image" Target="../media/image1633.png"/><Relationship Id="rId324" Type="http://schemas.openxmlformats.org/officeDocument/2006/relationships/customXml" Target="../ink/ink2266.xml"/><Relationship Id="rId531" Type="http://schemas.openxmlformats.org/officeDocument/2006/relationships/image" Target="../media/image1881.png"/><Relationship Id="rId629" Type="http://schemas.openxmlformats.org/officeDocument/2006/relationships/image" Target="../media/image1930.png"/><Relationship Id="rId170" Type="http://schemas.openxmlformats.org/officeDocument/2006/relationships/customXml" Target="../ink/ink2189.xml"/><Relationship Id="rId836" Type="http://schemas.openxmlformats.org/officeDocument/2006/relationships/customXml" Target="../ink/ink2522.xml"/><Relationship Id="rId268" Type="http://schemas.openxmlformats.org/officeDocument/2006/relationships/customXml" Target="../ink/ink2238.xml"/><Relationship Id="rId475" Type="http://schemas.openxmlformats.org/officeDocument/2006/relationships/image" Target="../media/image1617.png"/><Relationship Id="rId682" Type="http://schemas.openxmlformats.org/officeDocument/2006/relationships/customXml" Target="../ink/ink2445.xml"/><Relationship Id="rId32" Type="http://schemas.openxmlformats.org/officeDocument/2006/relationships/customXml" Target="../ink/ink2120.xml"/><Relationship Id="rId128" Type="http://schemas.openxmlformats.org/officeDocument/2006/relationships/customXml" Target="../ink/ink2168.xml"/><Relationship Id="rId335" Type="http://schemas.openxmlformats.org/officeDocument/2006/relationships/image" Target="../media/image1785.png"/><Relationship Id="rId542" Type="http://schemas.openxmlformats.org/officeDocument/2006/relationships/customXml" Target="../ink/ink2375.xml"/><Relationship Id="rId181" Type="http://schemas.openxmlformats.org/officeDocument/2006/relationships/image" Target="../media/image1710.png"/><Relationship Id="rId402" Type="http://schemas.openxmlformats.org/officeDocument/2006/relationships/customXml" Target="../ink/ink2305.xml"/><Relationship Id="rId847" Type="http://schemas.openxmlformats.org/officeDocument/2006/relationships/image" Target="../media/image2038.png"/><Relationship Id="rId279" Type="http://schemas.openxmlformats.org/officeDocument/2006/relationships/image" Target="../media/image1759.png"/><Relationship Id="rId486" Type="http://schemas.openxmlformats.org/officeDocument/2006/relationships/customXml" Target="../ink/ink2347.xml"/><Relationship Id="rId693" Type="http://schemas.openxmlformats.org/officeDocument/2006/relationships/image" Target="../media/image1961.png"/><Relationship Id="rId707" Type="http://schemas.openxmlformats.org/officeDocument/2006/relationships/image" Target="../media/image1968.png"/><Relationship Id="rId43" Type="http://schemas.openxmlformats.org/officeDocument/2006/relationships/image" Target="../media/image700.png"/><Relationship Id="rId139" Type="http://schemas.openxmlformats.org/officeDocument/2006/relationships/image" Target="../media/image1691.png"/><Relationship Id="rId346" Type="http://schemas.openxmlformats.org/officeDocument/2006/relationships/customXml" Target="../ink/ink2277.xml"/><Relationship Id="rId553" Type="http://schemas.openxmlformats.org/officeDocument/2006/relationships/image" Target="../media/image1892.png"/><Relationship Id="rId760" Type="http://schemas.openxmlformats.org/officeDocument/2006/relationships/customXml" Target="../ink/ink2484.xml"/><Relationship Id="rId192" Type="http://schemas.openxmlformats.org/officeDocument/2006/relationships/customXml" Target="../ink/ink2200.xml"/><Relationship Id="rId206" Type="http://schemas.openxmlformats.org/officeDocument/2006/relationships/customXml" Target="../ink/ink2207.xml"/><Relationship Id="rId413" Type="http://schemas.openxmlformats.org/officeDocument/2006/relationships/image" Target="../media/image1823.png"/><Relationship Id="rId858" Type="http://schemas.openxmlformats.org/officeDocument/2006/relationships/customXml" Target="../ink/ink2533.xml"/><Relationship Id="rId497" Type="http://schemas.openxmlformats.org/officeDocument/2006/relationships/image" Target="../media/image1864.png"/><Relationship Id="rId620" Type="http://schemas.openxmlformats.org/officeDocument/2006/relationships/customXml" Target="../ink/ink2414.xml"/><Relationship Id="rId718" Type="http://schemas.openxmlformats.org/officeDocument/2006/relationships/customXml" Target="../ink/ink2463.xml"/><Relationship Id="rId357" Type="http://schemas.openxmlformats.org/officeDocument/2006/relationships/image" Target="../media/image1796.png"/><Relationship Id="rId54" Type="http://schemas.openxmlformats.org/officeDocument/2006/relationships/customXml" Target="../ink/ink2131.xml"/><Relationship Id="rId217" Type="http://schemas.openxmlformats.org/officeDocument/2006/relationships/image" Target="../media/image1728.png"/><Relationship Id="rId564" Type="http://schemas.openxmlformats.org/officeDocument/2006/relationships/customXml" Target="../ink/ink2386.xml"/><Relationship Id="rId771" Type="http://schemas.openxmlformats.org/officeDocument/2006/relationships/image" Target="../media/image2000.png"/><Relationship Id="rId869" Type="http://schemas.openxmlformats.org/officeDocument/2006/relationships/customXml" Target="../ink/ink2539.xml"/><Relationship Id="rId424" Type="http://schemas.openxmlformats.org/officeDocument/2006/relationships/customXml" Target="../ink/ink2316.xml"/><Relationship Id="rId631" Type="http://schemas.openxmlformats.org/officeDocument/2006/relationships/image" Target="../media/image1931.png"/><Relationship Id="rId729" Type="http://schemas.openxmlformats.org/officeDocument/2006/relationships/image" Target="../media/image1979.png"/><Relationship Id="rId270" Type="http://schemas.openxmlformats.org/officeDocument/2006/relationships/customXml" Target="../ink/ink2239.xml"/><Relationship Id="rId65" Type="http://schemas.openxmlformats.org/officeDocument/2006/relationships/image" Target="../media/image1654.png"/><Relationship Id="rId130" Type="http://schemas.openxmlformats.org/officeDocument/2006/relationships/customXml" Target="../ink/ink2169.xml"/><Relationship Id="rId368" Type="http://schemas.openxmlformats.org/officeDocument/2006/relationships/customXml" Target="../ink/ink2288.xml"/><Relationship Id="rId575" Type="http://schemas.openxmlformats.org/officeDocument/2006/relationships/image" Target="../media/image1903.png"/><Relationship Id="rId782" Type="http://schemas.openxmlformats.org/officeDocument/2006/relationships/customXml" Target="../ink/ink2495.xml"/><Relationship Id="rId228" Type="http://schemas.openxmlformats.org/officeDocument/2006/relationships/customXml" Target="../ink/ink2218.xml"/><Relationship Id="rId435" Type="http://schemas.openxmlformats.org/officeDocument/2006/relationships/image" Target="../media/image1834.png"/><Relationship Id="rId642" Type="http://schemas.openxmlformats.org/officeDocument/2006/relationships/customXml" Target="../ink/ink2425.xml"/><Relationship Id="rId281" Type="http://schemas.openxmlformats.org/officeDocument/2006/relationships/image" Target="../media/image1760.png"/><Relationship Id="rId502" Type="http://schemas.openxmlformats.org/officeDocument/2006/relationships/customXml" Target="../ink/ink2355.xml"/><Relationship Id="rId76" Type="http://schemas.openxmlformats.org/officeDocument/2006/relationships/customXml" Target="../ink/ink2142.xml"/><Relationship Id="rId141" Type="http://schemas.openxmlformats.org/officeDocument/2006/relationships/image" Target="../media/image1692.png"/><Relationship Id="rId379" Type="http://schemas.openxmlformats.org/officeDocument/2006/relationships/image" Target="../media/image1807.png"/><Relationship Id="rId586" Type="http://schemas.openxmlformats.org/officeDocument/2006/relationships/customXml" Target="../ink/ink2397.xml"/><Relationship Id="rId793" Type="http://schemas.openxmlformats.org/officeDocument/2006/relationships/image" Target="../media/image2011.png"/><Relationship Id="rId807" Type="http://schemas.openxmlformats.org/officeDocument/2006/relationships/image" Target="../media/image2018.png"/><Relationship Id="rId7" Type="http://schemas.openxmlformats.org/officeDocument/2006/relationships/image" Target="../media/image1626.png"/><Relationship Id="rId239" Type="http://schemas.openxmlformats.org/officeDocument/2006/relationships/image" Target="../media/image1739.png"/><Relationship Id="rId446" Type="http://schemas.openxmlformats.org/officeDocument/2006/relationships/customXml" Target="../ink/ink2327.xml"/><Relationship Id="rId653" Type="http://schemas.openxmlformats.org/officeDocument/2006/relationships/image" Target="../media/image1942.png"/><Relationship Id="rId292" Type="http://schemas.openxmlformats.org/officeDocument/2006/relationships/customXml" Target="../ink/ink2250.xml"/><Relationship Id="rId306" Type="http://schemas.openxmlformats.org/officeDocument/2006/relationships/customXml" Target="../ink/ink2257.xml"/><Relationship Id="rId860" Type="http://schemas.openxmlformats.org/officeDocument/2006/relationships/customXml" Target="../ink/ink2534.xml"/><Relationship Id="rId87" Type="http://schemas.openxmlformats.org/officeDocument/2006/relationships/image" Target="../media/image1665.png"/><Relationship Id="rId513" Type="http://schemas.openxmlformats.org/officeDocument/2006/relationships/image" Target="../media/image1872.png"/><Relationship Id="rId597" Type="http://schemas.openxmlformats.org/officeDocument/2006/relationships/image" Target="../media/image1914.png"/><Relationship Id="rId720" Type="http://schemas.openxmlformats.org/officeDocument/2006/relationships/customXml" Target="../ink/ink2464.xml"/><Relationship Id="rId818" Type="http://schemas.openxmlformats.org/officeDocument/2006/relationships/customXml" Target="../ink/ink2513.xml"/><Relationship Id="rId152" Type="http://schemas.openxmlformats.org/officeDocument/2006/relationships/customXml" Target="../ink/ink2180.xml"/><Relationship Id="rId457" Type="http://schemas.openxmlformats.org/officeDocument/2006/relationships/image" Target="../media/image1845.png"/><Relationship Id="rId664" Type="http://schemas.openxmlformats.org/officeDocument/2006/relationships/customXml" Target="../ink/ink2436.xml"/><Relationship Id="rId871" Type="http://schemas.openxmlformats.org/officeDocument/2006/relationships/customXml" Target="../ink/ink2540.xml"/><Relationship Id="rId14" Type="http://schemas.openxmlformats.org/officeDocument/2006/relationships/customXml" Target="../ink/ink2111.xml"/><Relationship Id="rId317" Type="http://schemas.openxmlformats.org/officeDocument/2006/relationships/image" Target="../media/image1777.png"/><Relationship Id="rId524" Type="http://schemas.openxmlformats.org/officeDocument/2006/relationships/customXml" Target="../ink/ink2366.xml"/><Relationship Id="rId731" Type="http://schemas.openxmlformats.org/officeDocument/2006/relationships/image" Target="../media/image1980.png"/><Relationship Id="rId98" Type="http://schemas.openxmlformats.org/officeDocument/2006/relationships/customXml" Target="../ink/ink2153.xml"/><Relationship Id="rId163" Type="http://schemas.openxmlformats.org/officeDocument/2006/relationships/image" Target="../media/image384.png"/><Relationship Id="rId370" Type="http://schemas.openxmlformats.org/officeDocument/2006/relationships/customXml" Target="../ink/ink2289.xml"/><Relationship Id="rId829" Type="http://schemas.openxmlformats.org/officeDocument/2006/relationships/image" Target="../media/image2029.png"/><Relationship Id="rId230" Type="http://schemas.openxmlformats.org/officeDocument/2006/relationships/customXml" Target="../ink/ink2219.xml"/><Relationship Id="rId468" Type="http://schemas.openxmlformats.org/officeDocument/2006/relationships/customXml" Target="../ink/ink2338.xml"/><Relationship Id="rId675" Type="http://schemas.openxmlformats.org/officeDocument/2006/relationships/image" Target="../media/image1953.png"/><Relationship Id="rId882" Type="http://schemas.openxmlformats.org/officeDocument/2006/relationships/image" Target="../media/image2055.png"/><Relationship Id="rId25" Type="http://schemas.openxmlformats.org/officeDocument/2006/relationships/image" Target="../media/image1635.png"/><Relationship Id="rId328" Type="http://schemas.openxmlformats.org/officeDocument/2006/relationships/customXml" Target="../ink/ink2268.xml"/><Relationship Id="rId535" Type="http://schemas.openxmlformats.org/officeDocument/2006/relationships/image" Target="../media/image1883.png"/><Relationship Id="rId742" Type="http://schemas.openxmlformats.org/officeDocument/2006/relationships/customXml" Target="../ink/ink2475.xml"/><Relationship Id="rId174" Type="http://schemas.openxmlformats.org/officeDocument/2006/relationships/customXml" Target="../ink/ink2191.xml"/><Relationship Id="rId381" Type="http://schemas.openxmlformats.org/officeDocument/2006/relationships/image" Target="../media/image1808.png"/><Relationship Id="rId602" Type="http://schemas.openxmlformats.org/officeDocument/2006/relationships/customXml" Target="../ink/ink2405.xml"/><Relationship Id="rId241" Type="http://schemas.openxmlformats.org/officeDocument/2006/relationships/image" Target="../media/image1740.png"/><Relationship Id="rId479" Type="http://schemas.openxmlformats.org/officeDocument/2006/relationships/image" Target="../media/image1855.png"/><Relationship Id="rId686" Type="http://schemas.openxmlformats.org/officeDocument/2006/relationships/customXml" Target="../ink/ink2447.xml"/><Relationship Id="rId36" Type="http://schemas.openxmlformats.org/officeDocument/2006/relationships/customXml" Target="../ink/ink2122.xml"/><Relationship Id="rId339" Type="http://schemas.openxmlformats.org/officeDocument/2006/relationships/image" Target="../media/image1787.png"/><Relationship Id="rId546" Type="http://schemas.openxmlformats.org/officeDocument/2006/relationships/customXml" Target="../ink/ink2377.xml"/><Relationship Id="rId753" Type="http://schemas.openxmlformats.org/officeDocument/2006/relationships/image" Target="../media/image1991.png"/><Relationship Id="rId101" Type="http://schemas.openxmlformats.org/officeDocument/2006/relationships/image" Target="../media/image1672.png"/><Relationship Id="rId185" Type="http://schemas.openxmlformats.org/officeDocument/2006/relationships/image" Target="../media/image1712.png"/><Relationship Id="rId406" Type="http://schemas.openxmlformats.org/officeDocument/2006/relationships/customXml" Target="../ink/ink2307.xml"/><Relationship Id="rId392" Type="http://schemas.openxmlformats.org/officeDocument/2006/relationships/customXml" Target="../ink/ink2300.xml"/><Relationship Id="rId613" Type="http://schemas.openxmlformats.org/officeDocument/2006/relationships/image" Target="../media/image1922.png"/><Relationship Id="rId697" Type="http://schemas.openxmlformats.org/officeDocument/2006/relationships/image" Target="../media/image1963.png"/><Relationship Id="rId820" Type="http://schemas.openxmlformats.org/officeDocument/2006/relationships/customXml" Target="../ink/ink2514.xml"/><Relationship Id="rId252" Type="http://schemas.openxmlformats.org/officeDocument/2006/relationships/customXml" Target="../ink/ink2230.xml"/><Relationship Id="rId47" Type="http://schemas.openxmlformats.org/officeDocument/2006/relationships/image" Target="../media/image1645.png"/><Relationship Id="rId112" Type="http://schemas.openxmlformats.org/officeDocument/2006/relationships/customXml" Target="../ink/ink2160.xml"/><Relationship Id="rId557" Type="http://schemas.openxmlformats.org/officeDocument/2006/relationships/image" Target="../media/image1894.png"/><Relationship Id="rId764" Type="http://schemas.openxmlformats.org/officeDocument/2006/relationships/customXml" Target="../ink/ink2486.xml"/><Relationship Id="rId196" Type="http://schemas.openxmlformats.org/officeDocument/2006/relationships/customXml" Target="../ink/ink2202.xml"/><Relationship Id="rId417" Type="http://schemas.openxmlformats.org/officeDocument/2006/relationships/image" Target="../media/image1825.png"/><Relationship Id="rId624" Type="http://schemas.openxmlformats.org/officeDocument/2006/relationships/customXml" Target="../ink/ink2416.xml"/><Relationship Id="rId831" Type="http://schemas.openxmlformats.org/officeDocument/2006/relationships/image" Target="../media/image2030.png"/><Relationship Id="rId263" Type="http://schemas.openxmlformats.org/officeDocument/2006/relationships/image" Target="../media/image1751.png"/><Relationship Id="rId470" Type="http://schemas.openxmlformats.org/officeDocument/2006/relationships/customXml" Target="../ink/ink2339.xml"/><Relationship Id="rId58" Type="http://schemas.openxmlformats.org/officeDocument/2006/relationships/customXml" Target="../ink/ink2133.xml"/><Relationship Id="rId123" Type="http://schemas.openxmlformats.org/officeDocument/2006/relationships/image" Target="../media/image1683.png"/><Relationship Id="rId330" Type="http://schemas.openxmlformats.org/officeDocument/2006/relationships/customXml" Target="../ink/ink2269.xml"/><Relationship Id="rId568" Type="http://schemas.openxmlformats.org/officeDocument/2006/relationships/customXml" Target="../ink/ink2388.xml"/><Relationship Id="rId775" Type="http://schemas.openxmlformats.org/officeDocument/2006/relationships/image" Target="../media/image2002.png"/><Relationship Id="rId428" Type="http://schemas.openxmlformats.org/officeDocument/2006/relationships/customXml" Target="../ink/ink2318.xml"/><Relationship Id="rId635" Type="http://schemas.openxmlformats.org/officeDocument/2006/relationships/image" Target="../media/image1933.png"/><Relationship Id="rId842" Type="http://schemas.openxmlformats.org/officeDocument/2006/relationships/customXml" Target="../ink/ink2525.xml"/><Relationship Id="rId274" Type="http://schemas.openxmlformats.org/officeDocument/2006/relationships/customXml" Target="../ink/ink2241.xml"/><Relationship Id="rId481" Type="http://schemas.openxmlformats.org/officeDocument/2006/relationships/image" Target="../media/image1856.png"/><Relationship Id="rId702" Type="http://schemas.openxmlformats.org/officeDocument/2006/relationships/customXml" Target="../ink/ink2455.xml"/><Relationship Id="rId69" Type="http://schemas.openxmlformats.org/officeDocument/2006/relationships/image" Target="../media/image1656.png"/><Relationship Id="rId134" Type="http://schemas.openxmlformats.org/officeDocument/2006/relationships/customXml" Target="../ink/ink2171.xml"/><Relationship Id="rId579" Type="http://schemas.openxmlformats.org/officeDocument/2006/relationships/image" Target="../media/image1905.png"/><Relationship Id="rId786" Type="http://schemas.openxmlformats.org/officeDocument/2006/relationships/customXml" Target="../ink/ink2497.xml"/><Relationship Id="rId341" Type="http://schemas.openxmlformats.org/officeDocument/2006/relationships/image" Target="../media/image1788.png"/><Relationship Id="rId439" Type="http://schemas.openxmlformats.org/officeDocument/2006/relationships/image" Target="../media/image1836.png"/><Relationship Id="rId646" Type="http://schemas.openxmlformats.org/officeDocument/2006/relationships/customXml" Target="../ink/ink2427.xml"/><Relationship Id="rId201" Type="http://schemas.openxmlformats.org/officeDocument/2006/relationships/image" Target="../media/image1720.png"/><Relationship Id="rId285" Type="http://schemas.openxmlformats.org/officeDocument/2006/relationships/image" Target="../media/image1762.png"/><Relationship Id="rId506" Type="http://schemas.openxmlformats.org/officeDocument/2006/relationships/customXml" Target="../ink/ink2357.xml"/><Relationship Id="rId853" Type="http://schemas.openxmlformats.org/officeDocument/2006/relationships/image" Target="../media/image2041.png"/><Relationship Id="rId492" Type="http://schemas.openxmlformats.org/officeDocument/2006/relationships/customXml" Target="../ink/ink2350.xml"/><Relationship Id="rId713" Type="http://schemas.openxmlformats.org/officeDocument/2006/relationships/image" Target="../media/image1971.png"/><Relationship Id="rId797" Type="http://schemas.openxmlformats.org/officeDocument/2006/relationships/image" Target="../media/image2013.png"/><Relationship Id="rId145" Type="http://schemas.openxmlformats.org/officeDocument/2006/relationships/image" Target="../media/image712.png"/><Relationship Id="rId352" Type="http://schemas.openxmlformats.org/officeDocument/2006/relationships/customXml" Target="../ink/ink2280.xml"/><Relationship Id="rId212" Type="http://schemas.openxmlformats.org/officeDocument/2006/relationships/customXml" Target="../ink/ink2210.xml"/><Relationship Id="rId657" Type="http://schemas.openxmlformats.org/officeDocument/2006/relationships/image" Target="../media/image1944.png"/><Relationship Id="rId864" Type="http://schemas.openxmlformats.org/officeDocument/2006/relationships/customXml" Target="../ink/ink2536.xml"/><Relationship Id="rId296" Type="http://schemas.openxmlformats.org/officeDocument/2006/relationships/customXml" Target="../ink/ink2252.xml"/><Relationship Id="rId517" Type="http://schemas.openxmlformats.org/officeDocument/2006/relationships/image" Target="../media/image1874.png"/><Relationship Id="rId724" Type="http://schemas.openxmlformats.org/officeDocument/2006/relationships/customXml" Target="../ink/ink2466.xml"/><Relationship Id="rId60" Type="http://schemas.openxmlformats.org/officeDocument/2006/relationships/customXml" Target="../ink/ink2134.xml"/><Relationship Id="rId156" Type="http://schemas.openxmlformats.org/officeDocument/2006/relationships/customXml" Target="../ink/ink2182.xml"/><Relationship Id="rId363" Type="http://schemas.openxmlformats.org/officeDocument/2006/relationships/image" Target="../media/image1799.png"/><Relationship Id="rId570" Type="http://schemas.openxmlformats.org/officeDocument/2006/relationships/customXml" Target="../ink/ink2389.xml"/><Relationship Id="rId223" Type="http://schemas.openxmlformats.org/officeDocument/2006/relationships/image" Target="../media/image1731.png"/><Relationship Id="rId430" Type="http://schemas.openxmlformats.org/officeDocument/2006/relationships/customXml" Target="../ink/ink2319.xml"/><Relationship Id="rId668" Type="http://schemas.openxmlformats.org/officeDocument/2006/relationships/customXml" Target="../ink/ink2438.xml"/><Relationship Id="rId875" Type="http://schemas.openxmlformats.org/officeDocument/2006/relationships/customXml" Target="../ink/ink2542.xml"/><Relationship Id="rId18" Type="http://schemas.openxmlformats.org/officeDocument/2006/relationships/customXml" Target="../ink/ink2113.xml"/><Relationship Id="rId528" Type="http://schemas.openxmlformats.org/officeDocument/2006/relationships/customXml" Target="../ink/ink2368.xml"/><Relationship Id="rId735" Type="http://schemas.openxmlformats.org/officeDocument/2006/relationships/image" Target="../media/image1982.png"/><Relationship Id="rId167" Type="http://schemas.openxmlformats.org/officeDocument/2006/relationships/image" Target="../media/image1703.png"/><Relationship Id="rId374" Type="http://schemas.openxmlformats.org/officeDocument/2006/relationships/customXml" Target="../ink/ink2291.xml"/><Relationship Id="rId581" Type="http://schemas.openxmlformats.org/officeDocument/2006/relationships/image" Target="../media/image1906.png"/><Relationship Id="rId71" Type="http://schemas.openxmlformats.org/officeDocument/2006/relationships/image" Target="../media/image1657.png"/><Relationship Id="rId234" Type="http://schemas.openxmlformats.org/officeDocument/2006/relationships/customXml" Target="../ink/ink2221.xml"/><Relationship Id="rId679" Type="http://schemas.openxmlformats.org/officeDocument/2006/relationships/image" Target="../media/image1955.png"/><Relationship Id="rId802" Type="http://schemas.openxmlformats.org/officeDocument/2006/relationships/customXml" Target="../ink/ink2505.xml"/><Relationship Id="rId2" Type="http://schemas.openxmlformats.org/officeDocument/2006/relationships/customXml" Target="../ink/ink2105.xml"/><Relationship Id="rId29" Type="http://schemas.openxmlformats.org/officeDocument/2006/relationships/image" Target="../media/image1637.png"/><Relationship Id="rId441" Type="http://schemas.openxmlformats.org/officeDocument/2006/relationships/image" Target="../media/image1837.png"/><Relationship Id="rId539" Type="http://schemas.openxmlformats.org/officeDocument/2006/relationships/image" Target="../media/image1885.png"/><Relationship Id="rId746" Type="http://schemas.openxmlformats.org/officeDocument/2006/relationships/customXml" Target="../ink/ink2477.xml"/><Relationship Id="rId178" Type="http://schemas.openxmlformats.org/officeDocument/2006/relationships/customXml" Target="../ink/ink2193.xml"/><Relationship Id="rId301" Type="http://schemas.openxmlformats.org/officeDocument/2006/relationships/image" Target="../media/image1769.png"/><Relationship Id="rId82" Type="http://schemas.openxmlformats.org/officeDocument/2006/relationships/customXml" Target="../ink/ink2145.xml"/><Relationship Id="rId385" Type="http://schemas.openxmlformats.org/officeDocument/2006/relationships/image" Target="../media/image1810.png"/><Relationship Id="rId592" Type="http://schemas.openxmlformats.org/officeDocument/2006/relationships/customXml" Target="../ink/ink2400.xml"/><Relationship Id="rId606" Type="http://schemas.openxmlformats.org/officeDocument/2006/relationships/customXml" Target="../ink/ink2407.xml"/><Relationship Id="rId813" Type="http://schemas.openxmlformats.org/officeDocument/2006/relationships/image" Target="../media/image2021.png"/><Relationship Id="rId245" Type="http://schemas.openxmlformats.org/officeDocument/2006/relationships/image" Target="../media/image1742.png"/><Relationship Id="rId452" Type="http://schemas.openxmlformats.org/officeDocument/2006/relationships/customXml" Target="../ink/ink2330.xml"/><Relationship Id="rId105" Type="http://schemas.openxmlformats.org/officeDocument/2006/relationships/image" Target="../media/image1674.png"/><Relationship Id="rId312" Type="http://schemas.openxmlformats.org/officeDocument/2006/relationships/customXml" Target="../ink/ink2260.xml"/><Relationship Id="rId757" Type="http://schemas.openxmlformats.org/officeDocument/2006/relationships/image" Target="../media/image1993.png"/><Relationship Id="rId93" Type="http://schemas.openxmlformats.org/officeDocument/2006/relationships/image" Target="../media/image1668.png"/><Relationship Id="rId189" Type="http://schemas.openxmlformats.org/officeDocument/2006/relationships/image" Target="../media/image1714.png"/><Relationship Id="rId396" Type="http://schemas.openxmlformats.org/officeDocument/2006/relationships/customXml" Target="../ink/ink2302.xml"/><Relationship Id="rId617" Type="http://schemas.openxmlformats.org/officeDocument/2006/relationships/image" Target="../media/image1924.png"/><Relationship Id="rId824" Type="http://schemas.openxmlformats.org/officeDocument/2006/relationships/customXml" Target="../ink/ink2516.xml"/><Relationship Id="rId256" Type="http://schemas.openxmlformats.org/officeDocument/2006/relationships/customXml" Target="../ink/ink2232.xml"/><Relationship Id="rId463" Type="http://schemas.openxmlformats.org/officeDocument/2006/relationships/image" Target="../media/image1848.png"/><Relationship Id="rId670" Type="http://schemas.openxmlformats.org/officeDocument/2006/relationships/customXml" Target="../ink/ink2439.xml"/><Relationship Id="rId116" Type="http://schemas.openxmlformats.org/officeDocument/2006/relationships/customXml" Target="../ink/ink2162.xml"/><Relationship Id="rId323" Type="http://schemas.openxmlformats.org/officeDocument/2006/relationships/image" Target="../media/image42.png"/><Relationship Id="rId530" Type="http://schemas.openxmlformats.org/officeDocument/2006/relationships/customXml" Target="../ink/ink2369.xml"/><Relationship Id="rId768" Type="http://schemas.openxmlformats.org/officeDocument/2006/relationships/customXml" Target="../ink/ink2488.xml"/><Relationship Id="rId20" Type="http://schemas.openxmlformats.org/officeDocument/2006/relationships/customXml" Target="../ink/ink2114.xml"/><Relationship Id="rId628" Type="http://schemas.openxmlformats.org/officeDocument/2006/relationships/customXml" Target="../ink/ink2418.xml"/><Relationship Id="rId835" Type="http://schemas.openxmlformats.org/officeDocument/2006/relationships/image" Target="../media/image2032.png"/><Relationship Id="rId267" Type="http://schemas.openxmlformats.org/officeDocument/2006/relationships/image" Target="../media/image1753.png"/><Relationship Id="rId474" Type="http://schemas.openxmlformats.org/officeDocument/2006/relationships/customXml" Target="../ink/ink2341.xml"/><Relationship Id="rId127" Type="http://schemas.openxmlformats.org/officeDocument/2006/relationships/image" Target="../media/image1685.png"/><Relationship Id="rId681" Type="http://schemas.openxmlformats.org/officeDocument/2006/relationships/image" Target="../media/image292.png"/><Relationship Id="rId779" Type="http://schemas.openxmlformats.org/officeDocument/2006/relationships/image" Target="../media/image2004.png"/><Relationship Id="rId31" Type="http://schemas.openxmlformats.org/officeDocument/2006/relationships/image" Target="../media/image1638.png"/><Relationship Id="rId334" Type="http://schemas.openxmlformats.org/officeDocument/2006/relationships/customXml" Target="../ink/ink2271.xml"/><Relationship Id="rId541" Type="http://schemas.openxmlformats.org/officeDocument/2006/relationships/image" Target="../media/image1886.png"/><Relationship Id="rId639" Type="http://schemas.openxmlformats.org/officeDocument/2006/relationships/image" Target="../media/image1935.png"/><Relationship Id="rId180" Type="http://schemas.openxmlformats.org/officeDocument/2006/relationships/customXml" Target="../ink/ink2194.xml"/><Relationship Id="rId278" Type="http://schemas.openxmlformats.org/officeDocument/2006/relationships/customXml" Target="../ink/ink2243.xml"/><Relationship Id="rId401" Type="http://schemas.openxmlformats.org/officeDocument/2006/relationships/image" Target="../media/image1817.png"/><Relationship Id="rId846" Type="http://schemas.openxmlformats.org/officeDocument/2006/relationships/customXml" Target="../ink/ink2527.xml"/><Relationship Id="rId485" Type="http://schemas.openxmlformats.org/officeDocument/2006/relationships/image" Target="../media/image1858.png"/><Relationship Id="rId692" Type="http://schemas.openxmlformats.org/officeDocument/2006/relationships/customXml" Target="../ink/ink2450.xml"/><Relationship Id="rId706" Type="http://schemas.openxmlformats.org/officeDocument/2006/relationships/customXml" Target="../ink/ink2457.xml"/><Relationship Id="rId42" Type="http://schemas.openxmlformats.org/officeDocument/2006/relationships/customXml" Target="../ink/ink2125.xml"/><Relationship Id="rId138" Type="http://schemas.openxmlformats.org/officeDocument/2006/relationships/customXml" Target="../ink/ink2173.xml"/><Relationship Id="rId345" Type="http://schemas.openxmlformats.org/officeDocument/2006/relationships/image" Target="../media/image1790.png"/><Relationship Id="rId552" Type="http://schemas.openxmlformats.org/officeDocument/2006/relationships/customXml" Target="../ink/ink2380.xml"/><Relationship Id="rId191" Type="http://schemas.openxmlformats.org/officeDocument/2006/relationships/image" Target="../media/image1715.png"/><Relationship Id="rId205" Type="http://schemas.openxmlformats.org/officeDocument/2006/relationships/image" Target="../media/image1722.png"/><Relationship Id="rId412" Type="http://schemas.openxmlformats.org/officeDocument/2006/relationships/customXml" Target="../ink/ink2310.xml"/><Relationship Id="rId857" Type="http://schemas.openxmlformats.org/officeDocument/2006/relationships/image" Target="../media/image2043.png"/><Relationship Id="rId289" Type="http://schemas.openxmlformats.org/officeDocument/2006/relationships/image" Target="../media/image1764.png"/><Relationship Id="rId496" Type="http://schemas.openxmlformats.org/officeDocument/2006/relationships/customXml" Target="../ink/ink2352.xml"/><Relationship Id="rId717" Type="http://schemas.openxmlformats.org/officeDocument/2006/relationships/image" Target="../media/image1973.png"/><Relationship Id="rId53" Type="http://schemas.openxmlformats.org/officeDocument/2006/relationships/image" Target="../media/image1648.png"/><Relationship Id="rId149" Type="http://schemas.openxmlformats.org/officeDocument/2006/relationships/image" Target="../media/image1695.png"/><Relationship Id="rId356" Type="http://schemas.openxmlformats.org/officeDocument/2006/relationships/customXml" Target="../ink/ink2282.xml"/><Relationship Id="rId563" Type="http://schemas.openxmlformats.org/officeDocument/2006/relationships/image" Target="../media/image1897.png"/><Relationship Id="rId770" Type="http://schemas.openxmlformats.org/officeDocument/2006/relationships/customXml" Target="../ink/ink2489.xml"/><Relationship Id="rId216" Type="http://schemas.openxmlformats.org/officeDocument/2006/relationships/customXml" Target="../ink/ink2212.xml"/><Relationship Id="rId423" Type="http://schemas.openxmlformats.org/officeDocument/2006/relationships/image" Target="../media/image1828.png"/><Relationship Id="rId868" Type="http://schemas.openxmlformats.org/officeDocument/2006/relationships/image" Target="../media/image2048.png"/><Relationship Id="rId630" Type="http://schemas.openxmlformats.org/officeDocument/2006/relationships/customXml" Target="../ink/ink2419.xml"/><Relationship Id="rId728" Type="http://schemas.openxmlformats.org/officeDocument/2006/relationships/customXml" Target="../ink/ink2468.xml"/><Relationship Id="rId64" Type="http://schemas.openxmlformats.org/officeDocument/2006/relationships/customXml" Target="../ink/ink2136.xml"/><Relationship Id="rId367" Type="http://schemas.openxmlformats.org/officeDocument/2006/relationships/image" Target="../media/image1801.png"/><Relationship Id="rId574" Type="http://schemas.openxmlformats.org/officeDocument/2006/relationships/customXml" Target="../ink/ink2391.xml"/><Relationship Id="rId227" Type="http://schemas.openxmlformats.org/officeDocument/2006/relationships/image" Target="../media/image1733.png"/><Relationship Id="rId781" Type="http://schemas.openxmlformats.org/officeDocument/2006/relationships/image" Target="../media/image2005.png"/><Relationship Id="rId879" Type="http://schemas.openxmlformats.org/officeDocument/2006/relationships/customXml" Target="../ink/ink2544.xml"/><Relationship Id="rId434" Type="http://schemas.openxmlformats.org/officeDocument/2006/relationships/customXml" Target="../ink/ink2321.xml"/><Relationship Id="rId641" Type="http://schemas.openxmlformats.org/officeDocument/2006/relationships/image" Target="../media/image1936.png"/><Relationship Id="rId739" Type="http://schemas.openxmlformats.org/officeDocument/2006/relationships/image" Target="../media/image1984.png"/><Relationship Id="rId280" Type="http://schemas.openxmlformats.org/officeDocument/2006/relationships/customXml" Target="../ink/ink2244.xml"/><Relationship Id="rId501" Type="http://schemas.openxmlformats.org/officeDocument/2006/relationships/image" Target="../media/image1866.png"/><Relationship Id="rId75" Type="http://schemas.openxmlformats.org/officeDocument/2006/relationships/image" Target="../media/image1659.png"/><Relationship Id="rId140" Type="http://schemas.openxmlformats.org/officeDocument/2006/relationships/customXml" Target="../ink/ink2174.xml"/><Relationship Id="rId378" Type="http://schemas.openxmlformats.org/officeDocument/2006/relationships/customXml" Target="../ink/ink2293.xml"/><Relationship Id="rId585" Type="http://schemas.openxmlformats.org/officeDocument/2006/relationships/image" Target="../media/image1908.png"/><Relationship Id="rId792" Type="http://schemas.openxmlformats.org/officeDocument/2006/relationships/customXml" Target="../ink/ink2500.xml"/><Relationship Id="rId806" Type="http://schemas.openxmlformats.org/officeDocument/2006/relationships/customXml" Target="../ink/ink2507.xml"/><Relationship Id="rId6" Type="http://schemas.openxmlformats.org/officeDocument/2006/relationships/customXml" Target="../ink/ink2107.xml"/><Relationship Id="rId238" Type="http://schemas.openxmlformats.org/officeDocument/2006/relationships/customXml" Target="../ink/ink2223.xml"/><Relationship Id="rId445" Type="http://schemas.openxmlformats.org/officeDocument/2006/relationships/image" Target="../media/image1839.png"/><Relationship Id="rId652" Type="http://schemas.openxmlformats.org/officeDocument/2006/relationships/customXml" Target="../ink/ink2430.xml"/><Relationship Id="rId291" Type="http://schemas.openxmlformats.org/officeDocument/2006/relationships/image" Target="../media/image1765.png"/><Relationship Id="rId305" Type="http://schemas.openxmlformats.org/officeDocument/2006/relationships/image" Target="../media/image1771.png"/><Relationship Id="rId512" Type="http://schemas.openxmlformats.org/officeDocument/2006/relationships/customXml" Target="../ink/ink2360.xml"/><Relationship Id="rId86" Type="http://schemas.openxmlformats.org/officeDocument/2006/relationships/customXml" Target="../ink/ink2147.xml"/><Relationship Id="rId151" Type="http://schemas.openxmlformats.org/officeDocument/2006/relationships/image" Target="../media/image1696.png"/><Relationship Id="rId389" Type="http://schemas.openxmlformats.org/officeDocument/2006/relationships/image" Target="../media/image1812.png"/><Relationship Id="rId596" Type="http://schemas.openxmlformats.org/officeDocument/2006/relationships/customXml" Target="../ink/ink2402.xml"/><Relationship Id="rId817" Type="http://schemas.openxmlformats.org/officeDocument/2006/relationships/image" Target="../media/image2023.png"/><Relationship Id="rId249" Type="http://schemas.openxmlformats.org/officeDocument/2006/relationships/image" Target="../media/image1744.png"/><Relationship Id="rId456" Type="http://schemas.openxmlformats.org/officeDocument/2006/relationships/customXml" Target="../ink/ink2332.xml"/><Relationship Id="rId663" Type="http://schemas.openxmlformats.org/officeDocument/2006/relationships/image" Target="../media/image1947.png"/><Relationship Id="rId870" Type="http://schemas.openxmlformats.org/officeDocument/2006/relationships/image" Target="../media/image2049.png"/><Relationship Id="rId13" Type="http://schemas.openxmlformats.org/officeDocument/2006/relationships/image" Target="../media/image1629.png"/><Relationship Id="rId109" Type="http://schemas.openxmlformats.org/officeDocument/2006/relationships/image" Target="../media/image1676.png"/><Relationship Id="rId316" Type="http://schemas.openxmlformats.org/officeDocument/2006/relationships/customXml" Target="../ink/ink2262.xml"/><Relationship Id="rId523" Type="http://schemas.openxmlformats.org/officeDocument/2006/relationships/image" Target="../media/image1877.png"/><Relationship Id="rId97" Type="http://schemas.openxmlformats.org/officeDocument/2006/relationships/image" Target="../media/image1670.png"/><Relationship Id="rId730" Type="http://schemas.openxmlformats.org/officeDocument/2006/relationships/customXml" Target="../ink/ink2469.xml"/><Relationship Id="rId828" Type="http://schemas.openxmlformats.org/officeDocument/2006/relationships/customXml" Target="../ink/ink2518.xml"/><Relationship Id="rId162" Type="http://schemas.openxmlformats.org/officeDocument/2006/relationships/customXml" Target="../ink/ink2185.xml"/><Relationship Id="rId467" Type="http://schemas.openxmlformats.org/officeDocument/2006/relationships/image" Target="../media/image1850.png"/><Relationship Id="rId674" Type="http://schemas.openxmlformats.org/officeDocument/2006/relationships/customXml" Target="../ink/ink2441.xml"/><Relationship Id="rId881" Type="http://schemas.openxmlformats.org/officeDocument/2006/relationships/customXml" Target="../ink/ink2545.xml"/><Relationship Id="rId24" Type="http://schemas.openxmlformats.org/officeDocument/2006/relationships/customXml" Target="../ink/ink2116.xml"/><Relationship Id="rId327" Type="http://schemas.openxmlformats.org/officeDocument/2006/relationships/image" Target="../media/image1781.png"/><Relationship Id="rId534" Type="http://schemas.openxmlformats.org/officeDocument/2006/relationships/customXml" Target="../ink/ink2371.xml"/><Relationship Id="rId741" Type="http://schemas.openxmlformats.org/officeDocument/2006/relationships/image" Target="../media/image1985.png"/><Relationship Id="rId839" Type="http://schemas.openxmlformats.org/officeDocument/2006/relationships/image" Target="../media/image2034.png"/><Relationship Id="rId173" Type="http://schemas.openxmlformats.org/officeDocument/2006/relationships/image" Target="../media/image1706.png"/><Relationship Id="rId380" Type="http://schemas.openxmlformats.org/officeDocument/2006/relationships/customXml" Target="../ink/ink2294.xml"/><Relationship Id="rId601" Type="http://schemas.openxmlformats.org/officeDocument/2006/relationships/image" Target="../media/image1916.png"/><Relationship Id="rId240" Type="http://schemas.openxmlformats.org/officeDocument/2006/relationships/customXml" Target="../ink/ink2224.xml"/><Relationship Id="rId478" Type="http://schemas.openxmlformats.org/officeDocument/2006/relationships/customXml" Target="../ink/ink2343.xml"/><Relationship Id="rId685" Type="http://schemas.openxmlformats.org/officeDocument/2006/relationships/image" Target="../media/image1957.png"/><Relationship Id="rId35" Type="http://schemas.openxmlformats.org/officeDocument/2006/relationships/image" Target="../media/image1640.png"/><Relationship Id="rId100" Type="http://schemas.openxmlformats.org/officeDocument/2006/relationships/customXml" Target="../ink/ink2154.xml"/><Relationship Id="rId338" Type="http://schemas.openxmlformats.org/officeDocument/2006/relationships/customXml" Target="../ink/ink2273.xml"/><Relationship Id="rId545" Type="http://schemas.openxmlformats.org/officeDocument/2006/relationships/image" Target="../media/image1888.png"/><Relationship Id="rId752" Type="http://schemas.openxmlformats.org/officeDocument/2006/relationships/customXml" Target="../ink/ink2480.xml"/><Relationship Id="rId184" Type="http://schemas.openxmlformats.org/officeDocument/2006/relationships/customXml" Target="../ink/ink2196.xml"/><Relationship Id="rId391" Type="http://schemas.openxmlformats.org/officeDocument/2006/relationships/image" Target="../media/image1813.png"/><Relationship Id="rId405" Type="http://schemas.openxmlformats.org/officeDocument/2006/relationships/image" Target="../media/image1819.png"/><Relationship Id="rId612" Type="http://schemas.openxmlformats.org/officeDocument/2006/relationships/customXml" Target="../ink/ink2410.xml"/><Relationship Id="rId251" Type="http://schemas.openxmlformats.org/officeDocument/2006/relationships/image" Target="../media/image1745.png"/><Relationship Id="rId489" Type="http://schemas.openxmlformats.org/officeDocument/2006/relationships/image" Target="../media/image1860.png"/><Relationship Id="rId696" Type="http://schemas.openxmlformats.org/officeDocument/2006/relationships/customXml" Target="../ink/ink2452.xml"/><Relationship Id="rId46" Type="http://schemas.openxmlformats.org/officeDocument/2006/relationships/customXml" Target="../ink/ink2127.xml"/><Relationship Id="rId349" Type="http://schemas.openxmlformats.org/officeDocument/2006/relationships/image" Target="../media/image1792.png"/><Relationship Id="rId556" Type="http://schemas.openxmlformats.org/officeDocument/2006/relationships/customXml" Target="../ink/ink2382.xml"/><Relationship Id="rId763" Type="http://schemas.openxmlformats.org/officeDocument/2006/relationships/image" Target="../media/image1996.png"/><Relationship Id="rId111" Type="http://schemas.openxmlformats.org/officeDocument/2006/relationships/image" Target="../media/image1677.png"/><Relationship Id="rId195" Type="http://schemas.openxmlformats.org/officeDocument/2006/relationships/image" Target="../media/image1717.png"/><Relationship Id="rId209" Type="http://schemas.openxmlformats.org/officeDocument/2006/relationships/image" Target="../media/image1724.png"/><Relationship Id="rId416" Type="http://schemas.openxmlformats.org/officeDocument/2006/relationships/customXml" Target="../ink/ink2312.xml"/><Relationship Id="rId623" Type="http://schemas.openxmlformats.org/officeDocument/2006/relationships/image" Target="../media/image1927.png"/><Relationship Id="rId830" Type="http://schemas.openxmlformats.org/officeDocument/2006/relationships/customXml" Target="../ink/ink2519.xml"/><Relationship Id="rId15" Type="http://schemas.openxmlformats.org/officeDocument/2006/relationships/image" Target="../media/image1630.png"/><Relationship Id="rId57" Type="http://schemas.openxmlformats.org/officeDocument/2006/relationships/image" Target="../media/image1650.png"/><Relationship Id="rId262" Type="http://schemas.openxmlformats.org/officeDocument/2006/relationships/customXml" Target="../ink/ink2235.xml"/><Relationship Id="rId318" Type="http://schemas.openxmlformats.org/officeDocument/2006/relationships/customXml" Target="../ink/ink2263.xml"/><Relationship Id="rId525" Type="http://schemas.openxmlformats.org/officeDocument/2006/relationships/image" Target="../media/image1878.png"/><Relationship Id="rId567" Type="http://schemas.openxmlformats.org/officeDocument/2006/relationships/image" Target="../media/image1899.png"/><Relationship Id="rId732" Type="http://schemas.openxmlformats.org/officeDocument/2006/relationships/customXml" Target="../ink/ink2470.xml"/><Relationship Id="rId99" Type="http://schemas.openxmlformats.org/officeDocument/2006/relationships/image" Target="../media/image1671.png"/><Relationship Id="rId122" Type="http://schemas.openxmlformats.org/officeDocument/2006/relationships/customXml" Target="../ink/ink2165.xml"/><Relationship Id="rId164" Type="http://schemas.openxmlformats.org/officeDocument/2006/relationships/customXml" Target="../ink/ink2186.xml"/><Relationship Id="rId371" Type="http://schemas.openxmlformats.org/officeDocument/2006/relationships/image" Target="../media/image1803.png"/><Relationship Id="rId774" Type="http://schemas.openxmlformats.org/officeDocument/2006/relationships/customXml" Target="../ink/ink2491.xml"/><Relationship Id="rId427" Type="http://schemas.openxmlformats.org/officeDocument/2006/relationships/image" Target="../media/image1830.png"/><Relationship Id="rId469" Type="http://schemas.openxmlformats.org/officeDocument/2006/relationships/image" Target="../media/image1851.png"/><Relationship Id="rId634" Type="http://schemas.openxmlformats.org/officeDocument/2006/relationships/customXml" Target="../ink/ink2421.xml"/><Relationship Id="rId676" Type="http://schemas.openxmlformats.org/officeDocument/2006/relationships/customXml" Target="../ink/ink2442.xml"/><Relationship Id="rId841" Type="http://schemas.openxmlformats.org/officeDocument/2006/relationships/image" Target="../media/image2035.png"/><Relationship Id="rId883" Type="http://schemas.openxmlformats.org/officeDocument/2006/relationships/customXml" Target="../ink/ink2546.xml"/><Relationship Id="rId26" Type="http://schemas.openxmlformats.org/officeDocument/2006/relationships/customXml" Target="../ink/ink2117.xml"/><Relationship Id="rId231" Type="http://schemas.openxmlformats.org/officeDocument/2006/relationships/image" Target="../media/image1735.png"/><Relationship Id="rId273" Type="http://schemas.openxmlformats.org/officeDocument/2006/relationships/image" Target="../media/image1756.png"/><Relationship Id="rId329" Type="http://schemas.openxmlformats.org/officeDocument/2006/relationships/image" Target="../media/image1782.png"/><Relationship Id="rId480" Type="http://schemas.openxmlformats.org/officeDocument/2006/relationships/customXml" Target="../ink/ink2344.xml"/><Relationship Id="rId536" Type="http://schemas.openxmlformats.org/officeDocument/2006/relationships/customXml" Target="../ink/ink2372.xml"/><Relationship Id="rId701" Type="http://schemas.openxmlformats.org/officeDocument/2006/relationships/image" Target="../media/image1965.png"/><Relationship Id="rId68" Type="http://schemas.openxmlformats.org/officeDocument/2006/relationships/customXml" Target="../ink/ink2138.xml"/><Relationship Id="rId133" Type="http://schemas.openxmlformats.org/officeDocument/2006/relationships/image" Target="../media/image1688.png"/><Relationship Id="rId175" Type="http://schemas.openxmlformats.org/officeDocument/2006/relationships/image" Target="../media/image1707.png"/><Relationship Id="rId340" Type="http://schemas.openxmlformats.org/officeDocument/2006/relationships/customXml" Target="../ink/ink2274.xml"/><Relationship Id="rId578" Type="http://schemas.openxmlformats.org/officeDocument/2006/relationships/customXml" Target="../ink/ink2393.xml"/><Relationship Id="rId743" Type="http://schemas.openxmlformats.org/officeDocument/2006/relationships/image" Target="../media/image1986.png"/><Relationship Id="rId785" Type="http://schemas.openxmlformats.org/officeDocument/2006/relationships/image" Target="../media/image2007.png"/><Relationship Id="rId200" Type="http://schemas.openxmlformats.org/officeDocument/2006/relationships/customXml" Target="../ink/ink2204.xml"/><Relationship Id="rId382" Type="http://schemas.openxmlformats.org/officeDocument/2006/relationships/customXml" Target="../ink/ink2295.xml"/><Relationship Id="rId438" Type="http://schemas.openxmlformats.org/officeDocument/2006/relationships/customXml" Target="../ink/ink2323.xml"/><Relationship Id="rId603" Type="http://schemas.openxmlformats.org/officeDocument/2006/relationships/image" Target="../media/image1917.png"/><Relationship Id="rId645" Type="http://schemas.openxmlformats.org/officeDocument/2006/relationships/image" Target="../media/image1938.png"/><Relationship Id="rId687" Type="http://schemas.openxmlformats.org/officeDocument/2006/relationships/image" Target="../media/image1958.png"/><Relationship Id="rId810" Type="http://schemas.openxmlformats.org/officeDocument/2006/relationships/customXml" Target="../ink/ink2509.xml"/><Relationship Id="rId852" Type="http://schemas.openxmlformats.org/officeDocument/2006/relationships/customXml" Target="../ink/ink2530.xml"/><Relationship Id="rId242" Type="http://schemas.openxmlformats.org/officeDocument/2006/relationships/customXml" Target="../ink/ink2225.xml"/><Relationship Id="rId284" Type="http://schemas.openxmlformats.org/officeDocument/2006/relationships/customXml" Target="../ink/ink2246.xml"/><Relationship Id="rId491" Type="http://schemas.openxmlformats.org/officeDocument/2006/relationships/image" Target="../media/image1861.png"/><Relationship Id="rId505" Type="http://schemas.openxmlformats.org/officeDocument/2006/relationships/image" Target="../media/image1868.png"/><Relationship Id="rId712" Type="http://schemas.openxmlformats.org/officeDocument/2006/relationships/customXml" Target="../ink/ink2460.xml"/><Relationship Id="rId37" Type="http://schemas.openxmlformats.org/officeDocument/2006/relationships/image" Target="../media/image1641.png"/><Relationship Id="rId79" Type="http://schemas.openxmlformats.org/officeDocument/2006/relationships/image" Target="../media/image1661.png"/><Relationship Id="rId102" Type="http://schemas.openxmlformats.org/officeDocument/2006/relationships/customXml" Target="../ink/ink2155.xml"/><Relationship Id="rId144" Type="http://schemas.openxmlformats.org/officeDocument/2006/relationships/customXml" Target="../ink/ink2176.xml"/><Relationship Id="rId547" Type="http://schemas.openxmlformats.org/officeDocument/2006/relationships/image" Target="../media/image1889.png"/><Relationship Id="rId589" Type="http://schemas.openxmlformats.org/officeDocument/2006/relationships/image" Target="../media/image1910.png"/><Relationship Id="rId754" Type="http://schemas.openxmlformats.org/officeDocument/2006/relationships/customXml" Target="../ink/ink2481.xml"/><Relationship Id="rId796" Type="http://schemas.openxmlformats.org/officeDocument/2006/relationships/customXml" Target="../ink/ink2502.xml"/><Relationship Id="rId90" Type="http://schemas.openxmlformats.org/officeDocument/2006/relationships/customXml" Target="../ink/ink2149.xml"/><Relationship Id="rId186" Type="http://schemas.openxmlformats.org/officeDocument/2006/relationships/customXml" Target="../ink/ink2197.xml"/><Relationship Id="rId351" Type="http://schemas.openxmlformats.org/officeDocument/2006/relationships/image" Target="../media/image1793.png"/><Relationship Id="rId393" Type="http://schemas.openxmlformats.org/officeDocument/2006/relationships/image" Target="../media/image1171.png"/><Relationship Id="rId407" Type="http://schemas.openxmlformats.org/officeDocument/2006/relationships/image" Target="../media/image1820.png"/><Relationship Id="rId449" Type="http://schemas.openxmlformats.org/officeDocument/2006/relationships/image" Target="../media/image1841.png"/><Relationship Id="rId614" Type="http://schemas.openxmlformats.org/officeDocument/2006/relationships/customXml" Target="../ink/ink2411.xml"/><Relationship Id="rId656" Type="http://schemas.openxmlformats.org/officeDocument/2006/relationships/customXml" Target="../ink/ink2432.xml"/><Relationship Id="rId821" Type="http://schemas.openxmlformats.org/officeDocument/2006/relationships/image" Target="../media/image2025.png"/><Relationship Id="rId863" Type="http://schemas.openxmlformats.org/officeDocument/2006/relationships/image" Target="../media/image2046.png"/><Relationship Id="rId211" Type="http://schemas.openxmlformats.org/officeDocument/2006/relationships/image" Target="../media/image1725.png"/><Relationship Id="rId253" Type="http://schemas.openxmlformats.org/officeDocument/2006/relationships/image" Target="../media/image1746.png"/><Relationship Id="rId295" Type="http://schemas.openxmlformats.org/officeDocument/2006/relationships/image" Target="../media/image1767.png"/><Relationship Id="rId309" Type="http://schemas.openxmlformats.org/officeDocument/2006/relationships/image" Target="../media/image1773.png"/><Relationship Id="rId460" Type="http://schemas.openxmlformats.org/officeDocument/2006/relationships/customXml" Target="../ink/ink2334.xml"/><Relationship Id="rId516" Type="http://schemas.openxmlformats.org/officeDocument/2006/relationships/customXml" Target="../ink/ink2362.xml"/><Relationship Id="rId698" Type="http://schemas.openxmlformats.org/officeDocument/2006/relationships/customXml" Target="../ink/ink2453.xml"/><Relationship Id="rId48" Type="http://schemas.openxmlformats.org/officeDocument/2006/relationships/customXml" Target="../ink/ink2128.xml"/><Relationship Id="rId113" Type="http://schemas.openxmlformats.org/officeDocument/2006/relationships/image" Target="../media/image1678.png"/><Relationship Id="rId320" Type="http://schemas.openxmlformats.org/officeDocument/2006/relationships/customXml" Target="../ink/ink2264.xml"/><Relationship Id="rId558" Type="http://schemas.openxmlformats.org/officeDocument/2006/relationships/customXml" Target="../ink/ink2383.xml"/><Relationship Id="rId723" Type="http://schemas.openxmlformats.org/officeDocument/2006/relationships/image" Target="../media/image1976.png"/><Relationship Id="rId765" Type="http://schemas.openxmlformats.org/officeDocument/2006/relationships/image" Target="../media/image1997.png"/><Relationship Id="rId155" Type="http://schemas.openxmlformats.org/officeDocument/2006/relationships/image" Target="../media/image1698.png"/><Relationship Id="rId197" Type="http://schemas.openxmlformats.org/officeDocument/2006/relationships/image" Target="../media/image1718.png"/><Relationship Id="rId362" Type="http://schemas.openxmlformats.org/officeDocument/2006/relationships/customXml" Target="../ink/ink2285.xml"/><Relationship Id="rId418" Type="http://schemas.openxmlformats.org/officeDocument/2006/relationships/customXml" Target="../ink/ink2313.xml"/><Relationship Id="rId625" Type="http://schemas.openxmlformats.org/officeDocument/2006/relationships/image" Target="../media/image1928.png"/><Relationship Id="rId832" Type="http://schemas.openxmlformats.org/officeDocument/2006/relationships/customXml" Target="../ink/ink2520.xml"/><Relationship Id="rId222" Type="http://schemas.openxmlformats.org/officeDocument/2006/relationships/customXml" Target="../ink/ink2215.xml"/><Relationship Id="rId264" Type="http://schemas.openxmlformats.org/officeDocument/2006/relationships/customXml" Target="../ink/ink2236.xml"/><Relationship Id="rId471" Type="http://schemas.openxmlformats.org/officeDocument/2006/relationships/image" Target="../media/image1852.png"/><Relationship Id="rId667" Type="http://schemas.openxmlformats.org/officeDocument/2006/relationships/image" Target="../media/image1949.png"/><Relationship Id="rId874" Type="http://schemas.openxmlformats.org/officeDocument/2006/relationships/image" Target="../media/image2051.png"/><Relationship Id="rId17" Type="http://schemas.openxmlformats.org/officeDocument/2006/relationships/image" Target="../media/image1631.png"/><Relationship Id="rId59" Type="http://schemas.openxmlformats.org/officeDocument/2006/relationships/image" Target="../media/image1651.png"/><Relationship Id="rId124" Type="http://schemas.openxmlformats.org/officeDocument/2006/relationships/customXml" Target="../ink/ink2166.xml"/><Relationship Id="rId527" Type="http://schemas.openxmlformats.org/officeDocument/2006/relationships/image" Target="../media/image1879.png"/><Relationship Id="rId569" Type="http://schemas.openxmlformats.org/officeDocument/2006/relationships/image" Target="../media/image1900.png"/><Relationship Id="rId734" Type="http://schemas.openxmlformats.org/officeDocument/2006/relationships/customXml" Target="../ink/ink2471.xml"/><Relationship Id="rId776" Type="http://schemas.openxmlformats.org/officeDocument/2006/relationships/customXml" Target="../ink/ink2492.xml"/><Relationship Id="rId70" Type="http://schemas.openxmlformats.org/officeDocument/2006/relationships/customXml" Target="../ink/ink2139.xml"/><Relationship Id="rId166" Type="http://schemas.openxmlformats.org/officeDocument/2006/relationships/customXml" Target="../ink/ink2187.xml"/><Relationship Id="rId331" Type="http://schemas.openxmlformats.org/officeDocument/2006/relationships/image" Target="../media/image1783.png"/><Relationship Id="rId373" Type="http://schemas.openxmlformats.org/officeDocument/2006/relationships/image" Target="../media/image1804.png"/><Relationship Id="rId429" Type="http://schemas.openxmlformats.org/officeDocument/2006/relationships/image" Target="../media/image1831.png"/><Relationship Id="rId580" Type="http://schemas.openxmlformats.org/officeDocument/2006/relationships/customXml" Target="../ink/ink2394.xml"/><Relationship Id="rId636" Type="http://schemas.openxmlformats.org/officeDocument/2006/relationships/customXml" Target="../ink/ink2422.xml"/><Relationship Id="rId801" Type="http://schemas.openxmlformats.org/officeDocument/2006/relationships/image" Target="../media/image2015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736.png"/><Relationship Id="rId440" Type="http://schemas.openxmlformats.org/officeDocument/2006/relationships/customXml" Target="../ink/ink2324.xml"/><Relationship Id="rId678" Type="http://schemas.openxmlformats.org/officeDocument/2006/relationships/customXml" Target="../ink/ink2443.xml"/><Relationship Id="rId843" Type="http://schemas.openxmlformats.org/officeDocument/2006/relationships/image" Target="../media/image2036.png"/><Relationship Id="rId28" Type="http://schemas.openxmlformats.org/officeDocument/2006/relationships/customXml" Target="../ink/ink2118.xml"/><Relationship Id="rId275" Type="http://schemas.openxmlformats.org/officeDocument/2006/relationships/image" Target="../media/image1757.png"/><Relationship Id="rId300" Type="http://schemas.openxmlformats.org/officeDocument/2006/relationships/customXml" Target="../ink/ink2254.xml"/><Relationship Id="rId482" Type="http://schemas.openxmlformats.org/officeDocument/2006/relationships/customXml" Target="../ink/ink2345.xml"/><Relationship Id="rId538" Type="http://schemas.openxmlformats.org/officeDocument/2006/relationships/customXml" Target="../ink/ink2373.xml"/><Relationship Id="rId703" Type="http://schemas.openxmlformats.org/officeDocument/2006/relationships/image" Target="../media/image1966.png"/><Relationship Id="rId745" Type="http://schemas.openxmlformats.org/officeDocument/2006/relationships/image" Target="../media/image1987.png"/><Relationship Id="rId81" Type="http://schemas.openxmlformats.org/officeDocument/2006/relationships/image" Target="../media/image1662.png"/><Relationship Id="rId135" Type="http://schemas.openxmlformats.org/officeDocument/2006/relationships/image" Target="../media/image1689.png"/><Relationship Id="rId177" Type="http://schemas.openxmlformats.org/officeDocument/2006/relationships/image" Target="../media/image1708.png"/><Relationship Id="rId342" Type="http://schemas.openxmlformats.org/officeDocument/2006/relationships/customXml" Target="../ink/ink2275.xml"/><Relationship Id="rId384" Type="http://schemas.openxmlformats.org/officeDocument/2006/relationships/customXml" Target="../ink/ink2296.xml"/><Relationship Id="rId591" Type="http://schemas.openxmlformats.org/officeDocument/2006/relationships/image" Target="../media/image1911.png"/><Relationship Id="rId605" Type="http://schemas.openxmlformats.org/officeDocument/2006/relationships/image" Target="../media/image1918.png"/><Relationship Id="rId787" Type="http://schemas.openxmlformats.org/officeDocument/2006/relationships/image" Target="../media/image2008.png"/><Relationship Id="rId812" Type="http://schemas.openxmlformats.org/officeDocument/2006/relationships/customXml" Target="../ink/ink2510.xml"/><Relationship Id="rId202" Type="http://schemas.openxmlformats.org/officeDocument/2006/relationships/customXml" Target="../ink/ink2205.xml"/><Relationship Id="rId244" Type="http://schemas.openxmlformats.org/officeDocument/2006/relationships/customXml" Target="../ink/ink2226.xml"/><Relationship Id="rId647" Type="http://schemas.openxmlformats.org/officeDocument/2006/relationships/image" Target="../media/image1939.png"/><Relationship Id="rId689" Type="http://schemas.openxmlformats.org/officeDocument/2006/relationships/image" Target="../media/image1959.png"/><Relationship Id="rId854" Type="http://schemas.openxmlformats.org/officeDocument/2006/relationships/customXml" Target="../ink/ink2531.xml"/><Relationship Id="rId39" Type="http://schemas.openxmlformats.org/officeDocument/2006/relationships/image" Target="../media/image1642.png"/><Relationship Id="rId286" Type="http://schemas.openxmlformats.org/officeDocument/2006/relationships/customXml" Target="../ink/ink2247.xml"/><Relationship Id="rId451" Type="http://schemas.openxmlformats.org/officeDocument/2006/relationships/image" Target="../media/image1842.png"/><Relationship Id="rId493" Type="http://schemas.openxmlformats.org/officeDocument/2006/relationships/image" Target="../media/image1862.png"/><Relationship Id="rId507" Type="http://schemas.openxmlformats.org/officeDocument/2006/relationships/image" Target="../media/image1869.png"/><Relationship Id="rId549" Type="http://schemas.openxmlformats.org/officeDocument/2006/relationships/image" Target="../media/image1890.png"/><Relationship Id="rId714" Type="http://schemas.openxmlformats.org/officeDocument/2006/relationships/customXml" Target="../ink/ink2461.xml"/><Relationship Id="rId756" Type="http://schemas.openxmlformats.org/officeDocument/2006/relationships/customXml" Target="../ink/ink2482.xml"/><Relationship Id="rId50" Type="http://schemas.openxmlformats.org/officeDocument/2006/relationships/customXml" Target="../ink/ink2129.xml"/><Relationship Id="rId104" Type="http://schemas.openxmlformats.org/officeDocument/2006/relationships/customXml" Target="../ink/ink2156.xml"/><Relationship Id="rId146" Type="http://schemas.openxmlformats.org/officeDocument/2006/relationships/customXml" Target="../ink/ink2177.xml"/><Relationship Id="rId188" Type="http://schemas.openxmlformats.org/officeDocument/2006/relationships/customXml" Target="../ink/ink2198.xml"/><Relationship Id="rId311" Type="http://schemas.openxmlformats.org/officeDocument/2006/relationships/image" Target="../media/image1774.png"/><Relationship Id="rId353" Type="http://schemas.openxmlformats.org/officeDocument/2006/relationships/image" Target="../media/image1794.png"/><Relationship Id="rId395" Type="http://schemas.openxmlformats.org/officeDocument/2006/relationships/image" Target="../media/image1814.png"/><Relationship Id="rId409" Type="http://schemas.openxmlformats.org/officeDocument/2006/relationships/image" Target="../media/image1821.png"/><Relationship Id="rId560" Type="http://schemas.openxmlformats.org/officeDocument/2006/relationships/customXml" Target="../ink/ink2384.xml"/><Relationship Id="rId798" Type="http://schemas.openxmlformats.org/officeDocument/2006/relationships/customXml" Target="../ink/ink2503.xml"/><Relationship Id="rId92" Type="http://schemas.openxmlformats.org/officeDocument/2006/relationships/customXml" Target="../ink/ink2150.xml"/><Relationship Id="rId213" Type="http://schemas.openxmlformats.org/officeDocument/2006/relationships/image" Target="../media/image1726.png"/><Relationship Id="rId420" Type="http://schemas.openxmlformats.org/officeDocument/2006/relationships/customXml" Target="../ink/ink2314.xml"/><Relationship Id="rId616" Type="http://schemas.openxmlformats.org/officeDocument/2006/relationships/customXml" Target="../ink/ink2412.xml"/><Relationship Id="rId658" Type="http://schemas.openxmlformats.org/officeDocument/2006/relationships/customXml" Target="../ink/ink2433.xml"/><Relationship Id="rId823" Type="http://schemas.openxmlformats.org/officeDocument/2006/relationships/image" Target="../media/image2026.png"/><Relationship Id="rId865" Type="http://schemas.openxmlformats.org/officeDocument/2006/relationships/image" Target="../media/image2047.png"/><Relationship Id="rId255" Type="http://schemas.openxmlformats.org/officeDocument/2006/relationships/image" Target="../media/image1747.png"/><Relationship Id="rId297" Type="http://schemas.openxmlformats.org/officeDocument/2006/relationships/image" Target="../media/image1478.png"/><Relationship Id="rId462" Type="http://schemas.openxmlformats.org/officeDocument/2006/relationships/customXml" Target="../ink/ink2335.xml"/><Relationship Id="rId518" Type="http://schemas.openxmlformats.org/officeDocument/2006/relationships/customXml" Target="../ink/ink2363.xml"/><Relationship Id="rId725" Type="http://schemas.openxmlformats.org/officeDocument/2006/relationships/image" Target="../media/image1977.png"/><Relationship Id="rId115" Type="http://schemas.openxmlformats.org/officeDocument/2006/relationships/image" Target="../media/image1679.png"/><Relationship Id="rId157" Type="http://schemas.openxmlformats.org/officeDocument/2006/relationships/image" Target="../media/image1699.png"/><Relationship Id="rId322" Type="http://schemas.openxmlformats.org/officeDocument/2006/relationships/customXml" Target="../ink/ink2265.xml"/><Relationship Id="rId364" Type="http://schemas.openxmlformats.org/officeDocument/2006/relationships/customXml" Target="../ink/ink2286.xml"/><Relationship Id="rId767" Type="http://schemas.openxmlformats.org/officeDocument/2006/relationships/image" Target="../media/image1998.png"/><Relationship Id="rId61" Type="http://schemas.openxmlformats.org/officeDocument/2006/relationships/image" Target="../media/image1652.png"/><Relationship Id="rId199" Type="http://schemas.openxmlformats.org/officeDocument/2006/relationships/image" Target="../media/image1719.png"/><Relationship Id="rId571" Type="http://schemas.openxmlformats.org/officeDocument/2006/relationships/image" Target="../media/image1901.png"/><Relationship Id="rId627" Type="http://schemas.openxmlformats.org/officeDocument/2006/relationships/image" Target="../media/image1929.png"/><Relationship Id="rId669" Type="http://schemas.openxmlformats.org/officeDocument/2006/relationships/image" Target="../media/image1950.png"/><Relationship Id="rId834" Type="http://schemas.openxmlformats.org/officeDocument/2006/relationships/customXml" Target="../ink/ink2521.xml"/><Relationship Id="rId876" Type="http://schemas.openxmlformats.org/officeDocument/2006/relationships/image" Target="../media/image2052.png"/><Relationship Id="rId19" Type="http://schemas.openxmlformats.org/officeDocument/2006/relationships/image" Target="../media/image1632.png"/><Relationship Id="rId224" Type="http://schemas.openxmlformats.org/officeDocument/2006/relationships/customXml" Target="../ink/ink2216.xml"/><Relationship Id="rId266" Type="http://schemas.openxmlformats.org/officeDocument/2006/relationships/customXml" Target="../ink/ink2237.xml"/><Relationship Id="rId431" Type="http://schemas.openxmlformats.org/officeDocument/2006/relationships/image" Target="../media/image1832.png"/><Relationship Id="rId473" Type="http://schemas.openxmlformats.org/officeDocument/2006/relationships/image" Target="../media/image1853.png"/><Relationship Id="rId529" Type="http://schemas.openxmlformats.org/officeDocument/2006/relationships/image" Target="../media/image1880.png"/><Relationship Id="rId680" Type="http://schemas.openxmlformats.org/officeDocument/2006/relationships/customXml" Target="../ink/ink2444.xml"/><Relationship Id="rId736" Type="http://schemas.openxmlformats.org/officeDocument/2006/relationships/customXml" Target="../ink/ink2472.xml"/><Relationship Id="rId30" Type="http://schemas.openxmlformats.org/officeDocument/2006/relationships/customXml" Target="../ink/ink2119.xml"/><Relationship Id="rId126" Type="http://schemas.openxmlformats.org/officeDocument/2006/relationships/customXml" Target="../ink/ink2167.xml"/><Relationship Id="rId168" Type="http://schemas.openxmlformats.org/officeDocument/2006/relationships/customXml" Target="../ink/ink2188.xml"/><Relationship Id="rId333" Type="http://schemas.openxmlformats.org/officeDocument/2006/relationships/image" Target="../media/image1784.png"/><Relationship Id="rId540" Type="http://schemas.openxmlformats.org/officeDocument/2006/relationships/customXml" Target="../ink/ink2374.xml"/><Relationship Id="rId778" Type="http://schemas.openxmlformats.org/officeDocument/2006/relationships/customXml" Target="../ink/ink2493.xml"/><Relationship Id="rId72" Type="http://schemas.openxmlformats.org/officeDocument/2006/relationships/customXml" Target="../ink/ink2140.xml"/><Relationship Id="rId375" Type="http://schemas.openxmlformats.org/officeDocument/2006/relationships/image" Target="../media/image1805.png"/><Relationship Id="rId582" Type="http://schemas.openxmlformats.org/officeDocument/2006/relationships/customXml" Target="../ink/ink2395.xml"/><Relationship Id="rId638" Type="http://schemas.openxmlformats.org/officeDocument/2006/relationships/customXml" Target="../ink/ink2423.xml"/><Relationship Id="rId803" Type="http://schemas.openxmlformats.org/officeDocument/2006/relationships/image" Target="../media/image2016.png"/><Relationship Id="rId845" Type="http://schemas.openxmlformats.org/officeDocument/2006/relationships/image" Target="../media/image2037.png"/><Relationship Id="rId3" Type="http://schemas.openxmlformats.org/officeDocument/2006/relationships/image" Target="../media/image1624.png"/><Relationship Id="rId235" Type="http://schemas.openxmlformats.org/officeDocument/2006/relationships/image" Target="../media/image1737.png"/><Relationship Id="rId277" Type="http://schemas.openxmlformats.org/officeDocument/2006/relationships/image" Target="../media/image1758.png"/><Relationship Id="rId400" Type="http://schemas.openxmlformats.org/officeDocument/2006/relationships/customXml" Target="../ink/ink2304.xml"/><Relationship Id="rId442" Type="http://schemas.openxmlformats.org/officeDocument/2006/relationships/customXml" Target="../ink/ink2325.xml"/><Relationship Id="rId484" Type="http://schemas.openxmlformats.org/officeDocument/2006/relationships/customXml" Target="../ink/ink2346.xml"/><Relationship Id="rId705" Type="http://schemas.openxmlformats.org/officeDocument/2006/relationships/image" Target="../media/image1967.png"/><Relationship Id="rId137" Type="http://schemas.openxmlformats.org/officeDocument/2006/relationships/image" Target="../media/image1690.png"/><Relationship Id="rId302" Type="http://schemas.openxmlformats.org/officeDocument/2006/relationships/customXml" Target="../ink/ink2255.xml"/><Relationship Id="rId344" Type="http://schemas.openxmlformats.org/officeDocument/2006/relationships/customXml" Target="../ink/ink2276.xml"/><Relationship Id="rId691" Type="http://schemas.openxmlformats.org/officeDocument/2006/relationships/image" Target="../media/image1960.png"/><Relationship Id="rId747" Type="http://schemas.openxmlformats.org/officeDocument/2006/relationships/image" Target="../media/image1988.png"/><Relationship Id="rId789" Type="http://schemas.openxmlformats.org/officeDocument/2006/relationships/image" Target="../media/image2009.png"/><Relationship Id="rId41" Type="http://schemas.openxmlformats.org/officeDocument/2006/relationships/image" Target="../media/image1643.png"/><Relationship Id="rId83" Type="http://schemas.openxmlformats.org/officeDocument/2006/relationships/image" Target="../media/image1663.png"/><Relationship Id="rId179" Type="http://schemas.openxmlformats.org/officeDocument/2006/relationships/image" Target="../media/image1709.png"/><Relationship Id="rId386" Type="http://schemas.openxmlformats.org/officeDocument/2006/relationships/customXml" Target="../ink/ink2297.xml"/><Relationship Id="rId551" Type="http://schemas.openxmlformats.org/officeDocument/2006/relationships/image" Target="../media/image1891.png"/><Relationship Id="rId593" Type="http://schemas.openxmlformats.org/officeDocument/2006/relationships/image" Target="../media/image1912.png"/><Relationship Id="rId607" Type="http://schemas.openxmlformats.org/officeDocument/2006/relationships/image" Target="../media/image1919.png"/><Relationship Id="rId649" Type="http://schemas.openxmlformats.org/officeDocument/2006/relationships/image" Target="../media/image1940.png"/><Relationship Id="rId814" Type="http://schemas.openxmlformats.org/officeDocument/2006/relationships/customXml" Target="../ink/ink2511.xml"/><Relationship Id="rId856" Type="http://schemas.openxmlformats.org/officeDocument/2006/relationships/customXml" Target="../ink/ink2532.xml"/><Relationship Id="rId190" Type="http://schemas.openxmlformats.org/officeDocument/2006/relationships/customXml" Target="../ink/ink2199.xml"/><Relationship Id="rId204" Type="http://schemas.openxmlformats.org/officeDocument/2006/relationships/customXml" Target="../ink/ink2206.xml"/><Relationship Id="rId246" Type="http://schemas.openxmlformats.org/officeDocument/2006/relationships/customXml" Target="../ink/ink2227.xml"/><Relationship Id="rId288" Type="http://schemas.openxmlformats.org/officeDocument/2006/relationships/customXml" Target="../ink/ink2248.xml"/><Relationship Id="rId411" Type="http://schemas.openxmlformats.org/officeDocument/2006/relationships/image" Target="../media/image1822.png"/><Relationship Id="rId453" Type="http://schemas.openxmlformats.org/officeDocument/2006/relationships/image" Target="../media/image1843.png"/><Relationship Id="rId509" Type="http://schemas.openxmlformats.org/officeDocument/2006/relationships/image" Target="../media/image1870.png"/><Relationship Id="rId660" Type="http://schemas.openxmlformats.org/officeDocument/2006/relationships/customXml" Target="../ink/ink2434.xml"/><Relationship Id="rId106" Type="http://schemas.openxmlformats.org/officeDocument/2006/relationships/customXml" Target="../ink/ink2157.xml"/><Relationship Id="rId313" Type="http://schemas.openxmlformats.org/officeDocument/2006/relationships/image" Target="../media/image1775.png"/><Relationship Id="rId495" Type="http://schemas.openxmlformats.org/officeDocument/2006/relationships/image" Target="../media/image1863.png"/><Relationship Id="rId716" Type="http://schemas.openxmlformats.org/officeDocument/2006/relationships/customXml" Target="../ink/ink2462.xml"/><Relationship Id="rId758" Type="http://schemas.openxmlformats.org/officeDocument/2006/relationships/customXml" Target="../ink/ink2483.xml"/><Relationship Id="rId10" Type="http://schemas.openxmlformats.org/officeDocument/2006/relationships/customXml" Target="../ink/ink2109.xml"/><Relationship Id="rId52" Type="http://schemas.openxmlformats.org/officeDocument/2006/relationships/customXml" Target="../ink/ink2130.xml"/><Relationship Id="rId94" Type="http://schemas.openxmlformats.org/officeDocument/2006/relationships/customXml" Target="../ink/ink2151.xml"/><Relationship Id="rId148" Type="http://schemas.openxmlformats.org/officeDocument/2006/relationships/customXml" Target="../ink/ink2178.xml"/><Relationship Id="rId355" Type="http://schemas.openxmlformats.org/officeDocument/2006/relationships/image" Target="../media/image1795.png"/><Relationship Id="rId397" Type="http://schemas.openxmlformats.org/officeDocument/2006/relationships/image" Target="../media/image1815.png"/><Relationship Id="rId520" Type="http://schemas.openxmlformats.org/officeDocument/2006/relationships/customXml" Target="../ink/ink2364.xml"/><Relationship Id="rId562" Type="http://schemas.openxmlformats.org/officeDocument/2006/relationships/customXml" Target="../ink/ink2385.xml"/><Relationship Id="rId618" Type="http://schemas.openxmlformats.org/officeDocument/2006/relationships/customXml" Target="../ink/ink2413.xml"/><Relationship Id="rId825" Type="http://schemas.openxmlformats.org/officeDocument/2006/relationships/image" Target="../media/image2027.png"/><Relationship Id="rId215" Type="http://schemas.openxmlformats.org/officeDocument/2006/relationships/image" Target="../media/image1727.png"/><Relationship Id="rId257" Type="http://schemas.openxmlformats.org/officeDocument/2006/relationships/image" Target="../media/image1748.png"/><Relationship Id="rId422" Type="http://schemas.openxmlformats.org/officeDocument/2006/relationships/customXml" Target="../ink/ink2315.xml"/><Relationship Id="rId464" Type="http://schemas.openxmlformats.org/officeDocument/2006/relationships/customXml" Target="../ink/ink2336.xml"/><Relationship Id="rId867" Type="http://schemas.openxmlformats.org/officeDocument/2006/relationships/customXml" Target="../ink/ink2538.xml"/><Relationship Id="rId299" Type="http://schemas.openxmlformats.org/officeDocument/2006/relationships/image" Target="../media/image1768.png"/><Relationship Id="rId727" Type="http://schemas.openxmlformats.org/officeDocument/2006/relationships/image" Target="../media/image1978.png"/><Relationship Id="rId63" Type="http://schemas.openxmlformats.org/officeDocument/2006/relationships/image" Target="../media/image1653.png"/><Relationship Id="rId159" Type="http://schemas.openxmlformats.org/officeDocument/2006/relationships/image" Target="../media/image1700.png"/><Relationship Id="rId366" Type="http://schemas.openxmlformats.org/officeDocument/2006/relationships/customXml" Target="../ink/ink2287.xml"/><Relationship Id="rId573" Type="http://schemas.openxmlformats.org/officeDocument/2006/relationships/image" Target="../media/image1902.png"/><Relationship Id="rId780" Type="http://schemas.openxmlformats.org/officeDocument/2006/relationships/customXml" Target="../ink/ink2494.xml"/><Relationship Id="rId226" Type="http://schemas.openxmlformats.org/officeDocument/2006/relationships/customXml" Target="../ink/ink2217.xml"/><Relationship Id="rId433" Type="http://schemas.openxmlformats.org/officeDocument/2006/relationships/image" Target="../media/image1833.png"/><Relationship Id="rId878" Type="http://schemas.openxmlformats.org/officeDocument/2006/relationships/image" Target="../media/image2053.png"/><Relationship Id="rId640" Type="http://schemas.openxmlformats.org/officeDocument/2006/relationships/customXml" Target="../ink/ink2424.xml"/><Relationship Id="rId738" Type="http://schemas.openxmlformats.org/officeDocument/2006/relationships/customXml" Target="../ink/ink2473.xml"/><Relationship Id="rId74" Type="http://schemas.openxmlformats.org/officeDocument/2006/relationships/customXml" Target="../ink/ink2141.xml"/><Relationship Id="rId377" Type="http://schemas.openxmlformats.org/officeDocument/2006/relationships/image" Target="../media/image1806.png"/><Relationship Id="rId500" Type="http://schemas.openxmlformats.org/officeDocument/2006/relationships/customXml" Target="../ink/ink2354.xml"/><Relationship Id="rId584" Type="http://schemas.openxmlformats.org/officeDocument/2006/relationships/customXml" Target="../ink/ink2396.xml"/><Relationship Id="rId805" Type="http://schemas.openxmlformats.org/officeDocument/2006/relationships/image" Target="../media/image2017.png"/><Relationship Id="rId5" Type="http://schemas.openxmlformats.org/officeDocument/2006/relationships/image" Target="../media/image1625.png"/><Relationship Id="rId237" Type="http://schemas.openxmlformats.org/officeDocument/2006/relationships/image" Target="../media/image1738.png"/><Relationship Id="rId791" Type="http://schemas.openxmlformats.org/officeDocument/2006/relationships/image" Target="../media/image2010.png"/><Relationship Id="rId444" Type="http://schemas.openxmlformats.org/officeDocument/2006/relationships/customXml" Target="../ink/ink2326.xml"/><Relationship Id="rId651" Type="http://schemas.openxmlformats.org/officeDocument/2006/relationships/image" Target="../media/image1941.png"/><Relationship Id="rId749" Type="http://schemas.openxmlformats.org/officeDocument/2006/relationships/image" Target="../media/image1989.png"/><Relationship Id="rId290" Type="http://schemas.openxmlformats.org/officeDocument/2006/relationships/customXml" Target="../ink/ink2249.xml"/><Relationship Id="rId304" Type="http://schemas.openxmlformats.org/officeDocument/2006/relationships/customXml" Target="../ink/ink2256.xml"/><Relationship Id="rId388" Type="http://schemas.openxmlformats.org/officeDocument/2006/relationships/customXml" Target="../ink/ink2298.xml"/><Relationship Id="rId511" Type="http://schemas.openxmlformats.org/officeDocument/2006/relationships/image" Target="../media/image1871.png"/><Relationship Id="rId609" Type="http://schemas.openxmlformats.org/officeDocument/2006/relationships/image" Target="../media/image1920.png"/><Relationship Id="rId85" Type="http://schemas.openxmlformats.org/officeDocument/2006/relationships/image" Target="../media/image1664.png"/><Relationship Id="rId150" Type="http://schemas.openxmlformats.org/officeDocument/2006/relationships/customXml" Target="../ink/ink2179.xml"/><Relationship Id="rId595" Type="http://schemas.openxmlformats.org/officeDocument/2006/relationships/image" Target="../media/image1913.png"/><Relationship Id="rId816" Type="http://schemas.openxmlformats.org/officeDocument/2006/relationships/customXml" Target="../ink/ink2512.xml"/><Relationship Id="rId248" Type="http://schemas.openxmlformats.org/officeDocument/2006/relationships/customXml" Target="../ink/ink2228.xml"/><Relationship Id="rId455" Type="http://schemas.openxmlformats.org/officeDocument/2006/relationships/image" Target="../media/image1844.png"/><Relationship Id="rId662" Type="http://schemas.openxmlformats.org/officeDocument/2006/relationships/customXml" Target="../ink/ink2435.xml"/><Relationship Id="rId12" Type="http://schemas.openxmlformats.org/officeDocument/2006/relationships/customXml" Target="../ink/ink2110.xml"/><Relationship Id="rId108" Type="http://schemas.openxmlformats.org/officeDocument/2006/relationships/customXml" Target="../ink/ink2158.xml"/><Relationship Id="rId315" Type="http://schemas.openxmlformats.org/officeDocument/2006/relationships/image" Target="../media/image1776.png"/><Relationship Id="rId522" Type="http://schemas.openxmlformats.org/officeDocument/2006/relationships/customXml" Target="../ink/ink2365.xml"/><Relationship Id="rId96" Type="http://schemas.openxmlformats.org/officeDocument/2006/relationships/customXml" Target="../ink/ink2152.xml"/><Relationship Id="rId161" Type="http://schemas.openxmlformats.org/officeDocument/2006/relationships/image" Target="../media/image1701.png"/><Relationship Id="rId399" Type="http://schemas.openxmlformats.org/officeDocument/2006/relationships/image" Target="../media/image1816.png"/><Relationship Id="rId827" Type="http://schemas.openxmlformats.org/officeDocument/2006/relationships/image" Target="../media/image2028.png"/><Relationship Id="rId259" Type="http://schemas.openxmlformats.org/officeDocument/2006/relationships/image" Target="../media/image1749.png"/><Relationship Id="rId466" Type="http://schemas.openxmlformats.org/officeDocument/2006/relationships/customXml" Target="../ink/ink2337.xml"/><Relationship Id="rId673" Type="http://schemas.openxmlformats.org/officeDocument/2006/relationships/image" Target="../media/image1952.png"/><Relationship Id="rId880" Type="http://schemas.openxmlformats.org/officeDocument/2006/relationships/image" Target="../media/image2054.png"/><Relationship Id="rId23" Type="http://schemas.openxmlformats.org/officeDocument/2006/relationships/image" Target="../media/image1634.png"/><Relationship Id="rId119" Type="http://schemas.openxmlformats.org/officeDocument/2006/relationships/image" Target="../media/image1681.png"/><Relationship Id="rId326" Type="http://schemas.openxmlformats.org/officeDocument/2006/relationships/customXml" Target="../ink/ink2267.xml"/><Relationship Id="rId533" Type="http://schemas.openxmlformats.org/officeDocument/2006/relationships/image" Target="../media/image1882.png"/><Relationship Id="rId740" Type="http://schemas.openxmlformats.org/officeDocument/2006/relationships/customXml" Target="../ink/ink2474.xml"/><Relationship Id="rId838" Type="http://schemas.openxmlformats.org/officeDocument/2006/relationships/customXml" Target="../ink/ink2523.xml"/><Relationship Id="rId172" Type="http://schemas.openxmlformats.org/officeDocument/2006/relationships/customXml" Target="../ink/ink2190.xml"/><Relationship Id="rId477" Type="http://schemas.openxmlformats.org/officeDocument/2006/relationships/image" Target="../media/image1854.png"/><Relationship Id="rId600" Type="http://schemas.openxmlformats.org/officeDocument/2006/relationships/customXml" Target="../ink/ink2404.xml"/><Relationship Id="rId684" Type="http://schemas.openxmlformats.org/officeDocument/2006/relationships/customXml" Target="../ink/ink2446.xml"/><Relationship Id="rId337" Type="http://schemas.openxmlformats.org/officeDocument/2006/relationships/image" Target="../media/image1786.png"/><Relationship Id="rId34" Type="http://schemas.openxmlformats.org/officeDocument/2006/relationships/customXml" Target="../ink/ink2121.xml"/><Relationship Id="rId544" Type="http://schemas.openxmlformats.org/officeDocument/2006/relationships/customXml" Target="../ink/ink2376.xml"/><Relationship Id="rId751" Type="http://schemas.openxmlformats.org/officeDocument/2006/relationships/image" Target="../media/image1990.png"/><Relationship Id="rId849" Type="http://schemas.openxmlformats.org/officeDocument/2006/relationships/image" Target="../media/image2039.png"/><Relationship Id="rId183" Type="http://schemas.openxmlformats.org/officeDocument/2006/relationships/image" Target="../media/image1711.png"/><Relationship Id="rId390" Type="http://schemas.openxmlformats.org/officeDocument/2006/relationships/customXml" Target="../ink/ink2299.xml"/><Relationship Id="rId404" Type="http://schemas.openxmlformats.org/officeDocument/2006/relationships/customXml" Target="../ink/ink2306.xml"/><Relationship Id="rId611" Type="http://schemas.openxmlformats.org/officeDocument/2006/relationships/image" Target="../media/image1921.png"/><Relationship Id="rId250" Type="http://schemas.openxmlformats.org/officeDocument/2006/relationships/customXml" Target="../ink/ink2229.xml"/><Relationship Id="rId488" Type="http://schemas.openxmlformats.org/officeDocument/2006/relationships/customXml" Target="../ink/ink2348.xml"/><Relationship Id="rId695" Type="http://schemas.openxmlformats.org/officeDocument/2006/relationships/image" Target="../media/image1962.png"/><Relationship Id="rId709" Type="http://schemas.openxmlformats.org/officeDocument/2006/relationships/image" Target="../media/image1969.png"/><Relationship Id="rId45" Type="http://schemas.openxmlformats.org/officeDocument/2006/relationships/image" Target="../media/image1644.png"/><Relationship Id="rId110" Type="http://schemas.openxmlformats.org/officeDocument/2006/relationships/customXml" Target="../ink/ink2159.xml"/><Relationship Id="rId348" Type="http://schemas.openxmlformats.org/officeDocument/2006/relationships/customXml" Target="../ink/ink2278.xml"/><Relationship Id="rId555" Type="http://schemas.openxmlformats.org/officeDocument/2006/relationships/image" Target="../media/image1893.png"/><Relationship Id="rId762" Type="http://schemas.openxmlformats.org/officeDocument/2006/relationships/customXml" Target="../ink/ink2485.xml"/><Relationship Id="rId194" Type="http://schemas.openxmlformats.org/officeDocument/2006/relationships/customXml" Target="../ink/ink2201.xml"/><Relationship Id="rId208" Type="http://schemas.openxmlformats.org/officeDocument/2006/relationships/customXml" Target="../ink/ink2208.xml"/><Relationship Id="rId415" Type="http://schemas.openxmlformats.org/officeDocument/2006/relationships/image" Target="../media/image1824.png"/><Relationship Id="rId622" Type="http://schemas.openxmlformats.org/officeDocument/2006/relationships/customXml" Target="../ink/ink2415.xml"/><Relationship Id="rId261" Type="http://schemas.openxmlformats.org/officeDocument/2006/relationships/image" Target="../media/image1750.png"/><Relationship Id="rId499" Type="http://schemas.openxmlformats.org/officeDocument/2006/relationships/image" Target="../media/image1865.png"/><Relationship Id="rId56" Type="http://schemas.openxmlformats.org/officeDocument/2006/relationships/customXml" Target="../ink/ink2132.xml"/><Relationship Id="rId359" Type="http://schemas.openxmlformats.org/officeDocument/2006/relationships/image" Target="../media/image1797.png"/><Relationship Id="rId566" Type="http://schemas.openxmlformats.org/officeDocument/2006/relationships/customXml" Target="../ink/ink2387.xml"/><Relationship Id="rId773" Type="http://schemas.openxmlformats.org/officeDocument/2006/relationships/image" Target="../media/image2001.png"/><Relationship Id="rId121" Type="http://schemas.openxmlformats.org/officeDocument/2006/relationships/image" Target="../media/image1682.png"/><Relationship Id="rId219" Type="http://schemas.openxmlformats.org/officeDocument/2006/relationships/image" Target="../media/image1729.png"/><Relationship Id="rId426" Type="http://schemas.openxmlformats.org/officeDocument/2006/relationships/customXml" Target="../ink/ink2317.xml"/><Relationship Id="rId633" Type="http://schemas.openxmlformats.org/officeDocument/2006/relationships/image" Target="../media/image1932.png"/><Relationship Id="rId840" Type="http://schemas.openxmlformats.org/officeDocument/2006/relationships/customXml" Target="../ink/ink2524.xml"/><Relationship Id="rId67" Type="http://schemas.openxmlformats.org/officeDocument/2006/relationships/image" Target="../media/image1655.png"/><Relationship Id="rId272" Type="http://schemas.openxmlformats.org/officeDocument/2006/relationships/customXml" Target="../ink/ink2240.xml"/><Relationship Id="rId577" Type="http://schemas.openxmlformats.org/officeDocument/2006/relationships/image" Target="../media/image1904.png"/><Relationship Id="rId700" Type="http://schemas.openxmlformats.org/officeDocument/2006/relationships/customXml" Target="../ink/ink2454.xml"/><Relationship Id="rId132" Type="http://schemas.openxmlformats.org/officeDocument/2006/relationships/customXml" Target="../ink/ink2170.xml"/><Relationship Id="rId784" Type="http://schemas.openxmlformats.org/officeDocument/2006/relationships/customXml" Target="../ink/ink2496.xml"/><Relationship Id="rId437" Type="http://schemas.openxmlformats.org/officeDocument/2006/relationships/image" Target="../media/image1835.png"/><Relationship Id="rId644" Type="http://schemas.openxmlformats.org/officeDocument/2006/relationships/customXml" Target="../ink/ink2426.xml"/><Relationship Id="rId851" Type="http://schemas.openxmlformats.org/officeDocument/2006/relationships/image" Target="../media/image2040.png"/><Relationship Id="rId283" Type="http://schemas.openxmlformats.org/officeDocument/2006/relationships/image" Target="../media/image1761.png"/><Relationship Id="rId490" Type="http://schemas.openxmlformats.org/officeDocument/2006/relationships/customXml" Target="../ink/ink2349.xml"/><Relationship Id="rId504" Type="http://schemas.openxmlformats.org/officeDocument/2006/relationships/customXml" Target="../ink/ink2356.xml"/><Relationship Id="rId711" Type="http://schemas.openxmlformats.org/officeDocument/2006/relationships/image" Target="../media/image1970.png"/><Relationship Id="rId78" Type="http://schemas.openxmlformats.org/officeDocument/2006/relationships/customXml" Target="../ink/ink2143.xml"/><Relationship Id="rId143" Type="http://schemas.openxmlformats.org/officeDocument/2006/relationships/image" Target="../media/image1693.png"/><Relationship Id="rId350" Type="http://schemas.openxmlformats.org/officeDocument/2006/relationships/customXml" Target="../ink/ink2279.xml"/><Relationship Id="rId588" Type="http://schemas.openxmlformats.org/officeDocument/2006/relationships/customXml" Target="../ink/ink2398.xml"/><Relationship Id="rId795" Type="http://schemas.openxmlformats.org/officeDocument/2006/relationships/image" Target="../media/image2012.png"/><Relationship Id="rId809" Type="http://schemas.openxmlformats.org/officeDocument/2006/relationships/image" Target="../media/image2019.png"/><Relationship Id="rId9" Type="http://schemas.openxmlformats.org/officeDocument/2006/relationships/image" Target="../media/image1627.png"/><Relationship Id="rId210" Type="http://schemas.openxmlformats.org/officeDocument/2006/relationships/customXml" Target="../ink/ink2209.xml"/><Relationship Id="rId448" Type="http://schemas.openxmlformats.org/officeDocument/2006/relationships/customXml" Target="../ink/ink2328.xml"/><Relationship Id="rId655" Type="http://schemas.openxmlformats.org/officeDocument/2006/relationships/image" Target="../media/image1943.png"/><Relationship Id="rId862" Type="http://schemas.openxmlformats.org/officeDocument/2006/relationships/customXml" Target="../ink/ink2535.xml"/><Relationship Id="rId294" Type="http://schemas.openxmlformats.org/officeDocument/2006/relationships/customXml" Target="../ink/ink2251.xml"/><Relationship Id="rId308" Type="http://schemas.openxmlformats.org/officeDocument/2006/relationships/customXml" Target="../ink/ink2258.xml"/><Relationship Id="rId515" Type="http://schemas.openxmlformats.org/officeDocument/2006/relationships/image" Target="../media/image1873.png"/><Relationship Id="rId722" Type="http://schemas.openxmlformats.org/officeDocument/2006/relationships/customXml" Target="../ink/ink2465.xml"/><Relationship Id="rId89" Type="http://schemas.openxmlformats.org/officeDocument/2006/relationships/image" Target="../media/image1666.png"/><Relationship Id="rId154" Type="http://schemas.openxmlformats.org/officeDocument/2006/relationships/customXml" Target="../ink/ink2181.xml"/><Relationship Id="rId361" Type="http://schemas.openxmlformats.org/officeDocument/2006/relationships/image" Target="../media/image1798.png"/><Relationship Id="rId599" Type="http://schemas.openxmlformats.org/officeDocument/2006/relationships/image" Target="../media/image1915.png"/><Relationship Id="rId459" Type="http://schemas.openxmlformats.org/officeDocument/2006/relationships/image" Target="../media/image1846.png"/><Relationship Id="rId666" Type="http://schemas.openxmlformats.org/officeDocument/2006/relationships/customXml" Target="../ink/ink2437.xml"/><Relationship Id="rId873" Type="http://schemas.openxmlformats.org/officeDocument/2006/relationships/customXml" Target="../ink/ink2541.xml"/><Relationship Id="rId16" Type="http://schemas.openxmlformats.org/officeDocument/2006/relationships/customXml" Target="../ink/ink2112.xml"/><Relationship Id="rId221" Type="http://schemas.openxmlformats.org/officeDocument/2006/relationships/image" Target="../media/image1730.png"/><Relationship Id="rId319" Type="http://schemas.openxmlformats.org/officeDocument/2006/relationships/image" Target="../media/image1778.png"/><Relationship Id="rId526" Type="http://schemas.openxmlformats.org/officeDocument/2006/relationships/customXml" Target="../ink/ink2367.xml"/><Relationship Id="rId733" Type="http://schemas.openxmlformats.org/officeDocument/2006/relationships/image" Target="../media/image1981.png"/><Relationship Id="rId165" Type="http://schemas.openxmlformats.org/officeDocument/2006/relationships/image" Target="../media/image1702.png"/><Relationship Id="rId372" Type="http://schemas.openxmlformats.org/officeDocument/2006/relationships/customXml" Target="../ink/ink2290.xml"/><Relationship Id="rId677" Type="http://schemas.openxmlformats.org/officeDocument/2006/relationships/image" Target="../media/image1954.png"/><Relationship Id="rId800" Type="http://schemas.openxmlformats.org/officeDocument/2006/relationships/customXml" Target="../ink/ink2504.xml"/><Relationship Id="rId232" Type="http://schemas.openxmlformats.org/officeDocument/2006/relationships/customXml" Target="../ink/ink2220.xml"/><Relationship Id="rId884" Type="http://schemas.openxmlformats.org/officeDocument/2006/relationships/image" Target="../media/image2056.png"/><Relationship Id="rId27" Type="http://schemas.openxmlformats.org/officeDocument/2006/relationships/image" Target="../media/image1636.png"/><Relationship Id="rId537" Type="http://schemas.openxmlformats.org/officeDocument/2006/relationships/image" Target="../media/image1884.png"/><Relationship Id="rId744" Type="http://schemas.openxmlformats.org/officeDocument/2006/relationships/customXml" Target="../ink/ink2476.xml"/><Relationship Id="rId80" Type="http://schemas.openxmlformats.org/officeDocument/2006/relationships/customXml" Target="../ink/ink2144.xml"/><Relationship Id="rId176" Type="http://schemas.openxmlformats.org/officeDocument/2006/relationships/customXml" Target="../ink/ink2192.xml"/><Relationship Id="rId383" Type="http://schemas.openxmlformats.org/officeDocument/2006/relationships/image" Target="../media/image1809.png"/><Relationship Id="rId590" Type="http://schemas.openxmlformats.org/officeDocument/2006/relationships/customXml" Target="../ink/ink2399.xml"/><Relationship Id="rId604" Type="http://schemas.openxmlformats.org/officeDocument/2006/relationships/customXml" Target="../ink/ink2406.xml"/><Relationship Id="rId811" Type="http://schemas.openxmlformats.org/officeDocument/2006/relationships/image" Target="../media/image2020.png"/><Relationship Id="rId243" Type="http://schemas.openxmlformats.org/officeDocument/2006/relationships/image" Target="../media/image1741.png"/><Relationship Id="rId450" Type="http://schemas.openxmlformats.org/officeDocument/2006/relationships/customXml" Target="../ink/ink2329.xml"/><Relationship Id="rId688" Type="http://schemas.openxmlformats.org/officeDocument/2006/relationships/customXml" Target="../ink/ink2448.xml"/><Relationship Id="rId38" Type="http://schemas.openxmlformats.org/officeDocument/2006/relationships/customXml" Target="../ink/ink2123.xml"/><Relationship Id="rId103" Type="http://schemas.openxmlformats.org/officeDocument/2006/relationships/image" Target="../media/image1673.png"/><Relationship Id="rId310" Type="http://schemas.openxmlformats.org/officeDocument/2006/relationships/customXml" Target="../ink/ink2259.xml"/><Relationship Id="rId548" Type="http://schemas.openxmlformats.org/officeDocument/2006/relationships/customXml" Target="../ink/ink2378.xml"/><Relationship Id="rId755" Type="http://schemas.openxmlformats.org/officeDocument/2006/relationships/image" Target="../media/image1992.png"/><Relationship Id="rId91" Type="http://schemas.openxmlformats.org/officeDocument/2006/relationships/image" Target="../media/image1667.png"/><Relationship Id="rId187" Type="http://schemas.openxmlformats.org/officeDocument/2006/relationships/image" Target="../media/image1713.png"/><Relationship Id="rId394" Type="http://schemas.openxmlformats.org/officeDocument/2006/relationships/customXml" Target="../ink/ink2301.xml"/><Relationship Id="rId408" Type="http://schemas.openxmlformats.org/officeDocument/2006/relationships/customXml" Target="../ink/ink2308.xml"/><Relationship Id="rId615" Type="http://schemas.openxmlformats.org/officeDocument/2006/relationships/image" Target="../media/image1923.png"/><Relationship Id="rId822" Type="http://schemas.openxmlformats.org/officeDocument/2006/relationships/customXml" Target="../ink/ink2515.xml"/><Relationship Id="rId254" Type="http://schemas.openxmlformats.org/officeDocument/2006/relationships/customXml" Target="../ink/ink2231.xml"/><Relationship Id="rId699" Type="http://schemas.openxmlformats.org/officeDocument/2006/relationships/image" Target="../media/image1964.png"/><Relationship Id="rId49" Type="http://schemas.openxmlformats.org/officeDocument/2006/relationships/image" Target="../media/image1646.png"/><Relationship Id="rId114" Type="http://schemas.openxmlformats.org/officeDocument/2006/relationships/customXml" Target="../ink/ink2161.xml"/><Relationship Id="rId461" Type="http://schemas.openxmlformats.org/officeDocument/2006/relationships/image" Target="../media/image1847.png"/><Relationship Id="rId559" Type="http://schemas.openxmlformats.org/officeDocument/2006/relationships/image" Target="../media/image1895.png"/><Relationship Id="rId766" Type="http://schemas.openxmlformats.org/officeDocument/2006/relationships/customXml" Target="../ink/ink2487.xml"/><Relationship Id="rId198" Type="http://schemas.openxmlformats.org/officeDocument/2006/relationships/customXml" Target="../ink/ink2203.xml"/><Relationship Id="rId321" Type="http://schemas.openxmlformats.org/officeDocument/2006/relationships/image" Target="../media/image1779.png"/><Relationship Id="rId419" Type="http://schemas.openxmlformats.org/officeDocument/2006/relationships/image" Target="../media/image1826.png"/><Relationship Id="rId626" Type="http://schemas.openxmlformats.org/officeDocument/2006/relationships/customXml" Target="../ink/ink2417.xml"/><Relationship Id="rId833" Type="http://schemas.openxmlformats.org/officeDocument/2006/relationships/image" Target="../media/image2031.png"/><Relationship Id="rId265" Type="http://schemas.openxmlformats.org/officeDocument/2006/relationships/image" Target="../media/image1752.png"/><Relationship Id="rId472" Type="http://schemas.openxmlformats.org/officeDocument/2006/relationships/customXml" Target="../ink/ink2340.xml"/><Relationship Id="rId125" Type="http://schemas.openxmlformats.org/officeDocument/2006/relationships/image" Target="../media/image1684.png"/><Relationship Id="rId332" Type="http://schemas.openxmlformats.org/officeDocument/2006/relationships/customXml" Target="../ink/ink2270.xml"/><Relationship Id="rId777" Type="http://schemas.openxmlformats.org/officeDocument/2006/relationships/image" Target="../media/image2003.png"/><Relationship Id="rId637" Type="http://schemas.openxmlformats.org/officeDocument/2006/relationships/image" Target="../media/image1934.png"/><Relationship Id="rId844" Type="http://schemas.openxmlformats.org/officeDocument/2006/relationships/customXml" Target="../ink/ink2526.xml"/><Relationship Id="rId276" Type="http://schemas.openxmlformats.org/officeDocument/2006/relationships/customXml" Target="../ink/ink2242.xml"/><Relationship Id="rId483" Type="http://schemas.openxmlformats.org/officeDocument/2006/relationships/image" Target="../media/image1857.png"/><Relationship Id="rId690" Type="http://schemas.openxmlformats.org/officeDocument/2006/relationships/customXml" Target="../ink/ink2449.xml"/><Relationship Id="rId704" Type="http://schemas.openxmlformats.org/officeDocument/2006/relationships/customXml" Target="../ink/ink2456.xml"/><Relationship Id="rId40" Type="http://schemas.openxmlformats.org/officeDocument/2006/relationships/customXml" Target="../ink/ink2124.xml"/><Relationship Id="rId136" Type="http://schemas.openxmlformats.org/officeDocument/2006/relationships/customXml" Target="../ink/ink2172.xml"/><Relationship Id="rId343" Type="http://schemas.openxmlformats.org/officeDocument/2006/relationships/image" Target="../media/image1789.png"/><Relationship Id="rId550" Type="http://schemas.openxmlformats.org/officeDocument/2006/relationships/customXml" Target="../ink/ink2379.xml"/><Relationship Id="rId788" Type="http://schemas.openxmlformats.org/officeDocument/2006/relationships/customXml" Target="../ink/ink2498.xml"/><Relationship Id="rId203" Type="http://schemas.openxmlformats.org/officeDocument/2006/relationships/image" Target="../media/image1721.png"/><Relationship Id="rId648" Type="http://schemas.openxmlformats.org/officeDocument/2006/relationships/customXml" Target="../ink/ink2428.xml"/><Relationship Id="rId855" Type="http://schemas.openxmlformats.org/officeDocument/2006/relationships/image" Target="../media/image2042.png"/><Relationship Id="rId287" Type="http://schemas.openxmlformats.org/officeDocument/2006/relationships/image" Target="../media/image1763.png"/><Relationship Id="rId410" Type="http://schemas.openxmlformats.org/officeDocument/2006/relationships/customXml" Target="../ink/ink2309.xml"/><Relationship Id="rId494" Type="http://schemas.openxmlformats.org/officeDocument/2006/relationships/customXml" Target="../ink/ink2351.xml"/><Relationship Id="rId508" Type="http://schemas.openxmlformats.org/officeDocument/2006/relationships/customXml" Target="../ink/ink2358.xml"/><Relationship Id="rId715" Type="http://schemas.openxmlformats.org/officeDocument/2006/relationships/image" Target="../media/image1972.png"/><Relationship Id="rId147" Type="http://schemas.openxmlformats.org/officeDocument/2006/relationships/image" Target="../media/image1694.png"/><Relationship Id="rId354" Type="http://schemas.openxmlformats.org/officeDocument/2006/relationships/customXml" Target="../ink/ink2281.xml"/><Relationship Id="rId799" Type="http://schemas.openxmlformats.org/officeDocument/2006/relationships/image" Target="../media/image2014.png"/><Relationship Id="rId51" Type="http://schemas.openxmlformats.org/officeDocument/2006/relationships/image" Target="../media/image1647.png"/><Relationship Id="rId561" Type="http://schemas.openxmlformats.org/officeDocument/2006/relationships/image" Target="../media/image1896.png"/><Relationship Id="rId659" Type="http://schemas.openxmlformats.org/officeDocument/2006/relationships/image" Target="../media/image1945.png"/><Relationship Id="rId866" Type="http://schemas.openxmlformats.org/officeDocument/2006/relationships/customXml" Target="../ink/ink2537.xml"/><Relationship Id="rId214" Type="http://schemas.openxmlformats.org/officeDocument/2006/relationships/customXml" Target="../ink/ink2211.xml"/><Relationship Id="rId298" Type="http://schemas.openxmlformats.org/officeDocument/2006/relationships/customXml" Target="../ink/ink2253.xml"/><Relationship Id="rId421" Type="http://schemas.openxmlformats.org/officeDocument/2006/relationships/image" Target="../media/image1827.png"/><Relationship Id="rId519" Type="http://schemas.openxmlformats.org/officeDocument/2006/relationships/image" Target="../media/image1875.png"/><Relationship Id="rId158" Type="http://schemas.openxmlformats.org/officeDocument/2006/relationships/customXml" Target="../ink/ink2183.xml"/><Relationship Id="rId726" Type="http://schemas.openxmlformats.org/officeDocument/2006/relationships/customXml" Target="../ink/ink2467.xml"/><Relationship Id="rId62" Type="http://schemas.openxmlformats.org/officeDocument/2006/relationships/customXml" Target="../ink/ink2135.xml"/><Relationship Id="rId365" Type="http://schemas.openxmlformats.org/officeDocument/2006/relationships/image" Target="../media/image1800.png"/><Relationship Id="rId572" Type="http://schemas.openxmlformats.org/officeDocument/2006/relationships/customXml" Target="../ink/ink2390.xml"/><Relationship Id="rId225" Type="http://schemas.openxmlformats.org/officeDocument/2006/relationships/image" Target="../media/image1732.png"/><Relationship Id="rId432" Type="http://schemas.openxmlformats.org/officeDocument/2006/relationships/customXml" Target="../ink/ink2320.xml"/><Relationship Id="rId877" Type="http://schemas.openxmlformats.org/officeDocument/2006/relationships/customXml" Target="../ink/ink2543.xml"/><Relationship Id="rId737" Type="http://schemas.openxmlformats.org/officeDocument/2006/relationships/image" Target="../media/image1983.png"/><Relationship Id="rId73" Type="http://schemas.openxmlformats.org/officeDocument/2006/relationships/image" Target="../media/image1658.png"/><Relationship Id="rId169" Type="http://schemas.openxmlformats.org/officeDocument/2006/relationships/image" Target="../media/image1704.png"/><Relationship Id="rId376" Type="http://schemas.openxmlformats.org/officeDocument/2006/relationships/customXml" Target="../ink/ink2292.xml"/><Relationship Id="rId583" Type="http://schemas.openxmlformats.org/officeDocument/2006/relationships/image" Target="../media/image1907.png"/><Relationship Id="rId790" Type="http://schemas.openxmlformats.org/officeDocument/2006/relationships/customXml" Target="../ink/ink2499.xml"/><Relationship Id="rId804" Type="http://schemas.openxmlformats.org/officeDocument/2006/relationships/customXml" Target="../ink/ink2506.xml"/><Relationship Id="rId4" Type="http://schemas.openxmlformats.org/officeDocument/2006/relationships/customXml" Target="../ink/ink2106.xml"/><Relationship Id="rId236" Type="http://schemas.openxmlformats.org/officeDocument/2006/relationships/customXml" Target="../ink/ink2222.xml"/><Relationship Id="rId443" Type="http://schemas.openxmlformats.org/officeDocument/2006/relationships/image" Target="../media/image1838.png"/><Relationship Id="rId650" Type="http://schemas.openxmlformats.org/officeDocument/2006/relationships/customXml" Target="../ink/ink2429.xml"/><Relationship Id="rId303" Type="http://schemas.openxmlformats.org/officeDocument/2006/relationships/image" Target="../media/image1770.png"/><Relationship Id="rId748" Type="http://schemas.openxmlformats.org/officeDocument/2006/relationships/customXml" Target="../ink/ink2478.xml"/><Relationship Id="rId84" Type="http://schemas.openxmlformats.org/officeDocument/2006/relationships/customXml" Target="../ink/ink2146.xml"/><Relationship Id="rId387" Type="http://schemas.openxmlformats.org/officeDocument/2006/relationships/image" Target="../media/image1811.png"/><Relationship Id="rId510" Type="http://schemas.openxmlformats.org/officeDocument/2006/relationships/customXml" Target="../ink/ink2359.xml"/><Relationship Id="rId594" Type="http://schemas.openxmlformats.org/officeDocument/2006/relationships/customXml" Target="../ink/ink2401.xml"/><Relationship Id="rId608" Type="http://schemas.openxmlformats.org/officeDocument/2006/relationships/customXml" Target="../ink/ink2408.xml"/><Relationship Id="rId815" Type="http://schemas.openxmlformats.org/officeDocument/2006/relationships/image" Target="../media/image2022.png"/><Relationship Id="rId247" Type="http://schemas.openxmlformats.org/officeDocument/2006/relationships/image" Target="../media/image1743.png"/><Relationship Id="rId107" Type="http://schemas.openxmlformats.org/officeDocument/2006/relationships/image" Target="../media/image1675.png"/><Relationship Id="rId454" Type="http://schemas.openxmlformats.org/officeDocument/2006/relationships/customXml" Target="../ink/ink2331.xml"/><Relationship Id="rId661" Type="http://schemas.openxmlformats.org/officeDocument/2006/relationships/image" Target="../media/image1946.png"/><Relationship Id="rId759" Type="http://schemas.openxmlformats.org/officeDocument/2006/relationships/image" Target="../media/image1994.png"/><Relationship Id="rId11" Type="http://schemas.openxmlformats.org/officeDocument/2006/relationships/image" Target="../media/image1628.png"/><Relationship Id="rId314" Type="http://schemas.openxmlformats.org/officeDocument/2006/relationships/customXml" Target="../ink/ink2261.xml"/><Relationship Id="rId398" Type="http://schemas.openxmlformats.org/officeDocument/2006/relationships/customXml" Target="../ink/ink2303.xml"/><Relationship Id="rId521" Type="http://schemas.openxmlformats.org/officeDocument/2006/relationships/image" Target="../media/image1876.png"/><Relationship Id="rId619" Type="http://schemas.openxmlformats.org/officeDocument/2006/relationships/image" Target="../media/image1925.png"/><Relationship Id="rId95" Type="http://schemas.openxmlformats.org/officeDocument/2006/relationships/image" Target="../media/image1669.png"/><Relationship Id="rId160" Type="http://schemas.openxmlformats.org/officeDocument/2006/relationships/customXml" Target="../ink/ink2184.xml"/><Relationship Id="rId826" Type="http://schemas.openxmlformats.org/officeDocument/2006/relationships/customXml" Target="../ink/ink2517.xml"/><Relationship Id="rId258" Type="http://schemas.openxmlformats.org/officeDocument/2006/relationships/customXml" Target="../ink/ink2233.xml"/><Relationship Id="rId465" Type="http://schemas.openxmlformats.org/officeDocument/2006/relationships/image" Target="../media/image1849.png"/><Relationship Id="rId672" Type="http://schemas.openxmlformats.org/officeDocument/2006/relationships/customXml" Target="../ink/ink2440.xml"/><Relationship Id="rId22" Type="http://schemas.openxmlformats.org/officeDocument/2006/relationships/customXml" Target="../ink/ink2115.xml"/><Relationship Id="rId118" Type="http://schemas.openxmlformats.org/officeDocument/2006/relationships/customXml" Target="../ink/ink2163.xml"/><Relationship Id="rId325" Type="http://schemas.openxmlformats.org/officeDocument/2006/relationships/image" Target="../media/image1780.png"/><Relationship Id="rId532" Type="http://schemas.openxmlformats.org/officeDocument/2006/relationships/customXml" Target="../ink/ink2370.xml"/><Relationship Id="rId171" Type="http://schemas.openxmlformats.org/officeDocument/2006/relationships/image" Target="../media/image1705.png"/><Relationship Id="rId837" Type="http://schemas.openxmlformats.org/officeDocument/2006/relationships/image" Target="../media/image2033.png"/><Relationship Id="rId269" Type="http://schemas.openxmlformats.org/officeDocument/2006/relationships/image" Target="../media/image1754.png"/><Relationship Id="rId476" Type="http://schemas.openxmlformats.org/officeDocument/2006/relationships/customXml" Target="../ink/ink2342.xml"/><Relationship Id="rId683" Type="http://schemas.openxmlformats.org/officeDocument/2006/relationships/image" Target="../media/image1956.png"/><Relationship Id="rId33" Type="http://schemas.openxmlformats.org/officeDocument/2006/relationships/image" Target="../media/image1639.png"/><Relationship Id="rId129" Type="http://schemas.openxmlformats.org/officeDocument/2006/relationships/image" Target="../media/image1686.png"/><Relationship Id="rId336" Type="http://schemas.openxmlformats.org/officeDocument/2006/relationships/customXml" Target="../ink/ink2272.xml"/><Relationship Id="rId543" Type="http://schemas.openxmlformats.org/officeDocument/2006/relationships/image" Target="../media/image1887.png"/><Relationship Id="rId182" Type="http://schemas.openxmlformats.org/officeDocument/2006/relationships/customXml" Target="../ink/ink2195.xml"/><Relationship Id="rId403" Type="http://schemas.openxmlformats.org/officeDocument/2006/relationships/image" Target="../media/image1818.png"/><Relationship Id="rId750" Type="http://schemas.openxmlformats.org/officeDocument/2006/relationships/customXml" Target="../ink/ink2479.xml"/><Relationship Id="rId848" Type="http://schemas.openxmlformats.org/officeDocument/2006/relationships/customXml" Target="../ink/ink2528.xml"/><Relationship Id="rId487" Type="http://schemas.openxmlformats.org/officeDocument/2006/relationships/image" Target="../media/image1859.png"/><Relationship Id="rId610" Type="http://schemas.openxmlformats.org/officeDocument/2006/relationships/customXml" Target="../ink/ink2409.xml"/><Relationship Id="rId694" Type="http://schemas.openxmlformats.org/officeDocument/2006/relationships/customXml" Target="../ink/ink2451.xml"/><Relationship Id="rId708" Type="http://schemas.openxmlformats.org/officeDocument/2006/relationships/customXml" Target="../ink/ink2458.xml"/><Relationship Id="rId347" Type="http://schemas.openxmlformats.org/officeDocument/2006/relationships/image" Target="../media/image1791.png"/><Relationship Id="rId44" Type="http://schemas.openxmlformats.org/officeDocument/2006/relationships/customXml" Target="../ink/ink2126.xml"/><Relationship Id="rId554" Type="http://schemas.openxmlformats.org/officeDocument/2006/relationships/customXml" Target="../ink/ink2381.xml"/><Relationship Id="rId761" Type="http://schemas.openxmlformats.org/officeDocument/2006/relationships/image" Target="../media/image1995.png"/><Relationship Id="rId859" Type="http://schemas.openxmlformats.org/officeDocument/2006/relationships/image" Target="../media/image2044.png"/><Relationship Id="rId193" Type="http://schemas.openxmlformats.org/officeDocument/2006/relationships/image" Target="../media/image1716.png"/><Relationship Id="rId207" Type="http://schemas.openxmlformats.org/officeDocument/2006/relationships/image" Target="../media/image1723.png"/><Relationship Id="rId414" Type="http://schemas.openxmlformats.org/officeDocument/2006/relationships/customXml" Target="../ink/ink2311.xml"/><Relationship Id="rId498" Type="http://schemas.openxmlformats.org/officeDocument/2006/relationships/customXml" Target="../ink/ink2353.xml"/><Relationship Id="rId621" Type="http://schemas.openxmlformats.org/officeDocument/2006/relationships/image" Target="../media/image1926.png"/><Relationship Id="rId260" Type="http://schemas.openxmlformats.org/officeDocument/2006/relationships/customXml" Target="../ink/ink2234.xml"/><Relationship Id="rId719" Type="http://schemas.openxmlformats.org/officeDocument/2006/relationships/image" Target="../media/image1974.png"/><Relationship Id="rId55" Type="http://schemas.openxmlformats.org/officeDocument/2006/relationships/image" Target="../media/image1649.png"/><Relationship Id="rId120" Type="http://schemas.openxmlformats.org/officeDocument/2006/relationships/customXml" Target="../ink/ink2164.xml"/><Relationship Id="rId358" Type="http://schemas.openxmlformats.org/officeDocument/2006/relationships/customXml" Target="../ink/ink2283.xml"/><Relationship Id="rId565" Type="http://schemas.openxmlformats.org/officeDocument/2006/relationships/image" Target="../media/image1898.png"/><Relationship Id="rId772" Type="http://schemas.openxmlformats.org/officeDocument/2006/relationships/customXml" Target="../ink/ink2490.xml"/><Relationship Id="rId218" Type="http://schemas.openxmlformats.org/officeDocument/2006/relationships/customXml" Target="../ink/ink2213.xml"/><Relationship Id="rId425" Type="http://schemas.openxmlformats.org/officeDocument/2006/relationships/image" Target="../media/image1829.png"/><Relationship Id="rId632" Type="http://schemas.openxmlformats.org/officeDocument/2006/relationships/customXml" Target="../ink/ink2420.xml"/><Relationship Id="rId271" Type="http://schemas.openxmlformats.org/officeDocument/2006/relationships/image" Target="../media/image1755.png"/><Relationship Id="rId66" Type="http://schemas.openxmlformats.org/officeDocument/2006/relationships/customXml" Target="../ink/ink2137.xml"/><Relationship Id="rId131" Type="http://schemas.openxmlformats.org/officeDocument/2006/relationships/image" Target="../media/image1687.png"/><Relationship Id="rId369" Type="http://schemas.openxmlformats.org/officeDocument/2006/relationships/image" Target="../media/image1802.png"/><Relationship Id="rId576" Type="http://schemas.openxmlformats.org/officeDocument/2006/relationships/customXml" Target="../ink/ink2392.xml"/><Relationship Id="rId783" Type="http://schemas.openxmlformats.org/officeDocument/2006/relationships/image" Target="../media/image2006.png"/><Relationship Id="rId229" Type="http://schemas.openxmlformats.org/officeDocument/2006/relationships/image" Target="../media/image1734.png"/><Relationship Id="rId436" Type="http://schemas.openxmlformats.org/officeDocument/2006/relationships/customXml" Target="../ink/ink2322.xml"/><Relationship Id="rId643" Type="http://schemas.openxmlformats.org/officeDocument/2006/relationships/image" Target="../media/image1937.png"/><Relationship Id="rId850" Type="http://schemas.openxmlformats.org/officeDocument/2006/relationships/customXml" Target="../ink/ink2529.xml"/><Relationship Id="rId77" Type="http://schemas.openxmlformats.org/officeDocument/2006/relationships/image" Target="../media/image1660.png"/><Relationship Id="rId282" Type="http://schemas.openxmlformats.org/officeDocument/2006/relationships/customXml" Target="../ink/ink2245.xml"/><Relationship Id="rId503" Type="http://schemas.openxmlformats.org/officeDocument/2006/relationships/image" Target="../media/image1867.png"/><Relationship Id="rId587" Type="http://schemas.openxmlformats.org/officeDocument/2006/relationships/image" Target="../media/image1909.png"/><Relationship Id="rId710" Type="http://schemas.openxmlformats.org/officeDocument/2006/relationships/customXml" Target="../ink/ink2459.xml"/><Relationship Id="rId808" Type="http://schemas.openxmlformats.org/officeDocument/2006/relationships/customXml" Target="../ink/ink2508.xml"/><Relationship Id="rId8" Type="http://schemas.openxmlformats.org/officeDocument/2006/relationships/customXml" Target="../ink/ink2108.xml"/><Relationship Id="rId142" Type="http://schemas.openxmlformats.org/officeDocument/2006/relationships/customXml" Target="../ink/ink2175.xml"/><Relationship Id="rId447" Type="http://schemas.openxmlformats.org/officeDocument/2006/relationships/image" Target="../media/image1840.png"/><Relationship Id="rId794" Type="http://schemas.openxmlformats.org/officeDocument/2006/relationships/customXml" Target="../ink/ink2501.xml"/><Relationship Id="rId654" Type="http://schemas.openxmlformats.org/officeDocument/2006/relationships/customXml" Target="../ink/ink2431.xml"/><Relationship Id="rId861" Type="http://schemas.openxmlformats.org/officeDocument/2006/relationships/image" Target="../media/image2045.png"/><Relationship Id="rId293" Type="http://schemas.openxmlformats.org/officeDocument/2006/relationships/image" Target="../media/image1766.png"/><Relationship Id="rId307" Type="http://schemas.openxmlformats.org/officeDocument/2006/relationships/image" Target="../media/image1772.png"/><Relationship Id="rId514" Type="http://schemas.openxmlformats.org/officeDocument/2006/relationships/customXml" Target="../ink/ink2361.xml"/><Relationship Id="rId721" Type="http://schemas.openxmlformats.org/officeDocument/2006/relationships/image" Target="../media/image1975.png"/><Relationship Id="rId88" Type="http://schemas.openxmlformats.org/officeDocument/2006/relationships/customXml" Target="../ink/ink2148.xml"/><Relationship Id="rId153" Type="http://schemas.openxmlformats.org/officeDocument/2006/relationships/image" Target="../media/image1697.png"/><Relationship Id="rId360" Type="http://schemas.openxmlformats.org/officeDocument/2006/relationships/customXml" Target="../ink/ink2284.xml"/><Relationship Id="rId598" Type="http://schemas.openxmlformats.org/officeDocument/2006/relationships/customXml" Target="../ink/ink2403.xml"/><Relationship Id="rId819" Type="http://schemas.openxmlformats.org/officeDocument/2006/relationships/image" Target="../media/image2024.png"/><Relationship Id="rId220" Type="http://schemas.openxmlformats.org/officeDocument/2006/relationships/customXml" Target="../ink/ink2214.xml"/><Relationship Id="rId458" Type="http://schemas.openxmlformats.org/officeDocument/2006/relationships/customXml" Target="../ink/ink2333.xml"/><Relationship Id="rId665" Type="http://schemas.openxmlformats.org/officeDocument/2006/relationships/image" Target="../media/image1948.png"/><Relationship Id="rId872" Type="http://schemas.openxmlformats.org/officeDocument/2006/relationships/image" Target="../media/image205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5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9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13, 10-20-26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0283E"/>
          </a:solidFill>
          <a:ln w="12700">
            <a:solidFill>
              <a:srgbClr val="102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C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8 ● LECTURE 13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303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Downsampling,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Decimation, and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Strides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85800" y="369417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sampling theory meets modern convolutional networks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280160"/>
            <a:ext cx="1920240" cy="1005840"/>
          </a:xfrm>
          <a:prstGeom prst="roundRect">
            <a:avLst/>
          </a:prstGeom>
          <a:solidFill>
            <a:srgbClr val="E7F3FA"/>
          </a:solidFill>
          <a:ln w="19050">
            <a:solidFill>
              <a:srgbClr val="6FA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0" y="1298448"/>
            <a:ext cx="1920240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12280" y="260604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copies stretch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can overlap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43800" y="3703320"/>
            <a:ext cx="1828800" cy="0"/>
          </a:xfrm>
          <a:prstGeom prst="line">
            <a:avLst/>
          </a:prstGeom>
          <a:noFill/>
          <a:ln w="25400">
            <a:solidFill>
              <a:srgbClr val="8EC3E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40880" y="4069080"/>
            <a:ext cx="2743200" cy="1051560"/>
          </a:xfrm>
          <a:prstGeom prst="roundRect">
            <a:avLst/>
          </a:prstGeom>
          <a:solidFill>
            <a:srgbClr val="E7F3FA"/>
          </a:solidFill>
          <a:ln w="19050">
            <a:solidFill>
              <a:srgbClr val="6FA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40880" y="4087368"/>
            <a:ext cx="2743200" cy="1033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Conv1d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 = 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6126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CA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§4.6  |  Raschka: CNN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objectives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75 minutes, students should be able to reason in both time and frequency domains.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66928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downsampled sequences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from x[n] and M.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spectral stretching and aliasing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using the DTFT relation.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the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anti-aliasing stage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of a decimator.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 &gt; 1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 a CNN is a sampling operation.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shift-equivariance failures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caused by aliased feature maps.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315200" y="1828800"/>
            <a:ext cx="3566160" cy="2103120"/>
          </a:xfrm>
          <a:prstGeom prst="roundRect">
            <a:avLst>
              <a:gd name="adj" fmla="val 2609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79792" y="1956816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79792" y="2267712"/>
            <a:ext cx="32369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0–25 min: downsampling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25–50 min: decimation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50–75 min: CNN strides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0" y="425196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79792" y="4379976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79792" y="4690872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happen before we throw samples away?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8F87336-2655-CCD8-5D6E-1AFE0EA33CD1}"/>
                  </a:ext>
                </a:extLst>
              </p14:cNvPr>
              <p14:cNvContentPartPr/>
              <p14:nvPr/>
            </p14:nvContentPartPr>
            <p14:xfrm>
              <a:off x="2088900" y="2046608"/>
              <a:ext cx="1325880" cy="21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8F87336-2655-CCD8-5D6E-1AFE0EA33C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80260" y="2037608"/>
                <a:ext cx="134352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9605D54-F628-0466-1F0F-4EFB52F6CCCD}"/>
                  </a:ext>
                </a:extLst>
              </p14:cNvPr>
              <p14:cNvContentPartPr/>
              <p14:nvPr/>
            </p14:nvContentPartPr>
            <p14:xfrm>
              <a:off x="5529420" y="2082608"/>
              <a:ext cx="383400" cy="61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9605D54-F628-0466-1F0F-4EFB52F6CCC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20420" y="2073968"/>
                <a:ext cx="40104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C7F0559-88E3-2494-6FC9-74AC9199D970}"/>
                  </a:ext>
                </a:extLst>
              </p14:cNvPr>
              <p14:cNvContentPartPr/>
              <p14:nvPr/>
            </p14:nvContentPartPr>
            <p14:xfrm>
              <a:off x="713700" y="2898008"/>
              <a:ext cx="504360" cy="37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C7F0559-88E3-2494-6FC9-74AC9199D97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5060" y="2889368"/>
                <a:ext cx="52200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CC7AC36-0580-5A46-6EEA-C188C5F82A78}"/>
                  </a:ext>
                </a:extLst>
              </p14:cNvPr>
              <p14:cNvContentPartPr/>
              <p14:nvPr/>
            </p14:nvContentPartPr>
            <p14:xfrm>
              <a:off x="2757060" y="2601728"/>
              <a:ext cx="880200" cy="378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CC7AC36-0580-5A46-6EEA-C188C5F82A7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48060" y="2593088"/>
                <a:ext cx="89784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3A6EC76-F6A0-2949-5761-F55EBB6E67B2}"/>
                  </a:ext>
                </a:extLst>
              </p14:cNvPr>
              <p14:cNvContentPartPr/>
              <p14:nvPr/>
            </p14:nvContentPartPr>
            <p14:xfrm>
              <a:off x="4561740" y="2633768"/>
              <a:ext cx="415800" cy="111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3A6EC76-F6A0-2949-5761-F55EBB6E67B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52740" y="2624768"/>
                <a:ext cx="433440" cy="2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89575F7D-5B48-6A01-15F9-BF64C87055DC}"/>
              </a:ext>
            </a:extLst>
          </p:cNvPr>
          <p:cNvGrpSpPr/>
          <p:nvPr/>
        </p:nvGrpSpPr>
        <p:grpSpPr>
          <a:xfrm>
            <a:off x="6171660" y="2990888"/>
            <a:ext cx="1091160" cy="754920"/>
            <a:chOff x="6171660" y="2990888"/>
            <a:chExt cx="1091160" cy="75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664B76F-AEF2-51E2-CC10-5B7169C3972C}"/>
                    </a:ext>
                  </a:extLst>
                </p14:cNvPr>
                <p14:cNvContentPartPr/>
                <p14:nvPr/>
              </p14:nvContentPartPr>
              <p14:xfrm>
                <a:off x="6171660" y="2997368"/>
                <a:ext cx="125280" cy="198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664B76F-AEF2-51E2-CC10-5B7169C3972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63020" y="2988368"/>
                  <a:ext cx="1429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F4F0451-61C6-1DA9-85D1-449BA2942CB2}"/>
                    </a:ext>
                  </a:extLst>
                </p14:cNvPr>
                <p14:cNvContentPartPr/>
                <p14:nvPr/>
              </p14:nvContentPartPr>
              <p14:xfrm>
                <a:off x="6328620" y="3006728"/>
                <a:ext cx="102960" cy="152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F4F0451-61C6-1DA9-85D1-449BA2942CB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319980" y="2997728"/>
                  <a:ext cx="1206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D9F1E27-6746-D811-6348-6D0C9A29DF66}"/>
                    </a:ext>
                  </a:extLst>
                </p14:cNvPr>
                <p14:cNvContentPartPr/>
                <p14:nvPr/>
              </p14:nvContentPartPr>
              <p14:xfrm>
                <a:off x="6524820" y="3065048"/>
                <a:ext cx="11160" cy="109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D9F1E27-6746-D811-6348-6D0C9A29DF6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516180" y="3056408"/>
                  <a:ext cx="288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A543820-C561-AF03-2C1B-930571612221}"/>
                    </a:ext>
                  </a:extLst>
                </p14:cNvPr>
                <p14:cNvContentPartPr/>
                <p14:nvPr/>
              </p14:nvContentPartPr>
              <p14:xfrm>
                <a:off x="6509700" y="2990888"/>
                <a:ext cx="99360" cy="32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A543820-C561-AF03-2C1B-93057161222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501060" y="2982248"/>
                  <a:ext cx="1170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795C9B4-44D4-3EED-3DE0-E251806E28AD}"/>
                    </a:ext>
                  </a:extLst>
                </p14:cNvPr>
                <p14:cNvContentPartPr/>
                <p14:nvPr/>
              </p14:nvContentPartPr>
              <p14:xfrm>
                <a:off x="6499260" y="3088808"/>
                <a:ext cx="83160" cy="2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795C9B4-44D4-3EED-3DE0-E251806E28A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490620" y="3080168"/>
                  <a:ext cx="1008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74106C4-6104-E454-BB33-8A8F95C6C2BC}"/>
                    </a:ext>
                  </a:extLst>
                </p14:cNvPr>
                <p14:cNvContentPartPr/>
                <p14:nvPr/>
              </p14:nvContentPartPr>
              <p14:xfrm>
                <a:off x="6268140" y="3263408"/>
                <a:ext cx="91080" cy="201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74106C4-6104-E454-BB33-8A8F95C6C2B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259500" y="3254768"/>
                  <a:ext cx="1087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15E3C8B-7CF9-076B-73B9-B145B5103B3E}"/>
                    </a:ext>
                  </a:extLst>
                </p14:cNvPr>
                <p14:cNvContentPartPr/>
                <p14:nvPr/>
              </p14:nvContentPartPr>
              <p14:xfrm>
                <a:off x="6206580" y="3386528"/>
                <a:ext cx="153000" cy="27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15E3C8B-7CF9-076B-73B9-B145B5103B3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197580" y="3377888"/>
                  <a:ext cx="1706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3D39326-E3B2-988A-79D2-49EAD096B80A}"/>
                    </a:ext>
                  </a:extLst>
                </p14:cNvPr>
                <p14:cNvContentPartPr/>
                <p14:nvPr/>
              </p14:nvContentPartPr>
              <p14:xfrm>
                <a:off x="6416460" y="3303728"/>
                <a:ext cx="194760" cy="126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3D39326-E3B2-988A-79D2-49EAD096B80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407820" y="3294728"/>
                  <a:ext cx="2124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4ABFD6F-D92C-6E4F-9BD1-DD1C2B26BB02}"/>
                    </a:ext>
                  </a:extLst>
                </p14:cNvPr>
                <p14:cNvContentPartPr/>
                <p14:nvPr/>
              </p14:nvContentPartPr>
              <p14:xfrm>
                <a:off x="6211620" y="3641768"/>
                <a:ext cx="370080" cy="104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4ABFD6F-D92C-6E4F-9BD1-DD1C2B26BB0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202620" y="3632768"/>
                  <a:ext cx="3877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E415BB0-01C4-7820-856E-8DB6220CA261}"/>
                    </a:ext>
                  </a:extLst>
                </p14:cNvPr>
                <p14:cNvContentPartPr/>
                <p14:nvPr/>
              </p14:nvContentPartPr>
              <p14:xfrm>
                <a:off x="6568020" y="3527648"/>
                <a:ext cx="175320" cy="204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E415BB0-01C4-7820-856E-8DB6220CA26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559020" y="3518648"/>
                  <a:ext cx="1929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3F33DC3-BF37-FF7D-6161-CC856241ECB4}"/>
                    </a:ext>
                  </a:extLst>
                </p14:cNvPr>
                <p14:cNvContentPartPr/>
                <p14:nvPr/>
              </p14:nvContentPartPr>
              <p14:xfrm>
                <a:off x="6701940" y="3552488"/>
                <a:ext cx="9000" cy="25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3F33DC3-BF37-FF7D-6161-CC856241ECB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693300" y="3543488"/>
                  <a:ext cx="266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33831D7-5666-4441-9370-6CA417BD7A59}"/>
                    </a:ext>
                  </a:extLst>
                </p14:cNvPr>
                <p14:cNvContentPartPr/>
                <p14:nvPr/>
              </p14:nvContentPartPr>
              <p14:xfrm>
                <a:off x="6820020" y="3491648"/>
                <a:ext cx="206640" cy="248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33831D7-5666-4441-9370-6CA417BD7A5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811380" y="3483008"/>
                  <a:ext cx="2242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5567637-E571-90A1-0342-D75F02A09484}"/>
                    </a:ext>
                  </a:extLst>
                </p14:cNvPr>
                <p14:cNvContentPartPr/>
                <p14:nvPr/>
              </p14:nvContentPartPr>
              <p14:xfrm>
                <a:off x="6987780" y="3538088"/>
                <a:ext cx="19800" cy="44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5567637-E571-90A1-0342-D75F02A0948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978780" y="3529088"/>
                  <a:ext cx="374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1E39A8D-5C0C-0E8B-985A-B1D2C2484D60}"/>
                    </a:ext>
                  </a:extLst>
                </p14:cNvPr>
                <p14:cNvContentPartPr/>
                <p14:nvPr/>
              </p14:nvContentPartPr>
              <p14:xfrm>
                <a:off x="7079940" y="3641768"/>
                <a:ext cx="94680" cy="97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1E39A8D-5C0C-0E8B-985A-B1D2C2484D6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070940" y="3632768"/>
                  <a:ext cx="1123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17151DE-2670-30FD-1EF4-69CC8F68327F}"/>
                    </a:ext>
                  </a:extLst>
                </p14:cNvPr>
                <p14:cNvContentPartPr/>
                <p14:nvPr/>
              </p14:nvContentPartPr>
              <p14:xfrm>
                <a:off x="7156620" y="3611528"/>
                <a:ext cx="106200" cy="126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17151DE-2670-30FD-1EF4-69CC8F68327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147620" y="3602528"/>
                  <a:ext cx="123840" cy="14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E653488-AA98-7307-74FF-97201758AA78}"/>
                  </a:ext>
                </a:extLst>
              </p14:cNvPr>
              <p14:cNvContentPartPr/>
              <p14:nvPr/>
            </p14:nvContentPartPr>
            <p14:xfrm>
              <a:off x="2002860" y="4113728"/>
              <a:ext cx="1882800" cy="176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E653488-AA98-7307-74FF-97201758AA7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993860" y="4105088"/>
                <a:ext cx="1900440" cy="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B5BBE26F-DAAA-F3CA-68B2-379693173BDC}"/>
              </a:ext>
            </a:extLst>
          </p:cNvPr>
          <p:cNvGrpSpPr/>
          <p:nvPr/>
        </p:nvGrpSpPr>
        <p:grpSpPr>
          <a:xfrm>
            <a:off x="858060" y="4653728"/>
            <a:ext cx="2667960" cy="316440"/>
            <a:chOff x="858060" y="4653728"/>
            <a:chExt cx="2667960" cy="31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22F8119-04D6-875E-E02E-8AACBC611B03}"/>
                    </a:ext>
                  </a:extLst>
                </p14:cNvPr>
                <p14:cNvContentPartPr/>
                <p14:nvPr/>
              </p14:nvContentPartPr>
              <p14:xfrm>
                <a:off x="858060" y="4653728"/>
                <a:ext cx="235800" cy="178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22F8119-04D6-875E-E02E-8AACBC611B0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49420" y="4644728"/>
                  <a:ext cx="2534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17AD04D-2620-503A-6140-C0747D8FBE52}"/>
                    </a:ext>
                  </a:extLst>
                </p14:cNvPr>
                <p14:cNvContentPartPr/>
                <p14:nvPr/>
              </p14:nvContentPartPr>
              <p14:xfrm>
                <a:off x="1065060" y="4670648"/>
                <a:ext cx="272160" cy="174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17AD04D-2620-503A-6140-C0747D8FBE5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6060" y="4661648"/>
                  <a:ext cx="2898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D4DB1AD-45A9-9B0D-6094-30621C9B383F}"/>
                    </a:ext>
                  </a:extLst>
                </p14:cNvPr>
                <p14:cNvContentPartPr/>
                <p14:nvPr/>
              </p14:nvContentPartPr>
              <p14:xfrm>
                <a:off x="1251900" y="4707008"/>
                <a:ext cx="20520" cy="7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D4DB1AD-45A9-9B0D-6094-30621C9B383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243260" y="4698008"/>
                  <a:ext cx="381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92CDC62-BC9C-9A56-CF43-8C33056F9DDF}"/>
                    </a:ext>
                  </a:extLst>
                </p14:cNvPr>
                <p14:cNvContentPartPr/>
                <p14:nvPr/>
              </p14:nvContentPartPr>
              <p14:xfrm>
                <a:off x="1360980" y="4666328"/>
                <a:ext cx="128160" cy="303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92CDC62-BC9C-9A56-CF43-8C33056F9DD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351980" y="4657688"/>
                  <a:ext cx="14580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A15179F-AE0A-A8F5-32CC-51EC54F3EEFA}"/>
                    </a:ext>
                  </a:extLst>
                </p14:cNvPr>
                <p14:cNvContentPartPr/>
                <p14:nvPr/>
              </p14:nvContentPartPr>
              <p14:xfrm>
                <a:off x="1475460" y="4675688"/>
                <a:ext cx="45720" cy="184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A15179F-AE0A-A8F5-32CC-51EC54F3EEF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466460" y="4667048"/>
                  <a:ext cx="633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BFE971A-BA94-DEA9-2FAF-52D1E615677B}"/>
                    </a:ext>
                  </a:extLst>
                </p14:cNvPr>
                <p14:cNvContentPartPr/>
                <p14:nvPr/>
              </p14:nvContentPartPr>
              <p14:xfrm>
                <a:off x="1394820" y="4768208"/>
                <a:ext cx="138240" cy="27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BFE971A-BA94-DEA9-2FAF-52D1E615677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385820" y="4759568"/>
                  <a:ext cx="1558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44DDCAE-4417-6D07-FD2F-1668CDB90115}"/>
                    </a:ext>
                  </a:extLst>
                </p14:cNvPr>
                <p14:cNvContentPartPr/>
                <p14:nvPr/>
              </p14:nvContentPartPr>
              <p14:xfrm>
                <a:off x="1703340" y="4726808"/>
                <a:ext cx="129600" cy="121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44DDCAE-4417-6D07-FD2F-1668CDB9011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694340" y="4717808"/>
                  <a:ext cx="1472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DD7E094-A648-722F-5518-AEC5CF3F99BE}"/>
                    </a:ext>
                  </a:extLst>
                </p14:cNvPr>
                <p14:cNvContentPartPr/>
                <p14:nvPr/>
              </p14:nvContentPartPr>
              <p14:xfrm>
                <a:off x="1884060" y="4764248"/>
                <a:ext cx="142560" cy="160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DD7E094-A648-722F-5518-AEC5CF3F99B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875060" y="4755608"/>
                  <a:ext cx="1602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B4270C5-B630-EE8A-87CA-4C3AD32B5718}"/>
                    </a:ext>
                  </a:extLst>
                </p14:cNvPr>
                <p14:cNvContentPartPr/>
                <p14:nvPr/>
              </p14:nvContentPartPr>
              <p14:xfrm>
                <a:off x="2055060" y="4793048"/>
                <a:ext cx="88200" cy="48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B4270C5-B630-EE8A-87CA-4C3AD32B571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046060" y="4784408"/>
                  <a:ext cx="1058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5AE68CA-A1BD-573D-C274-034F538EC8FB}"/>
                    </a:ext>
                  </a:extLst>
                </p14:cNvPr>
                <p14:cNvContentPartPr/>
                <p14:nvPr/>
              </p14:nvContentPartPr>
              <p14:xfrm>
                <a:off x="2187180" y="4784768"/>
                <a:ext cx="46800" cy="73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5AE68CA-A1BD-573D-C274-034F538EC8F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178180" y="4776128"/>
                  <a:ext cx="644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DA96E54-2A75-E7C8-CB61-0B08A8901475}"/>
                    </a:ext>
                  </a:extLst>
                </p14:cNvPr>
                <p14:cNvContentPartPr/>
                <p14:nvPr/>
              </p14:nvContentPartPr>
              <p14:xfrm>
                <a:off x="2166300" y="4691168"/>
                <a:ext cx="3600" cy="32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DA96E54-2A75-E7C8-CB61-0B08A890147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157660" y="4682528"/>
                  <a:ext cx="212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4F01B20-3ACC-44B3-D480-AF6327AF1886}"/>
                    </a:ext>
                  </a:extLst>
                </p14:cNvPr>
                <p14:cNvContentPartPr/>
                <p14:nvPr/>
              </p14:nvContentPartPr>
              <p14:xfrm>
                <a:off x="2233980" y="4722848"/>
                <a:ext cx="69120" cy="109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4F01B20-3ACC-44B3-D480-AF6327AF188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224980" y="4713848"/>
                  <a:ext cx="867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EB3ABE0-425B-39F7-57D9-522188D88376}"/>
                    </a:ext>
                  </a:extLst>
                </p14:cNvPr>
                <p14:cNvContentPartPr/>
                <p14:nvPr/>
              </p14:nvContentPartPr>
              <p14:xfrm>
                <a:off x="2356020" y="4762808"/>
                <a:ext cx="113400" cy="84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EB3ABE0-425B-39F7-57D9-522188D8837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347020" y="4753808"/>
                  <a:ext cx="1310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7B8153D-1A65-E442-654E-D73F0ADF88F7}"/>
                    </a:ext>
                  </a:extLst>
                </p14:cNvPr>
                <p14:cNvContentPartPr/>
                <p14:nvPr/>
              </p14:nvContentPartPr>
              <p14:xfrm>
                <a:off x="2557260" y="4752368"/>
                <a:ext cx="63000" cy="83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7B8153D-1A65-E442-654E-D73F0ADF88F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548260" y="4743368"/>
                  <a:ext cx="806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FBB71D7-77B3-6F08-C24A-40D2DEF1145D}"/>
                    </a:ext>
                  </a:extLst>
                </p14:cNvPr>
                <p14:cNvContentPartPr/>
                <p14:nvPr/>
              </p14:nvContentPartPr>
              <p14:xfrm>
                <a:off x="2711700" y="4763888"/>
                <a:ext cx="42120" cy="84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FBB71D7-77B3-6F08-C24A-40D2DEF1145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703060" y="4755248"/>
                  <a:ext cx="597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024FBB9-31E2-B934-D1F6-8928F39CF8C1}"/>
                    </a:ext>
                  </a:extLst>
                </p14:cNvPr>
                <p14:cNvContentPartPr/>
                <p14:nvPr/>
              </p14:nvContentPartPr>
              <p14:xfrm>
                <a:off x="2701620" y="4669208"/>
                <a:ext cx="360" cy="18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024FBB9-31E2-B934-D1F6-8928F39CF8C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692620" y="4660568"/>
                  <a:ext cx="180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F846EB5-A4F0-4329-24FA-335A60C39FCE}"/>
                    </a:ext>
                  </a:extLst>
                </p14:cNvPr>
                <p14:cNvContentPartPr/>
                <p14:nvPr/>
              </p14:nvContentPartPr>
              <p14:xfrm>
                <a:off x="2830140" y="4755608"/>
                <a:ext cx="304560" cy="111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F846EB5-A4F0-4329-24FA-335A60C39FC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821140" y="4746608"/>
                  <a:ext cx="3222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BA1D414-AB9F-C21D-C223-38C109CDB2A0}"/>
                    </a:ext>
                  </a:extLst>
                </p14:cNvPr>
                <p14:cNvContentPartPr/>
                <p14:nvPr/>
              </p14:nvContentPartPr>
              <p14:xfrm>
                <a:off x="3234420" y="4742288"/>
                <a:ext cx="291600" cy="151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BA1D414-AB9F-C21D-C223-38C109CDB2A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225420" y="4733648"/>
                  <a:ext cx="309240" cy="16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474A1AF1-E347-B53B-1DF2-EF6033261127}"/>
                  </a:ext>
                </a:extLst>
              </p14:cNvPr>
              <p14:cNvContentPartPr/>
              <p14:nvPr/>
            </p14:nvContentPartPr>
            <p14:xfrm>
              <a:off x="3553380" y="4773248"/>
              <a:ext cx="360" cy="14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474A1AF1-E347-B53B-1DF2-EF6033261127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3544740" y="4764608"/>
                <a:ext cx="1800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4823D0BA-8F36-C85A-0C13-E8700D7E3194}"/>
                  </a:ext>
                </a:extLst>
              </p14:cNvPr>
              <p14:cNvContentPartPr/>
              <p14:nvPr/>
            </p14:nvContentPartPr>
            <p14:xfrm>
              <a:off x="3600180" y="4862888"/>
              <a:ext cx="360" cy="3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4823D0BA-8F36-C85A-0C13-E8700D7E3194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591540" y="4853888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4" name="Group 183">
            <a:extLst>
              <a:ext uri="{FF2B5EF4-FFF2-40B4-BE49-F238E27FC236}">
                <a16:creationId xmlns:a16="http://schemas.microsoft.com/office/drawing/2014/main" id="{F05F9BCA-3FF8-4478-24CC-7D18E41EC570}"/>
              </a:ext>
            </a:extLst>
          </p:cNvPr>
          <p:cNvGrpSpPr/>
          <p:nvPr/>
        </p:nvGrpSpPr>
        <p:grpSpPr>
          <a:xfrm>
            <a:off x="898380" y="5008328"/>
            <a:ext cx="5736960" cy="1428120"/>
            <a:chOff x="898380" y="5008328"/>
            <a:chExt cx="5736960" cy="142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E299D3E-1DCD-9C2B-2286-C2EAAA27155F}"/>
                    </a:ext>
                  </a:extLst>
                </p14:cNvPr>
                <p14:cNvContentPartPr/>
                <p14:nvPr/>
              </p14:nvContentPartPr>
              <p14:xfrm>
                <a:off x="941580" y="5133968"/>
                <a:ext cx="199440" cy="162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E299D3E-1DCD-9C2B-2286-C2EAAA27155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32580" y="5124968"/>
                  <a:ext cx="2170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1936DF3-B653-63C1-3D50-312AEB35FFF6}"/>
                    </a:ext>
                  </a:extLst>
                </p14:cNvPr>
                <p14:cNvContentPartPr/>
                <p14:nvPr/>
              </p14:nvContentPartPr>
              <p14:xfrm>
                <a:off x="1181340" y="5153768"/>
                <a:ext cx="236160" cy="140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1936DF3-B653-63C1-3D50-312AEB35FFF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172700" y="5144768"/>
                  <a:ext cx="2538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1AA9EA7-E052-7C8A-42EF-C8B882419F38}"/>
                    </a:ext>
                  </a:extLst>
                </p14:cNvPr>
                <p14:cNvContentPartPr/>
                <p14:nvPr/>
              </p14:nvContentPartPr>
              <p14:xfrm>
                <a:off x="1361340" y="5159168"/>
                <a:ext cx="5400" cy="15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1AA9EA7-E052-7C8A-42EF-C8B882419F3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352340" y="5150528"/>
                  <a:ext cx="230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89E9290-6A44-4E78-D945-67CA70EBC7D8}"/>
                    </a:ext>
                  </a:extLst>
                </p14:cNvPr>
                <p14:cNvContentPartPr/>
                <p14:nvPr/>
              </p14:nvContentPartPr>
              <p14:xfrm>
                <a:off x="1457100" y="5131448"/>
                <a:ext cx="127440" cy="2876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89E9290-6A44-4E78-D945-67CA70EBC7D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448100" y="5122808"/>
                  <a:ext cx="1450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B1F738A-497C-471C-86EE-EF81E683E42A}"/>
                    </a:ext>
                  </a:extLst>
                </p14:cNvPr>
                <p14:cNvContentPartPr/>
                <p14:nvPr/>
              </p14:nvContentPartPr>
              <p14:xfrm>
                <a:off x="1448820" y="5322968"/>
                <a:ext cx="109800" cy="49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B1F738A-497C-471C-86EE-EF81E683E42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440180" y="5314328"/>
                  <a:ext cx="1274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EB3D7C5-31B9-42FF-5CD3-95F9879F55D0}"/>
                    </a:ext>
                  </a:extLst>
                </p14:cNvPr>
                <p14:cNvContentPartPr/>
                <p14:nvPr/>
              </p14:nvContentPartPr>
              <p14:xfrm>
                <a:off x="1621620" y="5138288"/>
                <a:ext cx="48600" cy="144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EB3D7C5-31B9-42FF-5CD3-95F9879F55D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612980" y="5129288"/>
                  <a:ext cx="662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05B7A7D-4B35-F797-8157-964F4CF58DF8}"/>
                    </a:ext>
                  </a:extLst>
                </p14:cNvPr>
                <p14:cNvContentPartPr/>
                <p14:nvPr/>
              </p14:nvContentPartPr>
              <p14:xfrm>
                <a:off x="1584180" y="5225408"/>
                <a:ext cx="146160" cy="27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05B7A7D-4B35-F797-8157-964F4CF58DF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575540" y="5216408"/>
                  <a:ext cx="1638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F3A1701-FE87-19E1-81D6-981E26144D1E}"/>
                    </a:ext>
                  </a:extLst>
                </p14:cNvPr>
                <p14:cNvContentPartPr/>
                <p14:nvPr/>
              </p14:nvContentPartPr>
              <p14:xfrm>
                <a:off x="1896300" y="5262848"/>
                <a:ext cx="360" cy="30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F3A1701-FE87-19E1-81D6-981E26144D1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887300" y="5253848"/>
                  <a:ext cx="180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EF33363-B360-7D8F-31F9-A0922BE2EED7}"/>
                    </a:ext>
                  </a:extLst>
                </p14:cNvPr>
                <p14:cNvContentPartPr/>
                <p14:nvPr/>
              </p14:nvContentPartPr>
              <p14:xfrm>
                <a:off x="1849500" y="5143328"/>
                <a:ext cx="2520" cy="3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EF33363-B360-7D8F-31F9-A0922BE2EED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840500" y="5134328"/>
                  <a:ext cx="201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78D14B0-478E-A92E-861E-5B886487F4BF}"/>
                    </a:ext>
                  </a:extLst>
                </p14:cNvPr>
                <p14:cNvContentPartPr/>
                <p14:nvPr/>
              </p14:nvContentPartPr>
              <p14:xfrm>
                <a:off x="1958220" y="5241968"/>
                <a:ext cx="110880" cy="417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78D14B0-478E-A92E-861E-5B886487F4B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949580" y="5232968"/>
                  <a:ext cx="1285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DA20DD4-3D69-DC54-E584-E0EEBA429A9E}"/>
                    </a:ext>
                  </a:extLst>
                </p14:cNvPr>
                <p14:cNvContentPartPr/>
                <p14:nvPr/>
              </p14:nvContentPartPr>
              <p14:xfrm>
                <a:off x="2097900" y="5190128"/>
                <a:ext cx="115920" cy="189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DA20DD4-3D69-DC54-E584-E0EEBA429A9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088900" y="5181128"/>
                  <a:ext cx="1335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64A0526-EB79-68B8-7BCF-67018ECFC326}"/>
                    </a:ext>
                  </a:extLst>
                </p14:cNvPr>
                <p14:cNvContentPartPr/>
                <p14:nvPr/>
              </p14:nvContentPartPr>
              <p14:xfrm>
                <a:off x="2270340" y="5245928"/>
                <a:ext cx="114840" cy="39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64A0526-EB79-68B8-7BCF-67018ECFC32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261700" y="5237288"/>
                  <a:ext cx="1324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E49D131-DE68-A8E7-6C39-601E4D8E5D7A}"/>
                    </a:ext>
                  </a:extLst>
                </p14:cNvPr>
                <p14:cNvContentPartPr/>
                <p14:nvPr/>
              </p14:nvContentPartPr>
              <p14:xfrm>
                <a:off x="2415780" y="5106968"/>
                <a:ext cx="65880" cy="199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E49D131-DE68-A8E7-6C39-601E4D8E5D7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406780" y="5097968"/>
                  <a:ext cx="835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6E17D7D-25A7-B243-059A-604EE52CB80D}"/>
                    </a:ext>
                  </a:extLst>
                </p14:cNvPr>
                <p14:cNvContentPartPr/>
                <p14:nvPr/>
              </p14:nvContentPartPr>
              <p14:xfrm>
                <a:off x="2386260" y="5194448"/>
                <a:ext cx="87120" cy="32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6E17D7D-25A7-B243-059A-604EE52CB80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377260" y="5185448"/>
                  <a:ext cx="1047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6DE8517-D203-71F9-83EC-F40F20FF912B}"/>
                    </a:ext>
                  </a:extLst>
                </p14:cNvPr>
                <p14:cNvContentPartPr/>
                <p14:nvPr/>
              </p14:nvContentPartPr>
              <p14:xfrm>
                <a:off x="2761740" y="5065568"/>
                <a:ext cx="74520" cy="196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6DE8517-D203-71F9-83EC-F40F20FF912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752740" y="5056568"/>
                  <a:ext cx="921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A5F52F8-99EC-634E-6CFA-5E5BF8BB0433}"/>
                    </a:ext>
                  </a:extLst>
                </p14:cNvPr>
                <p14:cNvContentPartPr/>
                <p14:nvPr/>
              </p14:nvContentPartPr>
              <p14:xfrm>
                <a:off x="2689740" y="5163848"/>
                <a:ext cx="141840" cy="16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A5F52F8-99EC-634E-6CFA-5E5BF8BB043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681100" y="5154848"/>
                  <a:ext cx="1594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113B412-38D1-5138-8153-3879FA9ED2BB}"/>
                    </a:ext>
                  </a:extLst>
                </p14:cNvPr>
                <p14:cNvContentPartPr/>
                <p14:nvPr/>
              </p14:nvContentPartPr>
              <p14:xfrm>
                <a:off x="2856060" y="5204528"/>
                <a:ext cx="158400" cy="79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113B412-38D1-5138-8153-3879FA9ED2B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847060" y="5195888"/>
                  <a:ext cx="1760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E2320D9-DD7E-A496-8285-67D99F02E4C7}"/>
                    </a:ext>
                  </a:extLst>
                </p14:cNvPr>
                <p14:cNvContentPartPr/>
                <p14:nvPr/>
              </p14:nvContentPartPr>
              <p14:xfrm>
                <a:off x="3201660" y="5205608"/>
                <a:ext cx="159480" cy="918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E2320D9-DD7E-A496-8285-67D99F02E4C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193020" y="5196608"/>
                  <a:ext cx="1771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A0A5ABC-FBD0-3EAE-7EDC-C5D8D54C3032}"/>
                    </a:ext>
                  </a:extLst>
                </p14:cNvPr>
                <p14:cNvContentPartPr/>
                <p14:nvPr/>
              </p14:nvContentPartPr>
              <p14:xfrm>
                <a:off x="3583620" y="5132888"/>
                <a:ext cx="121320" cy="130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A0A5ABC-FBD0-3EAE-7EDC-C5D8D54C303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574620" y="5124248"/>
                  <a:ext cx="1389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23EC226-4505-9116-D788-A042868F5B2C}"/>
                    </a:ext>
                  </a:extLst>
                </p14:cNvPr>
                <p14:cNvContentPartPr/>
                <p14:nvPr/>
              </p14:nvContentPartPr>
              <p14:xfrm>
                <a:off x="3751020" y="5199848"/>
                <a:ext cx="93600" cy="1922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23EC226-4505-9116-D788-A042868F5B2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742020" y="5191208"/>
                  <a:ext cx="1112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E6F1A7A-FAFC-2555-9736-75AB5BF0D19D}"/>
                    </a:ext>
                  </a:extLst>
                </p14:cNvPr>
                <p14:cNvContentPartPr/>
                <p14:nvPr/>
              </p14:nvContentPartPr>
              <p14:xfrm>
                <a:off x="3835620" y="5110568"/>
                <a:ext cx="123840" cy="160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E6F1A7A-FAFC-2555-9736-75AB5BF0D19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826620" y="5101568"/>
                  <a:ext cx="1414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1DA15BA-1689-411D-723E-793B8E5F2A96}"/>
                    </a:ext>
                  </a:extLst>
                </p14:cNvPr>
                <p14:cNvContentPartPr/>
                <p14:nvPr/>
              </p14:nvContentPartPr>
              <p14:xfrm>
                <a:off x="4078260" y="5018768"/>
                <a:ext cx="79920" cy="253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1DA15BA-1689-411D-723E-793B8E5F2A9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069260" y="5009768"/>
                  <a:ext cx="975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C267DC9-E035-E1F8-81E4-267F94DEF023}"/>
                    </a:ext>
                  </a:extLst>
                </p14:cNvPr>
                <p14:cNvContentPartPr/>
                <p14:nvPr/>
              </p14:nvContentPartPr>
              <p14:xfrm>
                <a:off x="4036140" y="5163128"/>
                <a:ext cx="135720" cy="40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C267DC9-E035-E1F8-81E4-267F94DEF02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027500" y="5154128"/>
                  <a:ext cx="1533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FC67BE7-B151-C3A8-79BC-3988959960C9}"/>
                    </a:ext>
                  </a:extLst>
                </p14:cNvPr>
                <p14:cNvContentPartPr/>
                <p14:nvPr/>
              </p14:nvContentPartPr>
              <p14:xfrm>
                <a:off x="4248900" y="5118128"/>
                <a:ext cx="381240" cy="1234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FC67BE7-B151-C3A8-79BC-3988959960C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239900" y="5109128"/>
                  <a:ext cx="3988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2D047CC-6FA0-B74E-2779-22BAC1AAC78D}"/>
                    </a:ext>
                  </a:extLst>
                </p14:cNvPr>
                <p14:cNvContentPartPr/>
                <p14:nvPr/>
              </p14:nvContentPartPr>
              <p14:xfrm>
                <a:off x="4612860" y="5194808"/>
                <a:ext cx="110880" cy="72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2D047CC-6FA0-B74E-2779-22BAC1AAC78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603860" y="5186168"/>
                  <a:ext cx="1285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2DFCFD7-FD8F-FEB8-8324-6707D24AE6A6}"/>
                    </a:ext>
                  </a:extLst>
                </p14:cNvPr>
                <p14:cNvContentPartPr/>
                <p14:nvPr/>
              </p14:nvContentPartPr>
              <p14:xfrm>
                <a:off x="4958100" y="5008328"/>
                <a:ext cx="158760" cy="2296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2DFCFD7-FD8F-FEB8-8324-6707D24AE6A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949460" y="4999328"/>
                  <a:ext cx="1764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52ECDA4-9FB6-0FC8-7556-4496DB479CF8}"/>
                    </a:ext>
                  </a:extLst>
                </p14:cNvPr>
                <p14:cNvContentPartPr/>
                <p14:nvPr/>
              </p14:nvContentPartPr>
              <p14:xfrm>
                <a:off x="5175540" y="5138648"/>
                <a:ext cx="164160" cy="270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52ECDA4-9FB6-0FC8-7556-4496DB479CF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166540" y="5129648"/>
                  <a:ext cx="1818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BBCEA1A-1412-BB23-AEDB-9D60DF0A4D10}"/>
                    </a:ext>
                  </a:extLst>
                </p14:cNvPr>
                <p14:cNvContentPartPr/>
                <p14:nvPr/>
              </p14:nvContentPartPr>
              <p14:xfrm>
                <a:off x="5644260" y="5101928"/>
                <a:ext cx="127080" cy="115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BBCEA1A-1412-BB23-AEDB-9D60DF0A4D1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635620" y="5092928"/>
                  <a:ext cx="1447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762C8C5-83C0-3B9C-B611-553C6885A6C1}"/>
                    </a:ext>
                  </a:extLst>
                </p14:cNvPr>
                <p14:cNvContentPartPr/>
                <p14:nvPr/>
              </p14:nvContentPartPr>
              <p14:xfrm>
                <a:off x="5800500" y="5159528"/>
                <a:ext cx="184680" cy="626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762C8C5-83C0-3B9C-B611-553C6885A6C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791500" y="5150528"/>
                  <a:ext cx="2023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1014E53-CC21-A912-D586-EDA3061E7F24}"/>
                    </a:ext>
                  </a:extLst>
                </p14:cNvPr>
                <p14:cNvContentPartPr/>
                <p14:nvPr/>
              </p14:nvContentPartPr>
              <p14:xfrm>
                <a:off x="6053940" y="5010848"/>
                <a:ext cx="354960" cy="232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1014E53-CC21-A912-D586-EDA3061E7F2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045300" y="5002208"/>
                  <a:ext cx="3726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AC3F8D2-1B96-CA46-6ADC-3EC4289BAE90}"/>
                    </a:ext>
                  </a:extLst>
                </p14:cNvPr>
                <p14:cNvContentPartPr/>
                <p14:nvPr/>
              </p14:nvContentPartPr>
              <p14:xfrm>
                <a:off x="954540" y="5542928"/>
                <a:ext cx="462960" cy="95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AC3F8D2-1B96-CA46-6ADC-3EC4289BAE9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45540" y="5533928"/>
                  <a:ext cx="4806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479A499-88EC-69C1-810D-7989E950D585}"/>
                    </a:ext>
                  </a:extLst>
                </p14:cNvPr>
                <p14:cNvContentPartPr/>
                <p14:nvPr/>
              </p14:nvContentPartPr>
              <p14:xfrm>
                <a:off x="1477980" y="5568128"/>
                <a:ext cx="91440" cy="756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479A499-88EC-69C1-810D-7989E950D58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469340" y="5559488"/>
                  <a:ext cx="1090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43EA9F4-102F-5567-48B6-801565B615FC}"/>
                    </a:ext>
                  </a:extLst>
                </p14:cNvPr>
                <p14:cNvContentPartPr/>
                <p14:nvPr/>
              </p14:nvContentPartPr>
              <p14:xfrm>
                <a:off x="1589580" y="5599448"/>
                <a:ext cx="131400" cy="37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43EA9F4-102F-5567-48B6-801565B615F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580940" y="5590448"/>
                  <a:ext cx="1490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A81A0E5-7BDE-68CE-BA80-8A918A50CF2D}"/>
                    </a:ext>
                  </a:extLst>
                </p14:cNvPr>
                <p14:cNvContentPartPr/>
                <p14:nvPr/>
              </p14:nvContentPartPr>
              <p14:xfrm>
                <a:off x="1802700" y="5616728"/>
                <a:ext cx="98280" cy="136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A81A0E5-7BDE-68CE-BA80-8A918A50CF2D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793700" y="5607728"/>
                  <a:ext cx="1159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08F3807-AA6F-068E-1DCD-E6CBBFBA2340}"/>
                    </a:ext>
                  </a:extLst>
                </p14:cNvPr>
                <p14:cNvContentPartPr/>
                <p14:nvPr/>
              </p14:nvContentPartPr>
              <p14:xfrm>
                <a:off x="1814940" y="5595128"/>
                <a:ext cx="113760" cy="453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08F3807-AA6F-068E-1DCD-E6CBBFBA234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806300" y="5586488"/>
                  <a:ext cx="1314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0EF593A-2909-CF2A-86F4-5041432EE1AD}"/>
                    </a:ext>
                  </a:extLst>
                </p14:cNvPr>
                <p14:cNvContentPartPr/>
                <p14:nvPr/>
              </p14:nvContentPartPr>
              <p14:xfrm>
                <a:off x="1916820" y="5481008"/>
                <a:ext cx="76680" cy="163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0EF593A-2909-CF2A-86F4-5041432EE1A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908180" y="5472368"/>
                  <a:ext cx="943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C19998B-8AB0-A801-0EFC-393980ACFEC5}"/>
                    </a:ext>
                  </a:extLst>
                </p14:cNvPr>
                <p14:cNvContentPartPr/>
                <p14:nvPr/>
              </p14:nvContentPartPr>
              <p14:xfrm>
                <a:off x="1887660" y="5552648"/>
                <a:ext cx="143640" cy="27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C19998B-8AB0-A801-0EFC-393980ACFEC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879020" y="5543648"/>
                  <a:ext cx="1612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876052D-0C05-CF3C-8D75-A88F8A9571E9}"/>
                    </a:ext>
                  </a:extLst>
                </p14:cNvPr>
                <p14:cNvContentPartPr/>
                <p14:nvPr/>
              </p14:nvContentPartPr>
              <p14:xfrm>
                <a:off x="1827900" y="5622128"/>
                <a:ext cx="102600" cy="38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876052D-0C05-CF3C-8D75-A88F8A9571E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819260" y="5613128"/>
                  <a:ext cx="1202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ED3F42E-200A-BE0C-EE09-87DC61E21ED6}"/>
                    </a:ext>
                  </a:extLst>
                </p14:cNvPr>
                <p14:cNvContentPartPr/>
                <p14:nvPr/>
              </p14:nvContentPartPr>
              <p14:xfrm>
                <a:off x="2290860" y="5612048"/>
                <a:ext cx="244800" cy="25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ED3F42E-200A-BE0C-EE09-87DC61E21ED6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281860" y="5603048"/>
                  <a:ext cx="2624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8ED45A7-E87E-D06E-312F-11F7C3C5BA56}"/>
                    </a:ext>
                  </a:extLst>
                </p14:cNvPr>
                <p14:cNvContentPartPr/>
                <p14:nvPr/>
              </p14:nvContentPartPr>
              <p14:xfrm>
                <a:off x="2254500" y="5558408"/>
                <a:ext cx="218880" cy="216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8ED45A7-E87E-D06E-312F-11F7C3C5BA56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245500" y="5549408"/>
                  <a:ext cx="2365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EDF3806-0F27-8F8C-6CBB-C76337C40802}"/>
                    </a:ext>
                  </a:extLst>
                </p14:cNvPr>
                <p14:cNvContentPartPr/>
                <p14:nvPr/>
              </p14:nvContentPartPr>
              <p14:xfrm>
                <a:off x="2477700" y="5522768"/>
                <a:ext cx="194760" cy="1468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EDF3806-0F27-8F8C-6CBB-C76337C4080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468700" y="5513768"/>
                  <a:ext cx="2124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AF5AAD4-433C-8406-BEF2-BE28DB642BA2}"/>
                    </a:ext>
                  </a:extLst>
                </p14:cNvPr>
                <p14:cNvContentPartPr/>
                <p14:nvPr/>
              </p14:nvContentPartPr>
              <p14:xfrm>
                <a:off x="2841660" y="5511968"/>
                <a:ext cx="67320" cy="1616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AF5AAD4-433C-8406-BEF2-BE28DB642BA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832660" y="5502968"/>
                  <a:ext cx="849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D854E92-B950-95DC-9ABC-95BB9AB5FF04}"/>
                    </a:ext>
                  </a:extLst>
                </p14:cNvPr>
                <p14:cNvContentPartPr/>
                <p14:nvPr/>
              </p14:nvContentPartPr>
              <p14:xfrm>
                <a:off x="2810700" y="5485328"/>
                <a:ext cx="142560" cy="42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D854E92-B950-95DC-9ABC-95BB9AB5FF0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801700" y="5476328"/>
                  <a:ext cx="1602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423D0F9-1AA7-2454-D442-CB0552972676}"/>
                    </a:ext>
                  </a:extLst>
                </p14:cNvPr>
                <p14:cNvContentPartPr/>
                <p14:nvPr/>
              </p14:nvContentPartPr>
              <p14:xfrm>
                <a:off x="2857140" y="5568488"/>
                <a:ext cx="161280" cy="105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423D0F9-1AA7-2454-D442-CB0552972676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848140" y="5559848"/>
                  <a:ext cx="1789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4550F95-11B6-3129-7E83-9F4BB4417758}"/>
                    </a:ext>
                  </a:extLst>
                </p14:cNvPr>
                <p14:cNvContentPartPr/>
                <p14:nvPr/>
              </p14:nvContentPartPr>
              <p14:xfrm>
                <a:off x="3039300" y="5589368"/>
                <a:ext cx="161640" cy="838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4550F95-11B6-3129-7E83-9F4BB441775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030300" y="5580368"/>
                  <a:ext cx="1792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7CEC96F-6F1D-748F-A6AB-69B2A899C888}"/>
                    </a:ext>
                  </a:extLst>
                </p14:cNvPr>
                <p14:cNvContentPartPr/>
                <p14:nvPr/>
              </p14:nvContentPartPr>
              <p14:xfrm>
                <a:off x="3077100" y="5626448"/>
                <a:ext cx="118080" cy="514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7CEC96F-6F1D-748F-A6AB-69B2A899C888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068460" y="5617808"/>
                  <a:ext cx="135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45CA808-BB54-595E-1E73-6FB924FB737E}"/>
                    </a:ext>
                  </a:extLst>
                </p14:cNvPr>
                <p14:cNvContentPartPr/>
                <p14:nvPr/>
              </p14:nvContentPartPr>
              <p14:xfrm>
                <a:off x="3223620" y="5594768"/>
                <a:ext cx="145440" cy="1501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45CA808-BB54-595E-1E73-6FB924FB737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214980" y="5585768"/>
                  <a:ext cx="1630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CF0C793-4094-D2DC-8E30-73C5FB821578}"/>
                    </a:ext>
                  </a:extLst>
                </p14:cNvPr>
                <p14:cNvContentPartPr/>
                <p14:nvPr/>
              </p14:nvContentPartPr>
              <p14:xfrm>
                <a:off x="3443580" y="5563808"/>
                <a:ext cx="248400" cy="1098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CF0C793-4094-D2DC-8E30-73C5FB82157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434940" y="5555168"/>
                  <a:ext cx="2660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FA3462A-6708-88E9-024A-D6BBA0A1ABC4}"/>
                    </a:ext>
                  </a:extLst>
                </p14:cNvPr>
                <p14:cNvContentPartPr/>
                <p14:nvPr/>
              </p14:nvContentPartPr>
              <p14:xfrm>
                <a:off x="3723660" y="5594408"/>
                <a:ext cx="148320" cy="849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FA3462A-6708-88E9-024A-D6BBA0A1ABC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714660" y="5585768"/>
                  <a:ext cx="1659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DAE06FC-BC80-DD06-3F5B-088EA75EFE27}"/>
                    </a:ext>
                  </a:extLst>
                </p14:cNvPr>
                <p14:cNvContentPartPr/>
                <p14:nvPr/>
              </p14:nvContentPartPr>
              <p14:xfrm>
                <a:off x="3818340" y="5470568"/>
                <a:ext cx="99360" cy="1749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DAE06FC-BC80-DD06-3F5B-088EA75EFE2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809700" y="5461928"/>
                  <a:ext cx="1170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4D31B28-EBB1-DB47-4938-F89EB9E74EF4}"/>
                    </a:ext>
                  </a:extLst>
                </p14:cNvPr>
                <p14:cNvContentPartPr/>
                <p14:nvPr/>
              </p14:nvContentPartPr>
              <p14:xfrm>
                <a:off x="3832740" y="5573888"/>
                <a:ext cx="90000" cy="27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4D31B28-EBB1-DB47-4938-F89EB9E74EF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824100" y="5564888"/>
                  <a:ext cx="1076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BEE4F88-2A77-D567-8036-79BB3CA4C620}"/>
                    </a:ext>
                  </a:extLst>
                </p14:cNvPr>
                <p14:cNvContentPartPr/>
                <p14:nvPr/>
              </p14:nvContentPartPr>
              <p14:xfrm>
                <a:off x="4189140" y="5585048"/>
                <a:ext cx="108360" cy="694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BEE4F88-2A77-D567-8036-79BB3CA4C62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180140" y="5576048"/>
                  <a:ext cx="1260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DA496C6-C97C-D8BC-81C6-8E5888CD0FD8}"/>
                    </a:ext>
                  </a:extLst>
                </p14:cNvPr>
                <p14:cNvContentPartPr/>
                <p14:nvPr/>
              </p14:nvContentPartPr>
              <p14:xfrm>
                <a:off x="4335660" y="5605568"/>
                <a:ext cx="138960" cy="514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DA496C6-C97C-D8BC-81C6-8E5888CD0FD8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327020" y="5596928"/>
                  <a:ext cx="1566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9E6575C-4D29-D2B3-5FF5-509DDEC09CF0}"/>
                    </a:ext>
                  </a:extLst>
                </p14:cNvPr>
                <p14:cNvContentPartPr/>
                <p14:nvPr/>
              </p14:nvContentPartPr>
              <p14:xfrm>
                <a:off x="4478220" y="5460128"/>
                <a:ext cx="99360" cy="1972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9E6575C-4D29-D2B3-5FF5-509DDEC09CF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469580" y="5451488"/>
                  <a:ext cx="1170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8CAEE71-0E24-BC33-D173-DBB3B775E2F1}"/>
                    </a:ext>
                  </a:extLst>
                </p14:cNvPr>
                <p14:cNvContentPartPr/>
                <p14:nvPr/>
              </p14:nvContentPartPr>
              <p14:xfrm>
                <a:off x="4444740" y="5562728"/>
                <a:ext cx="148320" cy="745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8CAEE71-0E24-BC33-D173-DBB3B775E2F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436100" y="5553728"/>
                  <a:ext cx="1659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8D5B387-DD80-1BA0-EE1C-B831B28B906C}"/>
                    </a:ext>
                  </a:extLst>
                </p14:cNvPr>
                <p14:cNvContentPartPr/>
                <p14:nvPr/>
              </p14:nvContentPartPr>
              <p14:xfrm>
                <a:off x="4634100" y="5574248"/>
                <a:ext cx="101880" cy="1350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8D5B387-DD80-1BA0-EE1C-B831B28B906C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625100" y="5565608"/>
                  <a:ext cx="1195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633DD1F-37D0-FE02-486A-822CD7F5483A}"/>
                    </a:ext>
                  </a:extLst>
                </p14:cNvPr>
                <p14:cNvContentPartPr/>
                <p14:nvPr/>
              </p14:nvContentPartPr>
              <p14:xfrm>
                <a:off x="4769100" y="5617808"/>
                <a:ext cx="150120" cy="59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633DD1F-37D0-FE02-486A-822CD7F5483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760460" y="5609168"/>
                  <a:ext cx="1677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0A1D657-7915-1D34-1408-DFB9C89086C9}"/>
                    </a:ext>
                  </a:extLst>
                </p14:cNvPr>
                <p14:cNvContentPartPr/>
                <p14:nvPr/>
              </p14:nvContentPartPr>
              <p14:xfrm>
                <a:off x="4935420" y="5481008"/>
                <a:ext cx="78120" cy="2138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0A1D657-7915-1D34-1408-DFB9C89086C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926780" y="5472368"/>
                  <a:ext cx="957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74FF3A6-2699-9071-70AE-B9FF3C9BB018}"/>
                    </a:ext>
                  </a:extLst>
                </p14:cNvPr>
                <p14:cNvContentPartPr/>
                <p14:nvPr/>
              </p14:nvContentPartPr>
              <p14:xfrm>
                <a:off x="4906260" y="5600168"/>
                <a:ext cx="107280" cy="684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74FF3A6-2699-9071-70AE-B9FF3C9BB018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897620" y="5591168"/>
                  <a:ext cx="1249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E5EFDB7-189E-2132-792B-51A9D74ECF42}"/>
                    </a:ext>
                  </a:extLst>
                </p14:cNvPr>
                <p14:cNvContentPartPr/>
                <p14:nvPr/>
              </p14:nvContentPartPr>
              <p14:xfrm>
                <a:off x="5174820" y="5547248"/>
                <a:ext cx="124200" cy="687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E5EFDB7-189E-2132-792B-51A9D74ECF4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165820" y="5538608"/>
                  <a:ext cx="1418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C2411A8-6551-E9DF-C7DA-9F64F4423B90}"/>
                    </a:ext>
                  </a:extLst>
                </p14:cNvPr>
                <p14:cNvContentPartPr/>
                <p14:nvPr/>
              </p14:nvContentPartPr>
              <p14:xfrm>
                <a:off x="5358780" y="5444648"/>
                <a:ext cx="98640" cy="3016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C2411A8-6551-E9DF-C7DA-9F64F4423B90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349780" y="5436008"/>
                  <a:ext cx="1162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BE81DB7-FA31-C6F8-30D2-54B2203E0C1A}"/>
                    </a:ext>
                  </a:extLst>
                </p14:cNvPr>
                <p14:cNvContentPartPr/>
                <p14:nvPr/>
              </p14:nvContentPartPr>
              <p14:xfrm>
                <a:off x="5356620" y="5645168"/>
                <a:ext cx="119520" cy="70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BE81DB7-FA31-C6F8-30D2-54B2203E0C1A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347980" y="5636168"/>
                  <a:ext cx="1371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5DF39F7-CD82-8433-C228-652F2A512B52}"/>
                    </a:ext>
                  </a:extLst>
                </p14:cNvPr>
                <p14:cNvContentPartPr/>
                <p14:nvPr/>
              </p14:nvContentPartPr>
              <p14:xfrm>
                <a:off x="5706900" y="5538248"/>
                <a:ext cx="85680" cy="936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5DF39F7-CD82-8433-C228-652F2A512B5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698260" y="5529248"/>
                  <a:ext cx="1033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E1D2DFC-F354-8794-7B16-4EAB3BD8A7DC}"/>
                    </a:ext>
                  </a:extLst>
                </p14:cNvPr>
                <p14:cNvContentPartPr/>
                <p14:nvPr/>
              </p14:nvContentPartPr>
              <p14:xfrm>
                <a:off x="5855220" y="5581808"/>
                <a:ext cx="141840" cy="1821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E1D2DFC-F354-8794-7B16-4EAB3BD8A7D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846220" y="5573168"/>
                  <a:ext cx="1594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8331210-F16B-8B12-3BCC-62484DE2CFBD}"/>
                    </a:ext>
                  </a:extLst>
                </p14:cNvPr>
                <p14:cNvContentPartPr/>
                <p14:nvPr/>
              </p14:nvContentPartPr>
              <p14:xfrm>
                <a:off x="6025500" y="5556608"/>
                <a:ext cx="79200" cy="1339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8331210-F16B-8B12-3BCC-62484DE2CFB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016860" y="5547608"/>
                  <a:ext cx="968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3641D04-AAFA-B84E-7629-987146888123}"/>
                    </a:ext>
                  </a:extLst>
                </p14:cNvPr>
                <p14:cNvContentPartPr/>
                <p14:nvPr/>
              </p14:nvContentPartPr>
              <p14:xfrm>
                <a:off x="6151140" y="5449688"/>
                <a:ext cx="63720" cy="1778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3641D04-AAFA-B84E-7629-987146888123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142500" y="5441048"/>
                  <a:ext cx="813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919D97B-CCD4-31F6-5765-259D8C73E11A}"/>
                    </a:ext>
                  </a:extLst>
                </p14:cNvPr>
                <p14:cNvContentPartPr/>
                <p14:nvPr/>
              </p14:nvContentPartPr>
              <p14:xfrm>
                <a:off x="6156540" y="5506208"/>
                <a:ext cx="478800" cy="1468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919D97B-CCD4-31F6-5765-259D8C73E11A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147540" y="5497568"/>
                  <a:ext cx="4964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2102BDD-A757-1553-2E7F-C6EB0468ABB4}"/>
                    </a:ext>
                  </a:extLst>
                </p14:cNvPr>
                <p14:cNvContentPartPr/>
                <p14:nvPr/>
              </p14:nvContentPartPr>
              <p14:xfrm>
                <a:off x="968580" y="5805728"/>
                <a:ext cx="95400" cy="2116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2102BDD-A757-1553-2E7F-C6EB0468ABB4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59580" y="5796728"/>
                  <a:ext cx="1130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4B64FCD-EAEB-BB16-2433-B39A4BE8FDD1}"/>
                    </a:ext>
                  </a:extLst>
                </p14:cNvPr>
                <p14:cNvContentPartPr/>
                <p14:nvPr/>
              </p14:nvContentPartPr>
              <p14:xfrm>
                <a:off x="971100" y="5938568"/>
                <a:ext cx="109800" cy="97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4B64FCD-EAEB-BB16-2433-B39A4BE8FDD1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62100" y="5929928"/>
                  <a:ext cx="1274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FFEBEC1-A0E8-9F1A-8C37-397915CFBF46}"/>
                    </a:ext>
                  </a:extLst>
                </p14:cNvPr>
                <p14:cNvContentPartPr/>
                <p14:nvPr/>
              </p14:nvContentPartPr>
              <p14:xfrm>
                <a:off x="1133820" y="5932448"/>
                <a:ext cx="114120" cy="640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FFEBEC1-A0E8-9F1A-8C37-397915CFBF46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24820" y="5923448"/>
                  <a:ext cx="1317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0735595-C5B7-2F9B-4012-74B074BCA5D7}"/>
                    </a:ext>
                  </a:extLst>
                </p14:cNvPr>
                <p14:cNvContentPartPr/>
                <p14:nvPr/>
              </p14:nvContentPartPr>
              <p14:xfrm>
                <a:off x="1495620" y="5800328"/>
                <a:ext cx="353880" cy="2055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0735595-C5B7-2F9B-4012-74B074BCA5D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486980" y="5791688"/>
                  <a:ext cx="3715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934A90E-700D-D3B0-83B0-085FD206B357}"/>
                    </a:ext>
                  </a:extLst>
                </p14:cNvPr>
                <p14:cNvContentPartPr/>
                <p14:nvPr/>
              </p14:nvContentPartPr>
              <p14:xfrm>
                <a:off x="2109420" y="5872688"/>
                <a:ext cx="147960" cy="1177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934A90E-700D-D3B0-83B0-085FD206B357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100780" y="5864048"/>
                  <a:ext cx="1656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1782C65-1887-E29A-D402-9332E32BCF4A}"/>
                    </a:ext>
                  </a:extLst>
                </p14:cNvPr>
                <p14:cNvContentPartPr/>
                <p14:nvPr/>
              </p14:nvContentPartPr>
              <p14:xfrm>
                <a:off x="2239020" y="5824088"/>
                <a:ext cx="248040" cy="1468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1782C65-1887-E29A-D402-9332E32BCF4A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230380" y="5815088"/>
                  <a:ext cx="2656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10B7CD7-365D-FEAC-8B62-594472470D51}"/>
                    </a:ext>
                  </a:extLst>
                </p14:cNvPr>
                <p14:cNvContentPartPr/>
                <p14:nvPr/>
              </p14:nvContentPartPr>
              <p14:xfrm>
                <a:off x="2416500" y="5813648"/>
                <a:ext cx="4680" cy="32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10B7CD7-365D-FEAC-8B62-594472470D5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407860" y="5804648"/>
                  <a:ext cx="223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62CD06C-B383-CF84-A06E-3265EC016D08}"/>
                    </a:ext>
                  </a:extLst>
                </p14:cNvPr>
                <p14:cNvContentPartPr/>
                <p14:nvPr/>
              </p14:nvContentPartPr>
              <p14:xfrm>
                <a:off x="2520180" y="5777288"/>
                <a:ext cx="129240" cy="2606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62CD06C-B383-CF84-A06E-3265EC016D0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511180" y="5768288"/>
                  <a:ext cx="1468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23D3982-6C45-97AF-2E1B-8DDA66192B88}"/>
                    </a:ext>
                  </a:extLst>
                </p14:cNvPr>
                <p14:cNvContentPartPr/>
                <p14:nvPr/>
              </p14:nvContentPartPr>
              <p14:xfrm>
                <a:off x="2623500" y="5782328"/>
                <a:ext cx="68400" cy="1702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23D3982-6C45-97AF-2E1B-8DDA66192B88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614860" y="5773688"/>
                  <a:ext cx="860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5CBF697-06FE-4DE4-85BE-EB9FF20310BD}"/>
                    </a:ext>
                  </a:extLst>
                </p14:cNvPr>
                <p14:cNvContentPartPr/>
                <p14:nvPr/>
              </p14:nvContentPartPr>
              <p14:xfrm>
                <a:off x="2665260" y="5849288"/>
                <a:ext cx="226800" cy="1310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5CBF697-06FE-4DE4-85BE-EB9FF20310BD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656260" y="5840648"/>
                  <a:ext cx="2444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785AA60-C409-648A-1E22-224E5ACC15E4}"/>
                    </a:ext>
                  </a:extLst>
                </p14:cNvPr>
                <p14:cNvContentPartPr/>
                <p14:nvPr/>
              </p14:nvContentPartPr>
              <p14:xfrm>
                <a:off x="2886300" y="5776928"/>
                <a:ext cx="132120" cy="1936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785AA60-C409-648A-1E22-224E5ACC15E4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2877660" y="5767928"/>
                  <a:ext cx="1497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64FD9DF-291E-A294-8096-39B9CE8AA83B}"/>
                    </a:ext>
                  </a:extLst>
                </p14:cNvPr>
                <p14:cNvContentPartPr/>
                <p14:nvPr/>
              </p14:nvContentPartPr>
              <p14:xfrm>
                <a:off x="3298140" y="5818688"/>
                <a:ext cx="183240" cy="1821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64FD9DF-291E-A294-8096-39B9CE8AA83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3289500" y="5810048"/>
                  <a:ext cx="2008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E1136A1-B2EB-9120-7ABD-3D89427EE330}"/>
                    </a:ext>
                  </a:extLst>
                </p14:cNvPr>
                <p14:cNvContentPartPr/>
                <p14:nvPr/>
              </p14:nvContentPartPr>
              <p14:xfrm>
                <a:off x="3516300" y="5933168"/>
                <a:ext cx="126360" cy="1962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E1136A1-B2EB-9120-7ABD-3D89427EE330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507300" y="5924168"/>
                  <a:ext cx="1440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8EA11BC-6288-81B7-A81F-C1283C6F3674}"/>
                    </a:ext>
                  </a:extLst>
                </p14:cNvPr>
                <p14:cNvContentPartPr/>
                <p14:nvPr/>
              </p14:nvContentPartPr>
              <p14:xfrm>
                <a:off x="3838500" y="5921648"/>
                <a:ext cx="172080" cy="1080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8EA11BC-6288-81B7-A81F-C1283C6F3674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829500" y="5912648"/>
                  <a:ext cx="1897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391A688-0123-B968-DD32-60D899F5F577}"/>
                    </a:ext>
                  </a:extLst>
                </p14:cNvPr>
                <p14:cNvContentPartPr/>
                <p14:nvPr/>
              </p14:nvContentPartPr>
              <p14:xfrm>
                <a:off x="4234860" y="5907608"/>
                <a:ext cx="123120" cy="946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391A688-0123-B968-DD32-60D899F5F577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226220" y="5898608"/>
                  <a:ext cx="1407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300091F-CEB8-E3BF-271B-F06CFF10DC30}"/>
                    </a:ext>
                  </a:extLst>
                </p14:cNvPr>
                <p14:cNvContentPartPr/>
                <p14:nvPr/>
              </p14:nvContentPartPr>
              <p14:xfrm>
                <a:off x="4416660" y="5918408"/>
                <a:ext cx="98640" cy="784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300091F-CEB8-E3BF-271B-F06CFF10DC30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407660" y="5909768"/>
                  <a:ext cx="1162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3BC6A63-2D80-ADA4-A055-C77BDEF47051}"/>
                    </a:ext>
                  </a:extLst>
                </p14:cNvPr>
                <p14:cNvContentPartPr/>
                <p14:nvPr/>
              </p14:nvContentPartPr>
              <p14:xfrm>
                <a:off x="4540500" y="5912288"/>
                <a:ext cx="280080" cy="680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3BC6A63-2D80-ADA4-A055-C77BDEF47051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531860" y="5903288"/>
                  <a:ext cx="2977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8F57427-23EF-EE26-8C58-ACA998CFCE76}"/>
                    </a:ext>
                  </a:extLst>
                </p14:cNvPr>
                <p14:cNvContentPartPr/>
                <p14:nvPr/>
              </p14:nvContentPartPr>
              <p14:xfrm>
                <a:off x="4854780" y="5905808"/>
                <a:ext cx="106920" cy="1994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8F57427-23EF-EE26-8C58-ACA998CFCE76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846140" y="5897168"/>
                  <a:ext cx="1245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891E4FA-3B64-FFF4-E5E7-538D15EA424F}"/>
                    </a:ext>
                  </a:extLst>
                </p14:cNvPr>
                <p14:cNvContentPartPr/>
                <p14:nvPr/>
              </p14:nvContentPartPr>
              <p14:xfrm>
                <a:off x="5063940" y="5900408"/>
                <a:ext cx="284760" cy="957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891E4FA-3B64-FFF4-E5E7-538D15EA424F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055300" y="5891408"/>
                  <a:ext cx="3024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671FCC7-8AD2-337F-7947-F5CC93532326}"/>
                    </a:ext>
                  </a:extLst>
                </p14:cNvPr>
                <p14:cNvContentPartPr/>
                <p14:nvPr/>
              </p14:nvContentPartPr>
              <p14:xfrm>
                <a:off x="5410620" y="5906528"/>
                <a:ext cx="85320" cy="1015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671FCC7-8AD2-337F-7947-F5CC93532326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401980" y="5897888"/>
                  <a:ext cx="1029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F36F289-7DA1-80D9-751C-DC521400CFC8}"/>
                    </a:ext>
                  </a:extLst>
                </p14:cNvPr>
                <p14:cNvContentPartPr/>
                <p14:nvPr/>
              </p14:nvContentPartPr>
              <p14:xfrm>
                <a:off x="5481180" y="5771888"/>
                <a:ext cx="156600" cy="2199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F36F289-7DA1-80D9-751C-DC521400CFC8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472180" y="5763248"/>
                  <a:ext cx="1742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29E6F71-60F0-03DC-A463-507057FD777B}"/>
                    </a:ext>
                  </a:extLst>
                </p14:cNvPr>
                <p14:cNvContentPartPr/>
                <p14:nvPr/>
              </p14:nvContentPartPr>
              <p14:xfrm>
                <a:off x="5637060" y="5797808"/>
                <a:ext cx="284760" cy="2134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29E6F71-60F0-03DC-A463-507057FD777B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628060" y="5789168"/>
                  <a:ext cx="302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639DC6C-19DF-9D06-E9DC-B56962D4F87A}"/>
                    </a:ext>
                  </a:extLst>
                </p14:cNvPr>
                <p14:cNvContentPartPr/>
                <p14:nvPr/>
              </p14:nvContentPartPr>
              <p14:xfrm>
                <a:off x="5751180" y="5891408"/>
                <a:ext cx="44640" cy="298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639DC6C-19DF-9D06-E9DC-B56962D4F87A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742540" y="5882768"/>
                  <a:ext cx="622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555A32E-3175-C270-FAE8-5B5A7E087ED8}"/>
                    </a:ext>
                  </a:extLst>
                </p14:cNvPr>
                <p14:cNvContentPartPr/>
                <p14:nvPr/>
              </p14:nvContentPartPr>
              <p14:xfrm>
                <a:off x="6124140" y="5891408"/>
                <a:ext cx="330480" cy="950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555A32E-3175-C270-FAE8-5B5A7E087ED8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115140" y="5882408"/>
                  <a:ext cx="3481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C91EE5A-53FF-0F08-120D-A51122843682}"/>
                    </a:ext>
                  </a:extLst>
                </p14:cNvPr>
                <p14:cNvContentPartPr/>
                <p14:nvPr/>
              </p14:nvContentPartPr>
              <p14:xfrm>
                <a:off x="6512580" y="5751728"/>
                <a:ext cx="116280" cy="2592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C91EE5A-53FF-0F08-120D-A51122843682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503940" y="5742728"/>
                  <a:ext cx="13392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641FF51-F411-8116-CC50-EF1774B30BA1}"/>
                    </a:ext>
                  </a:extLst>
                </p14:cNvPr>
                <p14:cNvContentPartPr/>
                <p14:nvPr/>
              </p14:nvContentPartPr>
              <p14:xfrm>
                <a:off x="898380" y="6260408"/>
                <a:ext cx="109800" cy="1760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641FF51-F411-8116-CC50-EF1774B30BA1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89740" y="6251408"/>
                  <a:ext cx="1274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65C4296-90AF-65A6-476D-99E2707C1A6E}"/>
                    </a:ext>
                  </a:extLst>
                </p14:cNvPr>
                <p14:cNvContentPartPr/>
                <p14:nvPr/>
              </p14:nvContentPartPr>
              <p14:xfrm>
                <a:off x="1007460" y="6217208"/>
                <a:ext cx="207360" cy="1274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65C4296-90AF-65A6-476D-99E2707C1A6E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998820" y="6208208"/>
                  <a:ext cx="2250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BBEAFA5-209F-E530-9D92-04400AD85FD7}"/>
                    </a:ext>
                  </a:extLst>
                </p14:cNvPr>
                <p14:cNvContentPartPr/>
                <p14:nvPr/>
              </p14:nvContentPartPr>
              <p14:xfrm>
                <a:off x="1288620" y="6133688"/>
                <a:ext cx="181800" cy="1969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BBEAFA5-209F-E530-9D92-04400AD85FD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279980" y="6125048"/>
                  <a:ext cx="1994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C836A48-CDC5-667E-F297-19319D145246}"/>
                    </a:ext>
                  </a:extLst>
                </p14:cNvPr>
                <p14:cNvContentPartPr/>
                <p14:nvPr/>
              </p14:nvContentPartPr>
              <p14:xfrm>
                <a:off x="1418220" y="6166808"/>
                <a:ext cx="10440" cy="342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C836A48-CDC5-667E-F297-19319D145246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409220" y="6158168"/>
                  <a:ext cx="280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B27ABAB-0C15-F045-D4B3-1ECFF1A2006D}"/>
                    </a:ext>
                  </a:extLst>
                </p14:cNvPr>
                <p14:cNvContentPartPr/>
                <p14:nvPr/>
              </p14:nvContentPartPr>
              <p14:xfrm>
                <a:off x="1520820" y="6255008"/>
                <a:ext cx="120960" cy="1004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B27ABAB-0C15-F045-D4B3-1ECFF1A2006D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512180" y="6246368"/>
                  <a:ext cx="1386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842FA9D-023C-8DE9-A18F-DD7DCA3B1B0D}"/>
                    </a:ext>
                  </a:extLst>
                </p14:cNvPr>
                <p14:cNvContentPartPr/>
                <p14:nvPr/>
              </p14:nvContentPartPr>
              <p14:xfrm>
                <a:off x="1672740" y="6130448"/>
                <a:ext cx="79920" cy="1652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842FA9D-023C-8DE9-A18F-DD7DCA3B1B0D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664100" y="6121808"/>
                  <a:ext cx="975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9E4CD46-6CAE-07A4-7233-32820CD8AC18}"/>
                    </a:ext>
                  </a:extLst>
                </p14:cNvPr>
                <p14:cNvContentPartPr/>
                <p14:nvPr/>
              </p14:nvContentPartPr>
              <p14:xfrm>
                <a:off x="1683180" y="6219368"/>
                <a:ext cx="253440" cy="802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9E4CD46-6CAE-07A4-7233-32820CD8AC18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674180" y="6210728"/>
                  <a:ext cx="2710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255C2B6-CFC4-8268-C1E5-0D9C84D2DFA8}"/>
                    </a:ext>
                  </a:extLst>
                </p14:cNvPr>
                <p14:cNvContentPartPr/>
                <p14:nvPr/>
              </p14:nvContentPartPr>
              <p14:xfrm>
                <a:off x="1974060" y="6135488"/>
                <a:ext cx="130320" cy="1818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255C2B6-CFC4-8268-C1E5-0D9C84D2DFA8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965420" y="6126848"/>
                  <a:ext cx="1479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37D621B-5987-3359-983D-9666575DB159}"/>
                    </a:ext>
                  </a:extLst>
                </p14:cNvPr>
                <p14:cNvContentPartPr/>
                <p14:nvPr/>
              </p14:nvContentPartPr>
              <p14:xfrm>
                <a:off x="2104020" y="6130448"/>
                <a:ext cx="265320" cy="2095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37D621B-5987-3359-983D-9666575DB159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095020" y="6121808"/>
                  <a:ext cx="2829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2BFF371-6EF1-830D-7A4D-7977F481C066}"/>
                    </a:ext>
                  </a:extLst>
                </p14:cNvPr>
                <p14:cNvContentPartPr/>
                <p14:nvPr/>
              </p14:nvContentPartPr>
              <p14:xfrm>
                <a:off x="2685780" y="6234488"/>
                <a:ext cx="123480" cy="1198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2BFF371-6EF1-830D-7A4D-7977F481C066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677140" y="6225488"/>
                  <a:ext cx="1411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E9F2ADF-7D48-84A5-0DE4-46DC84C0C170}"/>
                    </a:ext>
                  </a:extLst>
                </p14:cNvPr>
                <p14:cNvContentPartPr/>
                <p14:nvPr/>
              </p14:nvContentPartPr>
              <p14:xfrm>
                <a:off x="2857140" y="6286328"/>
                <a:ext cx="322920" cy="464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E9F2ADF-7D48-84A5-0DE4-46DC84C0C170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2848140" y="6277328"/>
                  <a:ext cx="3405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5A46D5E-143E-DB72-764C-85C6D6406FE0}"/>
                    </a:ext>
                  </a:extLst>
                </p14:cNvPr>
                <p14:cNvContentPartPr/>
                <p14:nvPr/>
              </p14:nvContentPartPr>
              <p14:xfrm>
                <a:off x="3198420" y="6131528"/>
                <a:ext cx="329040" cy="2203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5A46D5E-143E-DB72-764C-85C6D6406FE0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3189420" y="6122888"/>
                  <a:ext cx="3466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A927670-E6C4-3706-6024-9D0C998D0997}"/>
                    </a:ext>
                  </a:extLst>
                </p14:cNvPr>
                <p14:cNvContentPartPr/>
                <p14:nvPr/>
              </p14:nvContentPartPr>
              <p14:xfrm>
                <a:off x="2681100" y="6384968"/>
                <a:ext cx="93240" cy="151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A927670-E6C4-3706-6024-9D0C998D0997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2672460" y="6376328"/>
                  <a:ext cx="1108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14D62C3-E273-6AD8-3F7D-7072D0E6B1AB}"/>
                    </a:ext>
                  </a:extLst>
                </p14:cNvPr>
                <p14:cNvContentPartPr/>
                <p14:nvPr/>
              </p14:nvContentPartPr>
              <p14:xfrm>
                <a:off x="3745260" y="6264728"/>
                <a:ext cx="398160" cy="698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14D62C3-E273-6AD8-3F7D-7072D0E6B1AB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3736620" y="6255728"/>
                  <a:ext cx="4158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8516F96-521C-CB81-2CF7-0A02F49766BD}"/>
                    </a:ext>
                  </a:extLst>
                </p14:cNvPr>
                <p14:cNvContentPartPr/>
                <p14:nvPr/>
              </p14:nvContentPartPr>
              <p14:xfrm>
                <a:off x="4206060" y="6269408"/>
                <a:ext cx="116280" cy="860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8516F96-521C-CB81-2CF7-0A02F49766BD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4197420" y="6260408"/>
                  <a:ext cx="1339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685BB2D-FDAB-39EB-56D2-332D246B2648}"/>
                    </a:ext>
                  </a:extLst>
                </p14:cNvPr>
                <p14:cNvContentPartPr/>
                <p14:nvPr/>
              </p14:nvContentPartPr>
              <p14:xfrm>
                <a:off x="4366980" y="6264368"/>
                <a:ext cx="100800" cy="633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685BB2D-FDAB-39EB-56D2-332D246B2648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4358340" y="6255728"/>
                  <a:ext cx="1184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9C9A52F-5742-704C-69A6-15D5205C514E}"/>
                    </a:ext>
                  </a:extLst>
                </p14:cNvPr>
                <p14:cNvContentPartPr/>
                <p14:nvPr/>
              </p14:nvContentPartPr>
              <p14:xfrm>
                <a:off x="4514580" y="6257528"/>
                <a:ext cx="143280" cy="831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9C9A52F-5742-704C-69A6-15D5205C514E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4505940" y="6248888"/>
                  <a:ext cx="1609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1F7C08B-E337-9B57-ACAF-D21531795781}"/>
                    </a:ext>
                  </a:extLst>
                </p14:cNvPr>
                <p14:cNvContentPartPr/>
                <p14:nvPr/>
              </p14:nvContentPartPr>
              <p14:xfrm>
                <a:off x="4643820" y="6108488"/>
                <a:ext cx="126000" cy="2296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1F7C08B-E337-9B57-ACAF-D21531795781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4635180" y="6099488"/>
                  <a:ext cx="1436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B7B98DA-23D5-F250-D879-9D5F00A58CBF}"/>
                    </a:ext>
                  </a:extLst>
                </p14:cNvPr>
                <p14:cNvContentPartPr/>
                <p14:nvPr/>
              </p14:nvContentPartPr>
              <p14:xfrm>
                <a:off x="4603140" y="6213608"/>
                <a:ext cx="135360" cy="25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B7B98DA-23D5-F250-D879-9D5F00A58CBF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4594140" y="6204608"/>
                  <a:ext cx="153000" cy="20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 in time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every Mth sample; the sample spacing grows by M.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0:04–0:10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Downsampling: the time-domain definition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0012680" y="384048"/>
            <a:ext cx="1600200" cy="329184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31552" y="44805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5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0:04–0:10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554480"/>
            <a:ext cx="292608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14600"/>
            <a:ext cx="512064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sample rate: F_s.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sample rate: F_s/M.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new values are computed—the operation selects a subsequence.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loss is harmless only when the discarded samples are redundant relative to the signal bandwidth.</a:t>
            </a:r>
            <a:endParaRPr lang="en-US" sz="1800" dirty="0"/>
          </a:p>
        </p:txBody>
      </p:sp>
      <p:pic>
        <p:nvPicPr>
          <p:cNvPr id="8" name="Image 1" descr="/mnt/data/week6_multirate/assets/downsample_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649741"/>
            <a:ext cx="5394960" cy="196999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A9FA2FD-D93B-3F61-DA4B-422E6AB58AE5}"/>
              </a:ext>
            </a:extLst>
          </p:cNvPr>
          <p:cNvGrpSpPr/>
          <p:nvPr/>
        </p:nvGrpSpPr>
        <p:grpSpPr>
          <a:xfrm>
            <a:off x="1080540" y="4847048"/>
            <a:ext cx="113760" cy="131040"/>
            <a:chOff x="1080540" y="4847048"/>
            <a:chExt cx="113760" cy="13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5297462-5549-CD73-771F-7BCFD63CE8D8}"/>
                    </a:ext>
                  </a:extLst>
                </p14:cNvPr>
                <p14:cNvContentPartPr/>
                <p14:nvPr/>
              </p14:nvContentPartPr>
              <p14:xfrm>
                <a:off x="1080540" y="4847048"/>
                <a:ext cx="113760" cy="131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5297462-5549-CD73-771F-7BCFD63CE8D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71540" y="4838408"/>
                  <a:ext cx="1314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0468B0F-BC06-88A3-D400-6F0DC723881E}"/>
                    </a:ext>
                  </a:extLst>
                </p14:cNvPr>
                <p14:cNvContentPartPr/>
                <p14:nvPr/>
              </p14:nvContentPartPr>
              <p14:xfrm>
                <a:off x="1084500" y="4861808"/>
                <a:ext cx="95040" cy="98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0468B0F-BC06-88A3-D400-6F0DC723881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75860" y="4852808"/>
                  <a:ext cx="11268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7C822DC-0C0F-D9B0-396F-3AE95D80F926}"/>
              </a:ext>
            </a:extLst>
          </p:cNvPr>
          <p:cNvGrpSpPr/>
          <p:nvPr/>
        </p:nvGrpSpPr>
        <p:grpSpPr>
          <a:xfrm>
            <a:off x="1394100" y="4851728"/>
            <a:ext cx="113040" cy="73800"/>
            <a:chOff x="1394100" y="4851728"/>
            <a:chExt cx="113040" cy="7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863ADEE-C10B-00F1-5180-46B0F383AC6C}"/>
                    </a:ext>
                  </a:extLst>
                </p14:cNvPr>
                <p14:cNvContentPartPr/>
                <p14:nvPr/>
              </p14:nvContentPartPr>
              <p14:xfrm>
                <a:off x="1394100" y="4910768"/>
                <a:ext cx="113040" cy="14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863ADEE-C10B-00F1-5180-46B0F383AC6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85100" y="4901768"/>
                  <a:ext cx="1306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F692245-AF5E-268A-8CCC-FD55062E29D8}"/>
                    </a:ext>
                  </a:extLst>
                </p14:cNvPr>
                <p14:cNvContentPartPr/>
                <p14:nvPr/>
              </p14:nvContentPartPr>
              <p14:xfrm>
                <a:off x="1397340" y="4851728"/>
                <a:ext cx="78480" cy="11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F692245-AF5E-268A-8CCC-FD55062E29D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88700" y="4843088"/>
                  <a:ext cx="9612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EB0D036-AE56-CBC1-00F7-597F33A9CBB8}"/>
              </a:ext>
            </a:extLst>
          </p:cNvPr>
          <p:cNvGrpSpPr/>
          <p:nvPr/>
        </p:nvGrpSpPr>
        <p:grpSpPr>
          <a:xfrm>
            <a:off x="1755540" y="4670288"/>
            <a:ext cx="909000" cy="433080"/>
            <a:chOff x="1755540" y="4670288"/>
            <a:chExt cx="909000" cy="43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5106F4E-A38B-D952-A240-CFD22B0D292D}"/>
                    </a:ext>
                  </a:extLst>
                </p14:cNvPr>
                <p14:cNvContentPartPr/>
                <p14:nvPr/>
              </p14:nvContentPartPr>
              <p14:xfrm>
                <a:off x="1755540" y="4794848"/>
                <a:ext cx="104760" cy="177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5106F4E-A38B-D952-A240-CFD22B0D292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746900" y="4785848"/>
                  <a:ext cx="1224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80B4E9B-E8D7-733A-003B-5EFCFEC8A5A7}"/>
                    </a:ext>
                  </a:extLst>
                </p14:cNvPr>
                <p14:cNvContentPartPr/>
                <p14:nvPr/>
              </p14:nvContentPartPr>
              <p14:xfrm>
                <a:off x="1914660" y="4909688"/>
                <a:ext cx="11520" cy="36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80B4E9B-E8D7-733A-003B-5EFCFEC8A5A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905660" y="4900688"/>
                  <a:ext cx="291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DBF5A67-DB73-2439-FF23-EBB2679DCA2F}"/>
                    </a:ext>
                  </a:extLst>
                </p14:cNvPr>
                <p14:cNvContentPartPr/>
                <p14:nvPr/>
              </p14:nvContentPartPr>
              <p14:xfrm>
                <a:off x="1885860" y="4790168"/>
                <a:ext cx="20520" cy="30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DBF5A67-DB73-2439-FF23-EBB2679DCA2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76860" y="4781168"/>
                  <a:ext cx="381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9F3AF69-29BF-41D5-87C3-5471D3D2E772}"/>
                    </a:ext>
                  </a:extLst>
                </p14:cNvPr>
                <p14:cNvContentPartPr/>
                <p14:nvPr/>
              </p14:nvContentPartPr>
              <p14:xfrm>
                <a:off x="1984500" y="4884128"/>
                <a:ext cx="175680" cy="66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9F3AF69-29BF-41D5-87C3-5471D3D2E77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75500" y="4875128"/>
                  <a:ext cx="1933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478EBED-08B4-5CC6-3937-4FD956B4C96D}"/>
                    </a:ext>
                  </a:extLst>
                </p14:cNvPr>
                <p14:cNvContentPartPr/>
                <p14:nvPr/>
              </p14:nvContentPartPr>
              <p14:xfrm>
                <a:off x="2279340" y="4670288"/>
                <a:ext cx="114480" cy="433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478EBED-08B4-5CC6-3937-4FD956B4C96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270700" y="4661288"/>
                  <a:ext cx="13212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DD74A81-097D-C863-22A4-7AA852B0EF8C}"/>
                    </a:ext>
                  </a:extLst>
                </p14:cNvPr>
                <p14:cNvContentPartPr/>
                <p14:nvPr/>
              </p14:nvContentPartPr>
              <p14:xfrm>
                <a:off x="2383020" y="4799168"/>
                <a:ext cx="122040" cy="143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DD74A81-097D-C863-22A4-7AA852B0EF8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374380" y="4790168"/>
                  <a:ext cx="1396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01DE1A5-02DA-D753-B953-5A68F9A54714}"/>
                    </a:ext>
                  </a:extLst>
                </p14:cNvPr>
                <p14:cNvContentPartPr/>
                <p14:nvPr/>
              </p14:nvContentPartPr>
              <p14:xfrm>
                <a:off x="2562300" y="4867928"/>
                <a:ext cx="45000" cy="64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01DE1A5-02DA-D753-B953-5A68F9A5471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553300" y="4859288"/>
                  <a:ext cx="626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26EEAF7-6465-3E52-0745-C533FDAEA546}"/>
                    </a:ext>
                  </a:extLst>
                </p14:cNvPr>
                <p14:cNvContentPartPr/>
                <p14:nvPr/>
              </p14:nvContentPartPr>
              <p14:xfrm>
                <a:off x="2644380" y="4857488"/>
                <a:ext cx="20160" cy="68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26EEAF7-6465-3E52-0745-C533FDAEA54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635380" y="4848848"/>
                  <a:ext cx="378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A98F24C-A824-8F9F-F5F0-D61A9F3AED15}"/>
                    </a:ext>
                  </a:extLst>
                </p14:cNvPr>
                <p14:cNvContentPartPr/>
                <p14:nvPr/>
              </p14:nvContentPartPr>
              <p14:xfrm>
                <a:off x="2508300" y="4820408"/>
                <a:ext cx="146520" cy="16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A98F24C-A824-8F9F-F5F0-D61A9F3AED1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499660" y="4811768"/>
                  <a:ext cx="16416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20E4689-4E80-056D-3EEB-BCEF349808D5}"/>
              </a:ext>
            </a:extLst>
          </p:cNvPr>
          <p:cNvGrpSpPr/>
          <p:nvPr/>
        </p:nvGrpSpPr>
        <p:grpSpPr>
          <a:xfrm>
            <a:off x="2804220" y="4645808"/>
            <a:ext cx="777600" cy="420120"/>
            <a:chOff x="2804220" y="4645808"/>
            <a:chExt cx="777600" cy="42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58F2121-DCF0-4977-51E2-EE6D8E8CEDF2}"/>
                    </a:ext>
                  </a:extLst>
                </p14:cNvPr>
                <p14:cNvContentPartPr/>
                <p14:nvPr/>
              </p14:nvContentPartPr>
              <p14:xfrm>
                <a:off x="2804220" y="4671008"/>
                <a:ext cx="129600" cy="394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58F2121-DCF0-4977-51E2-EE6D8E8CEDF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795220" y="4662008"/>
                  <a:ext cx="14724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1C842AA-125A-408B-4F8D-E4B08992028C}"/>
                    </a:ext>
                  </a:extLst>
                </p14:cNvPr>
                <p14:cNvContentPartPr/>
                <p14:nvPr/>
              </p14:nvContentPartPr>
              <p14:xfrm>
                <a:off x="2833020" y="4903928"/>
                <a:ext cx="133560" cy="32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1C842AA-125A-408B-4F8D-E4B08992028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824380" y="4894928"/>
                  <a:ext cx="1512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2F34241-129C-51A5-CDBC-962D535C66B2}"/>
                    </a:ext>
                  </a:extLst>
                </p14:cNvPr>
                <p14:cNvContentPartPr/>
                <p14:nvPr/>
              </p14:nvContentPartPr>
              <p14:xfrm>
                <a:off x="2960100" y="4882688"/>
                <a:ext cx="127800" cy="104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2F34241-129C-51A5-CDBC-962D535C66B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951100" y="4874048"/>
                  <a:ext cx="1454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56B4ABB-6B52-BE48-E6B4-3094D225EB29}"/>
                    </a:ext>
                  </a:extLst>
                </p14:cNvPr>
                <p14:cNvContentPartPr/>
                <p14:nvPr/>
              </p14:nvContentPartPr>
              <p14:xfrm>
                <a:off x="3131820" y="4826528"/>
                <a:ext cx="1080" cy="5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56B4ABB-6B52-BE48-E6B4-3094D225EB2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122820" y="4817528"/>
                  <a:ext cx="187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6A50E32-29EC-7A6E-0774-F7B198B7D81D}"/>
                    </a:ext>
                  </a:extLst>
                </p14:cNvPr>
                <p14:cNvContentPartPr/>
                <p14:nvPr/>
              </p14:nvContentPartPr>
              <p14:xfrm>
                <a:off x="3236580" y="4784768"/>
                <a:ext cx="164160" cy="98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6A50E32-29EC-7A6E-0774-F7B198B7D81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227580" y="4776128"/>
                  <a:ext cx="1818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978ACD4-1DB0-915D-F2FA-718C9F2796DA}"/>
                    </a:ext>
                  </a:extLst>
                </p14:cNvPr>
                <p14:cNvContentPartPr/>
                <p14:nvPr/>
              </p14:nvContentPartPr>
              <p14:xfrm>
                <a:off x="3381300" y="4645808"/>
                <a:ext cx="200520" cy="328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978ACD4-1DB0-915D-F2FA-718C9F2796D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372300" y="4636808"/>
                  <a:ext cx="218160" cy="34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BDE32C3-259D-03AB-C027-88944182E627}"/>
              </a:ext>
            </a:extLst>
          </p:cNvPr>
          <p:cNvGrpSpPr/>
          <p:nvPr/>
        </p:nvGrpSpPr>
        <p:grpSpPr>
          <a:xfrm>
            <a:off x="3791340" y="4718888"/>
            <a:ext cx="828360" cy="174240"/>
            <a:chOff x="3791340" y="4718888"/>
            <a:chExt cx="828360" cy="17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0FE4152-AA57-AB76-93B7-7A0ED6D62A79}"/>
                    </a:ext>
                  </a:extLst>
                </p14:cNvPr>
                <p14:cNvContentPartPr/>
                <p14:nvPr/>
              </p14:nvContentPartPr>
              <p14:xfrm>
                <a:off x="3828780" y="4789448"/>
                <a:ext cx="51840" cy="103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0FE4152-AA57-AB76-93B7-7A0ED6D62A7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820140" y="4780808"/>
                  <a:ext cx="694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5E40DA3-C43D-84DA-7FAB-FA8137728EDF}"/>
                    </a:ext>
                  </a:extLst>
                </p14:cNvPr>
                <p14:cNvContentPartPr/>
                <p14:nvPr/>
              </p14:nvContentPartPr>
              <p14:xfrm>
                <a:off x="3791340" y="4846688"/>
                <a:ext cx="115920" cy="11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5E40DA3-C43D-84DA-7FAB-FA8137728ED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782340" y="4838048"/>
                  <a:ext cx="1335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B189DF8-5DC4-6D3A-456D-EEF4CDD90D28}"/>
                    </a:ext>
                  </a:extLst>
                </p14:cNvPr>
                <p14:cNvContentPartPr/>
                <p14:nvPr/>
              </p14:nvContentPartPr>
              <p14:xfrm>
                <a:off x="4046220" y="4754528"/>
                <a:ext cx="140040" cy="99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B189DF8-5DC4-6D3A-456D-EEF4CDD90D2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037220" y="4745528"/>
                  <a:ext cx="1576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46D8ED8-3AF9-4C70-E413-0EDB3D786EC6}"/>
                    </a:ext>
                  </a:extLst>
                </p14:cNvPr>
                <p14:cNvContentPartPr/>
                <p14:nvPr/>
              </p14:nvContentPartPr>
              <p14:xfrm>
                <a:off x="4258620" y="4842008"/>
                <a:ext cx="7200" cy="13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46D8ED8-3AF9-4C70-E413-0EDB3D786EC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249620" y="4833008"/>
                  <a:ext cx="248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9DDA9C4-4C20-5DFE-1263-4CE6DE24872F}"/>
                    </a:ext>
                  </a:extLst>
                </p14:cNvPr>
                <p14:cNvContentPartPr/>
                <p14:nvPr/>
              </p14:nvContentPartPr>
              <p14:xfrm>
                <a:off x="4285980" y="4718888"/>
                <a:ext cx="166680" cy="150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9DDA9C4-4C20-5DFE-1263-4CE6DE24872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277340" y="4709888"/>
                  <a:ext cx="1843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3839C23-F93D-B939-91A5-912EC464ECD0}"/>
                    </a:ext>
                  </a:extLst>
                </p14:cNvPr>
                <p14:cNvContentPartPr/>
                <p14:nvPr/>
              </p14:nvContentPartPr>
              <p14:xfrm>
                <a:off x="4497660" y="4753088"/>
                <a:ext cx="108000" cy="121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3839C23-F93D-B939-91A5-912EC464ECD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489020" y="4744088"/>
                  <a:ext cx="1256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C9625B3-DDE3-00C5-E707-D53F368D6313}"/>
                    </a:ext>
                  </a:extLst>
                </p14:cNvPr>
                <p14:cNvContentPartPr/>
                <p14:nvPr/>
              </p14:nvContentPartPr>
              <p14:xfrm>
                <a:off x="4514580" y="4721408"/>
                <a:ext cx="105120" cy="21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C9625B3-DDE3-00C5-E707-D53F368D631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505940" y="4712768"/>
                  <a:ext cx="12276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EF691A7-8886-C6C0-7AB7-A7AB6685A9E8}"/>
              </a:ext>
            </a:extLst>
          </p:cNvPr>
          <p:cNvGrpSpPr/>
          <p:nvPr/>
        </p:nvGrpSpPr>
        <p:grpSpPr>
          <a:xfrm>
            <a:off x="4841100" y="4737968"/>
            <a:ext cx="384120" cy="165240"/>
            <a:chOff x="4841100" y="4737968"/>
            <a:chExt cx="384120" cy="16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FFB9C7F-D968-F4AD-DC07-555D2B79DDA7}"/>
                    </a:ext>
                  </a:extLst>
                </p14:cNvPr>
                <p14:cNvContentPartPr/>
                <p14:nvPr/>
              </p14:nvContentPartPr>
              <p14:xfrm>
                <a:off x="4841100" y="4745168"/>
                <a:ext cx="138240" cy="150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FFB9C7F-D968-F4AD-DC07-555D2B79DDA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832100" y="4736528"/>
                  <a:ext cx="1558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90C675E-0C12-8775-63D2-12C7DFD4C258}"/>
                    </a:ext>
                  </a:extLst>
                </p14:cNvPr>
                <p14:cNvContentPartPr/>
                <p14:nvPr/>
              </p14:nvContentPartPr>
              <p14:xfrm>
                <a:off x="4987620" y="4836968"/>
                <a:ext cx="43200" cy="66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90C675E-0C12-8775-63D2-12C7DFD4C25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978620" y="4827968"/>
                  <a:ext cx="608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76E39F1-05A2-242A-2A7F-BDEED4B2C105}"/>
                    </a:ext>
                  </a:extLst>
                </p14:cNvPr>
                <p14:cNvContentPartPr/>
                <p14:nvPr/>
              </p14:nvContentPartPr>
              <p14:xfrm>
                <a:off x="5013540" y="4737968"/>
                <a:ext cx="30240" cy="46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76E39F1-05A2-242A-2A7F-BDEED4B2C10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004540" y="4729328"/>
                  <a:ext cx="478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662B5F9-A6AF-9057-BA4E-DEFCF3F3162A}"/>
                    </a:ext>
                  </a:extLst>
                </p14:cNvPr>
                <p14:cNvContentPartPr/>
                <p14:nvPr/>
              </p14:nvContentPartPr>
              <p14:xfrm>
                <a:off x="5091300" y="4831568"/>
                <a:ext cx="133920" cy="619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662B5F9-A6AF-9057-BA4E-DEFCF3F3162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082660" y="4822928"/>
                  <a:ext cx="15156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BDEDA2D-0A8A-7ECC-2982-41F189794B9E}"/>
              </a:ext>
            </a:extLst>
          </p:cNvPr>
          <p:cNvGrpSpPr/>
          <p:nvPr/>
        </p:nvGrpSpPr>
        <p:grpSpPr>
          <a:xfrm>
            <a:off x="5414220" y="4550048"/>
            <a:ext cx="1366920" cy="395640"/>
            <a:chOff x="5414220" y="4550048"/>
            <a:chExt cx="1366920" cy="39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7827F8A-1B94-CFCF-1AD7-F8A0B2537F15}"/>
                    </a:ext>
                  </a:extLst>
                </p14:cNvPr>
                <p14:cNvContentPartPr/>
                <p14:nvPr/>
              </p14:nvContentPartPr>
              <p14:xfrm>
                <a:off x="5414220" y="4614128"/>
                <a:ext cx="83160" cy="305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7827F8A-1B94-CFCF-1AD7-F8A0B2537F1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405220" y="4605128"/>
                  <a:ext cx="10080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ABC56AD-5280-79F9-FAAF-927AB20163E6}"/>
                    </a:ext>
                  </a:extLst>
                </p14:cNvPr>
                <p14:cNvContentPartPr/>
                <p14:nvPr/>
              </p14:nvContentPartPr>
              <p14:xfrm>
                <a:off x="5543460" y="4720328"/>
                <a:ext cx="155520" cy="114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ABC56AD-5280-79F9-FAAF-927AB20163E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534460" y="4711328"/>
                  <a:ext cx="1731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3AADFAF-BF4C-61AE-3A1F-2934B0984715}"/>
                    </a:ext>
                  </a:extLst>
                </p14:cNvPr>
                <p14:cNvContentPartPr/>
                <p14:nvPr/>
              </p14:nvContentPartPr>
              <p14:xfrm>
                <a:off x="5751180" y="4774328"/>
                <a:ext cx="38880" cy="65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3AADFAF-BF4C-61AE-3A1F-2934B098471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742540" y="4765688"/>
                  <a:ext cx="565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F6FB6E7-FB3D-397E-8FB3-A6750CB0BFDE}"/>
                    </a:ext>
                  </a:extLst>
                </p14:cNvPr>
                <p14:cNvContentPartPr/>
                <p14:nvPr/>
              </p14:nvContentPartPr>
              <p14:xfrm>
                <a:off x="5797980" y="4763888"/>
                <a:ext cx="50040" cy="78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F6FB6E7-FB3D-397E-8FB3-A6750CB0BFD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788980" y="4755248"/>
                  <a:ext cx="676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35D10FC-3296-5B13-97C4-538E983AE547}"/>
                    </a:ext>
                  </a:extLst>
                </p14:cNvPr>
                <p14:cNvContentPartPr/>
                <p14:nvPr/>
              </p14:nvContentPartPr>
              <p14:xfrm>
                <a:off x="5699340" y="4703768"/>
                <a:ext cx="129960" cy="24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35D10FC-3296-5B13-97C4-538E983AE54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690700" y="4694768"/>
                  <a:ext cx="1476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7938EEF-93C0-7E83-2646-CD72EE32D812}"/>
                    </a:ext>
                  </a:extLst>
                </p14:cNvPr>
                <p14:cNvContentPartPr/>
                <p14:nvPr/>
              </p14:nvContentPartPr>
              <p14:xfrm>
                <a:off x="5958540" y="4550048"/>
                <a:ext cx="130680" cy="395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7938EEF-93C0-7E83-2646-CD72EE32D81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949540" y="4541408"/>
                  <a:ext cx="14832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5FB5211-42D2-5BCE-F1C1-CACB3D07D2AD}"/>
                    </a:ext>
                  </a:extLst>
                </p14:cNvPr>
                <p14:cNvContentPartPr/>
                <p14:nvPr/>
              </p14:nvContentPartPr>
              <p14:xfrm>
                <a:off x="5951700" y="4794128"/>
                <a:ext cx="117000" cy="32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5FB5211-42D2-5BCE-F1C1-CACB3D07D2A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942700" y="4785128"/>
                  <a:ext cx="1346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5CD6D17-FE19-175A-5856-6E322520E1DE}"/>
                    </a:ext>
                  </a:extLst>
                </p14:cNvPr>
                <p14:cNvContentPartPr/>
                <p14:nvPr/>
              </p14:nvContentPartPr>
              <p14:xfrm>
                <a:off x="6104700" y="4736168"/>
                <a:ext cx="113400" cy="137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5CD6D17-FE19-175A-5856-6E322520E1D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095700" y="4727528"/>
                  <a:ext cx="1310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78EEDC4-B830-4E2D-052B-1A365C56B5D8}"/>
                    </a:ext>
                  </a:extLst>
                </p14:cNvPr>
                <p14:cNvContentPartPr/>
                <p14:nvPr/>
              </p14:nvContentPartPr>
              <p14:xfrm>
                <a:off x="6348780" y="4725728"/>
                <a:ext cx="183600" cy="84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78EEDC4-B830-4E2D-052B-1A365C56B5D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339780" y="4716728"/>
                  <a:ext cx="201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495BB36-E9A3-2C31-4D7D-FD4E8BCAE9CB}"/>
                    </a:ext>
                  </a:extLst>
                </p14:cNvPr>
                <p14:cNvContentPartPr/>
                <p14:nvPr/>
              </p14:nvContentPartPr>
              <p14:xfrm>
                <a:off x="6556500" y="4561568"/>
                <a:ext cx="224640" cy="334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495BB36-E9A3-2C31-4D7D-FD4E8BCAE9C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547500" y="4552568"/>
                  <a:ext cx="242280" cy="35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E0194A2-1E02-12A6-2F24-4E063EA7DB9E}"/>
              </a:ext>
            </a:extLst>
          </p:cNvPr>
          <p:cNvGrpSpPr/>
          <p:nvPr/>
        </p:nvGrpSpPr>
        <p:grpSpPr>
          <a:xfrm>
            <a:off x="7798140" y="4659128"/>
            <a:ext cx="430200" cy="277920"/>
            <a:chOff x="7798140" y="4659128"/>
            <a:chExt cx="430200" cy="27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5284857-33C8-BAAA-52E8-43C3537D5F7E}"/>
                    </a:ext>
                  </a:extLst>
                </p14:cNvPr>
                <p14:cNvContentPartPr/>
                <p14:nvPr/>
              </p14:nvContentPartPr>
              <p14:xfrm>
                <a:off x="7839900" y="4717448"/>
                <a:ext cx="51840" cy="134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5284857-33C8-BAAA-52E8-43C3537D5F7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830900" y="4708448"/>
                  <a:ext cx="694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558426A-A9E4-A518-99D0-FB69FA9A9356}"/>
                    </a:ext>
                  </a:extLst>
                </p14:cNvPr>
                <p14:cNvContentPartPr/>
                <p14:nvPr/>
              </p14:nvContentPartPr>
              <p14:xfrm>
                <a:off x="7798140" y="4659128"/>
                <a:ext cx="129960" cy="27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558426A-A9E4-A518-99D0-FB69FA9A935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789500" y="4650128"/>
                  <a:ext cx="1476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FE3237F-A3FE-E149-F0C3-C5F91F30A7DD}"/>
                    </a:ext>
                  </a:extLst>
                </p14:cNvPr>
                <p14:cNvContentPartPr/>
                <p14:nvPr/>
              </p14:nvContentPartPr>
              <p14:xfrm>
                <a:off x="7834500" y="4732928"/>
                <a:ext cx="78120" cy="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FE3237F-A3FE-E149-F0C3-C5F91F30A7D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825860" y="4723928"/>
                  <a:ext cx="95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E0C42EA-3C8A-3A9D-68E0-0B398C516ACE}"/>
                    </a:ext>
                  </a:extLst>
                </p14:cNvPr>
                <p14:cNvContentPartPr/>
                <p14:nvPr/>
              </p14:nvContentPartPr>
              <p14:xfrm>
                <a:off x="8006220" y="4823648"/>
                <a:ext cx="100440" cy="113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E0C42EA-3C8A-3A9D-68E0-0B398C516AC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997580" y="4815008"/>
                  <a:ext cx="1180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1BC13D7-3FA0-9D29-7680-9934C56DBBB8}"/>
                    </a:ext>
                  </a:extLst>
                </p14:cNvPr>
                <p14:cNvContentPartPr/>
                <p14:nvPr/>
              </p14:nvContentPartPr>
              <p14:xfrm>
                <a:off x="8193420" y="4808168"/>
                <a:ext cx="34920" cy="80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1BC13D7-3FA0-9D29-7680-9934C56DBBB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184780" y="4799168"/>
                  <a:ext cx="52560" cy="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83AC7EE8-E46C-57C2-DFFF-E0C1F45489D8}"/>
              </a:ext>
            </a:extLst>
          </p:cNvPr>
          <p:cNvGrpSpPr/>
          <p:nvPr/>
        </p:nvGrpSpPr>
        <p:grpSpPr>
          <a:xfrm>
            <a:off x="8483220" y="4664888"/>
            <a:ext cx="885600" cy="173160"/>
            <a:chOff x="8483220" y="4664888"/>
            <a:chExt cx="885600" cy="17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F11AB46-9716-290A-02A8-C20E9AEA92F8}"/>
                    </a:ext>
                  </a:extLst>
                </p14:cNvPr>
                <p14:cNvContentPartPr/>
                <p14:nvPr/>
              </p14:nvContentPartPr>
              <p14:xfrm>
                <a:off x="8489700" y="4794848"/>
                <a:ext cx="113040" cy="15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F11AB46-9716-290A-02A8-C20E9AEA92F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481060" y="4786208"/>
                  <a:ext cx="1306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37C3046-BBB6-F767-F1D6-3226C00FDD24}"/>
                    </a:ext>
                  </a:extLst>
                </p14:cNvPr>
                <p14:cNvContentPartPr/>
                <p14:nvPr/>
              </p14:nvContentPartPr>
              <p14:xfrm>
                <a:off x="8483220" y="4725008"/>
                <a:ext cx="79200" cy="187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37C3046-BBB6-F767-F1D6-3226C00FDD2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474580" y="4716008"/>
                  <a:ext cx="968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A9078E8-E267-ECA0-B8AA-96E417EB4926}"/>
                    </a:ext>
                  </a:extLst>
                </p14:cNvPr>
                <p14:cNvContentPartPr/>
                <p14:nvPr/>
              </p14:nvContentPartPr>
              <p14:xfrm>
                <a:off x="8728380" y="4664888"/>
                <a:ext cx="129240" cy="173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A9078E8-E267-ECA0-B8AA-96E417EB492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719740" y="4656248"/>
                  <a:ext cx="1468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88E9C1C-7306-CECC-9BC9-059AF9652EB0}"/>
                    </a:ext>
                  </a:extLst>
                </p14:cNvPr>
                <p14:cNvContentPartPr/>
                <p14:nvPr/>
              </p14:nvContentPartPr>
              <p14:xfrm>
                <a:off x="8913420" y="4706648"/>
                <a:ext cx="117000" cy="105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88E9C1C-7306-CECC-9BC9-059AF9652EB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904780" y="4697648"/>
                  <a:ext cx="1346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DAC63C5-95E7-63BF-A6E7-2B8F7EF331ED}"/>
                    </a:ext>
                  </a:extLst>
                </p14:cNvPr>
                <p14:cNvContentPartPr/>
                <p14:nvPr/>
              </p14:nvContentPartPr>
              <p14:xfrm>
                <a:off x="9106380" y="4696928"/>
                <a:ext cx="95760" cy="1040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DAC63C5-95E7-63BF-A6E7-2B8F7EF331E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097740" y="4687928"/>
                  <a:ext cx="1134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536E4FA-7843-A0BF-DD3E-19D3CD41D7F9}"/>
                    </a:ext>
                  </a:extLst>
                </p14:cNvPr>
                <p14:cNvContentPartPr/>
                <p14:nvPr/>
              </p14:nvContentPartPr>
              <p14:xfrm>
                <a:off x="9268020" y="4681808"/>
                <a:ext cx="100800" cy="114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536E4FA-7843-A0BF-DD3E-19D3CD41D7F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259380" y="4673168"/>
                  <a:ext cx="118440" cy="13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C0016DC-599F-2494-BCCC-920BCA03D05B}"/>
              </a:ext>
            </a:extLst>
          </p:cNvPr>
          <p:cNvGrpSpPr/>
          <p:nvPr/>
        </p:nvGrpSpPr>
        <p:grpSpPr>
          <a:xfrm>
            <a:off x="9553140" y="4515848"/>
            <a:ext cx="1600560" cy="384480"/>
            <a:chOff x="9553140" y="4515848"/>
            <a:chExt cx="1600560" cy="38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3F1611E-BCFD-2D9A-9A64-7BA8963723DC}"/>
                    </a:ext>
                  </a:extLst>
                </p14:cNvPr>
                <p14:cNvContentPartPr/>
                <p14:nvPr/>
              </p14:nvContentPartPr>
              <p14:xfrm>
                <a:off x="9553140" y="4681448"/>
                <a:ext cx="118080" cy="1350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3F1611E-BCFD-2D9A-9A64-7BA8963723D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544500" y="4672448"/>
                  <a:ext cx="1357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068FE91-4079-7BD7-E951-1B6D1613253C}"/>
                    </a:ext>
                  </a:extLst>
                </p14:cNvPr>
                <p14:cNvContentPartPr/>
                <p14:nvPr/>
              </p14:nvContentPartPr>
              <p14:xfrm>
                <a:off x="9676260" y="4710608"/>
                <a:ext cx="436680" cy="90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068FE91-4079-7BD7-E951-1B6D1613253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667260" y="4701968"/>
                  <a:ext cx="4543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CEF7A28-8BC5-D5E3-3327-1FE0971F3952}"/>
                    </a:ext>
                  </a:extLst>
                </p14:cNvPr>
                <p14:cNvContentPartPr/>
                <p14:nvPr/>
              </p14:nvContentPartPr>
              <p14:xfrm>
                <a:off x="10168020" y="4721768"/>
                <a:ext cx="83160" cy="178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CEF7A28-8BC5-D5E3-3327-1FE0971F395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159380" y="4712768"/>
                  <a:ext cx="1008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C752027-F3D8-17FF-03DB-19FE6F8BB76F}"/>
                    </a:ext>
                  </a:extLst>
                </p14:cNvPr>
                <p14:cNvContentPartPr/>
                <p14:nvPr/>
              </p14:nvContentPartPr>
              <p14:xfrm>
                <a:off x="10239300" y="4515848"/>
                <a:ext cx="249480" cy="2761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C752027-F3D8-17FF-03DB-19FE6F8BB76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230300" y="4506848"/>
                  <a:ext cx="2671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45BB321-CC0C-0D0B-3AB0-06A393DBEE79}"/>
                    </a:ext>
                  </a:extLst>
                </p14:cNvPr>
                <p14:cNvContentPartPr/>
                <p14:nvPr/>
              </p14:nvContentPartPr>
              <p14:xfrm>
                <a:off x="10513980" y="4674248"/>
                <a:ext cx="43560" cy="142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45BB321-CC0C-0D0B-3AB0-06A393DBEE7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504980" y="4665608"/>
                  <a:ext cx="612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AC5781B-F859-9226-B7A1-AD2D4E7C946C}"/>
                    </a:ext>
                  </a:extLst>
                </p14:cNvPr>
                <p14:cNvContentPartPr/>
                <p14:nvPr/>
              </p14:nvContentPartPr>
              <p14:xfrm>
                <a:off x="10660140" y="4543568"/>
                <a:ext cx="131040" cy="315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AC5781B-F859-9226-B7A1-AD2D4E7C946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651500" y="4534568"/>
                  <a:ext cx="14868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65F4B2C-CAAD-8B64-1CAA-4A974102B963}"/>
                    </a:ext>
                  </a:extLst>
                </p14:cNvPr>
                <p14:cNvContentPartPr/>
                <p14:nvPr/>
              </p14:nvContentPartPr>
              <p14:xfrm>
                <a:off x="10759500" y="4700888"/>
                <a:ext cx="244440" cy="1195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65F4B2C-CAAD-8B64-1CAA-4A974102B96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750500" y="4691888"/>
                  <a:ext cx="2620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D4F8DE7-62B3-D117-7239-9F45404DB39A}"/>
                    </a:ext>
                  </a:extLst>
                </p14:cNvPr>
                <p14:cNvContentPartPr/>
                <p14:nvPr/>
              </p14:nvContentPartPr>
              <p14:xfrm>
                <a:off x="11057940" y="4722488"/>
                <a:ext cx="95760" cy="1238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D4F8DE7-62B3-D117-7239-9F45404DB39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048940" y="4713488"/>
                  <a:ext cx="113400" cy="1414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0:10–0:14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quick index-mapping example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Suppose x[n] = { 2, 1, −1, 3, 4, 0, 5, 2, −2, 1, … } and M = 3.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41832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47672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29384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29384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35224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16936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16936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22776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04488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04488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10328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92040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97880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79592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79592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85432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67144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67144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872984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854696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54696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60536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842248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842248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848088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829800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829800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20040" y="22219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256032" y="27249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x[n]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3063240" y="3840480"/>
            <a:ext cx="5852160" cy="1097280"/>
          </a:xfrm>
          <a:prstGeom prst="roundRect">
            <a:avLst>
              <a:gd name="adj" fmla="val 5000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27832" y="3968496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27832" y="4279392"/>
            <a:ext cx="5522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x_d[n] = { 2, 3, 5, 1, … }</a:t>
            </a:r>
            <a:endParaRPr lang="en-US" sz="13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0:14–0:20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in frequency?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1417320"/>
            <a:ext cx="548640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423160"/>
            <a:ext cx="539496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Stretch: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each input spectrum is evaluated at ω/M, so features expand by M on the output frequency axis.
</a:t>
            </a: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 periodically shifted copies appear.
</a:t>
            </a: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copies are summed; overlap is irreversible aliasing.
</a:t>
            </a: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1/M factor accounts for the rate change in the DTFT relation.</a:t>
            </a:r>
            <a:endParaRPr lang="en-US" sz="1740" dirty="0"/>
          </a:p>
        </p:txBody>
      </p:sp>
      <p:sp>
        <p:nvSpPr>
          <p:cNvPr id="6" name="Shape 3"/>
          <p:cNvSpPr/>
          <p:nvPr/>
        </p:nvSpPr>
        <p:spPr>
          <a:xfrm>
            <a:off x="6720840" y="1828800"/>
            <a:ext cx="960120" cy="731520"/>
          </a:xfrm>
          <a:prstGeom prst="chevron">
            <a:avLst/>
          </a:prstGeom>
          <a:solidFill>
            <a:srgbClr val="DDEEF8"/>
          </a:solidFill>
          <a:ln w="127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720840" y="2057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stretch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01000" y="1828800"/>
            <a:ext cx="960120" cy="731520"/>
          </a:xfrm>
          <a:prstGeom prst="chevron">
            <a:avLst/>
          </a:prstGeom>
          <a:solidFill>
            <a:srgbClr val="E7F4EC"/>
          </a:solidFill>
          <a:ln w="12700">
            <a:solidFill>
              <a:srgbClr val="2C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01000" y="2057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281160" y="1828800"/>
            <a:ext cx="960120" cy="731520"/>
          </a:xfrm>
          <a:prstGeom prst="chevron">
            <a:avLst/>
          </a:prstGeom>
          <a:solidFill>
            <a:srgbClr val="FFF1E5"/>
          </a:solidFill>
          <a:ln w="1270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281160" y="2057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12280" y="3063240"/>
            <a:ext cx="3886200" cy="146304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976872" y="3191256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976872" y="3502152"/>
            <a:ext cx="3557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 is a sampling operation performed on an already-discrete signal.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BEA803F-E7ED-CFF7-0E0A-86E270BBCEBB}"/>
              </a:ext>
            </a:extLst>
          </p:cNvPr>
          <p:cNvGrpSpPr/>
          <p:nvPr/>
        </p:nvGrpSpPr>
        <p:grpSpPr>
          <a:xfrm>
            <a:off x="441540" y="485288"/>
            <a:ext cx="614520" cy="253800"/>
            <a:chOff x="441540" y="485288"/>
            <a:chExt cx="614520" cy="25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084AFA4-BE49-FEC6-2F70-923EAB4FE5FD}"/>
                    </a:ext>
                  </a:extLst>
                </p14:cNvPr>
                <p14:cNvContentPartPr/>
                <p14:nvPr/>
              </p14:nvContentPartPr>
              <p14:xfrm>
                <a:off x="441540" y="485288"/>
                <a:ext cx="92520" cy="2538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084AFA4-BE49-FEC6-2F70-923EAB4FE5F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2540" y="476288"/>
                  <a:ext cx="1101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58B6043-DC10-0278-CDB0-423BA7852A42}"/>
                    </a:ext>
                  </a:extLst>
                </p14:cNvPr>
                <p14:cNvContentPartPr/>
                <p14:nvPr/>
              </p14:nvContentPartPr>
              <p14:xfrm>
                <a:off x="482940" y="657008"/>
                <a:ext cx="110160" cy="13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58B6043-DC10-0278-CDB0-423BA7852A4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74300" y="648368"/>
                  <a:ext cx="1278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F4E92D2-09DA-B197-C11D-AB532FB55B87}"/>
                    </a:ext>
                  </a:extLst>
                </p14:cNvPr>
                <p14:cNvContentPartPr/>
                <p14:nvPr/>
              </p14:nvContentPartPr>
              <p14:xfrm>
                <a:off x="562860" y="534968"/>
                <a:ext cx="81000" cy="169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F4E92D2-09DA-B197-C11D-AB532FB55B8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53860" y="525968"/>
                  <a:ext cx="986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9E0C3AB-59C1-F592-157F-F7586721BC47}"/>
                    </a:ext>
                  </a:extLst>
                </p14:cNvPr>
                <p14:cNvContentPartPr/>
                <p14:nvPr/>
              </p14:nvContentPartPr>
              <p14:xfrm>
                <a:off x="694620" y="638648"/>
                <a:ext cx="95040" cy="93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9E0C3AB-59C1-F592-157F-F7586721BC4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85980" y="629648"/>
                  <a:ext cx="1126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F447CAF-EDDB-9E35-9059-BD13A1C26B8B}"/>
                    </a:ext>
                  </a:extLst>
                </p14:cNvPr>
                <p14:cNvContentPartPr/>
                <p14:nvPr/>
              </p14:nvContentPartPr>
              <p14:xfrm>
                <a:off x="862380" y="609488"/>
                <a:ext cx="193680" cy="1011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F447CAF-EDDB-9E35-9059-BD13A1C26B8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53380" y="600848"/>
                  <a:ext cx="21132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3872384-E539-1821-9231-461B90B12F43}"/>
              </a:ext>
            </a:extLst>
          </p:cNvPr>
          <p:cNvGrpSpPr/>
          <p:nvPr/>
        </p:nvGrpSpPr>
        <p:grpSpPr>
          <a:xfrm>
            <a:off x="1257300" y="464768"/>
            <a:ext cx="338760" cy="231840"/>
            <a:chOff x="1257300" y="464768"/>
            <a:chExt cx="338760" cy="23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481B7EE-56F1-E590-807B-BC1EFC06B356}"/>
                    </a:ext>
                  </a:extLst>
                </p14:cNvPr>
                <p14:cNvContentPartPr/>
                <p14:nvPr/>
              </p14:nvContentPartPr>
              <p14:xfrm>
                <a:off x="1295100" y="464768"/>
                <a:ext cx="99360" cy="227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481B7EE-56F1-E590-807B-BC1EFC06B35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86460" y="456128"/>
                  <a:ext cx="1170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AF96983-5DE3-E43D-4EAE-300D8C59B9AA}"/>
                    </a:ext>
                  </a:extLst>
                </p14:cNvPr>
                <p14:cNvContentPartPr/>
                <p14:nvPr/>
              </p14:nvContentPartPr>
              <p14:xfrm>
                <a:off x="1257300" y="606968"/>
                <a:ext cx="161280" cy="27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AF96983-5DE3-E43D-4EAE-300D8C59B9A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48660" y="597968"/>
                  <a:ext cx="1789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6C56F73-232C-A13A-DAAE-2A69FA1C1E55}"/>
                    </a:ext>
                  </a:extLst>
                </p14:cNvPr>
                <p14:cNvContentPartPr/>
                <p14:nvPr/>
              </p14:nvContentPartPr>
              <p14:xfrm>
                <a:off x="1493460" y="626048"/>
                <a:ext cx="102600" cy="70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6C56F73-232C-A13A-DAAE-2A69FA1C1E5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84820" y="617048"/>
                  <a:ext cx="120240" cy="8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671BE5EC-261B-0F95-912A-D2695902837D}"/>
                  </a:ext>
                </a:extLst>
              </p14:cNvPr>
              <p14:cNvContentPartPr/>
              <p14:nvPr/>
            </p14:nvContentPartPr>
            <p14:xfrm>
              <a:off x="1056420" y="1812968"/>
              <a:ext cx="1014840" cy="212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671BE5EC-261B-0F95-912A-D2695902837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47420" y="1803968"/>
                <a:ext cx="103248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6185200A-8CD7-4E4C-FC0F-DDD62C2835DF}"/>
              </a:ext>
            </a:extLst>
          </p:cNvPr>
          <p:cNvGrpSpPr/>
          <p:nvPr/>
        </p:nvGrpSpPr>
        <p:grpSpPr>
          <a:xfrm>
            <a:off x="799020" y="1391048"/>
            <a:ext cx="664920" cy="276120"/>
            <a:chOff x="799020" y="1391048"/>
            <a:chExt cx="664920" cy="27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5ACB29C-E3F5-0E9C-BB7E-1C9AAEC49F5E}"/>
                    </a:ext>
                  </a:extLst>
                </p14:cNvPr>
                <p14:cNvContentPartPr/>
                <p14:nvPr/>
              </p14:nvContentPartPr>
              <p14:xfrm>
                <a:off x="799020" y="1481768"/>
                <a:ext cx="143640" cy="121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5ACB29C-E3F5-0E9C-BB7E-1C9AAEC49F5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90020" y="1472768"/>
                  <a:ext cx="1612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A0651EF-CB6A-BFC1-1E88-CA3C7D5F43F1}"/>
                    </a:ext>
                  </a:extLst>
                </p14:cNvPr>
                <p14:cNvContentPartPr/>
                <p14:nvPr/>
              </p14:nvContentPartPr>
              <p14:xfrm>
                <a:off x="805860" y="1504808"/>
                <a:ext cx="108720" cy="91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A0651EF-CB6A-BFC1-1E88-CA3C7D5F43F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97220" y="1496168"/>
                  <a:ext cx="1263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BAA72A0-D4C2-AF90-9D7A-EA82485946CB}"/>
                    </a:ext>
                  </a:extLst>
                </p14:cNvPr>
                <p14:cNvContentPartPr/>
                <p14:nvPr/>
              </p14:nvContentPartPr>
              <p14:xfrm>
                <a:off x="1044180" y="1599848"/>
                <a:ext cx="18000" cy="673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BAA72A0-D4C2-AF90-9D7A-EA82485946C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35180" y="1591208"/>
                  <a:ext cx="356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02B2D29-561C-E73F-1195-E854A72E7009}"/>
                    </a:ext>
                  </a:extLst>
                </p14:cNvPr>
                <p14:cNvContentPartPr/>
                <p14:nvPr/>
              </p14:nvContentPartPr>
              <p14:xfrm>
                <a:off x="1078740" y="1401848"/>
                <a:ext cx="121320" cy="1868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02B2D29-561C-E73F-1195-E854A72E700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70100" y="1393208"/>
                  <a:ext cx="1389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F6AEC05-393F-0B1D-E996-C77ECA89BCDF}"/>
                    </a:ext>
                  </a:extLst>
                </p14:cNvPr>
                <p14:cNvContentPartPr/>
                <p14:nvPr/>
              </p14:nvContentPartPr>
              <p14:xfrm>
                <a:off x="1200060" y="1510928"/>
                <a:ext cx="140760" cy="522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F6AEC05-393F-0B1D-E996-C77ECA89BC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91060" y="1502288"/>
                  <a:ext cx="1584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B6B12DA-8E32-34A5-3DA4-F68B6A2002F3}"/>
                    </a:ext>
                  </a:extLst>
                </p14:cNvPr>
                <p14:cNvContentPartPr/>
                <p14:nvPr/>
              </p14:nvContentPartPr>
              <p14:xfrm>
                <a:off x="1330020" y="1391048"/>
                <a:ext cx="133920" cy="2102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B6B12DA-8E32-34A5-3DA4-F68B6A2002F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321020" y="1382048"/>
                  <a:ext cx="151560" cy="22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346C5032-257E-287A-10BC-F81F93912A6C}"/>
                  </a:ext>
                </a:extLst>
              </p14:cNvPr>
              <p14:cNvContentPartPr/>
              <p14:nvPr/>
            </p14:nvContentPartPr>
            <p14:xfrm>
              <a:off x="3229380" y="1740968"/>
              <a:ext cx="2549160" cy="13392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346C5032-257E-287A-10BC-F81F93912A6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220740" y="1731968"/>
                <a:ext cx="256680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488CD20C-5BAE-E1E8-20A9-7ADDDAA2D61F}"/>
                  </a:ext>
                </a:extLst>
              </p14:cNvPr>
              <p14:cNvContentPartPr/>
              <p14:nvPr/>
            </p14:nvContentPartPr>
            <p14:xfrm>
              <a:off x="4290300" y="1762208"/>
              <a:ext cx="110160" cy="7308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488CD20C-5BAE-E1E8-20A9-7ADDDAA2D61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281660" y="1753208"/>
                <a:ext cx="12780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576C363C-DFD8-284A-4535-47032C8EEA67}"/>
                  </a:ext>
                </a:extLst>
              </p14:cNvPr>
              <p14:cNvContentPartPr/>
              <p14:nvPr/>
            </p14:nvContentPartPr>
            <p14:xfrm>
              <a:off x="4327740" y="1811528"/>
              <a:ext cx="115560" cy="190620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576C363C-DFD8-284A-4535-47032C8EEA6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318740" y="1802888"/>
                <a:ext cx="133200" cy="19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5B4D1B69-4BBF-9AB2-F71B-4ADF5BDFC440}"/>
                  </a:ext>
                </a:extLst>
              </p14:cNvPr>
              <p14:cNvContentPartPr/>
              <p14:nvPr/>
            </p14:nvContentPartPr>
            <p14:xfrm>
              <a:off x="4390020" y="3621608"/>
              <a:ext cx="1432800" cy="13572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5B4D1B69-4BBF-9AB2-F71B-4ADF5BDFC44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81020" y="3612608"/>
                <a:ext cx="1450440" cy="15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Group 165">
            <a:extLst>
              <a:ext uri="{FF2B5EF4-FFF2-40B4-BE49-F238E27FC236}">
                <a16:creationId xmlns:a16="http://schemas.microsoft.com/office/drawing/2014/main" id="{28686CA0-D035-17D7-172E-B4C6A44B87A6}"/>
              </a:ext>
            </a:extLst>
          </p:cNvPr>
          <p:cNvGrpSpPr/>
          <p:nvPr/>
        </p:nvGrpSpPr>
        <p:grpSpPr>
          <a:xfrm>
            <a:off x="5803020" y="3422888"/>
            <a:ext cx="1069560" cy="1230120"/>
            <a:chOff x="5803020" y="3422888"/>
            <a:chExt cx="1069560" cy="123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E02EB84-0E3F-E306-CB97-CB3A32133188}"/>
                    </a:ext>
                  </a:extLst>
                </p14:cNvPr>
                <p14:cNvContentPartPr/>
                <p14:nvPr/>
              </p14:nvContentPartPr>
              <p14:xfrm>
                <a:off x="5829300" y="3447728"/>
                <a:ext cx="46800" cy="3600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E02EB84-0E3F-E306-CB97-CB3A3213318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820300" y="3438728"/>
                  <a:ext cx="6444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F733A86-FDF5-585A-F6D0-E2C29C5A2C1F}"/>
                    </a:ext>
                  </a:extLst>
                </p14:cNvPr>
                <p14:cNvContentPartPr/>
                <p14:nvPr/>
              </p14:nvContentPartPr>
              <p14:xfrm>
                <a:off x="5803020" y="3422888"/>
                <a:ext cx="1069560" cy="428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F733A86-FDF5-585A-F6D0-E2C29C5A2C1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94380" y="3413888"/>
                  <a:ext cx="10872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905324B-32CC-9787-C13A-E8D96D0CF0E5}"/>
                    </a:ext>
                  </a:extLst>
                </p14:cNvPr>
                <p14:cNvContentPartPr/>
                <p14:nvPr/>
              </p14:nvContentPartPr>
              <p14:xfrm>
                <a:off x="6836580" y="3452048"/>
                <a:ext cx="21600" cy="5727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905324B-32CC-9787-C13A-E8D96D0CF0E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827580" y="3443048"/>
                  <a:ext cx="39240" cy="59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57B64B1-FE1C-8E00-DBB8-86C9881F185B}"/>
                    </a:ext>
                  </a:extLst>
                </p14:cNvPr>
                <p14:cNvContentPartPr/>
                <p14:nvPr/>
              </p14:nvContentPartPr>
              <p14:xfrm>
                <a:off x="5896620" y="4057208"/>
                <a:ext cx="904320" cy="525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57B64B1-FE1C-8E00-DBB8-86C9881F185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87980" y="4048208"/>
                  <a:ext cx="9219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E53667E-2643-64A4-AF46-EE9F0AA2E00D}"/>
                    </a:ext>
                  </a:extLst>
                </p14:cNvPr>
                <p14:cNvContentPartPr/>
                <p14:nvPr/>
              </p14:nvContentPartPr>
              <p14:xfrm>
                <a:off x="5870340" y="3843728"/>
                <a:ext cx="31680" cy="2170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E53667E-2643-64A4-AF46-EE9F0AA2E00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861340" y="3835088"/>
                  <a:ext cx="493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3F88C84-623A-3F88-3B34-375F8684ABF2}"/>
                    </a:ext>
                  </a:extLst>
                </p14:cNvPr>
                <p14:cNvContentPartPr/>
                <p14:nvPr/>
              </p14:nvContentPartPr>
              <p14:xfrm>
                <a:off x="6015060" y="3697928"/>
                <a:ext cx="135000" cy="1357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3F88C84-623A-3F88-3B34-375F8684ABF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06420" y="3688928"/>
                  <a:ext cx="1526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59EEC94-B107-5465-411D-5C11342186FE}"/>
                    </a:ext>
                  </a:extLst>
                </p14:cNvPr>
                <p14:cNvContentPartPr/>
                <p14:nvPr/>
              </p14:nvContentPartPr>
              <p14:xfrm>
                <a:off x="6234300" y="3619088"/>
                <a:ext cx="119520" cy="2149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59EEC94-B107-5465-411D-5C11342186F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225660" y="3610448"/>
                  <a:ext cx="1371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3EAAB40-3BDB-765E-E0F7-5F78F945F404}"/>
                    </a:ext>
                  </a:extLst>
                </p14:cNvPr>
                <p14:cNvContentPartPr/>
                <p14:nvPr/>
              </p14:nvContentPartPr>
              <p14:xfrm>
                <a:off x="6404220" y="3745808"/>
                <a:ext cx="30600" cy="94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3EAAB40-3BDB-765E-E0F7-5F78F945F40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395580" y="3736808"/>
                  <a:ext cx="482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1FB60C2-16BE-C901-AD79-AA2C98A4FAC8}"/>
                    </a:ext>
                  </a:extLst>
                </p14:cNvPr>
                <p14:cNvContentPartPr/>
                <p14:nvPr/>
              </p14:nvContentPartPr>
              <p14:xfrm>
                <a:off x="6385140" y="3695048"/>
                <a:ext cx="126000" cy="1378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1FB60C2-16BE-C901-AD79-AA2C98A4FAC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76140" y="3686048"/>
                  <a:ext cx="1436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2F25C5F-8476-9932-B0DB-2C6FE3D58715}"/>
                    </a:ext>
                  </a:extLst>
                </p14:cNvPr>
                <p14:cNvContentPartPr/>
                <p14:nvPr/>
              </p14:nvContentPartPr>
              <p14:xfrm>
                <a:off x="6325740" y="4114448"/>
                <a:ext cx="19440" cy="2041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2F25C5F-8476-9932-B0DB-2C6FE3D5871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16740" y="4105448"/>
                  <a:ext cx="370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1D24B21-7943-771E-326B-8A7C100E2C05}"/>
                    </a:ext>
                  </a:extLst>
                </p14:cNvPr>
                <p14:cNvContentPartPr/>
                <p14:nvPr/>
              </p14:nvContentPartPr>
              <p14:xfrm>
                <a:off x="6277140" y="4071248"/>
                <a:ext cx="96840" cy="802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1D24B21-7943-771E-326B-8A7C100E2C0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68500" y="4062248"/>
                  <a:ext cx="1144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CFBAEA0-3217-A2CA-5399-FB60BAAF1703}"/>
                    </a:ext>
                  </a:extLst>
                </p14:cNvPr>
                <p14:cNvContentPartPr/>
                <p14:nvPr/>
              </p14:nvContentPartPr>
              <p14:xfrm>
                <a:off x="6231420" y="4453208"/>
                <a:ext cx="50040" cy="1497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CFBAEA0-3217-A2CA-5399-FB60BAAF170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22780" y="4444568"/>
                  <a:ext cx="676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55D4496-3C3D-DFE9-427F-9ADE6B87351C}"/>
                    </a:ext>
                  </a:extLst>
                </p14:cNvPr>
                <p14:cNvContentPartPr/>
                <p14:nvPr/>
              </p14:nvContentPartPr>
              <p14:xfrm>
                <a:off x="6099300" y="4422968"/>
                <a:ext cx="223200" cy="194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755D4496-3C3D-DFE9-427F-9ADE6B87351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090660" y="4413968"/>
                  <a:ext cx="2408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D15C372-D470-4B05-6BCD-D65322C4D518}"/>
                    </a:ext>
                  </a:extLst>
                </p14:cNvPr>
                <p14:cNvContentPartPr/>
                <p14:nvPr/>
              </p14:nvContentPartPr>
              <p14:xfrm>
                <a:off x="6385860" y="4569488"/>
                <a:ext cx="46440" cy="835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D15C372-D470-4B05-6BCD-D65322C4D51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376860" y="4560488"/>
                  <a:ext cx="64080" cy="10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89144FD8-9FCF-B588-99BA-A3FD1915B95D}"/>
                  </a:ext>
                </a:extLst>
              </p14:cNvPr>
              <p14:cNvContentPartPr/>
              <p14:nvPr/>
            </p14:nvContentPartPr>
            <p14:xfrm>
              <a:off x="6853860" y="3675968"/>
              <a:ext cx="1552680" cy="13644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89144FD8-9FCF-B588-99BA-A3FD1915B95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844860" y="3667328"/>
                <a:ext cx="1570320" cy="15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Group 173">
            <a:extLst>
              <a:ext uri="{FF2B5EF4-FFF2-40B4-BE49-F238E27FC236}">
                <a16:creationId xmlns:a16="http://schemas.microsoft.com/office/drawing/2014/main" id="{8D7BD9E9-297C-0051-1D77-D6F4404B66D8}"/>
              </a:ext>
            </a:extLst>
          </p:cNvPr>
          <p:cNvGrpSpPr/>
          <p:nvPr/>
        </p:nvGrpSpPr>
        <p:grpSpPr>
          <a:xfrm>
            <a:off x="8451540" y="3330368"/>
            <a:ext cx="713520" cy="291600"/>
            <a:chOff x="8451540" y="3330368"/>
            <a:chExt cx="713520" cy="29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D9CDBA2-8C2C-0260-9F30-5A378FB258BF}"/>
                    </a:ext>
                  </a:extLst>
                </p14:cNvPr>
                <p14:cNvContentPartPr/>
                <p14:nvPr/>
              </p14:nvContentPartPr>
              <p14:xfrm>
                <a:off x="8451540" y="3430808"/>
                <a:ext cx="167400" cy="1393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D9CDBA2-8C2C-0260-9F30-5A378FB258B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442900" y="3421808"/>
                  <a:ext cx="1850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E54BE0D-3A5B-E365-4BA2-7FC082377EFE}"/>
                    </a:ext>
                  </a:extLst>
                </p14:cNvPr>
                <p14:cNvContentPartPr/>
                <p14:nvPr/>
              </p14:nvContentPartPr>
              <p14:xfrm>
                <a:off x="8453340" y="3438008"/>
                <a:ext cx="129600" cy="1206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E54BE0D-3A5B-E365-4BA2-7FC082377EF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444700" y="3429368"/>
                  <a:ext cx="1472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6211C97-5C4E-AA64-F85D-AD84FAAA3498}"/>
                    </a:ext>
                  </a:extLst>
                </p14:cNvPr>
                <p14:cNvContentPartPr/>
                <p14:nvPr/>
              </p14:nvContentPartPr>
              <p14:xfrm>
                <a:off x="8676180" y="3564008"/>
                <a:ext cx="24840" cy="579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6211C97-5C4E-AA64-F85D-AD84FAAA349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667540" y="3555008"/>
                  <a:ext cx="424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1910F436-FE16-1D6F-4B6A-4E3329DE090C}"/>
                    </a:ext>
                  </a:extLst>
                </p14:cNvPr>
                <p14:cNvContentPartPr/>
                <p14:nvPr/>
              </p14:nvContentPartPr>
              <p14:xfrm>
                <a:off x="8727300" y="3330368"/>
                <a:ext cx="132480" cy="2199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1910F436-FE16-1D6F-4B6A-4E3329DE090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718660" y="3321368"/>
                  <a:ext cx="1501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0CD6000-38C3-16C3-428A-3A7158B2C18B}"/>
                    </a:ext>
                  </a:extLst>
                </p14:cNvPr>
                <p14:cNvContentPartPr/>
                <p14:nvPr/>
              </p14:nvContentPartPr>
              <p14:xfrm>
                <a:off x="8857980" y="3454568"/>
                <a:ext cx="169920" cy="874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0CD6000-38C3-16C3-428A-3A7158B2C18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849340" y="3445928"/>
                  <a:ext cx="1875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6B42215-B5F0-7996-CB16-B64DD3F154C8}"/>
                    </a:ext>
                  </a:extLst>
                </p14:cNvPr>
                <p14:cNvContentPartPr/>
                <p14:nvPr/>
              </p14:nvContentPartPr>
              <p14:xfrm>
                <a:off x="9003420" y="3371048"/>
                <a:ext cx="161640" cy="2347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6B42215-B5F0-7996-CB16-B64DD3F154C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994780" y="3362048"/>
                  <a:ext cx="179280" cy="25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70FC632F-58D9-8C5F-00B6-2ED93F0C365F}"/>
              </a:ext>
            </a:extLst>
          </p:cNvPr>
          <p:cNvGrpSpPr/>
          <p:nvPr/>
        </p:nvGrpSpPr>
        <p:grpSpPr>
          <a:xfrm>
            <a:off x="9516420" y="3422888"/>
            <a:ext cx="624960" cy="137520"/>
            <a:chOff x="9516420" y="3422888"/>
            <a:chExt cx="624960" cy="13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831F4BD-2C31-FD3B-8BEF-E18AD89B9362}"/>
                    </a:ext>
                  </a:extLst>
                </p14:cNvPr>
                <p14:cNvContentPartPr/>
                <p14:nvPr/>
              </p14:nvContentPartPr>
              <p14:xfrm>
                <a:off x="9516420" y="3422888"/>
                <a:ext cx="121680" cy="1170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831F4BD-2C31-FD3B-8BEF-E18AD89B936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507420" y="3414248"/>
                  <a:ext cx="1393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7FFFF3E-56C9-61DC-570C-ED367703DAB8}"/>
                    </a:ext>
                  </a:extLst>
                </p14:cNvPr>
                <p14:cNvContentPartPr/>
                <p14:nvPr/>
              </p14:nvContentPartPr>
              <p14:xfrm>
                <a:off x="9665460" y="3445928"/>
                <a:ext cx="475920" cy="1144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7FFFF3E-56C9-61DC-570C-ED367703DAB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656460" y="3437288"/>
                  <a:ext cx="49356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8346B939-1923-9714-A4C4-46AB23AB3AB2}"/>
              </a:ext>
            </a:extLst>
          </p:cNvPr>
          <p:cNvGrpSpPr/>
          <p:nvPr/>
        </p:nvGrpSpPr>
        <p:grpSpPr>
          <a:xfrm>
            <a:off x="10337220" y="3386888"/>
            <a:ext cx="261720" cy="171720"/>
            <a:chOff x="10337220" y="3386888"/>
            <a:chExt cx="261720" cy="17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C401EC15-B749-D2E7-5CA0-7A32D6F457FA}"/>
                    </a:ext>
                  </a:extLst>
                </p14:cNvPr>
                <p14:cNvContentPartPr/>
                <p14:nvPr/>
              </p14:nvContentPartPr>
              <p14:xfrm>
                <a:off x="10337220" y="3469688"/>
                <a:ext cx="131760" cy="889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C401EC15-B749-D2E7-5CA0-7A32D6F457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328580" y="3461048"/>
                  <a:ext cx="1494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73A4029-4A7C-67D3-E0BE-BDCB0E77D06F}"/>
                    </a:ext>
                  </a:extLst>
                </p14:cNvPr>
                <p14:cNvContentPartPr/>
                <p14:nvPr/>
              </p14:nvContentPartPr>
              <p14:xfrm>
                <a:off x="10464660" y="3386888"/>
                <a:ext cx="134280" cy="1573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73A4029-4A7C-67D3-E0BE-BDCB0E77D06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456020" y="3377888"/>
                  <a:ext cx="15192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AA44FDF5-75D9-C469-A04C-FE12416E8903}"/>
              </a:ext>
            </a:extLst>
          </p:cNvPr>
          <p:cNvGrpSpPr/>
          <p:nvPr/>
        </p:nvGrpSpPr>
        <p:grpSpPr>
          <a:xfrm>
            <a:off x="10795860" y="3273128"/>
            <a:ext cx="592920" cy="322560"/>
            <a:chOff x="10795860" y="3273128"/>
            <a:chExt cx="592920" cy="32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D5AF186-4E07-3578-1CCC-E4F1CA0CFD03}"/>
                    </a:ext>
                  </a:extLst>
                </p14:cNvPr>
                <p14:cNvContentPartPr/>
                <p14:nvPr/>
              </p14:nvContentPartPr>
              <p14:xfrm>
                <a:off x="10814580" y="3470408"/>
                <a:ext cx="24840" cy="622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D5AF186-4E07-3578-1CCC-E4F1CA0CFD0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805580" y="3461408"/>
                  <a:ext cx="424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EB9ECC3-9194-60F1-73C2-8BBC924E778F}"/>
                    </a:ext>
                  </a:extLst>
                </p14:cNvPr>
                <p14:cNvContentPartPr/>
                <p14:nvPr/>
              </p14:nvContentPartPr>
              <p14:xfrm>
                <a:off x="10795860" y="3361328"/>
                <a:ext cx="360" cy="248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EB9ECC3-9194-60F1-73C2-8BBC924E778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787220" y="3352328"/>
                  <a:ext cx="18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1307AA9-8968-7E22-CCD0-B134BF8F151E}"/>
                    </a:ext>
                  </a:extLst>
                </p14:cNvPr>
                <p14:cNvContentPartPr/>
                <p14:nvPr/>
              </p14:nvContentPartPr>
              <p14:xfrm>
                <a:off x="10868580" y="3470408"/>
                <a:ext cx="115920" cy="475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1307AA9-8968-7E22-CCD0-B134BF8F151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859940" y="3461408"/>
                  <a:ext cx="1335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EE7412C-9A46-EAD7-9944-1076B2E49327}"/>
                    </a:ext>
                  </a:extLst>
                </p14:cNvPr>
                <p14:cNvContentPartPr/>
                <p14:nvPr/>
              </p14:nvContentPartPr>
              <p14:xfrm>
                <a:off x="11024460" y="3422528"/>
                <a:ext cx="68400" cy="1731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EE7412C-9A46-EAD7-9944-1076B2E4932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015820" y="3413888"/>
                  <a:ext cx="860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904FDB6-0010-A2F2-D11C-9B0C39A405FB}"/>
                    </a:ext>
                  </a:extLst>
                </p14:cNvPr>
                <p14:cNvContentPartPr/>
                <p14:nvPr/>
              </p14:nvContentPartPr>
              <p14:xfrm>
                <a:off x="11172060" y="3464288"/>
                <a:ext cx="77040" cy="381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904FDB6-0010-A2F2-D11C-9B0C39A405F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163060" y="3455648"/>
                  <a:ext cx="946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FD1C89BC-805A-BC06-59F4-A2FBF74C4AA7}"/>
                    </a:ext>
                  </a:extLst>
                </p14:cNvPr>
                <p14:cNvContentPartPr/>
                <p14:nvPr/>
              </p14:nvContentPartPr>
              <p14:xfrm>
                <a:off x="11284380" y="3273128"/>
                <a:ext cx="63000" cy="2548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FD1C89BC-805A-BC06-59F4-A2FBF74C4AA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275380" y="3264128"/>
                  <a:ext cx="806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0465A1D-B7DE-51A6-3DBC-55B6385BA83A}"/>
                    </a:ext>
                  </a:extLst>
                </p14:cNvPr>
                <p14:cNvContentPartPr/>
                <p14:nvPr/>
              </p14:nvContentPartPr>
              <p14:xfrm>
                <a:off x="11388420" y="3418568"/>
                <a:ext cx="360" cy="3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0465A1D-B7DE-51A6-3DBC-55B6385BA83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379420" y="340956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5680912-7208-C028-0E44-8AD91166EF5A}"/>
                    </a:ext>
                  </a:extLst>
                </p14:cNvPr>
                <p14:cNvContentPartPr/>
                <p14:nvPr/>
              </p14:nvContentPartPr>
              <p14:xfrm>
                <a:off x="11230020" y="3448088"/>
                <a:ext cx="13320" cy="424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5680912-7208-C028-0E44-8AD91166EF5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221380" y="3439448"/>
                  <a:ext cx="309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BF62BDA-4599-E755-AEBF-54CAF81A68C4}"/>
                    </a:ext>
                  </a:extLst>
                </p14:cNvPr>
                <p14:cNvContentPartPr/>
                <p14:nvPr/>
              </p14:nvContentPartPr>
              <p14:xfrm>
                <a:off x="11265300" y="3377888"/>
                <a:ext cx="92160" cy="410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BF62BDA-4599-E755-AEBF-54CAF81A68C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256660" y="3368888"/>
                  <a:ext cx="10980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ED77A51A-0EAD-215E-481A-F6A5D441C929}"/>
              </a:ext>
            </a:extLst>
          </p:cNvPr>
          <p:cNvGrpSpPr/>
          <p:nvPr/>
        </p:nvGrpSpPr>
        <p:grpSpPr>
          <a:xfrm>
            <a:off x="9620100" y="3700808"/>
            <a:ext cx="718920" cy="270360"/>
            <a:chOff x="9620100" y="3700808"/>
            <a:chExt cx="7189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F7BB198-9EE1-94CE-C781-AB20E2F8D07D}"/>
                    </a:ext>
                  </a:extLst>
                </p14:cNvPr>
                <p14:cNvContentPartPr/>
                <p14:nvPr/>
              </p14:nvContentPartPr>
              <p14:xfrm>
                <a:off x="9620100" y="3765248"/>
                <a:ext cx="165240" cy="1130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F7BB198-9EE1-94CE-C781-AB20E2F8D07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611100" y="3756608"/>
                  <a:ext cx="1828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1B23C74-3959-C086-D61A-F35CB33096D4}"/>
                    </a:ext>
                  </a:extLst>
                </p14:cNvPr>
                <p14:cNvContentPartPr/>
                <p14:nvPr/>
              </p14:nvContentPartPr>
              <p14:xfrm>
                <a:off x="9624420" y="3771728"/>
                <a:ext cx="96480" cy="831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1B23C74-3959-C086-D61A-F35CB33096D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615780" y="3762728"/>
                  <a:ext cx="1141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0982F3CE-BA1C-7B09-16F5-42393E0864FE}"/>
                    </a:ext>
                  </a:extLst>
                </p14:cNvPr>
                <p14:cNvContentPartPr/>
                <p14:nvPr/>
              </p14:nvContentPartPr>
              <p14:xfrm>
                <a:off x="9860940" y="3875768"/>
                <a:ext cx="34200" cy="954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0982F3CE-BA1C-7B09-16F5-42393E0864F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851940" y="3866768"/>
                  <a:ext cx="518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B5EDB42-3DFE-D0F1-F5FA-91B1A658A601}"/>
                    </a:ext>
                  </a:extLst>
                </p14:cNvPr>
                <p14:cNvContentPartPr/>
                <p14:nvPr/>
              </p14:nvContentPartPr>
              <p14:xfrm>
                <a:off x="9888300" y="3700808"/>
                <a:ext cx="145080" cy="2127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2B5EDB42-3DFE-D0F1-F5FA-91B1A658A60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879660" y="3691808"/>
                  <a:ext cx="1627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1CD70AD-6144-CB81-7855-7808309E8AFE}"/>
                    </a:ext>
                  </a:extLst>
                </p14:cNvPr>
                <p14:cNvContentPartPr/>
                <p14:nvPr/>
              </p14:nvContentPartPr>
              <p14:xfrm>
                <a:off x="10047780" y="3828968"/>
                <a:ext cx="177840" cy="716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1CD70AD-6144-CB81-7855-7808309E8AF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039140" y="3819968"/>
                  <a:ext cx="1954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A3ED3B7-35B1-EEAA-0CD8-9675A3C8BBE6}"/>
                    </a:ext>
                  </a:extLst>
                </p14:cNvPr>
                <p14:cNvContentPartPr/>
                <p14:nvPr/>
              </p14:nvContentPartPr>
              <p14:xfrm>
                <a:off x="10193220" y="3728168"/>
                <a:ext cx="145800" cy="2113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A3ED3B7-35B1-EEAA-0CD8-9675A3C8BBE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184580" y="3719528"/>
                  <a:ext cx="163440" cy="22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35907A83-54EF-FF83-8F81-8AC0578C634D}"/>
              </a:ext>
            </a:extLst>
          </p:cNvPr>
          <p:cNvGrpSpPr/>
          <p:nvPr/>
        </p:nvGrpSpPr>
        <p:grpSpPr>
          <a:xfrm>
            <a:off x="9267660" y="4109408"/>
            <a:ext cx="1636560" cy="659160"/>
            <a:chOff x="9267660" y="4109408"/>
            <a:chExt cx="1636560" cy="65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439740A-34AE-3F1B-BDF6-BD54F45A6EBE}"/>
                    </a:ext>
                  </a:extLst>
                </p14:cNvPr>
                <p14:cNvContentPartPr/>
                <p14:nvPr/>
              </p14:nvContentPartPr>
              <p14:xfrm>
                <a:off x="9267660" y="4218128"/>
                <a:ext cx="134280" cy="1256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439740A-34AE-3F1B-BDF6-BD54F45A6EB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258660" y="4209128"/>
                  <a:ext cx="1519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306DFC4-9FA1-A7F1-95DF-AF15D0C0A9D9}"/>
                    </a:ext>
                  </a:extLst>
                </p14:cNvPr>
                <p14:cNvContentPartPr/>
                <p14:nvPr/>
              </p14:nvContentPartPr>
              <p14:xfrm>
                <a:off x="9369540" y="4266728"/>
                <a:ext cx="141480" cy="676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306DFC4-9FA1-A7F1-95DF-AF15D0C0A9D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360540" y="4258088"/>
                  <a:ext cx="1591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8E8DE7D-D5ED-2069-CA3B-F8A65D34BAA3}"/>
                    </a:ext>
                  </a:extLst>
                </p14:cNvPr>
                <p14:cNvContentPartPr/>
                <p14:nvPr/>
              </p14:nvContentPartPr>
              <p14:xfrm>
                <a:off x="9549180" y="4289048"/>
                <a:ext cx="152640" cy="547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8E8DE7D-D5ED-2069-CA3B-F8A65D34BAA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540180" y="4280408"/>
                  <a:ext cx="1702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97E7CFC-CDCF-E365-D7CE-FB6649146E3D}"/>
                    </a:ext>
                  </a:extLst>
                </p14:cNvPr>
                <p14:cNvContentPartPr/>
                <p14:nvPr/>
              </p14:nvContentPartPr>
              <p14:xfrm>
                <a:off x="9750780" y="4232888"/>
                <a:ext cx="131400" cy="1062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97E7CFC-CDCF-E365-D7CE-FB6649146E3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741780" y="4223888"/>
                  <a:ext cx="1490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B4E7B2A-DCE9-33A9-813D-F8577C8C83E8}"/>
                    </a:ext>
                  </a:extLst>
                </p14:cNvPr>
                <p14:cNvContentPartPr/>
                <p14:nvPr/>
              </p14:nvContentPartPr>
              <p14:xfrm>
                <a:off x="9928260" y="4280768"/>
                <a:ext cx="36000" cy="622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B4E7B2A-DCE9-33A9-813D-F8577C8C83E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919620" y="4272128"/>
                  <a:ext cx="536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DCB598AA-3474-667F-CFC6-06D84E6755A0}"/>
                    </a:ext>
                  </a:extLst>
                </p14:cNvPr>
                <p14:cNvContentPartPr/>
                <p14:nvPr/>
              </p14:nvContentPartPr>
              <p14:xfrm>
                <a:off x="9917820" y="4203008"/>
                <a:ext cx="1080" cy="10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DCB598AA-3474-667F-CFC6-06D84E6755A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909180" y="4194008"/>
                  <a:ext cx="187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0E6E7A7D-2B37-9ADF-8F45-F30A1BEEAC72}"/>
                    </a:ext>
                  </a:extLst>
                </p14:cNvPr>
                <p14:cNvContentPartPr/>
                <p14:nvPr/>
              </p14:nvContentPartPr>
              <p14:xfrm>
                <a:off x="9975420" y="4226048"/>
                <a:ext cx="89640" cy="979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0E6E7A7D-2B37-9ADF-8F45-F30A1BEEAC7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966780" y="4217048"/>
                  <a:ext cx="1072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C1ACAD2-BC90-B62A-0202-94D6667FF5B1}"/>
                    </a:ext>
                  </a:extLst>
                </p14:cNvPr>
                <p14:cNvContentPartPr/>
                <p14:nvPr/>
              </p14:nvContentPartPr>
              <p14:xfrm>
                <a:off x="10087020" y="4109408"/>
                <a:ext cx="51480" cy="2012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C1ACAD2-BC90-B62A-0202-94D6667FF5B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078380" y="4100768"/>
                  <a:ext cx="691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1D0E1A7-151A-3F4E-B177-7B09D390AC1A}"/>
                    </a:ext>
                  </a:extLst>
                </p14:cNvPr>
                <p14:cNvContentPartPr/>
                <p14:nvPr/>
              </p14:nvContentPartPr>
              <p14:xfrm>
                <a:off x="10066500" y="4267088"/>
                <a:ext cx="74880" cy="90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1D0E1A7-151A-3F4E-B177-7B09D390AC1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057860" y="4258448"/>
                  <a:ext cx="925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10D8C59-2596-BC28-E7F3-0A6AF9BC09C1}"/>
                    </a:ext>
                  </a:extLst>
                </p14:cNvPr>
                <p14:cNvContentPartPr/>
                <p14:nvPr/>
              </p14:nvContentPartPr>
              <p14:xfrm>
                <a:off x="10209060" y="4214528"/>
                <a:ext cx="280800" cy="867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10D8C59-2596-BC28-E7F3-0A6AF9BC09C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200060" y="4205528"/>
                  <a:ext cx="2984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FE224F8-BFFB-8513-6B53-12A111652C3A}"/>
                    </a:ext>
                  </a:extLst>
                </p14:cNvPr>
                <p14:cNvContentPartPr/>
                <p14:nvPr/>
              </p14:nvContentPartPr>
              <p14:xfrm>
                <a:off x="10510380" y="4145768"/>
                <a:ext cx="64080" cy="1515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FE224F8-BFFB-8513-6B53-12A111652C3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501380" y="4137128"/>
                  <a:ext cx="817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01416759-C1B0-A928-351B-093F9EDA6F91}"/>
                    </a:ext>
                  </a:extLst>
                </p14:cNvPr>
                <p14:cNvContentPartPr/>
                <p14:nvPr/>
              </p14:nvContentPartPr>
              <p14:xfrm>
                <a:off x="10506780" y="4215608"/>
                <a:ext cx="97200" cy="187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01416759-C1B0-A928-351B-093F9EDA6F9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498140" y="4206968"/>
                  <a:ext cx="1148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FC0C769-BCB8-6F04-0C24-433BA3087898}"/>
                    </a:ext>
                  </a:extLst>
                </p14:cNvPr>
                <p14:cNvContentPartPr/>
                <p14:nvPr/>
              </p14:nvContentPartPr>
              <p14:xfrm>
                <a:off x="9593820" y="4542848"/>
                <a:ext cx="197280" cy="1314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FC0C769-BCB8-6F04-0C24-433BA308789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585180" y="4533848"/>
                  <a:ext cx="2149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CAD2FA51-9670-F248-8A72-A849AD453728}"/>
                    </a:ext>
                  </a:extLst>
                </p14:cNvPr>
                <p14:cNvContentPartPr/>
                <p14:nvPr/>
              </p14:nvContentPartPr>
              <p14:xfrm>
                <a:off x="9838620" y="4552568"/>
                <a:ext cx="70560" cy="1083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CAD2FA51-9670-F248-8A72-A849AD45372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829980" y="4543928"/>
                  <a:ext cx="882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B919AEEA-1985-129D-9FDE-FA6AAAE057F6}"/>
                    </a:ext>
                  </a:extLst>
                </p14:cNvPr>
                <p14:cNvContentPartPr/>
                <p14:nvPr/>
              </p14:nvContentPartPr>
              <p14:xfrm>
                <a:off x="9966780" y="4588208"/>
                <a:ext cx="132480" cy="810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B919AEEA-1985-129D-9FDE-FA6AAAE057F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958140" y="4579568"/>
                  <a:ext cx="1501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EC7576F-96F4-0551-5155-41F40D342935}"/>
                    </a:ext>
                  </a:extLst>
                </p14:cNvPr>
                <p14:cNvContentPartPr/>
                <p14:nvPr/>
              </p14:nvContentPartPr>
              <p14:xfrm>
                <a:off x="10145340" y="4592528"/>
                <a:ext cx="182520" cy="482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EC7576F-96F4-0551-5155-41F40D34293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136700" y="4583888"/>
                  <a:ext cx="2001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45208D9C-6E32-58E2-69FB-A7A09C09587C}"/>
                    </a:ext>
                  </a:extLst>
                </p14:cNvPr>
                <p14:cNvContentPartPr/>
                <p14:nvPr/>
              </p14:nvContentPartPr>
              <p14:xfrm>
                <a:off x="10410660" y="4586768"/>
                <a:ext cx="43560" cy="1371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45208D9C-6E32-58E2-69FB-A7A09C09587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401660" y="4577768"/>
                  <a:ext cx="612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91A3DA1-F3AA-17BF-6305-0559ECDAF062}"/>
                    </a:ext>
                  </a:extLst>
                </p14:cNvPr>
                <p14:cNvContentPartPr/>
                <p14:nvPr/>
              </p14:nvContentPartPr>
              <p14:xfrm>
                <a:off x="10478340" y="4401368"/>
                <a:ext cx="161280" cy="2642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91A3DA1-F3AA-17BF-6305-0559ECDAF06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469700" y="4392728"/>
                  <a:ext cx="1789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D984628F-EC64-E9F1-2E39-0C36757D8FD5}"/>
                    </a:ext>
                  </a:extLst>
                </p14:cNvPr>
                <p14:cNvContentPartPr/>
                <p14:nvPr/>
              </p14:nvContentPartPr>
              <p14:xfrm>
                <a:off x="10583100" y="4447088"/>
                <a:ext cx="360" cy="3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D984628F-EC64-E9F1-2E39-0C36757D8FD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574100" y="44384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6A4516F-8C29-7146-172D-ECE405896174}"/>
                    </a:ext>
                  </a:extLst>
                </p14:cNvPr>
                <p14:cNvContentPartPr/>
                <p14:nvPr/>
              </p14:nvContentPartPr>
              <p14:xfrm>
                <a:off x="10671300" y="4551128"/>
                <a:ext cx="98280" cy="558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6A4516F-8C29-7146-172D-ECE40589617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662300" y="4542128"/>
                  <a:ext cx="1159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5AEA52F8-6693-DF69-ABB8-6DE5C430844E}"/>
                    </a:ext>
                  </a:extLst>
                </p14:cNvPr>
                <p14:cNvContentPartPr/>
                <p14:nvPr/>
              </p14:nvContentPartPr>
              <p14:xfrm>
                <a:off x="10832220" y="4531328"/>
                <a:ext cx="72000" cy="2372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5AEA52F8-6693-DF69-ABB8-6DE5C430844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823580" y="4522688"/>
                  <a:ext cx="89640" cy="25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39FD2CDF-59A4-521E-F2B0-C5E9ABB6077F}"/>
              </a:ext>
            </a:extLst>
          </p:cNvPr>
          <p:cNvGrpSpPr/>
          <p:nvPr/>
        </p:nvGrpSpPr>
        <p:grpSpPr>
          <a:xfrm>
            <a:off x="9117540" y="2594528"/>
            <a:ext cx="1763640" cy="624960"/>
            <a:chOff x="9117540" y="2594528"/>
            <a:chExt cx="1763640" cy="62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C859119A-92D6-33E0-0966-906ACDD31130}"/>
                    </a:ext>
                  </a:extLst>
                </p14:cNvPr>
                <p14:cNvContentPartPr/>
                <p14:nvPr/>
              </p14:nvContentPartPr>
              <p14:xfrm>
                <a:off x="9234180" y="3150008"/>
                <a:ext cx="150120" cy="644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C859119A-92D6-33E0-0966-906ACDD3113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225180" y="3141008"/>
                  <a:ext cx="1677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C024C024-8E09-08DC-6836-6233A7A50637}"/>
                    </a:ext>
                  </a:extLst>
                </p14:cNvPr>
                <p14:cNvContentPartPr/>
                <p14:nvPr/>
              </p14:nvContentPartPr>
              <p14:xfrm>
                <a:off x="9206100" y="3094568"/>
                <a:ext cx="120960" cy="594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C024C024-8E09-08DC-6836-6233A7A5063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197460" y="3085928"/>
                  <a:ext cx="1386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7A77920-19AF-10E6-C26F-F9A5D8E6BCA9}"/>
                    </a:ext>
                  </a:extLst>
                </p14:cNvPr>
                <p14:cNvContentPartPr/>
                <p14:nvPr/>
              </p14:nvContentPartPr>
              <p14:xfrm>
                <a:off x="9289260" y="3039128"/>
                <a:ext cx="266760" cy="1580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7A77920-19AF-10E6-C26F-F9A5D8E6BCA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280620" y="3030488"/>
                  <a:ext cx="2844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1FF7829-6B6F-8EB7-F1B2-AE2021A319D2}"/>
                    </a:ext>
                  </a:extLst>
                </p14:cNvPr>
                <p14:cNvContentPartPr/>
                <p14:nvPr/>
              </p14:nvContentPartPr>
              <p14:xfrm>
                <a:off x="9117540" y="3085928"/>
                <a:ext cx="182880" cy="1335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1FF7829-6B6F-8EB7-F1B2-AE2021A319D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108900" y="3076928"/>
                  <a:ext cx="2005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5C7FAD0A-CF08-A25E-BC2F-ED835EC11F72}"/>
                    </a:ext>
                  </a:extLst>
                </p14:cNvPr>
                <p14:cNvContentPartPr/>
                <p14:nvPr/>
              </p14:nvContentPartPr>
              <p14:xfrm>
                <a:off x="9669420" y="2841848"/>
                <a:ext cx="201600" cy="1893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5C7FAD0A-CF08-A25E-BC2F-ED835EC11F7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660780" y="2833208"/>
                  <a:ext cx="2192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5883215-25DF-DC72-017C-7E1706FEC1DB}"/>
                    </a:ext>
                  </a:extLst>
                </p14:cNvPr>
                <p14:cNvContentPartPr/>
                <p14:nvPr/>
              </p14:nvContentPartPr>
              <p14:xfrm>
                <a:off x="9744660" y="2840768"/>
                <a:ext cx="64800" cy="2034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5883215-25DF-DC72-017C-7E1706FEC1D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735660" y="2832128"/>
                  <a:ext cx="824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98B69038-7FF5-5EE1-D5FC-54A9DEEF5D24}"/>
                    </a:ext>
                  </a:extLst>
                </p14:cNvPr>
                <p14:cNvContentPartPr/>
                <p14:nvPr/>
              </p14:nvContentPartPr>
              <p14:xfrm>
                <a:off x="9949140" y="2997728"/>
                <a:ext cx="41040" cy="932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98B69038-7FF5-5EE1-D5FC-54A9DEEF5D2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940140" y="2988728"/>
                  <a:ext cx="586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B3AED44B-9BB8-1351-C30F-D954E30D20AD}"/>
                    </a:ext>
                  </a:extLst>
                </p14:cNvPr>
                <p14:cNvContentPartPr/>
                <p14:nvPr/>
              </p14:nvContentPartPr>
              <p14:xfrm>
                <a:off x="10042740" y="2752928"/>
                <a:ext cx="119520" cy="2664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B3AED44B-9BB8-1351-C30F-D954E30D20A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033740" y="2743928"/>
                  <a:ext cx="1371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F3A7E22B-B991-2C80-A324-D6F6DA7FB094}"/>
                    </a:ext>
                  </a:extLst>
                </p14:cNvPr>
                <p14:cNvContentPartPr/>
                <p14:nvPr/>
              </p14:nvContentPartPr>
              <p14:xfrm>
                <a:off x="10188180" y="2883248"/>
                <a:ext cx="168120" cy="1242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F3A7E22B-B991-2C80-A324-D6F6DA7FB09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179180" y="2874248"/>
                  <a:ext cx="1857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0A827F6-43DE-45BC-C968-83D08C2A43C1}"/>
                    </a:ext>
                  </a:extLst>
                </p14:cNvPr>
                <p14:cNvContentPartPr/>
                <p14:nvPr/>
              </p14:nvContentPartPr>
              <p14:xfrm>
                <a:off x="10369980" y="2722328"/>
                <a:ext cx="101520" cy="1969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0A827F6-43DE-45BC-C968-83D08C2A43C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360980" y="2713328"/>
                  <a:ext cx="1191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B1A879F2-E04F-7E18-E5F5-C1F2B8772676}"/>
                    </a:ext>
                  </a:extLst>
                </p14:cNvPr>
                <p14:cNvContentPartPr/>
                <p14:nvPr/>
              </p14:nvContentPartPr>
              <p14:xfrm>
                <a:off x="10306620" y="2594528"/>
                <a:ext cx="1080" cy="136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B1A879F2-E04F-7E18-E5F5-C1F2B877267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297980" y="2585888"/>
                  <a:ext cx="187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AA4C4A7-FBBC-AB0C-10D8-7FBEBC840E38}"/>
                    </a:ext>
                  </a:extLst>
                </p14:cNvPr>
                <p14:cNvContentPartPr/>
                <p14:nvPr/>
              </p14:nvContentPartPr>
              <p14:xfrm>
                <a:off x="10488060" y="2658968"/>
                <a:ext cx="172080" cy="1206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AA4C4A7-FBBC-AB0C-10D8-7FBEBC840E3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479420" y="2649968"/>
                  <a:ext cx="1897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AB9570A1-D4A2-C76B-CBB4-F8E89597C1EF}"/>
                    </a:ext>
                  </a:extLst>
                </p14:cNvPr>
                <p14:cNvContentPartPr/>
                <p14:nvPr/>
              </p14:nvContentPartPr>
              <p14:xfrm>
                <a:off x="10738980" y="2633768"/>
                <a:ext cx="142200" cy="3243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AB9570A1-D4A2-C76B-CBB4-F8E89597C1E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729980" y="2625128"/>
                  <a:ext cx="159840" cy="34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6B93CACE-7CDD-CEBE-30E4-257063F6EF49}"/>
              </a:ext>
            </a:extLst>
          </p:cNvPr>
          <p:cNvGrpSpPr/>
          <p:nvPr/>
        </p:nvGrpSpPr>
        <p:grpSpPr>
          <a:xfrm>
            <a:off x="4546620" y="924488"/>
            <a:ext cx="1768680" cy="448200"/>
            <a:chOff x="4546620" y="924488"/>
            <a:chExt cx="1768680" cy="44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692C05BE-79FB-963C-D2EE-D21E0BA58F02}"/>
                    </a:ext>
                  </a:extLst>
                </p14:cNvPr>
                <p14:cNvContentPartPr/>
                <p14:nvPr/>
              </p14:nvContentPartPr>
              <p14:xfrm>
                <a:off x="4652820" y="1167128"/>
                <a:ext cx="295920" cy="1656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692C05BE-79FB-963C-D2EE-D21E0BA58F0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643820" y="1158128"/>
                  <a:ext cx="3135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AEDF93A5-84E4-A06C-2B54-B9BC22E8D136}"/>
                    </a:ext>
                  </a:extLst>
                </p14:cNvPr>
                <p14:cNvContentPartPr/>
                <p14:nvPr/>
              </p14:nvContentPartPr>
              <p14:xfrm>
                <a:off x="4546620" y="1245968"/>
                <a:ext cx="216720" cy="1267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AEDF93A5-84E4-A06C-2B54-B9BC22E8D13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537980" y="1236968"/>
                  <a:ext cx="2343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EC1C5DAD-894F-2808-BAFD-9E3A46F7991C}"/>
                    </a:ext>
                  </a:extLst>
                </p14:cNvPr>
                <p14:cNvContentPartPr/>
                <p14:nvPr/>
              </p14:nvContentPartPr>
              <p14:xfrm>
                <a:off x="5134500" y="953648"/>
                <a:ext cx="108000" cy="2872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EC1C5DAD-894F-2808-BAFD-9E3A46F7991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125500" y="945008"/>
                  <a:ext cx="1256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EA6A51D-AE3D-0B03-585F-0E095EF9DB30}"/>
                    </a:ext>
                  </a:extLst>
                </p14:cNvPr>
                <p14:cNvContentPartPr/>
                <p14:nvPr/>
              </p14:nvContentPartPr>
              <p14:xfrm>
                <a:off x="5094180" y="1142288"/>
                <a:ext cx="179280" cy="165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EA6A51D-AE3D-0B03-585F-0E095EF9DB3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085180" y="1133288"/>
                  <a:ext cx="196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CFB375C-8A56-90BE-820A-ACFB24A1678B}"/>
                    </a:ext>
                  </a:extLst>
                </p14:cNvPr>
                <p14:cNvContentPartPr/>
                <p14:nvPr/>
              </p14:nvContentPartPr>
              <p14:xfrm>
                <a:off x="5303340" y="1132568"/>
                <a:ext cx="26280" cy="435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CFB375C-8A56-90BE-820A-ACFB24A1678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294340" y="1123568"/>
                  <a:ext cx="439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1C3F0652-5935-BED5-55E0-352D0D9D62F8}"/>
                    </a:ext>
                  </a:extLst>
                </p14:cNvPr>
                <p14:cNvContentPartPr/>
                <p14:nvPr/>
              </p14:nvContentPartPr>
              <p14:xfrm>
                <a:off x="5278500" y="1044008"/>
                <a:ext cx="35280" cy="162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1C3F0652-5935-BED5-55E0-352D0D9D62F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269500" y="1035368"/>
                  <a:ext cx="529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7D6FC7C-57AF-EAE9-156B-B064A6F59D0C}"/>
                    </a:ext>
                  </a:extLst>
                </p14:cNvPr>
                <p14:cNvContentPartPr/>
                <p14:nvPr/>
              </p14:nvContentPartPr>
              <p14:xfrm>
                <a:off x="5381100" y="1105208"/>
                <a:ext cx="142200" cy="781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7D6FC7C-57AF-EAE9-156B-B064A6F59D0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372100" y="1096568"/>
                  <a:ext cx="1598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00D5ED49-FDC6-DD27-57BE-0997A01B738E}"/>
                    </a:ext>
                  </a:extLst>
                </p14:cNvPr>
                <p14:cNvContentPartPr/>
                <p14:nvPr/>
              </p14:nvContentPartPr>
              <p14:xfrm>
                <a:off x="5512140" y="981008"/>
                <a:ext cx="185400" cy="1728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00D5ED49-FDC6-DD27-57BE-0997A01B738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503500" y="972368"/>
                  <a:ext cx="2030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26BDEDE-F2E5-E237-3EA8-0B7EF2574E5C}"/>
                    </a:ext>
                  </a:extLst>
                </p14:cNvPr>
                <p14:cNvContentPartPr/>
                <p14:nvPr/>
              </p14:nvContentPartPr>
              <p14:xfrm>
                <a:off x="5631660" y="976688"/>
                <a:ext cx="360" cy="183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26BDEDE-F2E5-E237-3EA8-0B7EF2574E5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623020" y="967688"/>
                  <a:ext cx="18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0C736ED0-8000-7C86-592A-51F866AF957B}"/>
                    </a:ext>
                  </a:extLst>
                </p14:cNvPr>
                <p14:cNvContentPartPr/>
                <p14:nvPr/>
              </p14:nvContentPartPr>
              <p14:xfrm>
                <a:off x="5746140" y="924488"/>
                <a:ext cx="72720" cy="1998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0C736ED0-8000-7C86-592A-51F866AF957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737140" y="915848"/>
                  <a:ext cx="903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FB94F2B4-9440-ED17-665E-D5C9103081D1}"/>
                    </a:ext>
                  </a:extLst>
                </p14:cNvPr>
                <p14:cNvContentPartPr/>
                <p14:nvPr/>
              </p14:nvContentPartPr>
              <p14:xfrm>
                <a:off x="5724180" y="1047968"/>
                <a:ext cx="110520" cy="327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FB94F2B4-9440-ED17-665E-D5C9103081D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715540" y="1038968"/>
                  <a:ext cx="1281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11B63D00-AB23-DC01-9245-7195016A6FC3}"/>
                    </a:ext>
                  </a:extLst>
                </p14:cNvPr>
                <p14:cNvContentPartPr/>
                <p14:nvPr/>
              </p14:nvContentPartPr>
              <p14:xfrm>
                <a:off x="5870700" y="1033568"/>
                <a:ext cx="47520" cy="554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11B63D00-AB23-DC01-9245-7195016A6FC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861700" y="1024928"/>
                  <a:ext cx="651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998A3DA-AA68-75B3-B565-1CEEB4051D8D}"/>
                    </a:ext>
                  </a:extLst>
                </p14:cNvPr>
                <p14:cNvContentPartPr/>
                <p14:nvPr/>
              </p14:nvContentPartPr>
              <p14:xfrm>
                <a:off x="5834340" y="929888"/>
                <a:ext cx="14760" cy="136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998A3DA-AA68-75B3-B565-1CEEB4051D8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825340" y="920888"/>
                  <a:ext cx="324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BF367B59-FFA9-FC71-CA0F-56B0CDE22165}"/>
                    </a:ext>
                  </a:extLst>
                </p14:cNvPr>
                <p14:cNvContentPartPr/>
                <p14:nvPr/>
              </p14:nvContentPartPr>
              <p14:xfrm>
                <a:off x="5953140" y="991088"/>
                <a:ext cx="83160" cy="900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BF367B59-FFA9-FC71-CA0F-56B0CDE2216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944140" y="982448"/>
                  <a:ext cx="1008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18783F42-11D2-4993-95B3-69A0BCE0733B}"/>
                    </a:ext>
                  </a:extLst>
                </p14:cNvPr>
                <p14:cNvContentPartPr/>
                <p14:nvPr/>
              </p14:nvContentPartPr>
              <p14:xfrm>
                <a:off x="6078420" y="1006928"/>
                <a:ext cx="139680" cy="381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18783F42-11D2-4993-95B3-69A0BCE0733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069780" y="997928"/>
                  <a:ext cx="1573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A5F0FFC1-CD4A-18B3-63A9-94B5A96E5EEC}"/>
                    </a:ext>
                  </a:extLst>
                </p14:cNvPr>
                <p14:cNvContentPartPr/>
                <p14:nvPr/>
              </p14:nvContentPartPr>
              <p14:xfrm>
                <a:off x="6234300" y="927368"/>
                <a:ext cx="81000" cy="1422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A5F0FFC1-CD4A-18B3-63A9-94B5A96E5EE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225300" y="918368"/>
                  <a:ext cx="9864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26B76714-D598-B5F3-FFA9-D9AB0E4C4B4A}"/>
              </a:ext>
            </a:extLst>
          </p:cNvPr>
          <p:cNvGrpSpPr/>
          <p:nvPr/>
        </p:nvGrpSpPr>
        <p:grpSpPr>
          <a:xfrm>
            <a:off x="6571260" y="763568"/>
            <a:ext cx="1310400" cy="380880"/>
            <a:chOff x="6571260" y="763568"/>
            <a:chExt cx="1310400" cy="38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EE3A228B-8DC3-ABEE-8FFE-72413E65DA24}"/>
                    </a:ext>
                  </a:extLst>
                </p14:cNvPr>
                <p14:cNvContentPartPr/>
                <p14:nvPr/>
              </p14:nvContentPartPr>
              <p14:xfrm>
                <a:off x="6571260" y="945728"/>
                <a:ext cx="199800" cy="1360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EE3A228B-8DC3-ABEE-8FFE-72413E65DA2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562620" y="936728"/>
                  <a:ext cx="2174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3F7BE427-3478-5C5A-88FC-398F5448A651}"/>
                    </a:ext>
                  </a:extLst>
                </p14:cNvPr>
                <p14:cNvContentPartPr/>
                <p14:nvPr/>
              </p14:nvContentPartPr>
              <p14:xfrm>
                <a:off x="6873300" y="940328"/>
                <a:ext cx="40680" cy="1249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3F7BE427-3478-5C5A-88FC-398F5448A65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864660" y="931328"/>
                  <a:ext cx="583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D53B9478-4625-22D4-79BB-F71467ADDE07}"/>
                    </a:ext>
                  </a:extLst>
                </p14:cNvPr>
                <p14:cNvContentPartPr/>
                <p14:nvPr/>
              </p14:nvContentPartPr>
              <p14:xfrm>
                <a:off x="6735780" y="898208"/>
                <a:ext cx="205560" cy="2700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D53B9478-4625-22D4-79BB-F71467ADDE0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726780" y="889208"/>
                  <a:ext cx="223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00EF428B-A725-B4F2-D9A5-72E5986AAC26}"/>
                    </a:ext>
                  </a:extLst>
                </p14:cNvPr>
                <p14:cNvContentPartPr/>
                <p14:nvPr/>
              </p14:nvContentPartPr>
              <p14:xfrm>
                <a:off x="7125300" y="942848"/>
                <a:ext cx="106920" cy="12168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00EF428B-A725-B4F2-D9A5-72E5986AAC2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116300" y="934208"/>
                  <a:ext cx="1245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63AD3756-3F45-3AC1-7C3D-A5CCCA673C24}"/>
                    </a:ext>
                  </a:extLst>
                </p14:cNvPr>
                <p14:cNvContentPartPr/>
                <p14:nvPr/>
              </p14:nvContentPartPr>
              <p14:xfrm>
                <a:off x="7262460" y="1002608"/>
                <a:ext cx="47880" cy="349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63AD3756-3F45-3AC1-7C3D-A5CCCA673C2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253820" y="993608"/>
                  <a:ext cx="655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902CF256-1C42-6B97-80C2-3928EDF0F52F}"/>
                    </a:ext>
                  </a:extLst>
                </p14:cNvPr>
                <p14:cNvContentPartPr/>
                <p14:nvPr/>
              </p14:nvContentPartPr>
              <p14:xfrm>
                <a:off x="7247340" y="881648"/>
                <a:ext cx="5760" cy="1008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902CF256-1C42-6B97-80C2-3928EDF0F52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238340" y="872648"/>
                  <a:ext cx="234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374D5110-DCE5-0B75-C7E9-47A198D77E96}"/>
                    </a:ext>
                  </a:extLst>
                </p14:cNvPr>
                <p14:cNvContentPartPr/>
                <p14:nvPr/>
              </p14:nvContentPartPr>
              <p14:xfrm>
                <a:off x="7408620" y="954008"/>
                <a:ext cx="92160" cy="19044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374D5110-DCE5-0B75-C7E9-47A198D77E9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399980" y="945008"/>
                  <a:ext cx="1098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DBE68211-9FD1-ED54-C0E8-8AF744AB32F9}"/>
                    </a:ext>
                  </a:extLst>
                </p14:cNvPr>
                <p14:cNvContentPartPr/>
                <p14:nvPr/>
              </p14:nvContentPartPr>
              <p14:xfrm>
                <a:off x="7564500" y="966248"/>
                <a:ext cx="115920" cy="572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DBE68211-9FD1-ED54-C0E8-8AF744AB32F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555500" y="957248"/>
                  <a:ext cx="1335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953720F-6710-C8E9-AD7E-ADF60CB19B22}"/>
                    </a:ext>
                  </a:extLst>
                </p14:cNvPr>
                <p14:cNvContentPartPr/>
                <p14:nvPr/>
              </p14:nvContentPartPr>
              <p14:xfrm>
                <a:off x="7725780" y="763568"/>
                <a:ext cx="155880" cy="2559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953720F-6710-C8E9-AD7E-ADF60CB19B2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717140" y="754568"/>
                  <a:ext cx="17352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B5256A8B-2CF6-9C0E-33C9-DCA2E02476EA}"/>
              </a:ext>
            </a:extLst>
          </p:cNvPr>
          <p:cNvGrpSpPr/>
          <p:nvPr/>
        </p:nvGrpSpPr>
        <p:grpSpPr>
          <a:xfrm>
            <a:off x="1936620" y="427688"/>
            <a:ext cx="9092520" cy="2421000"/>
            <a:chOff x="1936620" y="427688"/>
            <a:chExt cx="9092520" cy="242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702AFCD-3BC6-CD91-C175-FDF99F5A5917}"/>
                    </a:ext>
                  </a:extLst>
                </p14:cNvPr>
                <p14:cNvContentPartPr/>
                <p14:nvPr/>
              </p14:nvContentPartPr>
              <p14:xfrm>
                <a:off x="1941660" y="599408"/>
                <a:ext cx="141840" cy="91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702AFCD-3BC6-CD91-C175-FDF99F5A591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933020" y="590768"/>
                  <a:ext cx="1594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B38920B-02C6-101C-1A31-B4D78248D34C}"/>
                    </a:ext>
                  </a:extLst>
                </p14:cNvPr>
                <p14:cNvContentPartPr/>
                <p14:nvPr/>
              </p14:nvContentPartPr>
              <p14:xfrm>
                <a:off x="2104020" y="633248"/>
                <a:ext cx="135720" cy="57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B38920B-02C6-101C-1A31-B4D78248D34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095020" y="624608"/>
                  <a:ext cx="1533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6DE803E-C794-7BAD-E5CE-9E0C82DDEAE1}"/>
                    </a:ext>
                  </a:extLst>
                </p14:cNvPr>
                <p14:cNvContentPartPr/>
                <p14:nvPr/>
              </p14:nvContentPartPr>
              <p14:xfrm>
                <a:off x="2293740" y="451808"/>
                <a:ext cx="403920" cy="437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6DE803E-C794-7BAD-E5CE-9E0C82DDEAE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285100" y="442808"/>
                  <a:ext cx="42156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D4AFFFE-84E4-B77D-7BD1-942A0D723A25}"/>
                    </a:ext>
                  </a:extLst>
                </p14:cNvPr>
                <p14:cNvContentPartPr/>
                <p14:nvPr/>
              </p14:nvContentPartPr>
              <p14:xfrm>
                <a:off x="2696220" y="606968"/>
                <a:ext cx="153720" cy="127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D4AFFFE-84E4-B77D-7BD1-942A0D723A2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687580" y="597968"/>
                  <a:ext cx="1713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388D8F7-B34A-F4F7-FFF2-C63B3A42C6C6}"/>
                    </a:ext>
                  </a:extLst>
                </p14:cNvPr>
                <p14:cNvContentPartPr/>
                <p14:nvPr/>
              </p14:nvContentPartPr>
              <p14:xfrm>
                <a:off x="2789820" y="545408"/>
                <a:ext cx="213480" cy="164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388D8F7-B34A-F4F7-FFF2-C63B3A42C6C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780820" y="536768"/>
                  <a:ext cx="2311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6054828-13E3-4FB4-572D-F8B2085430F2}"/>
                    </a:ext>
                  </a:extLst>
                </p14:cNvPr>
                <p14:cNvContentPartPr/>
                <p14:nvPr/>
              </p14:nvContentPartPr>
              <p14:xfrm>
                <a:off x="3436740" y="468008"/>
                <a:ext cx="151200" cy="226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6054828-13E3-4FB4-572D-F8B2085430F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427740" y="459368"/>
                  <a:ext cx="1688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D894E54-8AEC-CF2F-8068-F1D7FDB464FF}"/>
                    </a:ext>
                  </a:extLst>
                </p14:cNvPr>
                <p14:cNvContentPartPr/>
                <p14:nvPr/>
              </p14:nvContentPartPr>
              <p14:xfrm>
                <a:off x="3646980" y="592208"/>
                <a:ext cx="93960" cy="97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D894E54-8AEC-CF2F-8068-F1D7FDB464F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637980" y="583568"/>
                  <a:ext cx="1116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57A7133-95FA-BD35-D73C-B7FCF8C5A2C1}"/>
                    </a:ext>
                  </a:extLst>
                </p14:cNvPr>
                <p14:cNvContentPartPr/>
                <p14:nvPr/>
              </p14:nvContentPartPr>
              <p14:xfrm>
                <a:off x="3771900" y="549728"/>
                <a:ext cx="197280" cy="120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57A7133-95FA-BD35-D73C-B7FCF8C5A2C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762900" y="540728"/>
                  <a:ext cx="2149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50DCB70-9369-40C6-1788-183092E77942}"/>
                    </a:ext>
                  </a:extLst>
                </p14:cNvPr>
                <p14:cNvContentPartPr/>
                <p14:nvPr/>
              </p14:nvContentPartPr>
              <p14:xfrm>
                <a:off x="4015980" y="597608"/>
                <a:ext cx="149760" cy="61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50DCB70-9369-40C6-1788-183092E7794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006980" y="588608"/>
                  <a:ext cx="1674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D115985-0078-BE51-6DFB-721E76506370}"/>
                    </a:ext>
                  </a:extLst>
                </p14:cNvPr>
                <p14:cNvContentPartPr/>
                <p14:nvPr/>
              </p14:nvContentPartPr>
              <p14:xfrm>
                <a:off x="4223700" y="569888"/>
                <a:ext cx="132120" cy="111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D115985-0078-BE51-6DFB-721E7650637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215060" y="561248"/>
                  <a:ext cx="1497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E4A3F7D-56C3-A4D4-BF86-5264ACAA8DC0}"/>
                    </a:ext>
                  </a:extLst>
                </p14:cNvPr>
                <p14:cNvContentPartPr/>
                <p14:nvPr/>
              </p14:nvContentPartPr>
              <p14:xfrm>
                <a:off x="4419180" y="567008"/>
                <a:ext cx="157680" cy="98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E4A3F7D-56C3-A4D4-BF86-5264ACAA8DC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410540" y="558008"/>
                  <a:ext cx="1753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295745B-BFE5-3EBE-3123-FACFF6F482AB}"/>
                    </a:ext>
                  </a:extLst>
                </p14:cNvPr>
                <p14:cNvContentPartPr/>
                <p14:nvPr/>
              </p14:nvContentPartPr>
              <p14:xfrm>
                <a:off x="4618620" y="582488"/>
                <a:ext cx="194400" cy="66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295745B-BFE5-3EBE-3123-FACFF6F482A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609620" y="573488"/>
                  <a:ext cx="2120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AEA3B1A-1C9F-3A75-9550-8ABEC9BA8A95}"/>
                    </a:ext>
                  </a:extLst>
                </p14:cNvPr>
                <p14:cNvContentPartPr/>
                <p14:nvPr/>
              </p14:nvContentPartPr>
              <p14:xfrm>
                <a:off x="4892220" y="576728"/>
                <a:ext cx="98280" cy="230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AEA3B1A-1C9F-3A75-9550-8ABEC9BA8A9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883580" y="567728"/>
                  <a:ext cx="1159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4C53920-A459-9595-90F9-DC7F24DC8C41}"/>
                    </a:ext>
                  </a:extLst>
                </p14:cNvPr>
                <p14:cNvContentPartPr/>
                <p14:nvPr/>
              </p14:nvContentPartPr>
              <p14:xfrm>
                <a:off x="5034420" y="427688"/>
                <a:ext cx="211320" cy="258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4C53920-A459-9595-90F9-DC7F24DC8C4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025420" y="418688"/>
                  <a:ext cx="2289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DCCB3E3-80A0-CFB2-17A0-8740AC05709D}"/>
                    </a:ext>
                  </a:extLst>
                </p14:cNvPr>
                <p14:cNvContentPartPr/>
                <p14:nvPr/>
              </p14:nvContentPartPr>
              <p14:xfrm>
                <a:off x="5153580" y="439208"/>
                <a:ext cx="5760" cy="16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DCCB3E3-80A0-CFB2-17A0-8740AC05709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144580" y="430208"/>
                  <a:ext cx="23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D1A7077-AB94-F450-DB23-6C91A65DD2AF}"/>
                    </a:ext>
                  </a:extLst>
                </p14:cNvPr>
                <p14:cNvContentPartPr/>
                <p14:nvPr/>
              </p14:nvContentPartPr>
              <p14:xfrm>
                <a:off x="5278500" y="569888"/>
                <a:ext cx="145440" cy="66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D1A7077-AB94-F450-DB23-6C91A65DD2A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269500" y="560888"/>
                  <a:ext cx="1630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E0A2B56-4CF7-D13B-F474-FC215976F9AD}"/>
                    </a:ext>
                  </a:extLst>
                </p14:cNvPr>
                <p14:cNvContentPartPr/>
                <p14:nvPr/>
              </p14:nvContentPartPr>
              <p14:xfrm>
                <a:off x="5430420" y="545768"/>
                <a:ext cx="135000" cy="324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E0A2B56-4CF7-D13B-F474-FC215976F9A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421780" y="536768"/>
                  <a:ext cx="1526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5ED76FE-6F3C-14B2-A629-D687C8FEDA04}"/>
                    </a:ext>
                  </a:extLst>
                </p14:cNvPr>
                <p14:cNvContentPartPr/>
                <p14:nvPr/>
              </p14:nvContentPartPr>
              <p14:xfrm>
                <a:off x="5880420" y="451808"/>
                <a:ext cx="124200" cy="235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5ED76FE-6F3C-14B2-A629-D687C8FEDA0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871780" y="443168"/>
                  <a:ext cx="1418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FD0F837-7887-BC37-C585-E542ADB6929B}"/>
                    </a:ext>
                  </a:extLst>
                </p14:cNvPr>
                <p14:cNvContentPartPr/>
                <p14:nvPr/>
              </p14:nvContentPartPr>
              <p14:xfrm>
                <a:off x="6073380" y="639008"/>
                <a:ext cx="23040" cy="41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FD0F837-7887-BC37-C585-E542ADB6929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064380" y="630008"/>
                  <a:ext cx="406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F6A492E-07C5-147F-4E0E-7484D7612569}"/>
                    </a:ext>
                  </a:extLst>
                </p14:cNvPr>
                <p14:cNvContentPartPr/>
                <p14:nvPr/>
              </p14:nvContentPartPr>
              <p14:xfrm>
                <a:off x="6016140" y="498608"/>
                <a:ext cx="2520" cy="10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F6A492E-07C5-147F-4E0E-7484D761256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007500" y="489968"/>
                  <a:ext cx="20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413E101-E2AA-EA12-EA71-57768AD4ABF9}"/>
                    </a:ext>
                  </a:extLst>
                </p14:cNvPr>
                <p14:cNvContentPartPr/>
                <p14:nvPr/>
              </p14:nvContentPartPr>
              <p14:xfrm>
                <a:off x="6146100" y="546488"/>
                <a:ext cx="195120" cy="151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413E101-E2AA-EA12-EA71-57768AD4ABF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137100" y="537488"/>
                  <a:ext cx="2127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5BB3F40-F200-049C-D9A6-F2BDE83FC5B2}"/>
                    </a:ext>
                  </a:extLst>
                </p14:cNvPr>
                <p14:cNvContentPartPr/>
                <p14:nvPr/>
              </p14:nvContentPartPr>
              <p14:xfrm>
                <a:off x="6378660" y="568448"/>
                <a:ext cx="89280" cy="111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5BB3F40-F200-049C-D9A6-F2BDE83FC5B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370020" y="559448"/>
                  <a:ext cx="1069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6C9DD77-801D-CA71-A4B6-B9C22AE05782}"/>
                    </a:ext>
                  </a:extLst>
                </p14:cNvPr>
                <p14:cNvContentPartPr/>
                <p14:nvPr/>
              </p14:nvContentPartPr>
              <p14:xfrm>
                <a:off x="6426540" y="446768"/>
                <a:ext cx="83880" cy="224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6C9DD77-801D-CA71-A4B6-B9C22AE0578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417900" y="437768"/>
                  <a:ext cx="1015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49583DF-875A-482F-3022-E4492C99FB6E}"/>
                    </a:ext>
                  </a:extLst>
                </p14:cNvPr>
                <p14:cNvContentPartPr/>
                <p14:nvPr/>
              </p14:nvContentPartPr>
              <p14:xfrm>
                <a:off x="6413580" y="573488"/>
                <a:ext cx="101520" cy="14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49583DF-875A-482F-3022-E4492C99FB6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404940" y="564848"/>
                  <a:ext cx="1191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B35282A-1C40-2244-40D5-E2B2DEE541FF}"/>
                    </a:ext>
                  </a:extLst>
                </p14:cNvPr>
                <p14:cNvContentPartPr/>
                <p14:nvPr/>
              </p14:nvContentPartPr>
              <p14:xfrm>
                <a:off x="6566940" y="452168"/>
                <a:ext cx="120960" cy="207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B35282A-1C40-2244-40D5-E2B2DEE541F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558300" y="443528"/>
                  <a:ext cx="1386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741E0D7-177F-A590-D50B-02C0177BA2C7}"/>
                    </a:ext>
                  </a:extLst>
                </p14:cNvPr>
                <p14:cNvContentPartPr/>
                <p14:nvPr/>
              </p14:nvContentPartPr>
              <p14:xfrm>
                <a:off x="6701940" y="581768"/>
                <a:ext cx="120600" cy="287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741E0D7-177F-A590-D50B-02C0177BA2C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693300" y="572768"/>
                  <a:ext cx="1382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AD458B6-3855-81FC-701E-8B14149B684A}"/>
                    </a:ext>
                  </a:extLst>
                </p14:cNvPr>
                <p14:cNvContentPartPr/>
                <p14:nvPr/>
              </p14:nvContentPartPr>
              <p14:xfrm>
                <a:off x="7050060" y="472688"/>
                <a:ext cx="5040" cy="19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AD458B6-3855-81FC-701E-8B14149B684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041060" y="463688"/>
                  <a:ext cx="226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15A7072-5ABC-21C7-9892-5CF86FA8E14F}"/>
                    </a:ext>
                  </a:extLst>
                </p14:cNvPr>
                <p14:cNvContentPartPr/>
                <p14:nvPr/>
              </p14:nvContentPartPr>
              <p14:xfrm>
                <a:off x="7085340" y="623168"/>
                <a:ext cx="2376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15A7072-5ABC-21C7-9892-5CF86FA8E14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076340" y="614528"/>
                  <a:ext cx="414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2203BB3-AFA4-280E-CB30-E681B22BF26F}"/>
                    </a:ext>
                  </a:extLst>
                </p14:cNvPr>
                <p14:cNvContentPartPr/>
                <p14:nvPr/>
              </p14:nvContentPartPr>
              <p14:xfrm>
                <a:off x="7143660" y="612728"/>
                <a:ext cx="137160" cy="66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2203BB3-AFA4-280E-CB30-E681B22BF26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134660" y="604088"/>
                  <a:ext cx="1548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0E3E4A7-8E6A-564F-2E1F-4151FDC67443}"/>
                    </a:ext>
                  </a:extLst>
                </p14:cNvPr>
                <p14:cNvContentPartPr/>
                <p14:nvPr/>
              </p14:nvContentPartPr>
              <p14:xfrm>
                <a:off x="7595460" y="568088"/>
                <a:ext cx="47520" cy="126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0E3E4A7-8E6A-564F-2E1F-4151FDC6744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586460" y="559448"/>
                  <a:ext cx="651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CA953B1-58EC-E07A-DC67-A6EB525920B2}"/>
                    </a:ext>
                  </a:extLst>
                </p14:cNvPr>
                <p14:cNvContentPartPr/>
                <p14:nvPr/>
              </p14:nvContentPartPr>
              <p14:xfrm>
                <a:off x="7528140" y="505088"/>
                <a:ext cx="197640" cy="175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CA953B1-58EC-E07A-DC67-A6EB525920B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519140" y="496448"/>
                  <a:ext cx="2152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96D74AE-21C1-DA13-7A30-6439937B9C1C}"/>
                    </a:ext>
                  </a:extLst>
                </p14:cNvPr>
                <p14:cNvContentPartPr/>
                <p14:nvPr/>
              </p14:nvContentPartPr>
              <p14:xfrm>
                <a:off x="7845300" y="560888"/>
                <a:ext cx="39240" cy="116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96D74AE-21C1-DA13-7A30-6439937B9C1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836300" y="552248"/>
                  <a:ext cx="568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B2CB76F-71A0-E540-0FB6-375B13983EF7}"/>
                    </a:ext>
                  </a:extLst>
                </p14:cNvPr>
                <p14:cNvContentPartPr/>
                <p14:nvPr/>
              </p14:nvContentPartPr>
              <p14:xfrm>
                <a:off x="7712820" y="524528"/>
                <a:ext cx="194760" cy="10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B2CB76F-71A0-E540-0FB6-375B13983EF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704180" y="515888"/>
                  <a:ext cx="2124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C0C7F54-84D9-F3E8-76F5-4F65076496CA}"/>
                    </a:ext>
                  </a:extLst>
                </p14:cNvPr>
                <p14:cNvContentPartPr/>
                <p14:nvPr/>
              </p14:nvContentPartPr>
              <p14:xfrm>
                <a:off x="8224380" y="663488"/>
                <a:ext cx="197640" cy="68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C0C7F54-84D9-F3E8-76F5-4F65076496C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215740" y="654488"/>
                  <a:ext cx="2152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B35DE9B-813A-975C-E447-EB5F4C055622}"/>
                    </a:ext>
                  </a:extLst>
                </p14:cNvPr>
                <p14:cNvContentPartPr/>
                <p14:nvPr/>
              </p14:nvContentPartPr>
              <p14:xfrm>
                <a:off x="8204220" y="601928"/>
                <a:ext cx="160920" cy="16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B35DE9B-813A-975C-E447-EB5F4C05562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195220" y="592928"/>
                  <a:ext cx="1785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AC802A8-B4FE-9C2E-8D1E-0F2B24CE514D}"/>
                    </a:ext>
                  </a:extLst>
                </p14:cNvPr>
                <p14:cNvContentPartPr/>
                <p14:nvPr/>
              </p14:nvContentPartPr>
              <p14:xfrm>
                <a:off x="8375580" y="565208"/>
                <a:ext cx="169920" cy="146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AC802A8-B4FE-9C2E-8D1E-0F2B24CE514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366940" y="556208"/>
                  <a:ext cx="1875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10E9962-C12B-6333-A967-4B518E71A901}"/>
                    </a:ext>
                  </a:extLst>
                </p14:cNvPr>
                <p14:cNvContentPartPr/>
                <p14:nvPr/>
              </p14:nvContentPartPr>
              <p14:xfrm>
                <a:off x="8152380" y="553328"/>
                <a:ext cx="144720" cy="142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10E9962-C12B-6333-A967-4B518E71A90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143380" y="544688"/>
                  <a:ext cx="1623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48D005E-1B9E-7179-4356-1DB952699F20}"/>
                    </a:ext>
                  </a:extLst>
                </p14:cNvPr>
                <p14:cNvContentPartPr/>
                <p14:nvPr/>
              </p14:nvContentPartPr>
              <p14:xfrm>
                <a:off x="8718660" y="540728"/>
                <a:ext cx="63360" cy="149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48D005E-1B9E-7179-4356-1DB952699F20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710020" y="531728"/>
                  <a:ext cx="810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5A3C9F5-EB14-6829-C0A5-9B0A9044A805}"/>
                    </a:ext>
                  </a:extLst>
                </p14:cNvPr>
                <p14:cNvContentPartPr/>
                <p14:nvPr/>
              </p14:nvContentPartPr>
              <p14:xfrm>
                <a:off x="8671140" y="514448"/>
                <a:ext cx="162360" cy="177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5A3C9F5-EB14-6829-C0A5-9B0A9044A80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662140" y="505808"/>
                  <a:ext cx="1800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320BA27-9B0E-4A2B-9DDB-9362155C336D}"/>
                    </a:ext>
                  </a:extLst>
                </p14:cNvPr>
                <p14:cNvContentPartPr/>
                <p14:nvPr/>
              </p14:nvContentPartPr>
              <p14:xfrm>
                <a:off x="8915220" y="576728"/>
                <a:ext cx="60840" cy="95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320BA27-9B0E-4A2B-9DDB-9362155C336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906580" y="567728"/>
                  <a:ext cx="784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3EC5FBC-3712-F14B-3796-9B87EF09F686}"/>
                    </a:ext>
                  </a:extLst>
                </p14:cNvPr>
                <p14:cNvContentPartPr/>
                <p14:nvPr/>
              </p14:nvContentPartPr>
              <p14:xfrm>
                <a:off x="8811540" y="522728"/>
                <a:ext cx="155880" cy="22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3EC5FBC-3712-F14B-3796-9B87EF09F68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802900" y="514088"/>
                  <a:ext cx="1735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82DA968-612B-A63C-34A0-90A103C6F175}"/>
                    </a:ext>
                  </a:extLst>
                </p14:cNvPr>
                <p14:cNvContentPartPr/>
                <p14:nvPr/>
              </p14:nvContentPartPr>
              <p14:xfrm>
                <a:off x="9081540" y="581768"/>
                <a:ext cx="59040" cy="1094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82DA968-612B-A63C-34A0-90A103C6F17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072540" y="572768"/>
                  <a:ext cx="766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3D1871E-FF25-25C1-A5FB-F62AC08C9354}"/>
                    </a:ext>
                  </a:extLst>
                </p14:cNvPr>
                <p14:cNvContentPartPr/>
                <p14:nvPr/>
              </p14:nvContentPartPr>
              <p14:xfrm>
                <a:off x="9055620" y="497528"/>
                <a:ext cx="72000" cy="64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3D1871E-FF25-25C1-A5FB-F62AC08C9354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046620" y="488528"/>
                  <a:ext cx="896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29AE081-6351-6211-24CD-D0C5CBE41B2E}"/>
                    </a:ext>
                  </a:extLst>
                </p14:cNvPr>
                <p14:cNvContentPartPr/>
                <p14:nvPr/>
              </p14:nvContentPartPr>
              <p14:xfrm>
                <a:off x="9071100" y="588248"/>
                <a:ext cx="72720" cy="24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29AE081-6351-6211-24CD-D0C5CBE41B2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062100" y="579608"/>
                  <a:ext cx="903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69DA30A-3CBA-DD06-B5E4-5B85C344C8EE}"/>
                    </a:ext>
                  </a:extLst>
                </p14:cNvPr>
                <p14:cNvContentPartPr/>
                <p14:nvPr/>
              </p14:nvContentPartPr>
              <p14:xfrm>
                <a:off x="9289260" y="597248"/>
                <a:ext cx="41400" cy="83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69DA30A-3CBA-DD06-B5E4-5B85C344C8EE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280620" y="588608"/>
                  <a:ext cx="590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FAE4B5D-D891-6288-9075-0308070E1F07}"/>
                    </a:ext>
                  </a:extLst>
                </p14:cNvPr>
                <p14:cNvContentPartPr/>
                <p14:nvPr/>
              </p14:nvContentPartPr>
              <p14:xfrm>
                <a:off x="9163260" y="507968"/>
                <a:ext cx="194040" cy="42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FAE4B5D-D891-6288-9075-0308070E1F07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154260" y="498968"/>
                  <a:ext cx="2116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C8C29D2-6DF2-59A4-59A3-FB3BC4CB7280}"/>
                    </a:ext>
                  </a:extLst>
                </p14:cNvPr>
                <p14:cNvContentPartPr/>
                <p14:nvPr/>
              </p14:nvContentPartPr>
              <p14:xfrm>
                <a:off x="9584100" y="510128"/>
                <a:ext cx="151560" cy="2019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C8C29D2-6DF2-59A4-59A3-FB3BC4CB728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575100" y="501488"/>
                  <a:ext cx="1692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6F3C1DC-EA6F-6DF0-4BB2-0846EAA10F80}"/>
                    </a:ext>
                  </a:extLst>
                </p14:cNvPr>
                <p14:cNvContentPartPr/>
                <p14:nvPr/>
              </p14:nvContentPartPr>
              <p14:xfrm>
                <a:off x="9750420" y="633248"/>
                <a:ext cx="100800" cy="84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6F3C1DC-EA6F-6DF0-4BB2-0846EAA10F8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741420" y="624248"/>
                  <a:ext cx="1184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E0B0479-2F50-8A8B-B340-834280430E13}"/>
                    </a:ext>
                  </a:extLst>
                </p14:cNvPr>
                <p14:cNvContentPartPr/>
                <p14:nvPr/>
              </p14:nvContentPartPr>
              <p14:xfrm>
                <a:off x="9912780" y="639008"/>
                <a:ext cx="190080" cy="57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E0B0479-2F50-8A8B-B340-834280430E13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903780" y="630008"/>
                  <a:ext cx="2077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A6446E3-EB08-8AA5-9285-79499F63AF66}"/>
                    </a:ext>
                  </a:extLst>
                </p14:cNvPr>
                <p14:cNvContentPartPr/>
                <p14:nvPr/>
              </p14:nvContentPartPr>
              <p14:xfrm>
                <a:off x="10167660" y="616328"/>
                <a:ext cx="79200" cy="77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A6446E3-EB08-8AA5-9285-79499F63AF6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158660" y="607328"/>
                  <a:ext cx="968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75F8999-BB51-442C-E735-0EA2B330E6FD}"/>
                    </a:ext>
                  </a:extLst>
                </p14:cNvPr>
                <p14:cNvContentPartPr/>
                <p14:nvPr/>
              </p14:nvContentPartPr>
              <p14:xfrm>
                <a:off x="10291860" y="628568"/>
                <a:ext cx="35280" cy="62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75F8999-BB51-442C-E735-0EA2B330E6FD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283220" y="619568"/>
                  <a:ext cx="529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053D890-7D6F-4ECF-AE15-04358CD90CD7}"/>
                    </a:ext>
                  </a:extLst>
                </p14:cNvPr>
                <p14:cNvContentPartPr/>
                <p14:nvPr/>
              </p14:nvContentPartPr>
              <p14:xfrm>
                <a:off x="10286820" y="555848"/>
                <a:ext cx="360" cy="6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053D890-7D6F-4ECF-AE15-04358CD90CD7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277820" y="546848"/>
                  <a:ext cx="18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8EA6356-062B-8353-ADBA-86DA95B34DB8}"/>
                    </a:ext>
                  </a:extLst>
                </p14:cNvPr>
                <p14:cNvContentPartPr/>
                <p14:nvPr/>
              </p14:nvContentPartPr>
              <p14:xfrm>
                <a:off x="10369980" y="633248"/>
                <a:ext cx="163800" cy="56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8EA6356-062B-8353-ADBA-86DA95B34DB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360980" y="624248"/>
                  <a:ext cx="1814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9597CB2-1455-5231-E47C-F10B1D303F1D}"/>
                    </a:ext>
                  </a:extLst>
                </p14:cNvPr>
                <p14:cNvContentPartPr/>
                <p14:nvPr/>
              </p14:nvContentPartPr>
              <p14:xfrm>
                <a:off x="2415420" y="1739528"/>
                <a:ext cx="28800" cy="1483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9597CB2-1455-5231-E47C-F10B1D303F1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406420" y="1730528"/>
                  <a:ext cx="464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B569BCA-58F6-E8F2-288B-D09ACAE0DD97}"/>
                    </a:ext>
                  </a:extLst>
                </p14:cNvPr>
                <p14:cNvContentPartPr/>
                <p14:nvPr/>
              </p14:nvContentPartPr>
              <p14:xfrm>
                <a:off x="2296260" y="1658888"/>
                <a:ext cx="254520" cy="2275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B569BCA-58F6-E8F2-288B-D09ACAE0DD97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287260" y="1650248"/>
                  <a:ext cx="2721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2FB9563-2C02-2DDF-F2DA-F55942D64D36}"/>
                    </a:ext>
                  </a:extLst>
                </p14:cNvPr>
                <p14:cNvContentPartPr/>
                <p14:nvPr/>
              </p14:nvContentPartPr>
              <p14:xfrm>
                <a:off x="2551140" y="1555208"/>
                <a:ext cx="208440" cy="3722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2FB9563-2C02-2DDF-F2DA-F55942D64D3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542140" y="1546208"/>
                  <a:ext cx="22608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5DE6574-7D05-DE6C-94CA-1C3CBC311BB6}"/>
                    </a:ext>
                  </a:extLst>
                </p14:cNvPr>
                <p14:cNvContentPartPr/>
                <p14:nvPr/>
              </p14:nvContentPartPr>
              <p14:xfrm>
                <a:off x="2763180" y="1714328"/>
                <a:ext cx="214920" cy="156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5DE6574-7D05-DE6C-94CA-1C3CBC311BB6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754180" y="1705688"/>
                  <a:ext cx="2325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613F1A1-CF44-6FF6-64A8-87C86633E9A5}"/>
                    </a:ext>
                  </a:extLst>
                </p14:cNvPr>
                <p14:cNvContentPartPr/>
                <p14:nvPr/>
              </p14:nvContentPartPr>
              <p14:xfrm>
                <a:off x="3195540" y="1566368"/>
                <a:ext cx="24840" cy="3978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613F1A1-CF44-6FF6-64A8-87C86633E9A5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186900" y="1557728"/>
                  <a:ext cx="4248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F7DE127-A0E8-EF00-140A-047B86F685E7}"/>
                    </a:ext>
                  </a:extLst>
                </p14:cNvPr>
                <p14:cNvContentPartPr/>
                <p14:nvPr/>
              </p14:nvContentPartPr>
              <p14:xfrm>
                <a:off x="2083500" y="1485728"/>
                <a:ext cx="1028880" cy="27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F7DE127-A0E8-EF00-140A-047B86F685E7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074860" y="1476728"/>
                  <a:ext cx="10465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3DF8085-056D-3429-2D60-657C9A0C0366}"/>
                    </a:ext>
                  </a:extLst>
                </p14:cNvPr>
                <p14:cNvContentPartPr/>
                <p14:nvPr/>
              </p14:nvContentPartPr>
              <p14:xfrm>
                <a:off x="2057220" y="1545128"/>
                <a:ext cx="65880" cy="4392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3DF8085-056D-3429-2D60-657C9A0C0366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2048580" y="1536488"/>
                  <a:ext cx="8352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D9529E8-F9EF-403E-115E-D88B5D3828EF}"/>
                    </a:ext>
                  </a:extLst>
                </p14:cNvPr>
                <p14:cNvContentPartPr/>
                <p14:nvPr/>
              </p14:nvContentPartPr>
              <p14:xfrm>
                <a:off x="2187540" y="2102408"/>
                <a:ext cx="992160" cy="122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D9529E8-F9EF-403E-115E-D88B5D3828E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2178900" y="2093408"/>
                  <a:ext cx="10098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F95109E-9A10-0265-1FC1-3C208EB8A7AD}"/>
                    </a:ext>
                  </a:extLst>
                </p14:cNvPr>
                <p14:cNvContentPartPr/>
                <p14:nvPr/>
              </p14:nvContentPartPr>
              <p14:xfrm>
                <a:off x="2104740" y="1968848"/>
                <a:ext cx="9000" cy="106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F95109E-9A10-0265-1FC1-3C208EB8A7AD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2095740" y="1960208"/>
                  <a:ext cx="266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C5009A3-8405-4796-5FDA-A6DDD7DB00B5}"/>
                    </a:ext>
                  </a:extLst>
                </p14:cNvPr>
                <p14:cNvContentPartPr/>
                <p14:nvPr/>
              </p14:nvContentPartPr>
              <p14:xfrm>
                <a:off x="3205260" y="1968128"/>
                <a:ext cx="21600" cy="784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C5009A3-8405-4796-5FDA-A6DDD7DB00B5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196620" y="1959128"/>
                  <a:ext cx="392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8185A21-FAE6-6360-2BE2-4F8A18F520F0}"/>
                    </a:ext>
                  </a:extLst>
                </p14:cNvPr>
                <p14:cNvContentPartPr/>
                <p14:nvPr/>
              </p14:nvContentPartPr>
              <p14:xfrm>
                <a:off x="1936620" y="1775528"/>
                <a:ext cx="162360" cy="99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8185A21-FAE6-6360-2BE2-4F8A18F520F0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927980" y="1766888"/>
                  <a:ext cx="1800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48BC162-52A5-DAA6-245D-7517E7DD2A76}"/>
                    </a:ext>
                  </a:extLst>
                </p14:cNvPr>
                <p14:cNvContentPartPr/>
                <p14:nvPr/>
              </p14:nvContentPartPr>
              <p14:xfrm>
                <a:off x="2721780" y="2145248"/>
                <a:ext cx="21240" cy="2854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48BC162-52A5-DAA6-245D-7517E7DD2A76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2713140" y="2136608"/>
                  <a:ext cx="388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22C40EC-3E46-81AA-C511-A8D95406FA12}"/>
                    </a:ext>
                  </a:extLst>
                </p14:cNvPr>
                <p14:cNvContentPartPr/>
                <p14:nvPr/>
              </p14:nvContentPartPr>
              <p14:xfrm>
                <a:off x="2689380" y="2156408"/>
                <a:ext cx="127440" cy="65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22C40EC-3E46-81AA-C511-A8D95406FA12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2680380" y="2147768"/>
                  <a:ext cx="1450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90343C9-3B74-9129-9C88-6C5E24FD3A3E}"/>
                    </a:ext>
                  </a:extLst>
                </p14:cNvPr>
                <p14:cNvContentPartPr/>
                <p14:nvPr/>
              </p14:nvContentPartPr>
              <p14:xfrm>
                <a:off x="2676420" y="2563568"/>
                <a:ext cx="35280" cy="157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90343C9-3B74-9129-9C88-6C5E24FD3A3E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2667420" y="2554928"/>
                  <a:ext cx="529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85CC023-C39C-CEF0-3DDA-108B7DCB98D9}"/>
                    </a:ext>
                  </a:extLst>
                </p14:cNvPr>
                <p14:cNvContentPartPr/>
                <p14:nvPr/>
              </p14:nvContentPartPr>
              <p14:xfrm>
                <a:off x="2513340" y="2524688"/>
                <a:ext cx="250920" cy="158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85CC023-C39C-CEF0-3DDA-108B7DCB98D9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2504340" y="2516048"/>
                  <a:ext cx="2685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FE47C9C-279D-3996-24CE-E0B4E80C52DA}"/>
                    </a:ext>
                  </a:extLst>
                </p14:cNvPr>
                <p14:cNvContentPartPr/>
                <p14:nvPr/>
              </p14:nvContentPartPr>
              <p14:xfrm>
                <a:off x="2815020" y="2704688"/>
                <a:ext cx="27360" cy="87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FE47C9C-279D-3996-24CE-E0B4E80C52DA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2806020" y="2696048"/>
                  <a:ext cx="450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E7DF677-A43D-46D8-2A52-39FE65397622}"/>
                    </a:ext>
                  </a:extLst>
                </p14:cNvPr>
                <p14:cNvContentPartPr/>
                <p14:nvPr/>
              </p14:nvContentPartPr>
              <p14:xfrm>
                <a:off x="3792060" y="1496168"/>
                <a:ext cx="149400" cy="1004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E7DF677-A43D-46D8-2A52-39FE65397622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3783060" y="1487168"/>
                  <a:ext cx="1670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2E3C898-3731-DE90-9BA3-E1B50C80744A}"/>
                    </a:ext>
                  </a:extLst>
                </p14:cNvPr>
                <p14:cNvContentPartPr/>
                <p14:nvPr/>
              </p14:nvContentPartPr>
              <p14:xfrm>
                <a:off x="3824460" y="1519928"/>
                <a:ext cx="87840" cy="856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2E3C898-3731-DE90-9BA3-E1B50C80744A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3815820" y="1510928"/>
                  <a:ext cx="1054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7F3F694-21D7-C735-BDAD-D6C71EC5B479}"/>
                    </a:ext>
                  </a:extLst>
                </p14:cNvPr>
                <p14:cNvContentPartPr/>
                <p14:nvPr/>
              </p14:nvContentPartPr>
              <p14:xfrm>
                <a:off x="4037940" y="1589768"/>
                <a:ext cx="115920" cy="73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7F3F694-21D7-C735-BDAD-D6C71EC5B479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029300" y="1580768"/>
                  <a:ext cx="1335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694711D-FDE4-65C6-F065-D614DC1B2CC4}"/>
                    </a:ext>
                  </a:extLst>
                </p14:cNvPr>
                <p14:cNvContentPartPr/>
                <p14:nvPr/>
              </p14:nvContentPartPr>
              <p14:xfrm>
                <a:off x="4165740" y="1370888"/>
                <a:ext cx="66240" cy="196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694711D-FDE4-65C6-F065-D614DC1B2CC4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156740" y="1362248"/>
                  <a:ext cx="838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0FD2C75-BCDE-8772-503A-7878244A1DA3}"/>
                    </a:ext>
                  </a:extLst>
                </p14:cNvPr>
                <p14:cNvContentPartPr/>
                <p14:nvPr/>
              </p14:nvContentPartPr>
              <p14:xfrm>
                <a:off x="4275540" y="1387448"/>
                <a:ext cx="67320" cy="1695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0FD2C75-BCDE-8772-503A-7878244A1DA3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266900" y="1378808"/>
                  <a:ext cx="849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BAF3A86-A64E-4CB1-0829-3D96BB2BB3B8}"/>
                    </a:ext>
                  </a:extLst>
                </p14:cNvPr>
                <p14:cNvContentPartPr/>
                <p14:nvPr/>
              </p14:nvContentPartPr>
              <p14:xfrm>
                <a:off x="4274820" y="1462688"/>
                <a:ext cx="84600" cy="108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BAF3A86-A64E-4CB1-0829-3D96BB2BB3B8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4265820" y="1454048"/>
                  <a:ext cx="1022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5628F0D-420B-C225-2A4E-882D2650AD78}"/>
                    </a:ext>
                  </a:extLst>
                </p14:cNvPr>
                <p14:cNvContentPartPr/>
                <p14:nvPr/>
              </p14:nvContentPartPr>
              <p14:xfrm>
                <a:off x="4338180" y="1355768"/>
                <a:ext cx="95040" cy="226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5628F0D-420B-C225-2A4E-882D2650AD78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4329180" y="1347128"/>
                  <a:ext cx="1126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5A546DF-2980-F2A4-C561-C430F6BB0D86}"/>
                    </a:ext>
                  </a:extLst>
                </p14:cNvPr>
                <p14:cNvContentPartPr/>
                <p14:nvPr/>
              </p14:nvContentPartPr>
              <p14:xfrm>
                <a:off x="5783220" y="1529648"/>
                <a:ext cx="26280" cy="563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5A546DF-2980-F2A4-C561-C430F6BB0D86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774220" y="1520648"/>
                  <a:ext cx="43920" cy="58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C658F35-4D03-76DF-3DF9-7AA5734F088A}"/>
                    </a:ext>
                  </a:extLst>
                </p14:cNvPr>
                <p14:cNvContentPartPr/>
                <p14:nvPr/>
              </p14:nvContentPartPr>
              <p14:xfrm>
                <a:off x="5750100" y="1491128"/>
                <a:ext cx="910440" cy="36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C658F35-4D03-76DF-3DF9-7AA5734F088A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5741460" y="1482488"/>
                  <a:ext cx="9280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F7AC847-87DC-7182-E0E5-157EFA8AE244}"/>
                    </a:ext>
                  </a:extLst>
                </p14:cNvPr>
                <p14:cNvContentPartPr/>
                <p14:nvPr/>
              </p14:nvContentPartPr>
              <p14:xfrm>
                <a:off x="6759180" y="1510928"/>
                <a:ext cx="62640" cy="5792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F7AC847-87DC-7182-E0E5-157EFA8AE244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750540" y="1501928"/>
                  <a:ext cx="80280" cy="59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D396FF6-97B9-1217-7412-6C353D9F98DE}"/>
                    </a:ext>
                  </a:extLst>
                </p14:cNvPr>
                <p14:cNvContentPartPr/>
                <p14:nvPr/>
              </p14:nvContentPartPr>
              <p14:xfrm>
                <a:off x="5761980" y="2145248"/>
                <a:ext cx="1033920" cy="370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D396FF6-97B9-1217-7412-6C353D9F98DE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753340" y="2136608"/>
                  <a:ext cx="10515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DA2BA1B-EB61-7425-8B4D-82E475CB7E6E}"/>
                    </a:ext>
                  </a:extLst>
                </p14:cNvPr>
                <p14:cNvContentPartPr/>
                <p14:nvPr/>
              </p14:nvContentPartPr>
              <p14:xfrm>
                <a:off x="5931900" y="1760768"/>
                <a:ext cx="141480" cy="1339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DA2BA1B-EB61-7425-8B4D-82E475CB7E6E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923260" y="1751768"/>
                  <a:ext cx="1591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CC9ACAB-F07E-B192-0DB6-FC08E3A4671C}"/>
                    </a:ext>
                  </a:extLst>
                </p14:cNvPr>
                <p14:cNvContentPartPr/>
                <p14:nvPr/>
              </p14:nvContentPartPr>
              <p14:xfrm>
                <a:off x="6087420" y="1655288"/>
                <a:ext cx="209880" cy="2869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CC9ACAB-F07E-B192-0DB6-FC08E3A4671C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078780" y="1646288"/>
                  <a:ext cx="2275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F0CC069-708D-7D0A-F976-C353D1C161DA}"/>
                    </a:ext>
                  </a:extLst>
                </p14:cNvPr>
                <p14:cNvContentPartPr/>
                <p14:nvPr/>
              </p14:nvContentPartPr>
              <p14:xfrm>
                <a:off x="6373620" y="1819808"/>
                <a:ext cx="11880" cy="93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F0CC069-708D-7D0A-F976-C353D1C161DA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364980" y="1810808"/>
                  <a:ext cx="295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1005BC7-3085-D9B2-DB76-E222D1C44A1D}"/>
                    </a:ext>
                  </a:extLst>
                </p14:cNvPr>
                <p14:cNvContentPartPr/>
                <p14:nvPr/>
              </p14:nvContentPartPr>
              <p14:xfrm>
                <a:off x="6340500" y="1772648"/>
                <a:ext cx="164880" cy="1627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1005BC7-3085-D9B2-DB76-E222D1C44A1D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331500" y="1763648"/>
                  <a:ext cx="1825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B920D46-F178-9C32-C2CB-E70A5C8CF684}"/>
                    </a:ext>
                  </a:extLst>
                </p14:cNvPr>
                <p14:cNvContentPartPr/>
                <p14:nvPr/>
              </p14:nvContentPartPr>
              <p14:xfrm>
                <a:off x="6811020" y="1767248"/>
                <a:ext cx="1622520" cy="802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B920D46-F178-9C32-C2CB-E70A5C8CF68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802380" y="1758608"/>
                  <a:ext cx="16401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B353345-38EE-A0D1-106B-6B0440AAC2E1}"/>
                    </a:ext>
                  </a:extLst>
                </p14:cNvPr>
                <p14:cNvContentPartPr/>
                <p14:nvPr/>
              </p14:nvContentPartPr>
              <p14:xfrm>
                <a:off x="6240780" y="2181968"/>
                <a:ext cx="117000" cy="284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B353345-38EE-A0D1-106B-6B0440AAC2E1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232140" y="2173328"/>
                  <a:ext cx="1346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846B4AC-5115-FB43-BA59-0B18A2105D67}"/>
                    </a:ext>
                  </a:extLst>
                </p14:cNvPr>
                <p14:cNvContentPartPr/>
                <p14:nvPr/>
              </p14:nvContentPartPr>
              <p14:xfrm>
                <a:off x="6229260" y="2635928"/>
                <a:ext cx="63000" cy="158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846B4AC-5115-FB43-BA59-0B18A2105D67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220260" y="2627288"/>
                  <a:ext cx="806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3D78A39-E2FD-CD30-8871-A145C72C4705}"/>
                    </a:ext>
                  </a:extLst>
                </p14:cNvPr>
                <p14:cNvContentPartPr/>
                <p14:nvPr/>
              </p14:nvContentPartPr>
              <p14:xfrm>
                <a:off x="6082740" y="2603888"/>
                <a:ext cx="287280" cy="306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3D78A39-E2FD-CD30-8871-A145C72C4705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073740" y="2594888"/>
                  <a:ext cx="3049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3FD80A7-B0CB-4BE6-28B5-1BAFFE4C1D30}"/>
                    </a:ext>
                  </a:extLst>
                </p14:cNvPr>
                <p14:cNvContentPartPr/>
                <p14:nvPr/>
              </p14:nvContentPartPr>
              <p14:xfrm>
                <a:off x="6365700" y="2751848"/>
                <a:ext cx="131400" cy="968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3FD80A7-B0CB-4BE6-28B5-1BAFFE4C1D30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357060" y="2742848"/>
                  <a:ext cx="1490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8934673-B6AA-08AD-575D-D17503CAB21F}"/>
                    </a:ext>
                  </a:extLst>
                </p14:cNvPr>
                <p14:cNvContentPartPr/>
                <p14:nvPr/>
              </p14:nvContentPartPr>
              <p14:xfrm>
                <a:off x="6679620" y="2742488"/>
                <a:ext cx="123480" cy="111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8934673-B6AA-08AD-575D-D17503CAB21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670980" y="2733488"/>
                  <a:ext cx="141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EC8253B-37A3-CD50-7BDD-2FEA37E6BB6C}"/>
                    </a:ext>
                  </a:extLst>
                </p14:cNvPr>
                <p14:cNvContentPartPr/>
                <p14:nvPr/>
              </p14:nvContentPartPr>
              <p14:xfrm>
                <a:off x="6641460" y="2686328"/>
                <a:ext cx="144000" cy="104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EC8253B-37A3-CD50-7BDD-2FEA37E6BB6C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632820" y="2677328"/>
                  <a:ext cx="1616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CFCEE3B-B431-7CE4-B2A7-DC5260DA81F0}"/>
                    </a:ext>
                  </a:extLst>
                </p14:cNvPr>
                <p14:cNvContentPartPr/>
                <p14:nvPr/>
              </p14:nvContentPartPr>
              <p14:xfrm>
                <a:off x="6880500" y="2596688"/>
                <a:ext cx="222120" cy="1666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CFCEE3B-B431-7CE4-B2A7-DC5260DA81F0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871860" y="2588048"/>
                  <a:ext cx="2397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DED7E5D-C7F2-0144-EB69-31D20C21E64E}"/>
                    </a:ext>
                  </a:extLst>
                </p14:cNvPr>
                <p14:cNvContentPartPr/>
                <p14:nvPr/>
              </p14:nvContentPartPr>
              <p14:xfrm>
                <a:off x="7185060" y="2689928"/>
                <a:ext cx="360" cy="3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DED7E5D-C7F2-0144-EB69-31D20C21E64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176420" y="2680928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9892508-DE93-598C-FF4C-9E01995751A9}"/>
                    </a:ext>
                  </a:extLst>
                </p14:cNvPr>
                <p14:cNvContentPartPr/>
                <p14:nvPr/>
              </p14:nvContentPartPr>
              <p14:xfrm>
                <a:off x="7315020" y="2623688"/>
                <a:ext cx="49320" cy="1126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9892508-DE93-598C-FF4C-9E01995751A9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7306020" y="2614688"/>
                  <a:ext cx="669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ECADD59-E457-41C3-0DC0-BE219B04FC84}"/>
                    </a:ext>
                  </a:extLst>
                </p14:cNvPr>
                <p14:cNvContentPartPr/>
                <p14:nvPr/>
              </p14:nvContentPartPr>
              <p14:xfrm>
                <a:off x="7172460" y="2551328"/>
                <a:ext cx="221040" cy="464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ECADD59-E457-41C3-0DC0-BE219B04FC84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7163460" y="2542328"/>
                  <a:ext cx="2386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CE2847A-E93F-4F9E-D487-4F27B377EE72}"/>
                    </a:ext>
                  </a:extLst>
                </p14:cNvPr>
                <p14:cNvContentPartPr/>
                <p14:nvPr/>
              </p14:nvContentPartPr>
              <p14:xfrm>
                <a:off x="7481340" y="2742848"/>
                <a:ext cx="22320" cy="612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CE2847A-E93F-4F9E-D487-4F27B377EE72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7472340" y="2734208"/>
                  <a:ext cx="399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33FCCEB-5F41-7D36-BC5D-106610021B29}"/>
                    </a:ext>
                  </a:extLst>
                </p14:cNvPr>
                <p14:cNvContentPartPr/>
                <p14:nvPr/>
              </p14:nvContentPartPr>
              <p14:xfrm>
                <a:off x="7244820" y="2557088"/>
                <a:ext cx="123480" cy="205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33FCCEB-5F41-7D36-BC5D-106610021B29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7236180" y="2548088"/>
                  <a:ext cx="141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B4E37D2-865C-6A9C-1445-74DBF81BE5AB}"/>
                    </a:ext>
                  </a:extLst>
                </p14:cNvPr>
                <p14:cNvContentPartPr/>
                <p14:nvPr/>
              </p14:nvContentPartPr>
              <p14:xfrm>
                <a:off x="8285580" y="1459448"/>
                <a:ext cx="87120" cy="864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B4E37D2-865C-6A9C-1445-74DBF81BE5AB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8276580" y="1450808"/>
                  <a:ext cx="1047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F6E481B-A935-82C7-621D-BCE9E068BA5B}"/>
                    </a:ext>
                  </a:extLst>
                </p14:cNvPr>
                <p14:cNvContentPartPr/>
                <p14:nvPr/>
              </p14:nvContentPartPr>
              <p14:xfrm>
                <a:off x="8280540" y="1469528"/>
                <a:ext cx="84600" cy="925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F6E481B-A935-82C7-621D-BCE9E068BA5B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8271540" y="1460528"/>
                  <a:ext cx="1022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E8F771F-ED61-A5FD-33C8-4087B55C4942}"/>
                    </a:ext>
                  </a:extLst>
                </p14:cNvPr>
                <p14:cNvContentPartPr/>
                <p14:nvPr/>
              </p14:nvContentPartPr>
              <p14:xfrm>
                <a:off x="8468460" y="1553048"/>
                <a:ext cx="88200" cy="741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E8F771F-ED61-A5FD-33C8-4087B55C4942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8459460" y="1544048"/>
                  <a:ext cx="1058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F043E5C-BE56-B7D6-6885-62C4E91E9BC8}"/>
                    </a:ext>
                  </a:extLst>
                </p14:cNvPr>
                <p14:cNvContentPartPr/>
                <p14:nvPr/>
              </p14:nvContentPartPr>
              <p14:xfrm>
                <a:off x="8567460" y="1360808"/>
                <a:ext cx="140760" cy="2250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F043E5C-BE56-B7D6-6885-62C4E91E9BC8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8558460" y="1351808"/>
                  <a:ext cx="1584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D2F68B9-9067-75D5-FF7D-494BBD46D475}"/>
                    </a:ext>
                  </a:extLst>
                </p14:cNvPr>
                <p14:cNvContentPartPr/>
                <p14:nvPr/>
              </p14:nvContentPartPr>
              <p14:xfrm>
                <a:off x="8712540" y="1485008"/>
                <a:ext cx="129600" cy="608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D2F68B9-9067-75D5-FF7D-494BBD46D475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8703900" y="1476368"/>
                  <a:ext cx="1472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2FB8CE5-D77B-ACE5-55ED-A2F2AAB5EABE}"/>
                    </a:ext>
                  </a:extLst>
                </p14:cNvPr>
                <p14:cNvContentPartPr/>
                <p14:nvPr/>
              </p14:nvContentPartPr>
              <p14:xfrm>
                <a:off x="8816580" y="1360088"/>
                <a:ext cx="176400" cy="2556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2FB8CE5-D77B-ACE5-55ED-A2F2AAB5EABE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807580" y="1351448"/>
                  <a:ext cx="1940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9E921B0-27F0-C5E4-A6AC-EBB76A05FDDA}"/>
                    </a:ext>
                  </a:extLst>
                </p14:cNvPr>
                <p14:cNvContentPartPr/>
                <p14:nvPr/>
              </p14:nvContentPartPr>
              <p14:xfrm>
                <a:off x="9382860" y="1537568"/>
                <a:ext cx="182160" cy="57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9E921B0-27F0-C5E4-A6AC-EBB76A05FDDA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9374220" y="1528568"/>
                  <a:ext cx="199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EA0D43B5-F932-83F6-D182-2C9A16A6ABA3}"/>
                    </a:ext>
                  </a:extLst>
                </p14:cNvPr>
                <p14:cNvContentPartPr/>
                <p14:nvPr/>
              </p14:nvContentPartPr>
              <p14:xfrm>
                <a:off x="9341460" y="1474568"/>
                <a:ext cx="171720" cy="165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EA0D43B5-F932-83F6-D182-2C9A16A6ABA3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9332460" y="1465928"/>
                  <a:ext cx="1893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8CA932B4-C109-6495-03BF-7CD651310BEC}"/>
                    </a:ext>
                  </a:extLst>
                </p14:cNvPr>
                <p14:cNvContentPartPr/>
                <p14:nvPr/>
              </p14:nvContentPartPr>
              <p14:xfrm>
                <a:off x="9538740" y="1438928"/>
                <a:ext cx="201960" cy="1558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8CA932B4-C109-6495-03BF-7CD651310BEC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9529740" y="1430288"/>
                  <a:ext cx="2196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67143D38-6334-EAD5-427A-6B79D508C977}"/>
                    </a:ext>
                  </a:extLst>
                </p14:cNvPr>
                <p14:cNvContentPartPr/>
                <p14:nvPr/>
              </p14:nvContentPartPr>
              <p14:xfrm>
                <a:off x="9230580" y="1412288"/>
                <a:ext cx="189360" cy="1771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67143D38-6334-EAD5-427A-6B79D508C977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9221940" y="1403288"/>
                  <a:ext cx="2070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FC8583C9-AF17-CF00-6EE2-4C43859C5CEC}"/>
                    </a:ext>
                  </a:extLst>
                </p14:cNvPr>
                <p14:cNvContentPartPr/>
                <p14:nvPr/>
              </p14:nvContentPartPr>
              <p14:xfrm>
                <a:off x="9868140" y="1357208"/>
                <a:ext cx="223200" cy="2595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FC8583C9-AF17-CF00-6EE2-4C43859C5CEC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9859140" y="1348208"/>
                  <a:ext cx="2408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2E43D5A-5BB8-D2E8-B0C0-F6A8E406A32E}"/>
                    </a:ext>
                  </a:extLst>
                </p14:cNvPr>
                <p14:cNvContentPartPr/>
                <p14:nvPr/>
              </p14:nvContentPartPr>
              <p14:xfrm>
                <a:off x="9903780" y="1381328"/>
                <a:ext cx="114120" cy="2156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2E43D5A-5BB8-D2E8-B0C0-F6A8E406A32E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9894780" y="1372688"/>
                  <a:ext cx="1317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17B7E71-30A5-1CB8-4888-DE09CCDB8BD2}"/>
                    </a:ext>
                  </a:extLst>
                </p14:cNvPr>
                <p14:cNvContentPartPr/>
                <p14:nvPr/>
              </p14:nvContentPartPr>
              <p14:xfrm>
                <a:off x="10115460" y="1592288"/>
                <a:ext cx="142560" cy="867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17B7E71-30A5-1CB8-4888-DE09CCDB8BD2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0106460" y="1583288"/>
                  <a:ext cx="1602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0952A503-DC9E-B63A-6BCF-8903DF73C1DB}"/>
                    </a:ext>
                  </a:extLst>
                </p14:cNvPr>
                <p14:cNvContentPartPr/>
                <p14:nvPr/>
              </p14:nvContentPartPr>
              <p14:xfrm>
                <a:off x="10267020" y="1322288"/>
                <a:ext cx="113760" cy="3045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0952A503-DC9E-B63A-6BCF-8903DF73C1DB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0258020" y="1313648"/>
                  <a:ext cx="1314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657CBBD-31AE-60CD-F32B-2175447159F5}"/>
                    </a:ext>
                  </a:extLst>
                </p14:cNvPr>
                <p14:cNvContentPartPr/>
                <p14:nvPr/>
              </p14:nvContentPartPr>
              <p14:xfrm>
                <a:off x="10390860" y="1478888"/>
                <a:ext cx="150840" cy="1112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657CBBD-31AE-60CD-F32B-2175447159F5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0381860" y="1470248"/>
                  <a:ext cx="1684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7EC3F637-426B-BC1C-21CD-6A6CD3DBDB8C}"/>
                    </a:ext>
                  </a:extLst>
                </p14:cNvPr>
                <p14:cNvContentPartPr/>
                <p14:nvPr/>
              </p14:nvContentPartPr>
              <p14:xfrm>
                <a:off x="10555380" y="1298528"/>
                <a:ext cx="93600" cy="2142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7EC3F637-426B-BC1C-21CD-6A6CD3DBDB8C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0546380" y="1289888"/>
                  <a:ext cx="1112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3B2C4359-35F3-2D2A-0EA5-5480046217C7}"/>
                    </a:ext>
                  </a:extLst>
                </p14:cNvPr>
                <p14:cNvContentPartPr/>
                <p14:nvPr/>
              </p14:nvContentPartPr>
              <p14:xfrm>
                <a:off x="10509660" y="1175768"/>
                <a:ext cx="6120" cy="194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3B2C4359-35F3-2D2A-0EA5-5480046217C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501020" y="1166768"/>
                  <a:ext cx="237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90CC8A1-70A0-3944-B1E4-7F2DD78BBB07}"/>
                    </a:ext>
                  </a:extLst>
                </p14:cNvPr>
                <p14:cNvContentPartPr/>
                <p14:nvPr/>
              </p14:nvContentPartPr>
              <p14:xfrm>
                <a:off x="10655820" y="1264688"/>
                <a:ext cx="183240" cy="918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90CC8A1-70A0-3944-B1E4-7F2DD78BBB07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0646820" y="1256048"/>
                  <a:ext cx="2008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025680A7-25A8-6891-FC5C-5F3FB1DECEA8}"/>
                    </a:ext>
                  </a:extLst>
                </p14:cNvPr>
                <p14:cNvContentPartPr/>
                <p14:nvPr/>
              </p14:nvContentPartPr>
              <p14:xfrm>
                <a:off x="10899900" y="1252088"/>
                <a:ext cx="129240" cy="3045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025680A7-25A8-6891-FC5C-5F3FB1DECEA8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0890900" y="1243088"/>
                  <a:ext cx="14688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7C0F6446-D73B-706E-B40C-9DEA4C9E5301}"/>
                    </a:ext>
                  </a:extLst>
                </p14:cNvPr>
                <p14:cNvContentPartPr/>
                <p14:nvPr/>
              </p14:nvContentPartPr>
              <p14:xfrm>
                <a:off x="3667860" y="1148048"/>
                <a:ext cx="124920" cy="12168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7C0F6446-D73B-706E-B40C-9DEA4C9E5301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3658860" y="1139048"/>
                  <a:ext cx="1425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396B176-6952-0619-B840-BAC042719945}"/>
                    </a:ext>
                  </a:extLst>
                </p14:cNvPr>
                <p14:cNvContentPartPr/>
                <p14:nvPr/>
              </p14:nvContentPartPr>
              <p14:xfrm>
                <a:off x="3709260" y="1153088"/>
                <a:ext cx="135360" cy="1281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396B176-6952-0619-B840-BAC042719945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3700620" y="1144448"/>
                  <a:ext cx="1530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7786A884-33F2-5972-A59B-1A83CE16FB6D}"/>
                    </a:ext>
                  </a:extLst>
                </p14:cNvPr>
                <p14:cNvContentPartPr/>
                <p14:nvPr/>
              </p14:nvContentPartPr>
              <p14:xfrm>
                <a:off x="3764700" y="1252088"/>
                <a:ext cx="122040" cy="824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7786A884-33F2-5972-A59B-1A83CE16FB6D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3755700" y="1243088"/>
                  <a:ext cx="1396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40262E02-2FEB-DDB0-66FC-2E811CB11290}"/>
                    </a:ext>
                  </a:extLst>
                </p14:cNvPr>
                <p14:cNvContentPartPr/>
                <p14:nvPr/>
              </p14:nvContentPartPr>
              <p14:xfrm>
                <a:off x="3564900" y="1081448"/>
                <a:ext cx="136440" cy="7164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40262E02-2FEB-DDB0-66FC-2E811CB11290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3556260" y="1072448"/>
                  <a:ext cx="1540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08855C0B-6384-658D-A859-EED98224B211}"/>
                    </a:ext>
                  </a:extLst>
                </p14:cNvPr>
                <p14:cNvContentPartPr/>
                <p14:nvPr/>
              </p14:nvContentPartPr>
              <p14:xfrm>
                <a:off x="3112020" y="804608"/>
                <a:ext cx="181080" cy="1735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08855C0B-6384-658D-A859-EED98224B211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3103380" y="795608"/>
                  <a:ext cx="1987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B50A5DDE-DCD4-8D02-F741-2B85F00F237A}"/>
                    </a:ext>
                  </a:extLst>
                </p14:cNvPr>
                <p14:cNvContentPartPr/>
                <p14:nvPr/>
              </p14:nvContentPartPr>
              <p14:xfrm>
                <a:off x="3095100" y="782288"/>
                <a:ext cx="126000" cy="2250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B50A5DDE-DCD4-8D02-F741-2B85F00F237A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3086460" y="773288"/>
                  <a:ext cx="1436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0468629D-CB21-F55F-03DD-0C555D98090A}"/>
                    </a:ext>
                  </a:extLst>
                </p14:cNvPr>
                <p14:cNvContentPartPr/>
                <p14:nvPr/>
              </p14:nvContentPartPr>
              <p14:xfrm>
                <a:off x="3308940" y="951128"/>
                <a:ext cx="86760" cy="831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0468629D-CB21-F55F-03DD-0C555D98090A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3300300" y="942128"/>
                  <a:ext cx="1044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762CF639-FA10-3909-81DD-E480E59F86EB}"/>
                    </a:ext>
                  </a:extLst>
                </p14:cNvPr>
                <p14:cNvContentPartPr/>
                <p14:nvPr/>
              </p14:nvContentPartPr>
              <p14:xfrm>
                <a:off x="3423420" y="767528"/>
                <a:ext cx="100080" cy="2120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762CF639-FA10-3909-81DD-E480E59F86EB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3414780" y="758888"/>
                  <a:ext cx="1177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117F85CA-C93F-36A7-95DB-7FB41C57C08C}"/>
                    </a:ext>
                  </a:extLst>
                </p14:cNvPr>
                <p14:cNvContentPartPr/>
                <p14:nvPr/>
              </p14:nvContentPartPr>
              <p14:xfrm>
                <a:off x="3567780" y="882008"/>
                <a:ext cx="83160" cy="1630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117F85CA-C93F-36A7-95DB-7FB41C57C08C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3559140" y="873368"/>
                  <a:ext cx="1008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ED517AC-804F-8974-CF84-6FCCC79638A5}"/>
                    </a:ext>
                  </a:extLst>
                </p14:cNvPr>
                <p14:cNvContentPartPr/>
                <p14:nvPr/>
              </p14:nvContentPartPr>
              <p14:xfrm>
                <a:off x="3538980" y="766088"/>
                <a:ext cx="4320" cy="1872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ED517AC-804F-8974-CF84-6FCCC79638A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530340" y="757088"/>
                  <a:ext cx="219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FD9D18D8-83AD-58CC-8000-B0ACF9C9442F}"/>
                    </a:ext>
                  </a:extLst>
                </p14:cNvPr>
                <p14:cNvContentPartPr/>
                <p14:nvPr/>
              </p14:nvContentPartPr>
              <p14:xfrm>
                <a:off x="3667860" y="763568"/>
                <a:ext cx="294480" cy="1508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FD9D18D8-83AD-58CC-8000-B0ACF9C9442F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3658860" y="754928"/>
                  <a:ext cx="3121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AC91A809-A659-07D3-69E8-34F4FB2CE4D2}"/>
                    </a:ext>
                  </a:extLst>
                </p14:cNvPr>
                <p14:cNvContentPartPr/>
                <p14:nvPr/>
              </p14:nvContentPartPr>
              <p14:xfrm>
                <a:off x="3932820" y="732248"/>
                <a:ext cx="150480" cy="25812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AC91A809-A659-07D3-69E8-34F4FB2CE4D2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3923820" y="723608"/>
                  <a:ext cx="168120" cy="27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1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41D17D63-F931-498D-0F20-714AC688B6EE}"/>
                  </a:ext>
                </a:extLst>
              </p14:cNvPr>
              <p14:cNvContentPartPr/>
              <p14:nvPr/>
            </p14:nvContentPartPr>
            <p14:xfrm>
              <a:off x="10027620" y="1818368"/>
              <a:ext cx="756000" cy="4824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41D17D63-F931-498D-0F20-714AC688B6EE}"/>
                  </a:ext>
                </a:extLst>
              </p:cNvPr>
              <p:cNvPicPr/>
              <p:nvPr/>
            </p:nvPicPr>
            <p:blipFill>
              <a:blip r:embed="rId492"/>
              <a:stretch>
                <a:fillRect/>
              </a:stretch>
            </p:blipFill>
            <p:spPr>
              <a:xfrm>
                <a:off x="10018980" y="1809368"/>
                <a:ext cx="77364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3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A3E86C9E-E3C8-4BA7-B85D-B7D127598949}"/>
                  </a:ext>
                </a:extLst>
              </p14:cNvPr>
              <p14:cNvContentPartPr/>
              <p14:nvPr/>
            </p14:nvContentPartPr>
            <p14:xfrm>
              <a:off x="9823860" y="3157928"/>
              <a:ext cx="839520" cy="8316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A3E86C9E-E3C8-4BA7-B85D-B7D127598949}"/>
                  </a:ext>
                </a:extLst>
              </p:cNvPr>
              <p:cNvPicPr/>
              <p:nvPr/>
            </p:nvPicPr>
            <p:blipFill>
              <a:blip r:embed="rId494"/>
              <a:stretch>
                <a:fillRect/>
              </a:stretch>
            </p:blipFill>
            <p:spPr>
              <a:xfrm>
                <a:off x="9815220" y="3149288"/>
                <a:ext cx="857160" cy="10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1882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E8D48AC-EB7A-14D7-C99D-77F865685E07}"/>
              </a:ext>
            </a:extLst>
          </p:cNvPr>
          <p:cNvGrpSpPr/>
          <p:nvPr/>
        </p:nvGrpSpPr>
        <p:grpSpPr>
          <a:xfrm>
            <a:off x="1099080" y="1280127"/>
            <a:ext cx="3888000" cy="1283040"/>
            <a:chOff x="1099080" y="1280127"/>
            <a:chExt cx="3888000" cy="128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1CDDA14-5F9A-6664-4CB2-C9ACF738215D}"/>
                    </a:ext>
                  </a:extLst>
                </p14:cNvPr>
                <p14:cNvContentPartPr/>
                <p14:nvPr/>
              </p14:nvContentPartPr>
              <p14:xfrm>
                <a:off x="2685240" y="1280127"/>
                <a:ext cx="57960" cy="12830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1CDDA14-5F9A-6664-4CB2-C9ACF738215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76240" y="1271127"/>
                  <a:ext cx="75600" cy="13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7870904-A68A-0D49-6B30-FF06F21D792B}"/>
                    </a:ext>
                  </a:extLst>
                </p14:cNvPr>
                <p14:cNvContentPartPr/>
                <p14:nvPr/>
              </p14:nvContentPartPr>
              <p14:xfrm>
                <a:off x="1099080" y="2379207"/>
                <a:ext cx="3746880" cy="83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7870904-A68A-0D49-6B30-FF06F21D792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90080" y="2370207"/>
                  <a:ext cx="37645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E3F3C77-5F79-1D18-BB02-657CD3B08238}"/>
                    </a:ext>
                  </a:extLst>
                </p14:cNvPr>
                <p14:cNvContentPartPr/>
                <p14:nvPr/>
              </p14:nvContentPartPr>
              <p14:xfrm>
                <a:off x="4676400" y="2304327"/>
                <a:ext cx="310680" cy="142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E3F3C77-5F79-1D18-BB02-657CD3B0823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67400" y="2295687"/>
                  <a:ext cx="3283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A1EF179-CA64-74F4-FEC3-343B8EA2ABF8}"/>
                    </a:ext>
                  </a:extLst>
                </p14:cNvPr>
                <p14:cNvContentPartPr/>
                <p14:nvPr/>
              </p14:nvContentPartPr>
              <p14:xfrm>
                <a:off x="4851720" y="2478207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A1EF179-CA64-74F4-FEC3-343B8EA2ABF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842720" y="246920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724BEB8-069B-A6DA-A040-514EFC5F9AC4}"/>
                  </a:ext>
                </a:extLst>
              </p14:cNvPr>
              <p14:cNvContentPartPr/>
              <p14:nvPr/>
            </p14:nvContentPartPr>
            <p14:xfrm>
              <a:off x="2647080" y="1274727"/>
              <a:ext cx="108000" cy="93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724BEB8-069B-A6DA-A040-514EFC5F9AC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38080" y="1266087"/>
                <a:ext cx="125640" cy="11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E56EA6A0-35D0-7081-276F-CDC8CC31F18B}"/>
              </a:ext>
            </a:extLst>
          </p:cNvPr>
          <p:cNvGrpSpPr/>
          <p:nvPr/>
        </p:nvGrpSpPr>
        <p:grpSpPr>
          <a:xfrm>
            <a:off x="6464340" y="1203848"/>
            <a:ext cx="4368240" cy="1340280"/>
            <a:chOff x="6464340" y="1203848"/>
            <a:chExt cx="4368240" cy="134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695F9C8-06B6-6C9A-F0EA-891DB45DDB94}"/>
                    </a:ext>
                  </a:extLst>
                </p14:cNvPr>
                <p14:cNvContentPartPr/>
                <p14:nvPr/>
              </p14:nvContentPartPr>
              <p14:xfrm>
                <a:off x="6464340" y="2364848"/>
                <a:ext cx="4308840" cy="134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695F9C8-06B6-6C9A-F0EA-891DB45DDB9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455700" y="2356208"/>
                  <a:ext cx="43264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3CEE348-1896-1B8F-BA28-92821967AFD6}"/>
                    </a:ext>
                  </a:extLst>
                </p14:cNvPr>
                <p14:cNvContentPartPr/>
                <p14:nvPr/>
              </p14:nvContentPartPr>
              <p14:xfrm>
                <a:off x="10605060" y="2401928"/>
                <a:ext cx="227520" cy="142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3CEE348-1896-1B8F-BA28-92821967AFD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596420" y="2393288"/>
                  <a:ext cx="2451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3CA658C-4024-7A1B-3F6C-953C8E83EF3C}"/>
                    </a:ext>
                  </a:extLst>
                </p14:cNvPr>
                <p14:cNvContentPartPr/>
                <p14:nvPr/>
              </p14:nvContentPartPr>
              <p14:xfrm>
                <a:off x="8560980" y="1324808"/>
                <a:ext cx="48240" cy="1200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3CA658C-4024-7A1B-3F6C-953C8E83EF3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51980" y="1315808"/>
                  <a:ext cx="65880" cy="12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BD3BDD0-43AE-99E9-F725-4D5CEF339FF3}"/>
                    </a:ext>
                  </a:extLst>
                </p14:cNvPr>
                <p14:cNvContentPartPr/>
                <p14:nvPr/>
              </p14:nvContentPartPr>
              <p14:xfrm>
                <a:off x="8529660" y="1203848"/>
                <a:ext cx="139680" cy="132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BD3BDD0-43AE-99E9-F725-4D5CEF339FF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521020" y="1195208"/>
                  <a:ext cx="157320" cy="15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6AEE5EA-2B1F-E64F-78D6-D06726B0E281}"/>
                  </a:ext>
                </a:extLst>
              </p14:cNvPr>
              <p14:cNvContentPartPr/>
              <p14:nvPr/>
            </p14:nvContentPartPr>
            <p14:xfrm>
              <a:off x="10998540" y="2300768"/>
              <a:ext cx="411480" cy="188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6AEE5EA-2B1F-E64F-78D6-D06726B0E28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989900" y="2291768"/>
                <a:ext cx="429120" cy="20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92EF2124-126F-37E1-9B1E-3DB33DC2429D}"/>
              </a:ext>
            </a:extLst>
          </p:cNvPr>
          <p:cNvGrpSpPr/>
          <p:nvPr/>
        </p:nvGrpSpPr>
        <p:grpSpPr>
          <a:xfrm>
            <a:off x="5153940" y="2212928"/>
            <a:ext cx="117000" cy="219600"/>
            <a:chOff x="5153940" y="2212928"/>
            <a:chExt cx="117000" cy="21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97E1B39-9887-1675-2E93-04234B22376B}"/>
                    </a:ext>
                  </a:extLst>
                </p14:cNvPr>
                <p14:cNvContentPartPr/>
                <p14:nvPr/>
              </p14:nvContentPartPr>
              <p14:xfrm>
                <a:off x="5173740" y="2212928"/>
                <a:ext cx="97200" cy="219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97E1B39-9887-1675-2E93-04234B22376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64740" y="2204288"/>
                  <a:ext cx="1148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2F42BEC-980E-452E-A0DE-BF74CEDCB4B1}"/>
                    </a:ext>
                  </a:extLst>
                </p14:cNvPr>
                <p14:cNvContentPartPr/>
                <p14:nvPr/>
              </p14:nvContentPartPr>
              <p14:xfrm>
                <a:off x="5153940" y="2330648"/>
                <a:ext cx="83520" cy="12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2F42BEC-980E-452E-A0DE-BF74CEDCB4B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44940" y="2322008"/>
                  <a:ext cx="10116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76E717A-525A-E57C-748B-FB4916CF25AD}"/>
              </a:ext>
            </a:extLst>
          </p:cNvPr>
          <p:cNvGrpSpPr/>
          <p:nvPr/>
        </p:nvGrpSpPr>
        <p:grpSpPr>
          <a:xfrm>
            <a:off x="3984660" y="1670408"/>
            <a:ext cx="131040" cy="620640"/>
            <a:chOff x="3984660" y="1670408"/>
            <a:chExt cx="131040" cy="62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64650E6-3180-EF86-AF06-D1235FB8DA9D}"/>
                    </a:ext>
                  </a:extLst>
                </p14:cNvPr>
                <p14:cNvContentPartPr/>
                <p14:nvPr/>
              </p14:nvContentPartPr>
              <p14:xfrm>
                <a:off x="4026420" y="1766168"/>
                <a:ext cx="89280" cy="524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64650E6-3180-EF86-AF06-D1235FB8DA9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17420" y="1757528"/>
                  <a:ext cx="106920" cy="5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9A19FE0-2DDC-BE05-27E1-5B3CAA0F3113}"/>
                    </a:ext>
                  </a:extLst>
                </p14:cNvPr>
                <p14:cNvContentPartPr/>
                <p14:nvPr/>
              </p14:nvContentPartPr>
              <p14:xfrm>
                <a:off x="3984660" y="1670408"/>
                <a:ext cx="118440" cy="123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9A19FE0-2DDC-BE05-27E1-5B3CAA0F311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76020" y="1661768"/>
                  <a:ext cx="13608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29C5E8F-6D3C-38B7-46F3-9092276BB183}"/>
              </a:ext>
            </a:extLst>
          </p:cNvPr>
          <p:cNvGrpSpPr/>
          <p:nvPr/>
        </p:nvGrpSpPr>
        <p:grpSpPr>
          <a:xfrm>
            <a:off x="1216620" y="1777328"/>
            <a:ext cx="129960" cy="738720"/>
            <a:chOff x="1216620" y="1777328"/>
            <a:chExt cx="129960" cy="73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0C93BA6-8D31-5C3F-8CEC-73EFFA9620D0}"/>
                    </a:ext>
                  </a:extLst>
                </p14:cNvPr>
                <p14:cNvContentPartPr/>
                <p14:nvPr/>
              </p14:nvContentPartPr>
              <p14:xfrm>
                <a:off x="1272420" y="1777328"/>
                <a:ext cx="68040" cy="738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0C93BA6-8D31-5C3F-8CEC-73EFFA9620D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63780" y="1768688"/>
                  <a:ext cx="85680" cy="75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62C01E2-5847-1026-A76A-A05486D5AEDC}"/>
                    </a:ext>
                  </a:extLst>
                </p14:cNvPr>
                <p14:cNvContentPartPr/>
                <p14:nvPr/>
              </p14:nvContentPartPr>
              <p14:xfrm>
                <a:off x="1216620" y="1788128"/>
                <a:ext cx="129960" cy="152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62C01E2-5847-1026-A76A-A05486D5AED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207620" y="1779488"/>
                  <a:ext cx="14760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0AD11FE-BEEF-294B-081F-F051BCE12011}"/>
              </a:ext>
            </a:extLst>
          </p:cNvPr>
          <p:cNvGrpSpPr/>
          <p:nvPr/>
        </p:nvGrpSpPr>
        <p:grpSpPr>
          <a:xfrm>
            <a:off x="3875580" y="2539448"/>
            <a:ext cx="405720" cy="150120"/>
            <a:chOff x="3875580" y="2539448"/>
            <a:chExt cx="405720" cy="15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73E73C5-DFD3-9189-7045-5F81D53F8F2B}"/>
                    </a:ext>
                  </a:extLst>
                </p14:cNvPr>
                <p14:cNvContentPartPr/>
                <p14:nvPr/>
              </p14:nvContentPartPr>
              <p14:xfrm>
                <a:off x="3875580" y="2539448"/>
                <a:ext cx="189360" cy="148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73E73C5-DFD3-9189-7045-5F81D53F8F2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66940" y="2530808"/>
                  <a:ext cx="2070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DE848C9-5292-0E4C-0141-6CA7264DD034}"/>
                    </a:ext>
                  </a:extLst>
                </p14:cNvPr>
                <p14:cNvContentPartPr/>
                <p14:nvPr/>
              </p14:nvContentPartPr>
              <p14:xfrm>
                <a:off x="4178700" y="2580848"/>
                <a:ext cx="47160" cy="108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DE848C9-5292-0E4C-0141-6CA7264DD03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169700" y="2572208"/>
                  <a:ext cx="648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DC285E6-FBCC-7225-2989-FF2B735E1452}"/>
                    </a:ext>
                  </a:extLst>
                </p14:cNvPr>
                <p14:cNvContentPartPr/>
                <p14:nvPr/>
              </p14:nvContentPartPr>
              <p14:xfrm>
                <a:off x="4124340" y="2549888"/>
                <a:ext cx="156960" cy="21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DC285E6-FBCC-7225-2989-FF2B735E145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15700" y="2541248"/>
                  <a:ext cx="17460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3D5CF70-4221-1848-D5C5-DEE8ADA3BDFD}"/>
              </a:ext>
            </a:extLst>
          </p:cNvPr>
          <p:cNvGrpSpPr/>
          <p:nvPr/>
        </p:nvGrpSpPr>
        <p:grpSpPr>
          <a:xfrm>
            <a:off x="977940" y="2612168"/>
            <a:ext cx="435600" cy="152280"/>
            <a:chOff x="977940" y="2612168"/>
            <a:chExt cx="435600" cy="15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A2E6B3B-DA5F-59E5-BEEF-0EEF117E635C}"/>
                    </a:ext>
                  </a:extLst>
                </p14:cNvPr>
                <p14:cNvContentPartPr/>
                <p14:nvPr/>
              </p14:nvContentPartPr>
              <p14:xfrm>
                <a:off x="977940" y="2691008"/>
                <a:ext cx="123480" cy="5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A2E6B3B-DA5F-59E5-BEEF-0EEF117E635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9300" y="2682368"/>
                  <a:ext cx="141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6D7DF32-3134-D96C-9983-D088B85CE183}"/>
                    </a:ext>
                  </a:extLst>
                </p14:cNvPr>
                <p14:cNvContentPartPr/>
                <p14:nvPr/>
              </p14:nvContentPartPr>
              <p14:xfrm>
                <a:off x="1137780" y="2623688"/>
                <a:ext cx="155880" cy="140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6D7DF32-3134-D96C-9983-D088B85CE18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28780" y="2614688"/>
                  <a:ext cx="1735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E80511E-808B-5DA7-29D6-9515A7E17563}"/>
                    </a:ext>
                  </a:extLst>
                </p14:cNvPr>
                <p14:cNvContentPartPr/>
                <p14:nvPr/>
              </p14:nvContentPartPr>
              <p14:xfrm>
                <a:off x="1355940" y="2675528"/>
                <a:ext cx="35640" cy="84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E80511E-808B-5DA7-29D6-9515A7E1756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346940" y="2666528"/>
                  <a:ext cx="532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C925E95-0167-C1F6-D3FE-2E98672AE0AC}"/>
                    </a:ext>
                  </a:extLst>
                </p14:cNvPr>
                <p14:cNvContentPartPr/>
                <p14:nvPr/>
              </p14:nvContentPartPr>
              <p14:xfrm>
                <a:off x="1233180" y="2612168"/>
                <a:ext cx="180360" cy="21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C925E95-0167-C1F6-D3FE-2E98672AE0A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224180" y="2603528"/>
                  <a:ext cx="19800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90AC53E-B70D-4EEB-A909-A97A5B60FA23}"/>
              </a:ext>
            </a:extLst>
          </p:cNvPr>
          <p:cNvGrpSpPr/>
          <p:nvPr/>
        </p:nvGrpSpPr>
        <p:grpSpPr>
          <a:xfrm>
            <a:off x="1746180" y="1490768"/>
            <a:ext cx="1755720" cy="1254240"/>
            <a:chOff x="1746180" y="1490768"/>
            <a:chExt cx="1755720" cy="125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0CA713C-BC90-8E34-9D87-C32FFB1355BD}"/>
                    </a:ext>
                  </a:extLst>
                </p14:cNvPr>
                <p14:cNvContentPartPr/>
                <p14:nvPr/>
              </p14:nvContentPartPr>
              <p14:xfrm>
                <a:off x="2663100" y="1737008"/>
                <a:ext cx="89280" cy="714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0CA713C-BC90-8E34-9D87-C32FFB1355B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54100" y="1728368"/>
                  <a:ext cx="106920" cy="73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EB205AB-A41E-6CFA-009A-7E6FCB83B9D5}"/>
                    </a:ext>
                  </a:extLst>
                </p14:cNvPr>
                <p14:cNvContentPartPr/>
                <p14:nvPr/>
              </p14:nvContentPartPr>
              <p14:xfrm>
                <a:off x="2583900" y="1675088"/>
                <a:ext cx="216000" cy="222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EB205AB-A41E-6CFA-009A-7E6FCB83B9D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75260" y="1666088"/>
                  <a:ext cx="2336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A1CCD74-CF66-BE8C-EC0E-977B4683AC84}"/>
                    </a:ext>
                  </a:extLst>
                </p14:cNvPr>
                <p14:cNvContentPartPr/>
                <p14:nvPr/>
              </p14:nvContentPartPr>
              <p14:xfrm>
                <a:off x="3382380" y="1724768"/>
                <a:ext cx="19800" cy="551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A1CCD74-CF66-BE8C-EC0E-977B4683AC8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73740" y="1715768"/>
                  <a:ext cx="3744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DC0DF09-216E-F89E-1E37-E86FAD73179C}"/>
                    </a:ext>
                  </a:extLst>
                </p14:cNvPr>
                <p14:cNvContentPartPr/>
                <p14:nvPr/>
              </p14:nvContentPartPr>
              <p14:xfrm>
                <a:off x="3324780" y="1659248"/>
                <a:ext cx="177120" cy="153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DC0DF09-216E-F89E-1E37-E86FAD73179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16140" y="1650248"/>
                  <a:ext cx="1947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5E2B4EB-6BDD-76E4-7174-9CDD15A51D32}"/>
                    </a:ext>
                  </a:extLst>
                </p14:cNvPr>
                <p14:cNvContentPartPr/>
                <p14:nvPr/>
              </p14:nvContentPartPr>
              <p14:xfrm>
                <a:off x="1929420" y="1770488"/>
                <a:ext cx="34200" cy="645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5E2B4EB-6BDD-76E4-7174-9CDD15A51D3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920420" y="1761488"/>
                  <a:ext cx="51840" cy="66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771AAA5-AEAB-E314-3D99-45699434D1B4}"/>
                    </a:ext>
                  </a:extLst>
                </p14:cNvPr>
                <p14:cNvContentPartPr/>
                <p14:nvPr/>
              </p14:nvContentPartPr>
              <p14:xfrm>
                <a:off x="1847340" y="1758248"/>
                <a:ext cx="149400" cy="95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771AAA5-AEAB-E314-3D99-45699434D1B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838340" y="1749608"/>
                  <a:ext cx="1670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CBC42C8-D2CA-5371-863F-32DAD4F1B160}"/>
                    </a:ext>
                  </a:extLst>
                </p14:cNvPr>
                <p14:cNvContentPartPr/>
                <p14:nvPr/>
              </p14:nvContentPartPr>
              <p14:xfrm>
                <a:off x="2613060" y="2632688"/>
                <a:ext cx="146160" cy="112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CBC42C8-D2CA-5371-863F-32DAD4F1B16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604060" y="2623688"/>
                  <a:ext cx="1638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24A0557-6291-4034-C068-48F58DB5D5C2}"/>
                    </a:ext>
                  </a:extLst>
                </p14:cNvPr>
                <p14:cNvContentPartPr/>
                <p14:nvPr/>
              </p14:nvContentPartPr>
              <p14:xfrm>
                <a:off x="3355020" y="2564648"/>
                <a:ext cx="66960" cy="127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24A0557-6291-4034-C068-48F58DB5D5C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346020" y="2555648"/>
                  <a:ext cx="846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7CD3DA2-1421-DD28-ADCB-89A078DE1483}"/>
                    </a:ext>
                  </a:extLst>
                </p14:cNvPr>
                <p14:cNvContentPartPr/>
                <p14:nvPr/>
              </p14:nvContentPartPr>
              <p14:xfrm>
                <a:off x="3212820" y="2548088"/>
                <a:ext cx="242640" cy="18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7CD3DA2-1421-DD28-ADCB-89A078DE148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203820" y="2539088"/>
                  <a:ext cx="260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BBAA1EF-0944-DA5E-B32D-4C90B54A4331}"/>
                    </a:ext>
                  </a:extLst>
                </p14:cNvPr>
                <p14:cNvContentPartPr/>
                <p14:nvPr/>
              </p14:nvContentPartPr>
              <p14:xfrm>
                <a:off x="1746180" y="2660048"/>
                <a:ext cx="155520" cy="5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BBAA1EF-0944-DA5E-B32D-4C90B54A433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737180" y="2651048"/>
                  <a:ext cx="173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1F2BA0A-673C-2D49-EE62-3C037A43E8C5}"/>
                    </a:ext>
                  </a:extLst>
                </p14:cNvPr>
                <p14:cNvContentPartPr/>
                <p14:nvPr/>
              </p14:nvContentPartPr>
              <p14:xfrm>
                <a:off x="1977660" y="2576888"/>
                <a:ext cx="64080" cy="146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1F2BA0A-673C-2D49-EE62-3C037A43E8C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968660" y="2567888"/>
                  <a:ext cx="817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2083EB6-9DF3-29E4-9687-0D3CAD98008A}"/>
                    </a:ext>
                  </a:extLst>
                </p14:cNvPr>
                <p14:cNvContentPartPr/>
                <p14:nvPr/>
              </p14:nvContentPartPr>
              <p14:xfrm>
                <a:off x="1868940" y="2560688"/>
                <a:ext cx="157680" cy="11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2083EB6-9DF3-29E4-9687-0D3CAD98008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859940" y="2552048"/>
                  <a:ext cx="175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517970E-AB94-4F08-0300-51D60659D1A7}"/>
                    </a:ext>
                  </a:extLst>
                </p14:cNvPr>
                <p14:cNvContentPartPr/>
                <p14:nvPr/>
              </p14:nvContentPartPr>
              <p14:xfrm>
                <a:off x="2362860" y="1572848"/>
                <a:ext cx="32040" cy="110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517970E-AB94-4F08-0300-51D60659D1A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354220" y="1564208"/>
                  <a:ext cx="496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6127633-B4B7-D3E1-4DE0-4B9E6B6AC9F4}"/>
                    </a:ext>
                  </a:extLst>
                </p14:cNvPr>
                <p14:cNvContentPartPr/>
                <p14:nvPr/>
              </p14:nvContentPartPr>
              <p14:xfrm>
                <a:off x="2379420" y="1527128"/>
                <a:ext cx="131760" cy="188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6127633-B4B7-D3E1-4DE0-4B9E6B6AC9F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370420" y="1518488"/>
                  <a:ext cx="1494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F7BC3C5-FE0E-DE43-6BE3-CF38FC7AA27A}"/>
                    </a:ext>
                  </a:extLst>
                </p14:cNvPr>
                <p14:cNvContentPartPr/>
                <p14:nvPr/>
              </p14:nvContentPartPr>
              <p14:xfrm>
                <a:off x="2225340" y="1522088"/>
                <a:ext cx="133200" cy="198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F7BC3C5-FE0E-DE43-6BE3-CF38FC7AA27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216700" y="1513088"/>
                  <a:ext cx="1508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BE99102-9C6B-278E-6C87-1A1E506CB6E1}"/>
                    </a:ext>
                  </a:extLst>
                </p14:cNvPr>
                <p14:cNvContentPartPr/>
                <p14:nvPr/>
              </p14:nvContentPartPr>
              <p14:xfrm>
                <a:off x="3068100" y="1527128"/>
                <a:ext cx="33480" cy="119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BE99102-9C6B-278E-6C87-1A1E506CB6E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059100" y="1518488"/>
                  <a:ext cx="511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0B1E136-CE9C-E81E-D5E9-762E1B7255D0}"/>
                    </a:ext>
                  </a:extLst>
                </p14:cNvPr>
                <p14:cNvContentPartPr/>
                <p14:nvPr/>
              </p14:nvContentPartPr>
              <p14:xfrm>
                <a:off x="3101580" y="1490768"/>
                <a:ext cx="140760" cy="194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0B1E136-CE9C-E81E-D5E9-762E1B7255D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092580" y="1482128"/>
                  <a:ext cx="1584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400327A-B835-FB7E-3B61-EFDEB9526E36}"/>
                    </a:ext>
                  </a:extLst>
                </p14:cNvPr>
                <p14:cNvContentPartPr/>
                <p14:nvPr/>
              </p14:nvContentPartPr>
              <p14:xfrm>
                <a:off x="2971980" y="1501208"/>
                <a:ext cx="93960" cy="195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400327A-B835-FB7E-3B61-EFDEB9526E3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962980" y="1492568"/>
                  <a:ext cx="11160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E88A0D0-4705-9590-C9CC-BBDDA387A055}"/>
              </a:ext>
            </a:extLst>
          </p:cNvPr>
          <p:cNvGrpSpPr/>
          <p:nvPr/>
        </p:nvGrpSpPr>
        <p:grpSpPr>
          <a:xfrm>
            <a:off x="851580" y="360368"/>
            <a:ext cx="2943360" cy="518400"/>
            <a:chOff x="851580" y="360368"/>
            <a:chExt cx="2943360" cy="51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5A8F131-A19E-E1EF-4023-BE39D94286DD}"/>
                    </a:ext>
                  </a:extLst>
                </p14:cNvPr>
                <p14:cNvContentPartPr/>
                <p14:nvPr/>
              </p14:nvContentPartPr>
              <p14:xfrm>
                <a:off x="851580" y="571328"/>
                <a:ext cx="154080" cy="129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5A8F131-A19E-E1EF-4023-BE39D94286D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42580" y="562328"/>
                  <a:ext cx="1717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466A322-1660-061B-72B6-1F318ECD5217}"/>
                    </a:ext>
                  </a:extLst>
                </p14:cNvPr>
                <p14:cNvContentPartPr/>
                <p14:nvPr/>
              </p14:nvContentPartPr>
              <p14:xfrm>
                <a:off x="1103940" y="493208"/>
                <a:ext cx="79920" cy="197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466A322-1660-061B-72B6-1F318ECD521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95300" y="484568"/>
                  <a:ext cx="975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D27650F-1E80-5C68-557F-A312683D4896}"/>
                    </a:ext>
                  </a:extLst>
                </p14:cNvPr>
                <p14:cNvContentPartPr/>
                <p14:nvPr/>
              </p14:nvContentPartPr>
              <p14:xfrm>
                <a:off x="1219140" y="465848"/>
                <a:ext cx="96840" cy="204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D27650F-1E80-5C68-557F-A312683D489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210140" y="456848"/>
                  <a:ext cx="1144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B1FCB54-09E9-D86F-5CF2-11CB9A6FF858}"/>
                    </a:ext>
                  </a:extLst>
                </p14:cNvPr>
                <p14:cNvContentPartPr/>
                <p14:nvPr/>
              </p14:nvContentPartPr>
              <p14:xfrm>
                <a:off x="1226700" y="581768"/>
                <a:ext cx="119160" cy="37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B1FCB54-09E9-D86F-5CF2-11CB9A6FF85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217700" y="572768"/>
                  <a:ext cx="1368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FFAEB4A-8E8C-9688-4917-E7DC378CCDF9}"/>
                    </a:ext>
                  </a:extLst>
                </p14:cNvPr>
                <p14:cNvContentPartPr/>
                <p14:nvPr/>
              </p14:nvContentPartPr>
              <p14:xfrm>
                <a:off x="1309140" y="430928"/>
                <a:ext cx="136440" cy="291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FFAEB4A-8E8C-9688-4917-E7DC378CCDF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300140" y="422288"/>
                  <a:ext cx="15408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05272A5-DAD8-8290-510A-FD772C6C38D2}"/>
                    </a:ext>
                  </a:extLst>
                </p14:cNvPr>
                <p14:cNvContentPartPr/>
                <p14:nvPr/>
              </p14:nvContentPartPr>
              <p14:xfrm>
                <a:off x="1611180" y="656288"/>
                <a:ext cx="108720" cy="9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05272A5-DAD8-8290-510A-FD772C6C38D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602180" y="647288"/>
                  <a:ext cx="1263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6417C90-8B4D-3916-A4B6-5142631CE48E}"/>
                    </a:ext>
                  </a:extLst>
                </p14:cNvPr>
                <p14:cNvContentPartPr/>
                <p14:nvPr/>
              </p14:nvContentPartPr>
              <p14:xfrm>
                <a:off x="1617300" y="597248"/>
                <a:ext cx="81720" cy="9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6417C90-8B4D-3916-A4B6-5142631CE48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608660" y="588608"/>
                  <a:ext cx="993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6990C62-A929-8376-2884-A215DF555E07}"/>
                    </a:ext>
                  </a:extLst>
                </p14:cNvPr>
                <p14:cNvContentPartPr/>
                <p14:nvPr/>
              </p14:nvContentPartPr>
              <p14:xfrm>
                <a:off x="1917180" y="472688"/>
                <a:ext cx="354600" cy="2289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6990C62-A929-8376-2884-A215DF555E0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908180" y="463688"/>
                  <a:ext cx="3722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7422E2F-28A7-C17D-B96C-73F3D552A596}"/>
                    </a:ext>
                  </a:extLst>
                </p14:cNvPr>
                <p14:cNvContentPartPr/>
                <p14:nvPr/>
              </p14:nvContentPartPr>
              <p14:xfrm>
                <a:off x="2009340" y="794888"/>
                <a:ext cx="153720" cy="83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7422E2F-28A7-C17D-B96C-73F3D552A59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000340" y="785888"/>
                  <a:ext cx="1713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27359B4-D852-1F78-1DF7-AA9986AC07AE}"/>
                    </a:ext>
                  </a:extLst>
                </p14:cNvPr>
                <p14:cNvContentPartPr/>
                <p14:nvPr/>
              </p14:nvContentPartPr>
              <p14:xfrm>
                <a:off x="2461500" y="457568"/>
                <a:ext cx="165240" cy="2494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27359B4-D852-1F78-1DF7-AA9986AC07A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452500" y="448928"/>
                  <a:ext cx="1828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36DD2C7-BECC-1C46-BBE7-5CEBE8491E60}"/>
                    </a:ext>
                  </a:extLst>
                </p14:cNvPr>
                <p14:cNvContentPartPr/>
                <p14:nvPr/>
              </p14:nvContentPartPr>
              <p14:xfrm>
                <a:off x="2691180" y="431648"/>
                <a:ext cx="88200" cy="2444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36DD2C7-BECC-1C46-BBE7-5CEBE8491E6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682180" y="422648"/>
                  <a:ext cx="1058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9B857CC-9F68-B4D4-1D39-8C782EB33573}"/>
                    </a:ext>
                  </a:extLst>
                </p14:cNvPr>
                <p14:cNvContentPartPr/>
                <p14:nvPr/>
              </p14:nvContentPartPr>
              <p14:xfrm>
                <a:off x="2830140" y="450008"/>
                <a:ext cx="101880" cy="219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9B857CC-9F68-B4D4-1D39-8C782EB3357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821140" y="441368"/>
                  <a:ext cx="1195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8DBB7CA-5409-AC93-A763-E869766F056E}"/>
                    </a:ext>
                  </a:extLst>
                </p14:cNvPr>
                <p14:cNvContentPartPr/>
                <p14:nvPr/>
              </p14:nvContentPartPr>
              <p14:xfrm>
                <a:off x="2789820" y="560528"/>
                <a:ext cx="129960" cy="7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8DBB7CA-5409-AC93-A763-E869766F056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781180" y="551888"/>
                  <a:ext cx="1476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37F666A-27F3-628C-4BDD-B4BC4BB0C1BD}"/>
                    </a:ext>
                  </a:extLst>
                </p14:cNvPr>
                <p14:cNvContentPartPr/>
                <p14:nvPr/>
              </p14:nvContentPartPr>
              <p14:xfrm>
                <a:off x="3102660" y="571328"/>
                <a:ext cx="61560" cy="3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37F666A-27F3-628C-4BDD-B4BC4BB0C1B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093660" y="562328"/>
                  <a:ext cx="792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5A72063-5450-DFB2-46A8-CC542B5D26BA}"/>
                    </a:ext>
                  </a:extLst>
                </p14:cNvPr>
                <p14:cNvContentPartPr/>
                <p14:nvPr/>
              </p14:nvContentPartPr>
              <p14:xfrm>
                <a:off x="3215700" y="539288"/>
                <a:ext cx="169560" cy="939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5A72063-5450-DFB2-46A8-CC542B5D26B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207060" y="530648"/>
                  <a:ext cx="1872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EB58682-B688-F01A-5CE7-2A47947ECB5D}"/>
                    </a:ext>
                  </a:extLst>
                </p14:cNvPr>
                <p14:cNvContentPartPr/>
                <p14:nvPr/>
              </p14:nvContentPartPr>
              <p14:xfrm>
                <a:off x="3501540" y="498608"/>
                <a:ext cx="30960" cy="134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EB58682-B688-F01A-5CE7-2A47947ECB5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492540" y="489608"/>
                  <a:ext cx="486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E30D512-B4E2-0EC2-3E02-C2C2BE384C84}"/>
                    </a:ext>
                  </a:extLst>
                </p14:cNvPr>
                <p14:cNvContentPartPr/>
                <p14:nvPr/>
              </p14:nvContentPartPr>
              <p14:xfrm>
                <a:off x="3359340" y="444968"/>
                <a:ext cx="234720" cy="17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E30D512-B4E2-0EC2-3E02-C2C2BE384C8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350700" y="436328"/>
                  <a:ext cx="2523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750ED48-3BC1-CB00-3C00-E43C2F0FEF74}"/>
                    </a:ext>
                  </a:extLst>
                </p14:cNvPr>
                <p14:cNvContentPartPr/>
                <p14:nvPr/>
              </p14:nvContentPartPr>
              <p14:xfrm>
                <a:off x="3605580" y="360368"/>
                <a:ext cx="189360" cy="3286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750ED48-3BC1-CB00-3C00-E43C2F0FEF7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596580" y="351728"/>
                  <a:ext cx="207000" cy="34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79C2814-C54A-EF3D-906B-47AD718C6706}"/>
              </a:ext>
            </a:extLst>
          </p:cNvPr>
          <p:cNvGrpSpPr/>
          <p:nvPr/>
        </p:nvGrpSpPr>
        <p:grpSpPr>
          <a:xfrm>
            <a:off x="10193940" y="1791368"/>
            <a:ext cx="203040" cy="608760"/>
            <a:chOff x="10193940" y="1791368"/>
            <a:chExt cx="203040" cy="60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306780D-E405-775E-32DF-B10404C8BEA7}"/>
                    </a:ext>
                  </a:extLst>
                </p14:cNvPr>
                <p14:cNvContentPartPr/>
                <p14:nvPr/>
              </p14:nvContentPartPr>
              <p14:xfrm>
                <a:off x="10302300" y="1871288"/>
                <a:ext cx="47880" cy="5288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306780D-E405-775E-32DF-B10404C8BEA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293660" y="1862648"/>
                  <a:ext cx="6552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C06725B-4810-19EC-F9D4-0C070D52D619}"/>
                    </a:ext>
                  </a:extLst>
                </p14:cNvPr>
                <p14:cNvContentPartPr/>
                <p14:nvPr/>
              </p14:nvContentPartPr>
              <p14:xfrm>
                <a:off x="10302300" y="1927448"/>
                <a:ext cx="94680" cy="4010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C06725B-4810-19EC-F9D4-0C070D52D61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293660" y="1918448"/>
                  <a:ext cx="11232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A43DC05-B147-B787-C148-B18A48F3E184}"/>
                    </a:ext>
                  </a:extLst>
                </p14:cNvPr>
                <p14:cNvContentPartPr/>
                <p14:nvPr/>
              </p14:nvContentPartPr>
              <p14:xfrm>
                <a:off x="10193940" y="1791368"/>
                <a:ext cx="186840" cy="245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A43DC05-B147-B787-C148-B18A48F3E18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184940" y="1782368"/>
                  <a:ext cx="204480" cy="26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3BBA054-518B-E589-DA54-CD1F17296D54}"/>
              </a:ext>
            </a:extLst>
          </p:cNvPr>
          <p:cNvGrpSpPr/>
          <p:nvPr/>
        </p:nvGrpSpPr>
        <p:grpSpPr>
          <a:xfrm>
            <a:off x="7461900" y="1762928"/>
            <a:ext cx="258480" cy="590040"/>
            <a:chOff x="7461900" y="1762928"/>
            <a:chExt cx="258480" cy="59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D539BB9-AFF3-9E3F-CDCE-FA0B9A830E68}"/>
                    </a:ext>
                  </a:extLst>
                </p14:cNvPr>
                <p14:cNvContentPartPr/>
                <p14:nvPr/>
              </p14:nvContentPartPr>
              <p14:xfrm>
                <a:off x="7564500" y="1846808"/>
                <a:ext cx="64080" cy="4834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D539BB9-AFF3-9E3F-CDCE-FA0B9A830E6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555500" y="1837808"/>
                  <a:ext cx="8172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045BE90-06F9-764F-A0D6-ED18D26BC8D7}"/>
                    </a:ext>
                  </a:extLst>
                </p14:cNvPr>
                <p14:cNvContentPartPr/>
                <p14:nvPr/>
              </p14:nvContentPartPr>
              <p14:xfrm>
                <a:off x="7637220" y="1958408"/>
                <a:ext cx="83160" cy="3945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045BE90-06F9-764F-A0D6-ED18D26BC8D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628220" y="1949768"/>
                  <a:ext cx="10080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3FE6F8C-99C7-98D3-9206-F59C381B757A}"/>
                    </a:ext>
                  </a:extLst>
                </p14:cNvPr>
                <p14:cNvContentPartPr/>
                <p14:nvPr/>
              </p14:nvContentPartPr>
              <p14:xfrm>
                <a:off x="7461900" y="1762928"/>
                <a:ext cx="237960" cy="190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3FE6F8C-99C7-98D3-9206-F59C381B757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452900" y="1753928"/>
                  <a:ext cx="255600" cy="20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C5385ABB-AC09-EE54-6F42-97FDA35C6A56}"/>
                  </a:ext>
                </a:extLst>
              </p14:cNvPr>
              <p14:cNvContentPartPr/>
              <p14:nvPr/>
            </p14:nvContentPartPr>
            <p14:xfrm>
              <a:off x="8476380" y="2643128"/>
              <a:ext cx="195840" cy="10980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C5385ABB-AC09-EE54-6F42-97FDA35C6A56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8467380" y="2634128"/>
                <a:ext cx="213480" cy="12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1B9C8F9-A86F-C3AE-CB6E-D701551E5179}"/>
              </a:ext>
            </a:extLst>
          </p:cNvPr>
          <p:cNvGrpSpPr/>
          <p:nvPr/>
        </p:nvGrpSpPr>
        <p:grpSpPr>
          <a:xfrm>
            <a:off x="9331020" y="2623688"/>
            <a:ext cx="1449720" cy="265680"/>
            <a:chOff x="9331020" y="2623688"/>
            <a:chExt cx="1449720" cy="26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8613C69-C68E-64B9-789E-64C2C42648B3}"/>
                    </a:ext>
                  </a:extLst>
                </p14:cNvPr>
                <p14:cNvContentPartPr/>
                <p14:nvPr/>
              </p14:nvContentPartPr>
              <p14:xfrm>
                <a:off x="9331020" y="2634848"/>
                <a:ext cx="329400" cy="1504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8613C69-C68E-64B9-789E-64C2C42648B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322020" y="2625848"/>
                  <a:ext cx="3470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1EB45B7-8167-CBCB-B3F8-A606000B7D45}"/>
                    </a:ext>
                  </a:extLst>
                </p14:cNvPr>
                <p14:cNvContentPartPr/>
                <p14:nvPr/>
              </p14:nvContentPartPr>
              <p14:xfrm>
                <a:off x="9716220" y="2768768"/>
                <a:ext cx="125640" cy="1108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1EB45B7-8167-CBCB-B3F8-A606000B7D4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707580" y="2759768"/>
                  <a:ext cx="1432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F19DF28-CF90-852C-5EB6-85DAAE9AC7A5}"/>
                    </a:ext>
                  </a:extLst>
                </p14:cNvPr>
                <p14:cNvContentPartPr/>
                <p14:nvPr/>
              </p14:nvContentPartPr>
              <p14:xfrm>
                <a:off x="10188180" y="2623688"/>
                <a:ext cx="188280" cy="181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F19DF28-CF90-852C-5EB6-85DAAE9AC7A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179180" y="2614688"/>
                  <a:ext cx="2059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4BF0ECC-2FCD-B2F9-114C-938E98D2884B}"/>
                    </a:ext>
                  </a:extLst>
                </p14:cNvPr>
                <p14:cNvContentPartPr/>
                <p14:nvPr/>
              </p14:nvContentPartPr>
              <p14:xfrm>
                <a:off x="10421820" y="2643488"/>
                <a:ext cx="257760" cy="1569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4BF0ECC-2FCD-B2F9-114C-938E98D2884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413180" y="2634488"/>
                  <a:ext cx="2754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4770D8B-6D8F-0124-0AE1-3F021190C576}"/>
                    </a:ext>
                  </a:extLst>
                </p14:cNvPr>
                <p14:cNvContentPartPr/>
                <p14:nvPr/>
              </p14:nvContentPartPr>
              <p14:xfrm>
                <a:off x="10720260" y="2773808"/>
                <a:ext cx="60480" cy="1155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4770D8B-6D8F-0124-0AE1-3F021190C57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711260" y="2764808"/>
                  <a:ext cx="78120" cy="13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DA42B1C7-09B8-0B2A-C9C9-A62F23929AF1}"/>
              </a:ext>
            </a:extLst>
          </p:cNvPr>
          <p:cNvGrpSpPr/>
          <p:nvPr/>
        </p:nvGrpSpPr>
        <p:grpSpPr>
          <a:xfrm>
            <a:off x="10723140" y="1126808"/>
            <a:ext cx="997920" cy="456480"/>
            <a:chOff x="10723140" y="1126808"/>
            <a:chExt cx="997920" cy="45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DADE04C-24ED-52B1-0FB5-952A4FDA598F}"/>
                    </a:ext>
                  </a:extLst>
                </p14:cNvPr>
                <p14:cNvContentPartPr/>
                <p14:nvPr/>
              </p14:nvContentPartPr>
              <p14:xfrm>
                <a:off x="10723140" y="1256048"/>
                <a:ext cx="213120" cy="1681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DADE04C-24ED-52B1-0FB5-952A4FDA598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714500" y="1247408"/>
                  <a:ext cx="2307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72351A0-6D71-F269-3847-BB950E1142D7}"/>
                    </a:ext>
                  </a:extLst>
                </p14:cNvPr>
                <p14:cNvContentPartPr/>
                <p14:nvPr/>
              </p14:nvContentPartPr>
              <p14:xfrm>
                <a:off x="11005020" y="1397528"/>
                <a:ext cx="97920" cy="950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72351A0-6D71-F269-3847-BB950E1142D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996380" y="1388888"/>
                  <a:ext cx="1155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BAD1206-7EA9-2EFD-5775-A0B04D55AFAB}"/>
                    </a:ext>
                  </a:extLst>
                </p14:cNvPr>
                <p14:cNvContentPartPr/>
                <p14:nvPr/>
              </p14:nvContentPartPr>
              <p14:xfrm>
                <a:off x="11180700" y="1369448"/>
                <a:ext cx="88560" cy="25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BAD1206-7EA9-2EFD-5775-A0B04D55AFA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171700" y="1360448"/>
                  <a:ext cx="1062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FBE9F5E-028D-720A-2B9F-AAFBA0AA3DC4}"/>
                    </a:ext>
                  </a:extLst>
                </p14:cNvPr>
                <p14:cNvContentPartPr/>
                <p14:nvPr/>
              </p14:nvContentPartPr>
              <p14:xfrm>
                <a:off x="11165220" y="1315088"/>
                <a:ext cx="104040" cy="97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FBE9F5E-028D-720A-2B9F-AAFBA0AA3DC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156220" y="1306448"/>
                  <a:ext cx="1216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D0E3E81-0D35-AC04-B5B4-27607EA6F91A}"/>
                    </a:ext>
                  </a:extLst>
                </p14:cNvPr>
                <p14:cNvContentPartPr/>
                <p14:nvPr/>
              </p14:nvContentPartPr>
              <p14:xfrm>
                <a:off x="11325780" y="1126808"/>
                <a:ext cx="145440" cy="950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D0E3E81-0D35-AC04-B5B4-27607EA6F91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317140" y="1118168"/>
                  <a:ext cx="1630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2B1D797-E6A1-5225-2DE1-3A7A909BB237}"/>
                    </a:ext>
                  </a:extLst>
                </p14:cNvPr>
                <p14:cNvContentPartPr/>
                <p14:nvPr/>
              </p14:nvContentPartPr>
              <p14:xfrm>
                <a:off x="11559780" y="1163528"/>
                <a:ext cx="35640" cy="594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2B1D797-E6A1-5225-2DE1-3A7A909BB23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550780" y="1154888"/>
                  <a:ext cx="532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B0FEF5A-2F76-D605-74D5-1CE1A7B89EE8}"/>
                    </a:ext>
                  </a:extLst>
                </p14:cNvPr>
                <p14:cNvContentPartPr/>
                <p14:nvPr/>
              </p14:nvContentPartPr>
              <p14:xfrm>
                <a:off x="11601180" y="1163528"/>
                <a:ext cx="51480" cy="759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B0FEF5A-2F76-D605-74D5-1CE1A7B89EE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592540" y="1154888"/>
                  <a:ext cx="691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888871D-EC2F-3333-8D83-A8F40ABBCA43}"/>
                    </a:ext>
                  </a:extLst>
                </p14:cNvPr>
                <p14:cNvContentPartPr/>
                <p14:nvPr/>
              </p14:nvContentPartPr>
              <p14:xfrm>
                <a:off x="11560140" y="1136168"/>
                <a:ext cx="98640" cy="11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888871D-EC2F-3333-8D83-A8F40ABBCA4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551500" y="1127528"/>
                  <a:ext cx="1162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7DF8C26-9AC2-760E-BC98-F352D71B1230}"/>
                    </a:ext>
                  </a:extLst>
                </p14:cNvPr>
                <p14:cNvContentPartPr/>
                <p14:nvPr/>
              </p14:nvContentPartPr>
              <p14:xfrm>
                <a:off x="11317500" y="1342088"/>
                <a:ext cx="403560" cy="187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7DF8C26-9AC2-760E-BC98-F352D71B123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308860" y="1333088"/>
                  <a:ext cx="421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F0EF93D-01C8-CC74-E864-CF3DCFBC2370}"/>
                    </a:ext>
                  </a:extLst>
                </p14:cNvPr>
                <p14:cNvContentPartPr/>
                <p14:nvPr/>
              </p14:nvContentPartPr>
              <p14:xfrm>
                <a:off x="11512980" y="1467008"/>
                <a:ext cx="37440" cy="1162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F0EF93D-01C8-CC74-E864-CF3DCFBC237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504340" y="1458368"/>
                  <a:ext cx="55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F72F5CC-8DAB-5DC3-3EF9-4C0F9374BFB4}"/>
                    </a:ext>
                  </a:extLst>
                </p14:cNvPr>
                <p14:cNvContentPartPr/>
                <p14:nvPr/>
              </p14:nvContentPartPr>
              <p14:xfrm>
                <a:off x="11409300" y="1449008"/>
                <a:ext cx="207720" cy="147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F72F5CC-8DAB-5DC3-3EF9-4C0F9374BFB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400660" y="1440368"/>
                  <a:ext cx="22536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DEC9A41E-D294-299A-6DBF-864A7600E728}"/>
              </a:ext>
            </a:extLst>
          </p:cNvPr>
          <p:cNvGrpSpPr/>
          <p:nvPr/>
        </p:nvGrpSpPr>
        <p:grpSpPr>
          <a:xfrm>
            <a:off x="7959420" y="1527488"/>
            <a:ext cx="1657440" cy="898560"/>
            <a:chOff x="7959420" y="1527488"/>
            <a:chExt cx="1657440" cy="89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7BC776C-800F-46CC-10DF-3BA5DCBBC287}"/>
                    </a:ext>
                  </a:extLst>
                </p14:cNvPr>
                <p14:cNvContentPartPr/>
                <p14:nvPr/>
              </p14:nvContentPartPr>
              <p14:xfrm>
                <a:off x="9481140" y="1865528"/>
                <a:ext cx="42480" cy="560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7BC776C-800F-46CC-10DF-3BA5DCBBC28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472500" y="1856888"/>
                  <a:ext cx="60120" cy="57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9855C73-C68D-70AB-CE4E-68DBB7E410DF}"/>
                    </a:ext>
                  </a:extLst>
                </p14:cNvPr>
                <p14:cNvContentPartPr/>
                <p14:nvPr/>
              </p14:nvContentPartPr>
              <p14:xfrm>
                <a:off x="9496980" y="1883888"/>
                <a:ext cx="119880" cy="462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9855C73-C68D-70AB-CE4E-68DBB7E410D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488340" y="1875248"/>
                  <a:ext cx="13752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E7A84B6-E4EE-068E-AFAC-39CFBD83D0B3}"/>
                    </a:ext>
                  </a:extLst>
                </p14:cNvPr>
                <p14:cNvContentPartPr/>
                <p14:nvPr/>
              </p14:nvContentPartPr>
              <p14:xfrm>
                <a:off x="9389700" y="1782368"/>
                <a:ext cx="164880" cy="1508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E7A84B6-E4EE-068E-AFAC-39CFBD83D0B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380700" y="1773368"/>
                  <a:ext cx="1825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8ECA7C9-DE69-EBF8-1E19-511CCD832FA5}"/>
                    </a:ext>
                  </a:extLst>
                </p14:cNvPr>
                <p14:cNvContentPartPr/>
                <p14:nvPr/>
              </p14:nvContentPartPr>
              <p14:xfrm>
                <a:off x="8083980" y="1547648"/>
                <a:ext cx="127800" cy="795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8ECA7C9-DE69-EBF8-1E19-511CCD832FA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074980" y="1539008"/>
                  <a:ext cx="1454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A9975A8-E377-1967-8499-FB7CF38BFD47}"/>
                    </a:ext>
                  </a:extLst>
                </p14:cNvPr>
                <p14:cNvContentPartPr/>
                <p14:nvPr/>
              </p14:nvContentPartPr>
              <p14:xfrm>
                <a:off x="8250660" y="1568888"/>
                <a:ext cx="19800" cy="601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A9975A8-E377-1967-8499-FB7CF38BFD4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242020" y="1559888"/>
                  <a:ext cx="374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4BC0794-E249-1048-B0CA-667E2F46CEA4}"/>
                    </a:ext>
                  </a:extLst>
                </p14:cNvPr>
                <p14:cNvContentPartPr/>
                <p14:nvPr/>
              </p14:nvContentPartPr>
              <p14:xfrm>
                <a:off x="8312580" y="1573928"/>
                <a:ext cx="11880" cy="56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4BC0794-E249-1048-B0CA-667E2F46CEA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303580" y="1565288"/>
                  <a:ext cx="295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FA59CD0-5CCF-C336-185F-54259B4425B3}"/>
                    </a:ext>
                  </a:extLst>
                </p14:cNvPr>
                <p14:cNvContentPartPr/>
                <p14:nvPr/>
              </p14:nvContentPartPr>
              <p14:xfrm>
                <a:off x="8209260" y="1527488"/>
                <a:ext cx="124560" cy="208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FA59CD0-5CCF-C336-185F-54259B4425B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200260" y="1518848"/>
                  <a:ext cx="1422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F7CCC2F-02A9-F675-849C-19E0506181C1}"/>
                    </a:ext>
                  </a:extLst>
                </p14:cNvPr>
                <p14:cNvContentPartPr/>
                <p14:nvPr/>
              </p14:nvContentPartPr>
              <p14:xfrm>
                <a:off x="8530740" y="1887488"/>
                <a:ext cx="93600" cy="432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F7CCC2F-02A9-F675-849C-19E0506181C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522100" y="1878488"/>
                  <a:ext cx="11124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0799500-7CB4-6FC7-C551-007C80D5B2F2}"/>
                    </a:ext>
                  </a:extLst>
                </p14:cNvPr>
                <p14:cNvContentPartPr/>
                <p14:nvPr/>
              </p14:nvContentPartPr>
              <p14:xfrm>
                <a:off x="8587620" y="1902968"/>
                <a:ext cx="53280" cy="477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0799500-7CB4-6FC7-C551-007C80D5B2F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578980" y="1893968"/>
                  <a:ext cx="7092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7170B1B-F4A6-AD14-2FD4-CFAF0BBFA422}"/>
                    </a:ext>
                  </a:extLst>
                </p14:cNvPr>
                <p14:cNvContentPartPr/>
                <p14:nvPr/>
              </p14:nvContentPartPr>
              <p14:xfrm>
                <a:off x="8449020" y="1783808"/>
                <a:ext cx="222480" cy="190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7170B1B-F4A6-AD14-2FD4-CFAF0BBFA42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440380" y="1774808"/>
                  <a:ext cx="2401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E6DC7B9-9117-78FC-3142-0ED9643B9516}"/>
                    </a:ext>
                  </a:extLst>
                </p14:cNvPr>
                <p14:cNvContentPartPr/>
                <p14:nvPr/>
              </p14:nvContentPartPr>
              <p14:xfrm>
                <a:off x="8078580" y="1755728"/>
                <a:ext cx="296640" cy="316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E6DC7B9-9117-78FC-3142-0ED9643B951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069580" y="1746728"/>
                  <a:ext cx="3142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7FA01B3-C1A9-3CBB-4A7D-8AEB36B7FB22}"/>
                    </a:ext>
                  </a:extLst>
                </p14:cNvPr>
                <p14:cNvContentPartPr/>
                <p14:nvPr/>
              </p14:nvContentPartPr>
              <p14:xfrm>
                <a:off x="8230140" y="1859768"/>
                <a:ext cx="19800" cy="910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7FA01B3-C1A9-3CBB-4A7D-8AEB36B7FB2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221140" y="1851128"/>
                  <a:ext cx="374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7BC59B1-B123-6D34-125F-71E573065B73}"/>
                    </a:ext>
                  </a:extLst>
                </p14:cNvPr>
                <p14:cNvContentPartPr/>
                <p14:nvPr/>
              </p14:nvContentPartPr>
              <p14:xfrm>
                <a:off x="8136900" y="1828808"/>
                <a:ext cx="155160" cy="262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7BC59B1-B123-6D34-125F-71E573065B7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128260" y="1819808"/>
                  <a:ext cx="1728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348C910-3BAB-1F84-1615-72FD50DA9FDF}"/>
                    </a:ext>
                  </a:extLst>
                </p14:cNvPr>
                <p14:cNvContentPartPr/>
                <p14:nvPr/>
              </p14:nvContentPartPr>
              <p14:xfrm>
                <a:off x="7959420" y="1617848"/>
                <a:ext cx="61200" cy="2224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348C910-3BAB-1F84-1615-72FD50DA9FD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950420" y="1608848"/>
                  <a:ext cx="788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B060554-D136-C993-45B6-A275A2AD406E}"/>
                    </a:ext>
                  </a:extLst>
                </p14:cNvPr>
                <p14:cNvContentPartPr/>
                <p14:nvPr/>
              </p14:nvContentPartPr>
              <p14:xfrm>
                <a:off x="8406180" y="1636568"/>
                <a:ext cx="43200" cy="2030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B060554-D136-C993-45B6-A275A2AD406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397180" y="1627568"/>
                  <a:ext cx="608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B25078B-60B5-5812-4C91-8730CBC4AC94}"/>
                    </a:ext>
                  </a:extLst>
                </p14:cNvPr>
                <p14:cNvContentPartPr/>
                <p14:nvPr/>
              </p14:nvContentPartPr>
              <p14:xfrm>
                <a:off x="9013860" y="1563848"/>
                <a:ext cx="103680" cy="1080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B25078B-60B5-5812-4C91-8730CBC4AC9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005220" y="1555208"/>
                  <a:ext cx="1213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1268EA8-5042-279E-8EDF-52B53F01DC42}"/>
                    </a:ext>
                  </a:extLst>
                </p14:cNvPr>
                <p14:cNvContentPartPr/>
                <p14:nvPr/>
              </p14:nvContentPartPr>
              <p14:xfrm>
                <a:off x="9185220" y="1605248"/>
                <a:ext cx="30240" cy="547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1268EA8-5042-279E-8EDF-52B53F01DC4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176580" y="1596248"/>
                  <a:ext cx="478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3107480-31C2-8881-A0B2-9D9640E11354}"/>
                    </a:ext>
                  </a:extLst>
                </p14:cNvPr>
                <p14:cNvContentPartPr/>
                <p14:nvPr/>
              </p14:nvContentPartPr>
              <p14:xfrm>
                <a:off x="9237420" y="1589768"/>
                <a:ext cx="35280" cy="738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3107480-31C2-8881-A0B2-9D9640E1135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228420" y="1580768"/>
                  <a:ext cx="529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41178F3-9F12-6BDD-0197-10061F36A9CC}"/>
                    </a:ext>
                  </a:extLst>
                </p14:cNvPr>
                <p14:cNvContentPartPr/>
                <p14:nvPr/>
              </p14:nvContentPartPr>
              <p14:xfrm>
                <a:off x="9216180" y="1558448"/>
                <a:ext cx="57600" cy="97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41178F3-9F12-6BDD-0197-10061F36A9C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207540" y="1549808"/>
                  <a:ext cx="752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DFCEEE8-B242-E5E7-DB1E-636624E8F5BC}"/>
                    </a:ext>
                  </a:extLst>
                </p14:cNvPr>
                <p14:cNvContentPartPr/>
                <p14:nvPr/>
              </p14:nvContentPartPr>
              <p14:xfrm>
                <a:off x="9058500" y="1776248"/>
                <a:ext cx="241560" cy="111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DFCEEE8-B242-E5E7-DB1E-636624E8F5B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049860" y="1767248"/>
                  <a:ext cx="2592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3E33488-7C51-C30D-A1F4-17C0FF0C1170}"/>
                    </a:ext>
                  </a:extLst>
                </p14:cNvPr>
                <p14:cNvContentPartPr/>
                <p14:nvPr/>
              </p14:nvContentPartPr>
              <p14:xfrm>
                <a:off x="9138780" y="1875248"/>
                <a:ext cx="32400" cy="1018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3E33488-7C51-C30D-A1F4-17C0FF0C117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129780" y="1866608"/>
                  <a:ext cx="500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0029F31-B0FC-56B1-F361-7E4E1BD63560}"/>
                    </a:ext>
                  </a:extLst>
                </p14:cNvPr>
                <p14:cNvContentPartPr/>
                <p14:nvPr/>
              </p14:nvContentPartPr>
              <p14:xfrm>
                <a:off x="9097020" y="1859768"/>
                <a:ext cx="119880" cy="43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0029F31-B0FC-56B1-F361-7E4E1BD6356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088020" y="1851128"/>
                  <a:ext cx="1375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BD07AFE-ECF6-3880-E0AB-1712F7FA9F61}"/>
                    </a:ext>
                  </a:extLst>
                </p14:cNvPr>
                <p14:cNvContentPartPr/>
                <p14:nvPr/>
              </p14:nvContentPartPr>
              <p14:xfrm>
                <a:off x="9124380" y="1548008"/>
                <a:ext cx="119520" cy="57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BD07AFE-ECF6-3880-E0AB-1712F7FA9F6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115740" y="1539368"/>
                  <a:ext cx="137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1B4B7EF-1AC3-7A28-D582-7ECA08975B6F}"/>
                    </a:ext>
                  </a:extLst>
                </p14:cNvPr>
                <p14:cNvContentPartPr/>
                <p14:nvPr/>
              </p14:nvContentPartPr>
              <p14:xfrm>
                <a:off x="8894700" y="1643408"/>
                <a:ext cx="70200" cy="1764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1B4B7EF-1AC3-7A28-D582-7ECA08975B6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886060" y="1634768"/>
                  <a:ext cx="878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0F6F94F-E882-E69F-A5A3-E22071F51B61}"/>
                    </a:ext>
                  </a:extLst>
                </p14:cNvPr>
                <p14:cNvContentPartPr/>
                <p14:nvPr/>
              </p14:nvContentPartPr>
              <p14:xfrm>
                <a:off x="9387900" y="1631168"/>
                <a:ext cx="43200" cy="2066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0F6F94F-E882-E69F-A5A3-E22071F51B6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379260" y="1622528"/>
                  <a:ext cx="60840" cy="22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236C1C3C-B561-B752-81FE-4EBB6150F7A7}"/>
              </a:ext>
            </a:extLst>
          </p:cNvPr>
          <p:cNvGrpSpPr/>
          <p:nvPr/>
        </p:nvGrpSpPr>
        <p:grpSpPr>
          <a:xfrm>
            <a:off x="6493860" y="360728"/>
            <a:ext cx="2586600" cy="594360"/>
            <a:chOff x="6493860" y="360728"/>
            <a:chExt cx="2586600" cy="59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0EE6C02-8BEB-7C88-8697-D34A3E7EE8AB}"/>
                    </a:ext>
                  </a:extLst>
                </p14:cNvPr>
                <p14:cNvContentPartPr/>
                <p14:nvPr/>
              </p14:nvContentPartPr>
              <p14:xfrm>
                <a:off x="6493860" y="446048"/>
                <a:ext cx="194760" cy="2919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0EE6C02-8BEB-7C88-8697-D34A3E7EE8A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485220" y="437408"/>
                  <a:ext cx="21240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FDDB845-B2C2-4321-2A36-77C87FA53B31}"/>
                    </a:ext>
                  </a:extLst>
                </p14:cNvPr>
                <p14:cNvContentPartPr/>
                <p14:nvPr/>
              </p14:nvContentPartPr>
              <p14:xfrm>
                <a:off x="6795180" y="388448"/>
                <a:ext cx="114840" cy="3762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FDDB845-B2C2-4321-2A36-77C87FA53B3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786180" y="379448"/>
                  <a:ext cx="13248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79E2B44-9890-1964-994B-9CCB990EF169}"/>
                    </a:ext>
                  </a:extLst>
                </p14:cNvPr>
                <p14:cNvContentPartPr/>
                <p14:nvPr/>
              </p14:nvContentPartPr>
              <p14:xfrm>
                <a:off x="6945300" y="623168"/>
                <a:ext cx="105840" cy="2336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79E2B44-9890-1964-994B-9CCB990EF16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936300" y="614528"/>
                  <a:ext cx="1234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1F98AED-0C0C-06ED-267A-45CA2ECFADF7}"/>
                    </a:ext>
                  </a:extLst>
                </p14:cNvPr>
                <p14:cNvContentPartPr/>
                <p14:nvPr/>
              </p14:nvContentPartPr>
              <p14:xfrm>
                <a:off x="6951420" y="488168"/>
                <a:ext cx="360" cy="144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1F98AED-0C0C-06ED-267A-45CA2ECFADF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942420" y="479528"/>
                  <a:ext cx="180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E360320-522D-05B5-A010-9E0F3D69C95A}"/>
                    </a:ext>
                  </a:extLst>
                </p14:cNvPr>
                <p14:cNvContentPartPr/>
                <p14:nvPr/>
              </p14:nvContentPartPr>
              <p14:xfrm>
                <a:off x="7117380" y="471248"/>
                <a:ext cx="221760" cy="1994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E360320-522D-05B5-A010-9E0F3D69C95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108380" y="462248"/>
                  <a:ext cx="2394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08497C5-FB47-51B6-842C-ECA907C75A91}"/>
                    </a:ext>
                  </a:extLst>
                </p14:cNvPr>
                <p14:cNvContentPartPr/>
                <p14:nvPr/>
              </p14:nvContentPartPr>
              <p14:xfrm>
                <a:off x="7315020" y="425888"/>
                <a:ext cx="151560" cy="3265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08497C5-FB47-51B6-842C-ECA907C75A9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306020" y="416888"/>
                  <a:ext cx="16920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6895386-B8E5-877A-5178-247463150D70}"/>
                    </a:ext>
                  </a:extLst>
                </p14:cNvPr>
                <p14:cNvContentPartPr/>
                <p14:nvPr/>
              </p14:nvContentPartPr>
              <p14:xfrm>
                <a:off x="7684380" y="642608"/>
                <a:ext cx="98640" cy="75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6895386-B8E5-877A-5178-247463150D7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675380" y="633608"/>
                  <a:ext cx="1162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80A3A0F-0E88-B342-55EE-95ECE903935F}"/>
                    </a:ext>
                  </a:extLst>
                </p14:cNvPr>
                <p14:cNvContentPartPr/>
                <p14:nvPr/>
              </p14:nvContentPartPr>
              <p14:xfrm>
                <a:off x="7669620" y="562328"/>
                <a:ext cx="128880" cy="25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80A3A0F-0E88-B342-55EE-95ECE903935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660980" y="553328"/>
                  <a:ext cx="1465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01C5CFF-5AC9-9D08-75D1-A30A2C4B948B}"/>
                    </a:ext>
                  </a:extLst>
                </p14:cNvPr>
                <p14:cNvContentPartPr/>
                <p14:nvPr/>
              </p14:nvContentPartPr>
              <p14:xfrm>
                <a:off x="7959420" y="367568"/>
                <a:ext cx="161280" cy="1166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01C5CFF-5AC9-9D08-75D1-A30A2C4B948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950420" y="358928"/>
                  <a:ext cx="1789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6496555-0F8E-3BEE-89A3-CD115776A219}"/>
                    </a:ext>
                  </a:extLst>
                </p14:cNvPr>
                <p14:cNvContentPartPr/>
                <p14:nvPr/>
              </p14:nvContentPartPr>
              <p14:xfrm>
                <a:off x="8177580" y="410408"/>
                <a:ext cx="61920" cy="705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6496555-0F8E-3BEE-89A3-CD115776A21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168580" y="401408"/>
                  <a:ext cx="795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82A2EAB-507A-C8FF-6010-6BC909B30D10}"/>
                    </a:ext>
                  </a:extLst>
                </p14:cNvPr>
                <p14:cNvContentPartPr/>
                <p14:nvPr/>
              </p14:nvContentPartPr>
              <p14:xfrm>
                <a:off x="8244900" y="410408"/>
                <a:ext cx="45000" cy="572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82A2EAB-507A-C8FF-6010-6BC909B30D1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236260" y="401408"/>
                  <a:ext cx="626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19AC6A5-CA64-EF59-9716-AB6A7938960A}"/>
                    </a:ext>
                  </a:extLst>
                </p14:cNvPr>
                <p14:cNvContentPartPr/>
                <p14:nvPr/>
              </p14:nvContentPartPr>
              <p14:xfrm>
                <a:off x="8146980" y="360728"/>
                <a:ext cx="155520" cy="237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19AC6A5-CA64-EF59-9716-AB6A7938960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137980" y="351728"/>
                  <a:ext cx="1731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E358EBD-9312-ECBF-F060-34A3C9099E27}"/>
                    </a:ext>
                  </a:extLst>
                </p14:cNvPr>
                <p14:cNvContentPartPr/>
                <p14:nvPr/>
              </p14:nvContentPartPr>
              <p14:xfrm>
                <a:off x="7981380" y="560888"/>
                <a:ext cx="372960" cy="201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E358EBD-9312-ECBF-F060-34A3C9099E2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972740" y="552248"/>
                  <a:ext cx="3906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87A9CF2-406C-49AF-5E39-6A162364B365}"/>
                    </a:ext>
                  </a:extLst>
                </p14:cNvPr>
                <p14:cNvContentPartPr/>
                <p14:nvPr/>
              </p14:nvContentPartPr>
              <p14:xfrm>
                <a:off x="8151300" y="680408"/>
                <a:ext cx="47880" cy="1378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87A9CF2-406C-49AF-5E39-6A162364B36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142660" y="671768"/>
                  <a:ext cx="655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B55278A-6671-42F4-AE9F-8FCAEDD31DD4}"/>
                    </a:ext>
                  </a:extLst>
                </p14:cNvPr>
                <p14:cNvContentPartPr/>
                <p14:nvPr/>
              </p14:nvContentPartPr>
              <p14:xfrm>
                <a:off x="8020980" y="671768"/>
                <a:ext cx="194400" cy="46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B55278A-6671-42F4-AE9F-8FCAEDD31DD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012340" y="662768"/>
                  <a:ext cx="2120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3F8A311-1429-D5D2-87D9-263D4F925AAD}"/>
                    </a:ext>
                  </a:extLst>
                </p14:cNvPr>
                <p14:cNvContentPartPr/>
                <p14:nvPr/>
              </p14:nvContentPartPr>
              <p14:xfrm>
                <a:off x="8591220" y="417248"/>
                <a:ext cx="489240" cy="2743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3F8A311-1429-D5D2-87D9-263D4F925AA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582220" y="408608"/>
                  <a:ext cx="5068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5CF0806-D56F-3DA3-4133-32E331EF42E2}"/>
                    </a:ext>
                  </a:extLst>
                </p14:cNvPr>
                <p14:cNvContentPartPr/>
                <p14:nvPr/>
              </p14:nvContentPartPr>
              <p14:xfrm>
                <a:off x="8798940" y="786248"/>
                <a:ext cx="37440" cy="1688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5CF0806-D56F-3DA3-4133-32E331EF42E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790300" y="777608"/>
                  <a:ext cx="550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45E3A04-A4B2-0B18-61E1-4769E83BEA9D}"/>
                    </a:ext>
                  </a:extLst>
                </p14:cNvPr>
                <p14:cNvContentPartPr/>
                <p14:nvPr/>
              </p14:nvContentPartPr>
              <p14:xfrm>
                <a:off x="8835300" y="872288"/>
                <a:ext cx="132840" cy="741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45E3A04-A4B2-0B18-61E1-4769E83BEA9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826300" y="863288"/>
                  <a:ext cx="15048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CB0A0DFA-6C4D-BC7B-3121-B6E447F492B9}"/>
              </a:ext>
            </a:extLst>
          </p:cNvPr>
          <p:cNvGrpSpPr/>
          <p:nvPr/>
        </p:nvGrpSpPr>
        <p:grpSpPr>
          <a:xfrm>
            <a:off x="9279900" y="396368"/>
            <a:ext cx="700920" cy="336240"/>
            <a:chOff x="9279900" y="396368"/>
            <a:chExt cx="700920" cy="33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3634948-ADC9-FB67-A475-99B15F0C11AB}"/>
                    </a:ext>
                  </a:extLst>
                </p14:cNvPr>
                <p14:cNvContentPartPr/>
                <p14:nvPr/>
              </p14:nvContentPartPr>
              <p14:xfrm>
                <a:off x="9279900" y="445328"/>
                <a:ext cx="166320" cy="2570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3634948-ADC9-FB67-A475-99B15F0C11A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270900" y="436688"/>
                  <a:ext cx="18396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3D884C0-1928-521A-DBEE-BB22385D7D6B}"/>
                    </a:ext>
                  </a:extLst>
                </p14:cNvPr>
                <p14:cNvContentPartPr/>
                <p14:nvPr/>
              </p14:nvContentPartPr>
              <p14:xfrm>
                <a:off x="9543420" y="396368"/>
                <a:ext cx="93960" cy="3362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3D884C0-1928-521A-DBEE-BB22385D7D6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534420" y="387368"/>
                  <a:ext cx="11160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B00E706-69DC-686C-4EFC-A70783C58C5A}"/>
                    </a:ext>
                  </a:extLst>
                </p14:cNvPr>
                <p14:cNvContentPartPr/>
                <p14:nvPr/>
              </p14:nvContentPartPr>
              <p14:xfrm>
                <a:off x="9684180" y="477368"/>
                <a:ext cx="296640" cy="2041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B00E706-69DC-686C-4EFC-A70783C58C5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675180" y="468728"/>
                  <a:ext cx="314280" cy="22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2591689F-EABE-83DD-F3B8-2A84AA1F0AF0}"/>
              </a:ext>
            </a:extLst>
          </p:cNvPr>
          <p:cNvGrpSpPr/>
          <p:nvPr/>
        </p:nvGrpSpPr>
        <p:grpSpPr>
          <a:xfrm>
            <a:off x="10087020" y="374768"/>
            <a:ext cx="1078560" cy="375120"/>
            <a:chOff x="10087020" y="374768"/>
            <a:chExt cx="1078560" cy="37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C540D65-8051-1172-23FA-5956A0DD0609}"/>
                    </a:ext>
                  </a:extLst>
                </p14:cNvPr>
                <p14:cNvContentPartPr/>
                <p14:nvPr/>
              </p14:nvContentPartPr>
              <p14:xfrm>
                <a:off x="10087020" y="581048"/>
                <a:ext cx="127440" cy="165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C540D65-8051-1172-23FA-5956A0DD060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078020" y="572048"/>
                  <a:ext cx="145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6EE578B-70FC-B2DE-3287-02EC40D581EC}"/>
                    </a:ext>
                  </a:extLst>
                </p14:cNvPr>
                <p14:cNvContentPartPr/>
                <p14:nvPr/>
              </p14:nvContentPartPr>
              <p14:xfrm>
                <a:off x="10297260" y="446768"/>
                <a:ext cx="98640" cy="2642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6EE578B-70FC-B2DE-3287-02EC40D581E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288260" y="437768"/>
                  <a:ext cx="1162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BC46528-BFA4-2E89-0188-BBED73E396C3}"/>
                    </a:ext>
                  </a:extLst>
                </p14:cNvPr>
                <p14:cNvContentPartPr/>
                <p14:nvPr/>
              </p14:nvContentPartPr>
              <p14:xfrm>
                <a:off x="10391580" y="597248"/>
                <a:ext cx="127440" cy="687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BC46528-BFA4-2E89-0188-BBED73E396C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382940" y="588608"/>
                  <a:ext cx="1450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6048430-7482-C06F-3E40-DEFC6F8B255E}"/>
                    </a:ext>
                  </a:extLst>
                </p14:cNvPr>
                <p14:cNvContentPartPr/>
                <p14:nvPr/>
              </p14:nvContentPartPr>
              <p14:xfrm>
                <a:off x="10593180" y="462608"/>
                <a:ext cx="259920" cy="2023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6048430-7482-C06F-3E40-DEFC6F8B255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584180" y="453968"/>
                  <a:ext cx="2775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410BF1F-C577-CD24-1455-5BC21C036E51}"/>
                    </a:ext>
                  </a:extLst>
                </p14:cNvPr>
                <p14:cNvContentPartPr/>
                <p14:nvPr/>
              </p14:nvContentPartPr>
              <p14:xfrm>
                <a:off x="10890540" y="599048"/>
                <a:ext cx="110160" cy="1080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410BF1F-C577-CD24-1455-5BC21C036E5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881900" y="590048"/>
                  <a:ext cx="1278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458EBBF-8109-6B40-DF5F-92D13760AE74}"/>
                    </a:ext>
                  </a:extLst>
                </p14:cNvPr>
                <p14:cNvContentPartPr/>
                <p14:nvPr/>
              </p14:nvContentPartPr>
              <p14:xfrm>
                <a:off x="11003940" y="374768"/>
                <a:ext cx="161640" cy="3751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458EBBF-8109-6B40-DF5F-92D13760AE7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994940" y="365768"/>
                  <a:ext cx="179280" cy="39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FC5A8D95-0E20-C32A-CDDE-01B5436F7C7E}"/>
              </a:ext>
            </a:extLst>
          </p:cNvPr>
          <p:cNvGrpSpPr/>
          <p:nvPr/>
        </p:nvGrpSpPr>
        <p:grpSpPr>
          <a:xfrm>
            <a:off x="5047380" y="1189448"/>
            <a:ext cx="835560" cy="272160"/>
            <a:chOff x="5047380" y="1189448"/>
            <a:chExt cx="835560" cy="27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984C87D-D27A-4ACE-2800-ADF5F99F315A}"/>
                    </a:ext>
                  </a:extLst>
                </p14:cNvPr>
                <p14:cNvContentPartPr/>
                <p14:nvPr/>
              </p14:nvContentPartPr>
              <p14:xfrm>
                <a:off x="5320620" y="1364408"/>
                <a:ext cx="299160" cy="126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984C87D-D27A-4ACE-2800-ADF5F99F315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311980" y="1355408"/>
                  <a:ext cx="3168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9073138-39F5-4A2B-8C16-FEBD8483E7FC}"/>
                    </a:ext>
                  </a:extLst>
                </p14:cNvPr>
                <p14:cNvContentPartPr/>
                <p14:nvPr/>
              </p14:nvContentPartPr>
              <p14:xfrm>
                <a:off x="5335380" y="1278008"/>
                <a:ext cx="286200" cy="57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9073138-39F5-4A2B-8C16-FEBD8483E7F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326740" y="1269008"/>
                  <a:ext cx="303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59B16085-BF7C-BFEB-4CD0-740B1BAEB26D}"/>
                    </a:ext>
                  </a:extLst>
                </p14:cNvPr>
                <p14:cNvContentPartPr/>
                <p14:nvPr/>
              </p14:nvContentPartPr>
              <p14:xfrm>
                <a:off x="5553900" y="1189448"/>
                <a:ext cx="329040" cy="2156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59B16085-BF7C-BFEB-4CD0-740B1BAEB26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544900" y="1180808"/>
                  <a:ext cx="3466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EC0A818-D06D-1A4A-C4A5-C4970CB5E8D7}"/>
                    </a:ext>
                  </a:extLst>
                </p14:cNvPr>
                <p14:cNvContentPartPr/>
                <p14:nvPr/>
              </p14:nvContentPartPr>
              <p14:xfrm>
                <a:off x="5047380" y="1190888"/>
                <a:ext cx="303120" cy="2707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EC0A818-D06D-1A4A-C4A5-C4970CB5E8D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038380" y="1181888"/>
                  <a:ext cx="320760" cy="28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8C6CFED0-8E67-53E8-E6B8-6066C2C80DC1}"/>
              </a:ext>
            </a:extLst>
          </p:cNvPr>
          <p:cNvGrpSpPr/>
          <p:nvPr/>
        </p:nvGrpSpPr>
        <p:grpSpPr>
          <a:xfrm>
            <a:off x="773820" y="3008168"/>
            <a:ext cx="2380320" cy="374760"/>
            <a:chOff x="773820" y="3008168"/>
            <a:chExt cx="2380320" cy="37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0F7C72E-567A-D765-5D37-9A790591F43C}"/>
                    </a:ext>
                  </a:extLst>
                </p14:cNvPr>
                <p14:cNvContentPartPr/>
                <p14:nvPr/>
              </p14:nvContentPartPr>
              <p14:xfrm>
                <a:off x="773820" y="3169448"/>
                <a:ext cx="146160" cy="1296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0F7C72E-567A-D765-5D37-9A790591F43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65180" y="3160808"/>
                  <a:ext cx="1638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41355D2-2A97-F801-AEDB-9945F7E25BAF}"/>
                    </a:ext>
                  </a:extLst>
                </p14:cNvPr>
                <p14:cNvContentPartPr/>
                <p14:nvPr/>
              </p14:nvContentPartPr>
              <p14:xfrm>
                <a:off x="805860" y="3207248"/>
                <a:ext cx="87840" cy="1011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41355D2-2A97-F801-AEDB-9945F7E25BA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97220" y="3198608"/>
                  <a:ext cx="1054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1EACD0F2-7C39-8792-93A6-E9F5E742F3FF}"/>
                    </a:ext>
                  </a:extLst>
                </p14:cNvPr>
                <p14:cNvContentPartPr/>
                <p14:nvPr/>
              </p14:nvContentPartPr>
              <p14:xfrm>
                <a:off x="930060" y="3270248"/>
                <a:ext cx="121680" cy="1126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EACD0F2-7C39-8792-93A6-E9F5E742F3F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21060" y="3261248"/>
                  <a:ext cx="1393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457EA46-F04C-AD32-BCF6-47EF06160BF0}"/>
                    </a:ext>
                  </a:extLst>
                </p14:cNvPr>
                <p14:cNvContentPartPr/>
                <p14:nvPr/>
              </p14:nvContentPartPr>
              <p14:xfrm>
                <a:off x="1106460" y="3074768"/>
                <a:ext cx="77760" cy="2192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457EA46-F04C-AD32-BCF6-47EF06160BF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97820" y="3065768"/>
                  <a:ext cx="954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1D994F0-BF02-BA28-B10B-14BBF4D05C22}"/>
                    </a:ext>
                  </a:extLst>
                </p14:cNvPr>
                <p14:cNvContentPartPr/>
                <p14:nvPr/>
              </p14:nvContentPartPr>
              <p14:xfrm>
                <a:off x="1200060" y="3089168"/>
                <a:ext cx="106920" cy="1951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1D994F0-BF02-BA28-B10B-14BBF4D05C2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91060" y="3080528"/>
                  <a:ext cx="1245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05DBE2D-3B03-D049-D6B9-5BBE144B7636}"/>
                    </a:ext>
                  </a:extLst>
                </p14:cNvPr>
                <p14:cNvContentPartPr/>
                <p14:nvPr/>
              </p14:nvContentPartPr>
              <p14:xfrm>
                <a:off x="1189620" y="3200048"/>
                <a:ext cx="114480" cy="104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05DBE2D-3B03-D049-D6B9-5BBE144B763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80620" y="3191408"/>
                  <a:ext cx="1321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27DFF71-E135-AC5C-AEFE-662864237B9B}"/>
                    </a:ext>
                  </a:extLst>
                </p14:cNvPr>
                <p14:cNvContentPartPr/>
                <p14:nvPr/>
              </p14:nvContentPartPr>
              <p14:xfrm>
                <a:off x="1309140" y="3080888"/>
                <a:ext cx="89640" cy="2599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27DFF71-E135-AC5C-AEFE-662864237B9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300140" y="3071888"/>
                  <a:ext cx="1072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803F48E-268D-68EB-8821-823CFD94A8CF}"/>
                    </a:ext>
                  </a:extLst>
                </p14:cNvPr>
                <p14:cNvContentPartPr/>
                <p14:nvPr/>
              </p14:nvContentPartPr>
              <p14:xfrm>
                <a:off x="1564020" y="3223808"/>
                <a:ext cx="119520" cy="72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803F48E-268D-68EB-8821-823CFD94A8C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555020" y="3215168"/>
                  <a:ext cx="1371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43A536B-4EC9-4E0C-CE8C-887DBD9B19EB}"/>
                    </a:ext>
                  </a:extLst>
                </p14:cNvPr>
                <p14:cNvContentPartPr/>
                <p14:nvPr/>
              </p14:nvContentPartPr>
              <p14:xfrm>
                <a:off x="1553580" y="3152888"/>
                <a:ext cx="103680" cy="115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43A536B-4EC9-4E0C-CE8C-887DBD9B19E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544940" y="3143888"/>
                  <a:ext cx="121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71E1991-5EEB-1EB7-3122-DEEDB12418D0}"/>
                    </a:ext>
                  </a:extLst>
                </p14:cNvPr>
                <p14:cNvContentPartPr/>
                <p14:nvPr/>
              </p14:nvContentPartPr>
              <p14:xfrm>
                <a:off x="1794420" y="3110768"/>
                <a:ext cx="156600" cy="1285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71E1991-5EEB-1EB7-3122-DEEDB12418D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785420" y="3101768"/>
                  <a:ext cx="1742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A7D428E-00E2-DDC8-CEB6-9843204F0629}"/>
                    </a:ext>
                  </a:extLst>
                </p14:cNvPr>
                <p14:cNvContentPartPr/>
                <p14:nvPr/>
              </p14:nvContentPartPr>
              <p14:xfrm>
                <a:off x="1876500" y="3165488"/>
                <a:ext cx="56160" cy="604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A7D428E-00E2-DDC8-CEB6-9843204F062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867860" y="3156848"/>
                  <a:ext cx="738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A8491F1-A43F-1736-BCED-0AD855BD7B8D}"/>
                    </a:ext>
                  </a:extLst>
                </p14:cNvPr>
                <p14:cNvContentPartPr/>
                <p14:nvPr/>
              </p14:nvContentPartPr>
              <p14:xfrm>
                <a:off x="2028420" y="3220568"/>
                <a:ext cx="117360" cy="691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A8491F1-A43F-1736-BCED-0AD855BD7B8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019780" y="3211928"/>
                  <a:ext cx="1350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DEA3ACD-26B4-80C1-FFB0-1B14C133913B}"/>
                    </a:ext>
                  </a:extLst>
                </p14:cNvPr>
                <p14:cNvContentPartPr/>
                <p14:nvPr/>
              </p14:nvContentPartPr>
              <p14:xfrm>
                <a:off x="2177100" y="3050288"/>
                <a:ext cx="62640" cy="1706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DEA3ACD-26B4-80C1-FFB0-1B14C133913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168460" y="3041648"/>
                  <a:ext cx="802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2ED48B0-37D8-9B8E-554B-0BCBC08F1BB6}"/>
                    </a:ext>
                  </a:extLst>
                </p14:cNvPr>
                <p14:cNvContentPartPr/>
                <p14:nvPr/>
              </p14:nvContentPartPr>
              <p14:xfrm>
                <a:off x="2290860" y="3053168"/>
                <a:ext cx="114120" cy="1792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2ED48B0-37D8-9B8E-554B-0BCBC08F1BB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282220" y="3044168"/>
                  <a:ext cx="1317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34182A5-221A-E2E5-DB73-7540029FF99C}"/>
                    </a:ext>
                  </a:extLst>
                </p14:cNvPr>
                <p14:cNvContentPartPr/>
                <p14:nvPr/>
              </p14:nvContentPartPr>
              <p14:xfrm>
                <a:off x="2277900" y="3153248"/>
                <a:ext cx="143280" cy="57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34182A5-221A-E2E5-DB73-7540029FF99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268900" y="3144248"/>
                  <a:ext cx="160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B1A4E7B-2D42-C7E1-BE3F-8BED6AAD0893}"/>
                    </a:ext>
                  </a:extLst>
                </p14:cNvPr>
                <p14:cNvContentPartPr/>
                <p14:nvPr/>
              </p14:nvContentPartPr>
              <p14:xfrm>
                <a:off x="2363580" y="3008168"/>
                <a:ext cx="155160" cy="2775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B1A4E7B-2D42-C7E1-BE3F-8BED6AAD089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354940" y="2999168"/>
                  <a:ext cx="1728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36284960-F6FD-A766-4319-D4BC95F5E46C}"/>
                    </a:ext>
                  </a:extLst>
                </p14:cNvPr>
                <p14:cNvContentPartPr/>
                <p14:nvPr/>
              </p14:nvContentPartPr>
              <p14:xfrm>
                <a:off x="2626380" y="3156488"/>
                <a:ext cx="12960" cy="79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36284960-F6FD-A766-4319-D4BC95F5E46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617740" y="3147488"/>
                  <a:ext cx="306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8E4B727-B9BD-52AB-2677-79C9288D09AF}"/>
                    </a:ext>
                  </a:extLst>
                </p14:cNvPr>
                <p14:cNvContentPartPr/>
                <p14:nvPr/>
              </p14:nvContentPartPr>
              <p14:xfrm>
                <a:off x="2720700" y="3014288"/>
                <a:ext cx="433440" cy="2340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8E4B727-B9BD-52AB-2677-79C9288D09A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712060" y="3005648"/>
                  <a:ext cx="451080" cy="25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E4214EBA-DB57-CC8A-95CF-0DC2E9BA26CF}"/>
                  </a:ext>
                </a:extLst>
              </p14:cNvPr>
              <p14:cNvContentPartPr/>
              <p14:nvPr/>
            </p14:nvContentPartPr>
            <p14:xfrm>
              <a:off x="2832660" y="3330728"/>
              <a:ext cx="173520" cy="8964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E4214EBA-DB57-CC8A-95CF-0DC2E9BA26CF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2823660" y="3321728"/>
                <a:ext cx="191160" cy="10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Group 203">
            <a:extLst>
              <a:ext uri="{FF2B5EF4-FFF2-40B4-BE49-F238E27FC236}">
                <a16:creationId xmlns:a16="http://schemas.microsoft.com/office/drawing/2014/main" id="{85490E2B-FA0E-1F44-334F-E8C70388607E}"/>
              </a:ext>
            </a:extLst>
          </p:cNvPr>
          <p:cNvGrpSpPr/>
          <p:nvPr/>
        </p:nvGrpSpPr>
        <p:grpSpPr>
          <a:xfrm>
            <a:off x="3335220" y="2930048"/>
            <a:ext cx="1334520" cy="323640"/>
            <a:chOff x="3335220" y="2930048"/>
            <a:chExt cx="1334520" cy="32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B8BE5E4-61B9-D030-B086-CE024A611D18}"/>
                    </a:ext>
                  </a:extLst>
                </p14:cNvPr>
                <p14:cNvContentPartPr/>
                <p14:nvPr/>
              </p14:nvContentPartPr>
              <p14:xfrm>
                <a:off x="3335220" y="3030128"/>
                <a:ext cx="137160" cy="2235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B8BE5E4-61B9-D030-B086-CE024A611D1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326220" y="3021488"/>
                  <a:ext cx="1548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07646D4-4901-94BB-3E40-1278D1F53A29}"/>
                    </a:ext>
                  </a:extLst>
                </p14:cNvPr>
                <p14:cNvContentPartPr/>
                <p14:nvPr/>
              </p14:nvContentPartPr>
              <p14:xfrm>
                <a:off x="3588660" y="2973248"/>
                <a:ext cx="96480" cy="2311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07646D4-4901-94BB-3E40-1278D1F53A2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579660" y="2964608"/>
                  <a:ext cx="1141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5147397-2D10-1751-DB43-0E09DA2A56F1}"/>
                    </a:ext>
                  </a:extLst>
                </p14:cNvPr>
                <p14:cNvContentPartPr/>
                <p14:nvPr/>
              </p14:nvContentPartPr>
              <p14:xfrm>
                <a:off x="3729420" y="2975768"/>
                <a:ext cx="99360" cy="2095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5147397-2D10-1751-DB43-0E09DA2A56F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720420" y="2966768"/>
                  <a:ext cx="1170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F9BAC88-0258-6189-4832-6921838B3DF3}"/>
                    </a:ext>
                  </a:extLst>
                </p14:cNvPr>
                <p14:cNvContentPartPr/>
                <p14:nvPr/>
              </p14:nvContentPartPr>
              <p14:xfrm>
                <a:off x="3739140" y="3090968"/>
                <a:ext cx="90360" cy="187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F9BAC88-0258-6189-4832-6921838B3DF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730140" y="3082328"/>
                  <a:ext cx="1080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A977A48-E369-4A16-1BAC-E36D5EF58D3D}"/>
                    </a:ext>
                  </a:extLst>
                </p14:cNvPr>
                <p14:cNvContentPartPr/>
                <p14:nvPr/>
              </p14:nvContentPartPr>
              <p14:xfrm>
                <a:off x="3938220" y="3116528"/>
                <a:ext cx="114480" cy="111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A977A48-E369-4A16-1BAC-E36D5EF58D3D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929580" y="3107888"/>
                  <a:ext cx="132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7D45F9EF-55FB-6015-17DD-EF62594FFF08}"/>
                    </a:ext>
                  </a:extLst>
                </p14:cNvPr>
                <p14:cNvContentPartPr/>
                <p14:nvPr/>
              </p14:nvContentPartPr>
              <p14:xfrm>
                <a:off x="4125060" y="3085928"/>
                <a:ext cx="135720" cy="820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7D45F9EF-55FB-6015-17DD-EF62594FFF0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116060" y="3076928"/>
                  <a:ext cx="1533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65F565C-4599-6F72-017B-D19C1754FAD8}"/>
                    </a:ext>
                  </a:extLst>
                </p14:cNvPr>
                <p14:cNvContentPartPr/>
                <p14:nvPr/>
              </p14:nvContentPartPr>
              <p14:xfrm>
                <a:off x="4353660" y="3028688"/>
                <a:ext cx="47520" cy="1094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65F565C-4599-6F72-017B-D19C1754FAD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344660" y="3020048"/>
                  <a:ext cx="651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3BCC727-6B82-62B0-E77C-91D9ED873043}"/>
                    </a:ext>
                  </a:extLst>
                </p14:cNvPr>
                <p14:cNvContentPartPr/>
                <p14:nvPr/>
              </p14:nvContentPartPr>
              <p14:xfrm>
                <a:off x="4177260" y="2975768"/>
                <a:ext cx="259920" cy="219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3BCC727-6B82-62B0-E77C-91D9ED87304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168260" y="2967128"/>
                  <a:ext cx="2775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6EF5334-AC55-8673-56A6-8536CCDEFA64}"/>
                    </a:ext>
                  </a:extLst>
                </p14:cNvPr>
                <p14:cNvContentPartPr/>
                <p14:nvPr/>
              </p14:nvContentPartPr>
              <p14:xfrm>
                <a:off x="4494060" y="2930048"/>
                <a:ext cx="175680" cy="3045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6EF5334-AC55-8673-56A6-8536CCDEFA6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485060" y="2921408"/>
                  <a:ext cx="193320" cy="32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9DBF00DB-730C-EE28-0EE8-251D9B4003BF}"/>
                  </a:ext>
                </a:extLst>
              </p14:cNvPr>
              <p14:cNvContentPartPr/>
              <p14:nvPr/>
            </p14:nvContentPartPr>
            <p14:xfrm>
              <a:off x="1891260" y="3911768"/>
              <a:ext cx="140760" cy="4896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9DBF00DB-730C-EE28-0EE8-251D9B4003BF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1882260" y="3902768"/>
                <a:ext cx="15840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0" name="Group 229">
            <a:extLst>
              <a:ext uri="{FF2B5EF4-FFF2-40B4-BE49-F238E27FC236}">
                <a16:creationId xmlns:a16="http://schemas.microsoft.com/office/drawing/2014/main" id="{5DD802A9-C532-3000-894E-124432D79BF1}"/>
              </a:ext>
            </a:extLst>
          </p:cNvPr>
          <p:cNvGrpSpPr/>
          <p:nvPr/>
        </p:nvGrpSpPr>
        <p:grpSpPr>
          <a:xfrm>
            <a:off x="1594980" y="3397688"/>
            <a:ext cx="3149280" cy="406440"/>
            <a:chOff x="1594980" y="3397688"/>
            <a:chExt cx="3149280" cy="40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EB0DC27-89E7-CD85-19FD-090801925456}"/>
                    </a:ext>
                  </a:extLst>
                </p14:cNvPr>
                <p14:cNvContentPartPr/>
                <p14:nvPr/>
              </p14:nvContentPartPr>
              <p14:xfrm>
                <a:off x="1594980" y="3797648"/>
                <a:ext cx="104040" cy="57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EB0DC27-89E7-CD85-19FD-09080192545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586340" y="3789008"/>
                  <a:ext cx="121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B25776FD-8F31-B2AE-2731-9C18A1C0A667}"/>
                    </a:ext>
                  </a:extLst>
                </p14:cNvPr>
                <p14:cNvContentPartPr/>
                <p14:nvPr/>
              </p14:nvContentPartPr>
              <p14:xfrm>
                <a:off x="1600380" y="3747608"/>
                <a:ext cx="72720" cy="36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B25776FD-8F31-B2AE-2731-9C18A1C0A66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591740" y="3738968"/>
                  <a:ext cx="903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613F0A23-A0BA-F033-3D1A-E2DAD7D7831E}"/>
                    </a:ext>
                  </a:extLst>
                </p14:cNvPr>
                <p14:cNvContentPartPr/>
                <p14:nvPr/>
              </p14:nvContentPartPr>
              <p14:xfrm>
                <a:off x="1789740" y="3589568"/>
                <a:ext cx="368280" cy="2041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613F0A23-A0BA-F033-3D1A-E2DAD7D7831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780740" y="3580928"/>
                  <a:ext cx="3859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B169EB0-1473-485D-9070-495D02DA7914}"/>
                    </a:ext>
                  </a:extLst>
                </p14:cNvPr>
                <p14:cNvContentPartPr/>
                <p14:nvPr/>
              </p14:nvContentPartPr>
              <p14:xfrm>
                <a:off x="2352060" y="3654008"/>
                <a:ext cx="142560" cy="878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B169EB0-1473-485D-9070-495D02DA791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343420" y="3645008"/>
                  <a:ext cx="1602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E021E4A4-1427-08F9-7C56-528F1FE621CB}"/>
                    </a:ext>
                  </a:extLst>
                </p14:cNvPr>
                <p14:cNvContentPartPr/>
                <p14:nvPr/>
              </p14:nvContentPartPr>
              <p14:xfrm>
                <a:off x="2395620" y="3654728"/>
                <a:ext cx="61920" cy="1018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E021E4A4-1427-08F9-7C56-528F1FE621CB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386620" y="3645728"/>
                  <a:ext cx="795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45476B1-A5E9-F363-7E43-E0EB4D964B7E}"/>
                    </a:ext>
                  </a:extLst>
                </p14:cNvPr>
                <p14:cNvContentPartPr/>
                <p14:nvPr/>
              </p14:nvContentPartPr>
              <p14:xfrm>
                <a:off x="2592180" y="3735368"/>
                <a:ext cx="109080" cy="687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45476B1-A5E9-F363-7E43-E0EB4D964B7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583540" y="3726368"/>
                  <a:ext cx="1267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90D5500-03FC-A409-C967-158D8A9F1E0A}"/>
                    </a:ext>
                  </a:extLst>
                </p14:cNvPr>
                <p14:cNvContentPartPr/>
                <p14:nvPr/>
              </p14:nvContentPartPr>
              <p14:xfrm>
                <a:off x="2757420" y="3522248"/>
                <a:ext cx="141840" cy="2505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90D5500-03FC-A409-C967-158D8A9F1E0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748780" y="3513608"/>
                  <a:ext cx="1594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8B0C9B2-C917-4A63-738D-58E9B755B88F}"/>
                    </a:ext>
                  </a:extLst>
                </p14:cNvPr>
                <p14:cNvContentPartPr/>
                <p14:nvPr/>
              </p14:nvContentPartPr>
              <p14:xfrm>
                <a:off x="2869020" y="3645728"/>
                <a:ext cx="165960" cy="748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8B0C9B2-C917-4A63-738D-58E9B755B88F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860020" y="3636728"/>
                  <a:ext cx="1836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33320959-977D-2038-32C5-06E925BB2535}"/>
                    </a:ext>
                  </a:extLst>
                </p14:cNvPr>
                <p14:cNvContentPartPr/>
                <p14:nvPr/>
              </p14:nvContentPartPr>
              <p14:xfrm>
                <a:off x="3101580" y="3605408"/>
                <a:ext cx="46080" cy="910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33320959-977D-2038-32C5-06E925BB2535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092580" y="3596768"/>
                  <a:ext cx="637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576BB3EB-07D8-274C-9983-80B02378FB9C}"/>
                    </a:ext>
                  </a:extLst>
                </p14:cNvPr>
                <p14:cNvContentPartPr/>
                <p14:nvPr/>
              </p14:nvContentPartPr>
              <p14:xfrm>
                <a:off x="2985300" y="3559688"/>
                <a:ext cx="210240" cy="255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576BB3EB-07D8-274C-9983-80B02378FB9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976300" y="3550688"/>
                  <a:ext cx="227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5E39E78E-70A1-DAE8-70C1-02F7DE123D69}"/>
                    </a:ext>
                  </a:extLst>
                </p14:cNvPr>
                <p14:cNvContentPartPr/>
                <p14:nvPr/>
              </p14:nvContentPartPr>
              <p14:xfrm>
                <a:off x="3174300" y="3485888"/>
                <a:ext cx="166320" cy="2584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5E39E78E-70A1-DAE8-70C1-02F7DE123D69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165300" y="3477248"/>
                  <a:ext cx="1839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7603810-3C3B-2E35-5B32-8A6AD954FD0E}"/>
                    </a:ext>
                  </a:extLst>
                </p14:cNvPr>
                <p14:cNvContentPartPr/>
                <p14:nvPr/>
              </p14:nvContentPartPr>
              <p14:xfrm>
                <a:off x="3491100" y="3615848"/>
                <a:ext cx="360" cy="3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7603810-3C3B-2E35-5B32-8A6AD954FD0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82460" y="360720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EEEE753-BE78-07AE-9D04-DC3107C0A29C}"/>
                    </a:ext>
                  </a:extLst>
                </p14:cNvPr>
                <p14:cNvContentPartPr/>
                <p14:nvPr/>
              </p14:nvContentPartPr>
              <p14:xfrm>
                <a:off x="3593340" y="3477608"/>
                <a:ext cx="157680" cy="2023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EEEE753-BE78-07AE-9D04-DC3107C0A29C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3584340" y="3468608"/>
                  <a:ext cx="1753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43458C89-CADF-5A83-DBEF-52EE24C10881}"/>
                    </a:ext>
                  </a:extLst>
                </p14:cNvPr>
                <p14:cNvContentPartPr/>
                <p14:nvPr/>
              </p14:nvContentPartPr>
              <p14:xfrm>
                <a:off x="3796380" y="3452768"/>
                <a:ext cx="89640" cy="2109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43458C89-CADF-5A83-DBEF-52EE24C10881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3787740" y="3444128"/>
                  <a:ext cx="1072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0B8A154-D25B-2B3E-BE16-9AC13A053530}"/>
                    </a:ext>
                  </a:extLst>
                </p14:cNvPr>
                <p14:cNvContentPartPr/>
                <p14:nvPr/>
              </p14:nvContentPartPr>
              <p14:xfrm>
                <a:off x="3894300" y="3452768"/>
                <a:ext cx="68760" cy="2113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0B8A154-D25B-2B3E-BE16-9AC13A053530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3885660" y="3443768"/>
                  <a:ext cx="864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D9252BF-F2D4-5AAE-7A2F-97D9278DA913}"/>
                    </a:ext>
                  </a:extLst>
                </p14:cNvPr>
                <p14:cNvContentPartPr/>
                <p14:nvPr/>
              </p14:nvContentPartPr>
              <p14:xfrm>
                <a:off x="3894300" y="3569048"/>
                <a:ext cx="59400" cy="158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D9252BF-F2D4-5AAE-7A2F-97D9278DA913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3885660" y="3560408"/>
                  <a:ext cx="770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DD8C1B7B-1F27-BD21-E92A-81F5FF0D1294}"/>
                    </a:ext>
                  </a:extLst>
                </p14:cNvPr>
                <p14:cNvContentPartPr/>
                <p14:nvPr/>
              </p14:nvContentPartPr>
              <p14:xfrm>
                <a:off x="4056660" y="3579488"/>
                <a:ext cx="120600" cy="151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DD8C1B7B-1F27-BD21-E92A-81F5FF0D1294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4048020" y="3570488"/>
                  <a:ext cx="1382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44CB0F0D-BE3F-847A-F016-CFD7DE4A496E}"/>
                    </a:ext>
                  </a:extLst>
                </p14:cNvPr>
                <p14:cNvContentPartPr/>
                <p14:nvPr/>
              </p14:nvContentPartPr>
              <p14:xfrm>
                <a:off x="4234140" y="3538088"/>
                <a:ext cx="160920" cy="828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44CB0F0D-BE3F-847A-F016-CFD7DE4A496E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4225140" y="3529088"/>
                  <a:ext cx="1785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1748C90-6C5D-C3A7-6C1C-648A389C2BD3}"/>
                    </a:ext>
                  </a:extLst>
                </p14:cNvPr>
                <p14:cNvContentPartPr/>
                <p14:nvPr/>
              </p14:nvContentPartPr>
              <p14:xfrm>
                <a:off x="4509540" y="3532688"/>
                <a:ext cx="19800" cy="1094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1748C90-6C5D-C3A7-6C1C-648A389C2BD3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4500540" y="3524048"/>
                  <a:ext cx="374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0F091FE-D293-67A6-5098-BA9555B4BD07}"/>
                    </a:ext>
                  </a:extLst>
                </p14:cNvPr>
                <p14:cNvContentPartPr/>
                <p14:nvPr/>
              </p14:nvContentPartPr>
              <p14:xfrm>
                <a:off x="4403700" y="3463928"/>
                <a:ext cx="189360" cy="295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0F091FE-D293-67A6-5098-BA9555B4BD07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4395060" y="3454928"/>
                  <a:ext cx="2070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63773705-4FE4-1FEA-C7D6-72AB60261F4A}"/>
                    </a:ext>
                  </a:extLst>
                </p14:cNvPr>
                <p14:cNvContentPartPr/>
                <p14:nvPr/>
              </p14:nvContentPartPr>
              <p14:xfrm>
                <a:off x="4597740" y="3397688"/>
                <a:ext cx="146520" cy="2646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63773705-4FE4-1FEA-C7D6-72AB60261F4A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4589100" y="3388688"/>
                  <a:ext cx="164160" cy="28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CD671EFF-1E6D-8C2B-E871-7089D3492990}"/>
              </a:ext>
            </a:extLst>
          </p:cNvPr>
          <p:cNvGrpSpPr/>
          <p:nvPr/>
        </p:nvGrpSpPr>
        <p:grpSpPr>
          <a:xfrm>
            <a:off x="1613340" y="4005368"/>
            <a:ext cx="2707200" cy="493920"/>
            <a:chOff x="1613340" y="4005368"/>
            <a:chExt cx="2707200" cy="49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B874CDC3-9C03-EAA7-C30A-3D90B22D331F}"/>
                    </a:ext>
                  </a:extLst>
                </p14:cNvPr>
                <p14:cNvContentPartPr/>
                <p14:nvPr/>
              </p14:nvContentPartPr>
              <p14:xfrm>
                <a:off x="1613340" y="4358888"/>
                <a:ext cx="101520" cy="111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B874CDC3-9C03-EAA7-C30A-3D90B22D331F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604700" y="4349888"/>
                  <a:ext cx="1191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CDC820C-47F1-D4DF-EFA3-9ACEFC5BA4A6}"/>
                    </a:ext>
                  </a:extLst>
                </p14:cNvPr>
                <p14:cNvContentPartPr/>
                <p14:nvPr/>
              </p14:nvContentPartPr>
              <p14:xfrm>
                <a:off x="1643940" y="4309928"/>
                <a:ext cx="60480" cy="25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6CDC820C-47F1-D4DF-EFA3-9ACEFC5BA4A6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634940" y="4300928"/>
                  <a:ext cx="781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7EC131A2-3746-67EC-40F5-4380830A91DD}"/>
                    </a:ext>
                  </a:extLst>
                </p14:cNvPr>
                <p14:cNvContentPartPr/>
                <p14:nvPr/>
              </p14:nvContentPartPr>
              <p14:xfrm>
                <a:off x="1828620" y="4166288"/>
                <a:ext cx="301320" cy="2037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7EC131A2-3746-67EC-40F5-4380830A91DD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819980" y="4157648"/>
                  <a:ext cx="3189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3F21F8FE-EF74-707B-9EE3-B9D93170CACC}"/>
                    </a:ext>
                  </a:extLst>
                </p14:cNvPr>
                <p14:cNvContentPartPr/>
                <p14:nvPr/>
              </p14:nvContentPartPr>
              <p14:xfrm>
                <a:off x="1911780" y="4442048"/>
                <a:ext cx="127440" cy="5724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3F21F8FE-EF74-707B-9EE3-B9D93170CACC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902780" y="4433048"/>
                  <a:ext cx="1450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D07BF6DC-7BA9-39AE-DF23-BB98B9C44669}"/>
                    </a:ext>
                  </a:extLst>
                </p14:cNvPr>
                <p14:cNvContentPartPr/>
                <p14:nvPr/>
              </p14:nvContentPartPr>
              <p14:xfrm>
                <a:off x="2331540" y="4210568"/>
                <a:ext cx="130680" cy="885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D07BF6DC-7BA9-39AE-DF23-BB98B9C44669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2322900" y="4201568"/>
                  <a:ext cx="1483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EF019CFF-168C-3877-059C-FC43A608A87A}"/>
                    </a:ext>
                  </a:extLst>
                </p14:cNvPr>
                <p14:cNvContentPartPr/>
                <p14:nvPr/>
              </p14:nvContentPartPr>
              <p14:xfrm>
                <a:off x="2395980" y="4218488"/>
                <a:ext cx="46080" cy="878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EF019CFF-168C-3877-059C-FC43A608A87A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2387340" y="4209848"/>
                  <a:ext cx="637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73CEDCAC-3675-24D3-A9A3-1AA34EC1FE5A}"/>
                    </a:ext>
                  </a:extLst>
                </p14:cNvPr>
                <p14:cNvContentPartPr/>
                <p14:nvPr/>
              </p14:nvContentPartPr>
              <p14:xfrm>
                <a:off x="2541060" y="4093568"/>
                <a:ext cx="116640" cy="2307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73CEDCAC-3675-24D3-A9A3-1AA34EC1FE5A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2532420" y="4084568"/>
                  <a:ext cx="1342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788DEB44-3BEF-F059-4094-82EEF10CC57E}"/>
                    </a:ext>
                  </a:extLst>
                </p14:cNvPr>
                <p14:cNvContentPartPr/>
                <p14:nvPr/>
              </p14:nvContentPartPr>
              <p14:xfrm>
                <a:off x="2675340" y="4223888"/>
                <a:ext cx="148680" cy="820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788DEB44-3BEF-F059-4094-82EEF10CC57E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2666700" y="4215248"/>
                  <a:ext cx="1663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0747417-3D54-3E4C-E4B5-70490ECCC1CB}"/>
                    </a:ext>
                  </a:extLst>
                </p14:cNvPr>
                <p14:cNvContentPartPr/>
                <p14:nvPr/>
              </p14:nvContentPartPr>
              <p14:xfrm>
                <a:off x="2805300" y="4109048"/>
                <a:ext cx="145440" cy="2408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0747417-3D54-3E4C-E4B5-70490ECCC1CB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2796660" y="4100048"/>
                  <a:ext cx="1630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FC50B01-61E8-D74E-FA71-180B7C4C685C}"/>
                    </a:ext>
                  </a:extLst>
                </p14:cNvPr>
                <p14:cNvContentPartPr/>
                <p14:nvPr/>
              </p14:nvContentPartPr>
              <p14:xfrm>
                <a:off x="3091500" y="4080608"/>
                <a:ext cx="149040" cy="2275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FC50B01-61E8-D74E-FA71-180B7C4C685C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3082500" y="4071608"/>
                  <a:ext cx="1666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3994A5CC-036F-FFBC-1A06-AA0DB302D01D}"/>
                    </a:ext>
                  </a:extLst>
                </p14:cNvPr>
                <p14:cNvContentPartPr/>
                <p14:nvPr/>
              </p14:nvContentPartPr>
              <p14:xfrm>
                <a:off x="3299940" y="4070888"/>
                <a:ext cx="92160" cy="2160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3994A5CC-036F-FFBC-1A06-AA0DB302D01D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3290940" y="4062248"/>
                  <a:ext cx="1098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65A546D0-84BF-55CE-216B-C47C0CB82C32}"/>
                    </a:ext>
                  </a:extLst>
                </p14:cNvPr>
                <p14:cNvContentPartPr/>
                <p14:nvPr/>
              </p14:nvContentPartPr>
              <p14:xfrm>
                <a:off x="3432420" y="4072328"/>
                <a:ext cx="72000" cy="1983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65A546D0-84BF-55CE-216B-C47C0CB82C32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3423420" y="4063688"/>
                  <a:ext cx="896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1D942BBE-5536-BFB2-C6A0-5A05019FBD20}"/>
                    </a:ext>
                  </a:extLst>
                </p14:cNvPr>
                <p14:cNvContentPartPr/>
                <p14:nvPr/>
              </p14:nvContentPartPr>
              <p14:xfrm>
                <a:off x="3401820" y="4187528"/>
                <a:ext cx="89640" cy="86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1D942BBE-5536-BFB2-C6A0-5A05019FBD20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3392820" y="4178528"/>
                  <a:ext cx="1072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70E3157-C829-7A0D-701E-0F27332C68CA}"/>
                    </a:ext>
                  </a:extLst>
                </p14:cNvPr>
                <p14:cNvContentPartPr/>
                <p14:nvPr/>
              </p14:nvContentPartPr>
              <p14:xfrm>
                <a:off x="3620700" y="4186088"/>
                <a:ext cx="109800" cy="111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70E3157-C829-7A0D-701E-0F27332C68CA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3612060" y="4177448"/>
                  <a:ext cx="127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4A0F5D12-6774-6742-2532-CCA8F7B3E4FF}"/>
                    </a:ext>
                  </a:extLst>
                </p14:cNvPr>
                <p14:cNvContentPartPr/>
                <p14:nvPr/>
              </p14:nvContentPartPr>
              <p14:xfrm>
                <a:off x="3776940" y="4160888"/>
                <a:ext cx="139320" cy="734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4A0F5D12-6774-6742-2532-CCA8F7B3E4FF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3767940" y="4151888"/>
                  <a:ext cx="1569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4CA0AA1C-C98F-B10F-B950-6BCDE7F125CE}"/>
                    </a:ext>
                  </a:extLst>
                </p14:cNvPr>
                <p14:cNvContentPartPr/>
                <p14:nvPr/>
              </p14:nvContentPartPr>
              <p14:xfrm>
                <a:off x="4041900" y="4109408"/>
                <a:ext cx="45360" cy="1303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4CA0AA1C-C98F-B10F-B950-6BCDE7F125CE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4032900" y="4100768"/>
                  <a:ext cx="630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1A78424-D430-109D-C901-ABE9FAFEE8F1}"/>
                    </a:ext>
                  </a:extLst>
                </p14:cNvPr>
                <p14:cNvContentPartPr/>
                <p14:nvPr/>
              </p14:nvContentPartPr>
              <p14:xfrm>
                <a:off x="3961260" y="4073768"/>
                <a:ext cx="169200" cy="104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1A78424-D430-109D-C901-ABE9FAFEE8F1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3952620" y="4065128"/>
                  <a:ext cx="1868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F3FE4C7-ABB7-8A80-F7B0-43693C63E223}"/>
                    </a:ext>
                  </a:extLst>
                </p14:cNvPr>
                <p14:cNvContentPartPr/>
                <p14:nvPr/>
              </p14:nvContentPartPr>
              <p14:xfrm>
                <a:off x="4171860" y="4005368"/>
                <a:ext cx="148680" cy="2934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F3FE4C7-ABB7-8A80-F7B0-43693C63E223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4162860" y="3996728"/>
                  <a:ext cx="166320" cy="31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7ABB558A-A2DB-6772-BFE5-96719C0FD27C}"/>
              </a:ext>
            </a:extLst>
          </p:cNvPr>
          <p:cNvGrpSpPr/>
          <p:nvPr/>
        </p:nvGrpSpPr>
        <p:grpSpPr>
          <a:xfrm>
            <a:off x="5118120" y="3697363"/>
            <a:ext cx="1529640" cy="334080"/>
            <a:chOff x="5489820" y="3283208"/>
            <a:chExt cx="1529640" cy="33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24513E60-4A57-D9F2-A438-0317E0276DB2}"/>
                    </a:ext>
                  </a:extLst>
                </p14:cNvPr>
                <p14:cNvContentPartPr/>
                <p14:nvPr/>
              </p14:nvContentPartPr>
              <p14:xfrm>
                <a:off x="5489820" y="3495248"/>
                <a:ext cx="131040" cy="950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24513E60-4A57-D9F2-A438-0317E0276DB2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5480820" y="3486608"/>
                  <a:ext cx="1486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D079CE42-5017-9882-785A-F030C9E5DD3C}"/>
                    </a:ext>
                  </a:extLst>
                </p14:cNvPr>
                <p14:cNvContentPartPr/>
                <p14:nvPr/>
              </p14:nvContentPartPr>
              <p14:xfrm>
                <a:off x="5521500" y="3506048"/>
                <a:ext cx="79560" cy="619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D079CE42-5017-9882-785A-F030C9E5DD3C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5512500" y="3497048"/>
                  <a:ext cx="972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F5676E93-5BD3-A305-E42F-7728F3C3D17B}"/>
                    </a:ext>
                  </a:extLst>
                </p14:cNvPr>
                <p14:cNvContentPartPr/>
                <p14:nvPr/>
              </p14:nvContentPartPr>
              <p14:xfrm>
                <a:off x="5689980" y="3386528"/>
                <a:ext cx="97560" cy="2257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F5676E93-5BD3-A305-E42F-7728F3C3D17B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5681340" y="3377888"/>
                  <a:ext cx="1152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8EFAAB40-C5D8-9CEF-0DAF-73CF1F59AD93}"/>
                    </a:ext>
                  </a:extLst>
                </p14:cNvPr>
                <p14:cNvContentPartPr/>
                <p14:nvPr/>
              </p14:nvContentPartPr>
              <p14:xfrm>
                <a:off x="5813460" y="3524768"/>
                <a:ext cx="110880" cy="338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8EFAAB40-C5D8-9CEF-0DAF-73CF1F59AD93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5804820" y="3515768"/>
                  <a:ext cx="1285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33F1F9B8-93EE-C8E0-DC18-E2060F13777B}"/>
                    </a:ext>
                  </a:extLst>
                </p14:cNvPr>
                <p14:cNvContentPartPr/>
                <p14:nvPr/>
              </p14:nvContentPartPr>
              <p14:xfrm>
                <a:off x="5917500" y="3384728"/>
                <a:ext cx="124200" cy="2325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33F1F9B8-93EE-C8E0-DC18-E2060F13777B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5908500" y="3375728"/>
                  <a:ext cx="1418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05F8DB7E-93FF-F09F-AABB-9CCA89A21AF1}"/>
                    </a:ext>
                  </a:extLst>
                </p14:cNvPr>
                <p14:cNvContentPartPr/>
                <p14:nvPr/>
              </p14:nvContentPartPr>
              <p14:xfrm>
                <a:off x="6118380" y="3524408"/>
                <a:ext cx="84960" cy="864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05F8DB7E-93FF-F09F-AABB-9CCA89A21AF1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6109740" y="3515408"/>
                  <a:ext cx="1026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644C6303-4C2F-AE00-B412-CB47BA780F3B}"/>
                    </a:ext>
                  </a:extLst>
                </p14:cNvPr>
                <p14:cNvContentPartPr/>
                <p14:nvPr/>
              </p14:nvContentPartPr>
              <p14:xfrm>
                <a:off x="6129900" y="3453848"/>
                <a:ext cx="73440" cy="198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644C6303-4C2F-AE00-B412-CB47BA780F3B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6121260" y="3445208"/>
                  <a:ext cx="910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1FA229F-FF51-5988-4CFE-733388BA4547}"/>
                    </a:ext>
                  </a:extLst>
                </p14:cNvPr>
                <p14:cNvContentPartPr/>
                <p14:nvPr/>
              </p14:nvContentPartPr>
              <p14:xfrm>
                <a:off x="6276060" y="3444488"/>
                <a:ext cx="158400" cy="1058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1FA229F-FF51-5988-4CFE-733388BA4547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6267060" y="3435488"/>
                  <a:ext cx="1760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4C8BC4AD-33E7-0450-35E9-39ECA05AEAFC}"/>
                    </a:ext>
                  </a:extLst>
                </p14:cNvPr>
                <p14:cNvContentPartPr/>
                <p14:nvPr/>
              </p14:nvContentPartPr>
              <p14:xfrm>
                <a:off x="6307380" y="3461048"/>
                <a:ext cx="109080" cy="824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4C8BC4AD-33E7-0450-35E9-39ECA05AEAFC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6298740" y="3452048"/>
                  <a:ext cx="1267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E7CFB346-454D-92A9-ECDF-299DA6518687}"/>
                    </a:ext>
                  </a:extLst>
                </p14:cNvPr>
                <p14:cNvContentPartPr/>
                <p14:nvPr/>
              </p14:nvContentPartPr>
              <p14:xfrm>
                <a:off x="6455340" y="3557888"/>
                <a:ext cx="69840" cy="489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E7CFB346-454D-92A9-ECDF-299DA6518687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6446700" y="3548888"/>
                  <a:ext cx="874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60938E7E-C41F-5159-3F29-43A5057A13C8}"/>
                    </a:ext>
                  </a:extLst>
                </p14:cNvPr>
                <p14:cNvContentPartPr/>
                <p14:nvPr/>
              </p14:nvContentPartPr>
              <p14:xfrm>
                <a:off x="6519060" y="3308408"/>
                <a:ext cx="100440" cy="2286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60938E7E-C41F-5159-3F29-43A5057A13C8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6510420" y="3299408"/>
                  <a:ext cx="1180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75CF54F-FD04-BEEB-185F-10397FBC9075}"/>
                    </a:ext>
                  </a:extLst>
                </p14:cNvPr>
                <p14:cNvContentPartPr/>
                <p14:nvPr/>
              </p14:nvContentPartPr>
              <p14:xfrm>
                <a:off x="6624180" y="3435488"/>
                <a:ext cx="122400" cy="554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75CF54F-FD04-BEEB-185F-10397FBC9075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6615180" y="3426488"/>
                  <a:ext cx="1400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E4C1202-72D1-3C78-9ED4-1AE09993A2A8}"/>
                    </a:ext>
                  </a:extLst>
                </p14:cNvPr>
                <p14:cNvContentPartPr/>
                <p14:nvPr/>
              </p14:nvContentPartPr>
              <p14:xfrm>
                <a:off x="6817500" y="3400208"/>
                <a:ext cx="41400" cy="1126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E4C1202-72D1-3C78-9ED4-1AE09993A2A8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6808500" y="3391208"/>
                  <a:ext cx="590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E7D4AD87-D102-D1C3-0AD6-B5E3910DAB5F}"/>
                    </a:ext>
                  </a:extLst>
                </p14:cNvPr>
                <p14:cNvContentPartPr/>
                <p14:nvPr/>
              </p14:nvContentPartPr>
              <p14:xfrm>
                <a:off x="6731460" y="3362768"/>
                <a:ext cx="147600" cy="201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E7D4AD87-D102-D1C3-0AD6-B5E3910DAB5F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6722460" y="3353768"/>
                  <a:ext cx="1652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E4E7A79C-27B9-D792-3CAB-4745BA069F26}"/>
                    </a:ext>
                  </a:extLst>
                </p14:cNvPr>
                <p14:cNvContentPartPr/>
                <p14:nvPr/>
              </p14:nvContentPartPr>
              <p14:xfrm>
                <a:off x="6868260" y="3283208"/>
                <a:ext cx="151200" cy="3042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E4E7A79C-27B9-D792-3CAB-4745BA069F26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6859260" y="3274568"/>
                  <a:ext cx="168840" cy="32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C2895546-4150-B209-C01C-6ECFFC935A5F}"/>
              </a:ext>
            </a:extLst>
          </p:cNvPr>
          <p:cNvGrpSpPr/>
          <p:nvPr/>
        </p:nvGrpSpPr>
        <p:grpSpPr>
          <a:xfrm>
            <a:off x="7698780" y="3189968"/>
            <a:ext cx="1186200" cy="504360"/>
            <a:chOff x="7698780" y="3189968"/>
            <a:chExt cx="1186200" cy="50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E3CDB97-63DA-AD48-91BD-9D5E57A66A3E}"/>
                    </a:ext>
                  </a:extLst>
                </p14:cNvPr>
                <p14:cNvContentPartPr/>
                <p14:nvPr/>
              </p14:nvContentPartPr>
              <p14:xfrm>
                <a:off x="7698780" y="3199328"/>
                <a:ext cx="254520" cy="24480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E3CDB97-63DA-AD48-91BD-9D5E57A66A3E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7689780" y="3190688"/>
                  <a:ext cx="27216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9547CA02-7756-977E-EF78-F8BCD9D5F3AE}"/>
                    </a:ext>
                  </a:extLst>
                </p14:cNvPr>
                <p14:cNvContentPartPr/>
                <p14:nvPr/>
              </p14:nvContentPartPr>
              <p14:xfrm>
                <a:off x="7736220" y="3202568"/>
                <a:ext cx="119160" cy="25596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9547CA02-7756-977E-EF78-F8BCD9D5F3AE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7727580" y="3193928"/>
                  <a:ext cx="1368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8FA45BDF-0752-CF9E-ED3C-A2F6F5682AA2}"/>
                    </a:ext>
                  </a:extLst>
                </p14:cNvPr>
                <p14:cNvContentPartPr/>
                <p14:nvPr/>
              </p14:nvContentPartPr>
              <p14:xfrm>
                <a:off x="7990380" y="3474368"/>
                <a:ext cx="187560" cy="1018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8FA45BDF-0752-CF9E-ED3C-A2F6F5682AA2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7981740" y="3465368"/>
                  <a:ext cx="2052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B81A516D-97D0-5191-F430-ADE2D72C77F1}"/>
                    </a:ext>
                  </a:extLst>
                </p14:cNvPr>
                <p14:cNvContentPartPr/>
                <p14:nvPr/>
              </p14:nvContentPartPr>
              <p14:xfrm>
                <a:off x="8212860" y="3246848"/>
                <a:ext cx="89280" cy="2577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B81A516D-97D0-5191-F430-ADE2D72C77F1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8204220" y="3238208"/>
                  <a:ext cx="1069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D83D4B84-92F4-FCFF-1591-4C83F802FD27}"/>
                    </a:ext>
                  </a:extLst>
                </p14:cNvPr>
                <p14:cNvContentPartPr/>
                <p14:nvPr/>
              </p14:nvContentPartPr>
              <p14:xfrm>
                <a:off x="8348220" y="3454568"/>
                <a:ext cx="116640" cy="2397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D83D4B84-92F4-FCFF-1591-4C83F802FD27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8339580" y="3445928"/>
                  <a:ext cx="1342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5445B27D-606C-3402-A5C3-129F02947B06}"/>
                    </a:ext>
                  </a:extLst>
                </p14:cNvPr>
                <p14:cNvContentPartPr/>
                <p14:nvPr/>
              </p14:nvContentPartPr>
              <p14:xfrm>
                <a:off x="8352180" y="3335408"/>
                <a:ext cx="7560" cy="57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5445B27D-606C-3402-A5C3-129F02947B06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8343180" y="3326408"/>
                  <a:ext cx="25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87C9CFB6-B0E8-DDDC-DACD-EE0FBEC6C60E}"/>
                    </a:ext>
                  </a:extLst>
                </p14:cNvPr>
                <p14:cNvContentPartPr/>
                <p14:nvPr/>
              </p14:nvContentPartPr>
              <p14:xfrm>
                <a:off x="8468460" y="3308408"/>
                <a:ext cx="294480" cy="1724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87C9CFB6-B0E8-DDDC-DACD-EE0FBEC6C60E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8459820" y="3299768"/>
                  <a:ext cx="3121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BBFBE6D1-3148-6839-30A3-3ED47E04E1E8}"/>
                    </a:ext>
                  </a:extLst>
                </p14:cNvPr>
                <p14:cNvContentPartPr/>
                <p14:nvPr/>
              </p14:nvContentPartPr>
              <p14:xfrm>
                <a:off x="8655300" y="3189968"/>
                <a:ext cx="229680" cy="3675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BBFBE6D1-3148-6839-30A3-3ED47E04E1E8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8646660" y="3180968"/>
                  <a:ext cx="247320" cy="38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7A1C5939-D18F-F676-31F6-0651A8F8E1ED}"/>
              </a:ext>
            </a:extLst>
          </p:cNvPr>
          <p:cNvGrpSpPr/>
          <p:nvPr/>
        </p:nvGrpSpPr>
        <p:grpSpPr>
          <a:xfrm>
            <a:off x="9014940" y="3197168"/>
            <a:ext cx="1647000" cy="455400"/>
            <a:chOff x="9014940" y="3197168"/>
            <a:chExt cx="1647000" cy="45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33BD626-7A87-05D2-22CC-FBF9EE91F7CC}"/>
                    </a:ext>
                  </a:extLst>
                </p14:cNvPr>
                <p14:cNvContentPartPr/>
                <p14:nvPr/>
              </p14:nvContentPartPr>
              <p14:xfrm>
                <a:off x="9014940" y="3456728"/>
                <a:ext cx="181080" cy="2952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33BD626-7A87-05D2-22CC-FBF9EE91F7CC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9006300" y="3448088"/>
                  <a:ext cx="1987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14CDAC91-7214-4EDC-6860-B377E160F246}"/>
                    </a:ext>
                  </a:extLst>
                </p14:cNvPr>
                <p14:cNvContentPartPr/>
                <p14:nvPr/>
              </p14:nvContentPartPr>
              <p14:xfrm>
                <a:off x="9050220" y="3392288"/>
                <a:ext cx="93960" cy="1620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14CDAC91-7214-4EDC-6860-B377E160F246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9041580" y="3383648"/>
                  <a:ext cx="1116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E8182CE6-49A8-71CE-E117-1E56E1C80FF6}"/>
                    </a:ext>
                  </a:extLst>
                </p14:cNvPr>
                <p14:cNvContentPartPr/>
                <p14:nvPr/>
              </p14:nvContentPartPr>
              <p14:xfrm>
                <a:off x="9357300" y="3197168"/>
                <a:ext cx="36360" cy="10152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E8182CE6-49A8-71CE-E117-1E56E1C80FF6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9348660" y="3188168"/>
                  <a:ext cx="540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7A807C1C-63A5-572B-EC9D-608F587CE720}"/>
                    </a:ext>
                  </a:extLst>
                </p14:cNvPr>
                <p14:cNvContentPartPr/>
                <p14:nvPr/>
              </p14:nvContentPartPr>
              <p14:xfrm>
                <a:off x="9361980" y="3377528"/>
                <a:ext cx="156240" cy="1080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7A807C1C-63A5-572B-EC9D-608F587CE720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9352980" y="3368528"/>
                  <a:ext cx="1738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A6DDD4B3-CF25-535D-5E9C-B53BA1F0CE7C}"/>
                    </a:ext>
                  </a:extLst>
                </p14:cNvPr>
                <p14:cNvContentPartPr/>
                <p14:nvPr/>
              </p14:nvContentPartPr>
              <p14:xfrm>
                <a:off x="9284220" y="3537368"/>
                <a:ext cx="155160" cy="11520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A6DDD4B3-CF25-535D-5E9C-B53BA1F0CE7C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9275220" y="3528368"/>
                  <a:ext cx="1728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A3911FED-8164-8911-BE04-CA78455DEF5A}"/>
                    </a:ext>
                  </a:extLst>
                </p14:cNvPr>
                <p14:cNvContentPartPr/>
                <p14:nvPr/>
              </p14:nvContentPartPr>
              <p14:xfrm>
                <a:off x="9473220" y="3570848"/>
                <a:ext cx="49320" cy="586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A3911FED-8164-8911-BE04-CA78455DEF5A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9464220" y="3562208"/>
                  <a:ext cx="669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D1F41D8A-E083-1227-008A-C1B570F0C6B9}"/>
                    </a:ext>
                  </a:extLst>
                </p14:cNvPr>
                <p14:cNvContentPartPr/>
                <p14:nvPr/>
              </p14:nvContentPartPr>
              <p14:xfrm>
                <a:off x="9543780" y="3579488"/>
                <a:ext cx="24840" cy="3780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D1F41D8A-E083-1227-008A-C1B570F0C6B9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9535140" y="3570488"/>
                  <a:ext cx="424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8B9BF8B3-D834-06EF-DE20-87D0FF5EFF4E}"/>
                    </a:ext>
                  </a:extLst>
                </p14:cNvPr>
                <p14:cNvContentPartPr/>
                <p14:nvPr/>
              </p14:nvContentPartPr>
              <p14:xfrm>
                <a:off x="9436140" y="3523688"/>
                <a:ext cx="123480" cy="198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8B9BF8B3-D834-06EF-DE20-87D0FF5EFF4E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9427500" y="3514688"/>
                  <a:ext cx="1411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0A8FE5AF-D6F0-EFF7-F401-6C46042784EB}"/>
                    </a:ext>
                  </a:extLst>
                </p14:cNvPr>
                <p14:cNvContentPartPr/>
                <p14:nvPr/>
              </p14:nvContentPartPr>
              <p14:xfrm>
                <a:off x="9724860" y="3267728"/>
                <a:ext cx="189000" cy="2372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0A8FE5AF-D6F0-EFF7-F401-6C46042784EB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9716220" y="3259088"/>
                  <a:ext cx="2066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006F527B-D647-BEAD-530A-3DE4D705C67E}"/>
                    </a:ext>
                  </a:extLst>
                </p14:cNvPr>
                <p14:cNvContentPartPr/>
                <p14:nvPr/>
              </p14:nvContentPartPr>
              <p14:xfrm>
                <a:off x="9762300" y="3271328"/>
                <a:ext cx="75960" cy="2358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006F527B-D647-BEAD-530A-3DE4D705C67E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9753300" y="3262328"/>
                  <a:ext cx="936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CD3136FA-8A4F-CF3B-B644-AEDF9C168513}"/>
                    </a:ext>
                  </a:extLst>
                </p14:cNvPr>
                <p14:cNvContentPartPr/>
                <p14:nvPr/>
              </p14:nvContentPartPr>
              <p14:xfrm>
                <a:off x="9975780" y="3493448"/>
                <a:ext cx="96120" cy="874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CD3136FA-8A4F-CF3B-B644-AEDF9C168513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9967140" y="3484808"/>
                  <a:ext cx="1137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B6379DD5-13D3-4444-49DF-D219C6E14E0C}"/>
                    </a:ext>
                  </a:extLst>
                </p14:cNvPr>
                <p14:cNvContentPartPr/>
                <p14:nvPr/>
              </p14:nvContentPartPr>
              <p14:xfrm>
                <a:off x="10068300" y="3248648"/>
                <a:ext cx="62280" cy="2278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B6379DD5-13D3-4444-49DF-D219C6E14E0C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0059300" y="3239648"/>
                  <a:ext cx="799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8F0D24C5-AC43-E223-74FF-111017E3E5CF}"/>
                    </a:ext>
                  </a:extLst>
                </p14:cNvPr>
                <p14:cNvContentPartPr/>
                <p14:nvPr/>
              </p14:nvContentPartPr>
              <p14:xfrm>
                <a:off x="10189980" y="3428648"/>
                <a:ext cx="70200" cy="1933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8F0D24C5-AC43-E223-74FF-111017E3E5CF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0180980" y="3420008"/>
                  <a:ext cx="878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B558F0A2-B87D-024B-A62B-ABC2DBD922A7}"/>
                    </a:ext>
                  </a:extLst>
                </p14:cNvPr>
                <p14:cNvContentPartPr/>
                <p14:nvPr/>
              </p14:nvContentPartPr>
              <p14:xfrm>
                <a:off x="10175580" y="3319928"/>
                <a:ext cx="2520" cy="104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B558F0A2-B87D-024B-A62B-ABC2DBD922A7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0166940" y="3310928"/>
                  <a:ext cx="201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ACBE71CE-BBEB-CFB5-A197-4F289EDE8B6D}"/>
                    </a:ext>
                  </a:extLst>
                </p14:cNvPr>
                <p14:cNvContentPartPr/>
                <p14:nvPr/>
              </p14:nvContentPartPr>
              <p14:xfrm>
                <a:off x="10321380" y="3290768"/>
                <a:ext cx="225000" cy="1677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ACBE71CE-BBEB-CFB5-A197-4F289EDE8B6D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10312740" y="3281768"/>
                  <a:ext cx="2426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467489F7-5324-B3B4-3DF4-08D3137FFC08}"/>
                    </a:ext>
                  </a:extLst>
                </p14:cNvPr>
                <p14:cNvContentPartPr/>
                <p14:nvPr/>
              </p14:nvContentPartPr>
              <p14:xfrm>
                <a:off x="10515420" y="3205448"/>
                <a:ext cx="146520" cy="32796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467489F7-5324-B3B4-3DF4-08D3137FFC08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0506420" y="3196448"/>
                  <a:ext cx="164160" cy="34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9FC59334-6946-8493-5842-643A3B1AEC1A}"/>
              </a:ext>
            </a:extLst>
          </p:cNvPr>
          <p:cNvGrpSpPr/>
          <p:nvPr/>
        </p:nvGrpSpPr>
        <p:grpSpPr>
          <a:xfrm>
            <a:off x="10754460" y="3200048"/>
            <a:ext cx="1164240" cy="412560"/>
            <a:chOff x="10754460" y="3200048"/>
            <a:chExt cx="1164240" cy="41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AD4594DB-FF68-F36E-4B41-FB58E5AA6F1E}"/>
                    </a:ext>
                  </a:extLst>
                </p14:cNvPr>
                <p14:cNvContentPartPr/>
                <p14:nvPr/>
              </p14:nvContentPartPr>
              <p14:xfrm>
                <a:off x="10754460" y="3340448"/>
                <a:ext cx="158400" cy="10764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AD4594DB-FF68-F36E-4B41-FB58E5AA6F1E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0745460" y="3331808"/>
                  <a:ext cx="1760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64C9BE11-77E6-ED0B-B5AE-08D267A673A8}"/>
                    </a:ext>
                  </a:extLst>
                </p14:cNvPr>
                <p14:cNvContentPartPr/>
                <p14:nvPr/>
              </p14:nvContentPartPr>
              <p14:xfrm>
                <a:off x="10841940" y="3376808"/>
                <a:ext cx="27000" cy="7776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64C9BE11-77E6-ED0B-B5AE-08D267A673A8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10833300" y="3368168"/>
                  <a:ext cx="446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7BFE699E-0F3B-960B-C196-6B03F0716846}"/>
                    </a:ext>
                  </a:extLst>
                </p14:cNvPr>
                <p14:cNvContentPartPr/>
                <p14:nvPr/>
              </p14:nvContentPartPr>
              <p14:xfrm>
                <a:off x="10802700" y="3397328"/>
                <a:ext cx="96480" cy="111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7BFE699E-0F3B-960B-C196-6B03F0716846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0793700" y="3388328"/>
                  <a:ext cx="114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3DDAD583-D132-6D43-CB83-BCB99E4AEEFC}"/>
                    </a:ext>
                  </a:extLst>
                </p14:cNvPr>
                <p14:cNvContentPartPr/>
                <p14:nvPr/>
              </p14:nvContentPartPr>
              <p14:xfrm>
                <a:off x="10988820" y="3235328"/>
                <a:ext cx="207000" cy="2624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3DDAD583-D132-6D43-CB83-BCB99E4AEEFC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10980180" y="3226328"/>
                  <a:ext cx="2246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9DFF8437-DF60-3EBE-76F7-6408F598CEB4}"/>
                    </a:ext>
                  </a:extLst>
                </p14:cNvPr>
                <p14:cNvContentPartPr/>
                <p14:nvPr/>
              </p14:nvContentPartPr>
              <p14:xfrm>
                <a:off x="11034900" y="3475448"/>
                <a:ext cx="9000" cy="432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9DFF8437-DF60-3EBE-76F7-6408F598CEB4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11026260" y="3466808"/>
                  <a:ext cx="266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F6993D28-4A1B-1626-960F-570B1F614D15}"/>
                    </a:ext>
                  </a:extLst>
                </p14:cNvPr>
                <p14:cNvContentPartPr/>
                <p14:nvPr/>
              </p14:nvContentPartPr>
              <p14:xfrm>
                <a:off x="11133540" y="3205448"/>
                <a:ext cx="10440" cy="7740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F6993D28-4A1B-1626-960F-570B1F614D15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11124900" y="3196448"/>
                  <a:ext cx="280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E2129317-3ADC-7C96-D91B-D71EBCC13C01}"/>
                    </a:ext>
                  </a:extLst>
                </p14:cNvPr>
                <p14:cNvContentPartPr/>
                <p14:nvPr/>
              </p14:nvContentPartPr>
              <p14:xfrm>
                <a:off x="11274300" y="3219128"/>
                <a:ext cx="93240" cy="31140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E2129317-3ADC-7C96-D91B-D71EBCC13C01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11265300" y="3210128"/>
                  <a:ext cx="1108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E885F001-A214-9C73-100E-82BAE150D96A}"/>
                    </a:ext>
                  </a:extLst>
                </p14:cNvPr>
                <p14:cNvContentPartPr/>
                <p14:nvPr/>
              </p14:nvContentPartPr>
              <p14:xfrm>
                <a:off x="10837260" y="3328928"/>
                <a:ext cx="11160" cy="6336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E885F001-A214-9C73-100E-82BAE150D96A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10828260" y="3319928"/>
                  <a:ext cx="288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AF3A52E0-E932-6FE9-D15C-76AF126D1645}"/>
                    </a:ext>
                  </a:extLst>
                </p14:cNvPr>
                <p14:cNvContentPartPr/>
                <p14:nvPr/>
              </p14:nvContentPartPr>
              <p14:xfrm>
                <a:off x="11382300" y="3397688"/>
                <a:ext cx="84960" cy="21492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AF3A52E0-E932-6FE9-D15C-76AF126D1645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11373660" y="3388688"/>
                  <a:ext cx="1026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3DC6B9D5-0E23-5769-FD28-23B4F0858D74}"/>
                    </a:ext>
                  </a:extLst>
                </p14:cNvPr>
                <p14:cNvContentPartPr/>
                <p14:nvPr/>
              </p14:nvContentPartPr>
              <p14:xfrm>
                <a:off x="11386260" y="3319568"/>
                <a:ext cx="2520" cy="864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3DC6B9D5-0E23-5769-FD28-23B4F0858D74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11377260" y="3310928"/>
                  <a:ext cx="201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6F3066E1-DE0A-A31A-9C60-711A84C47669}"/>
                    </a:ext>
                  </a:extLst>
                </p14:cNvPr>
                <p14:cNvContentPartPr/>
                <p14:nvPr/>
              </p14:nvContentPartPr>
              <p14:xfrm>
                <a:off x="11539980" y="3309488"/>
                <a:ext cx="289800" cy="19260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6F3066E1-DE0A-A31A-9C60-711A84C47669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11531340" y="3300488"/>
                  <a:ext cx="3074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623AC9B4-EC8D-C9C7-984B-07ECE1A5F572}"/>
                    </a:ext>
                  </a:extLst>
                </p14:cNvPr>
                <p14:cNvContentPartPr/>
                <p14:nvPr/>
              </p14:nvContentPartPr>
              <p14:xfrm>
                <a:off x="11694780" y="3200048"/>
                <a:ext cx="223920" cy="37764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623AC9B4-EC8D-C9C7-984B-07ECE1A5F572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11686140" y="3191408"/>
                  <a:ext cx="241560" cy="39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7D1E87FF-5154-93D0-F791-4CA195EFFC85}"/>
              </a:ext>
            </a:extLst>
          </p:cNvPr>
          <p:cNvGrpSpPr/>
          <p:nvPr/>
        </p:nvGrpSpPr>
        <p:grpSpPr>
          <a:xfrm>
            <a:off x="9000900" y="3871088"/>
            <a:ext cx="1060920" cy="595800"/>
            <a:chOff x="9000900" y="3871088"/>
            <a:chExt cx="1060920" cy="59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F52E2CED-6452-BB10-D063-34F32F9A5B00}"/>
                    </a:ext>
                  </a:extLst>
                </p14:cNvPr>
                <p14:cNvContentPartPr/>
                <p14:nvPr/>
              </p14:nvContentPartPr>
              <p14:xfrm>
                <a:off x="9398340" y="3871088"/>
                <a:ext cx="50400" cy="990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F52E2CED-6452-BB10-D063-34F32F9A5B00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9389700" y="3862448"/>
                  <a:ext cx="680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A7215AAF-7FF7-545F-3539-1E9EC4EACA9A}"/>
                    </a:ext>
                  </a:extLst>
                </p14:cNvPr>
                <p14:cNvContentPartPr/>
                <p14:nvPr/>
              </p14:nvContentPartPr>
              <p14:xfrm>
                <a:off x="9035100" y="4119848"/>
                <a:ext cx="94320" cy="216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A7215AAF-7FF7-545F-3539-1E9EC4EACA9A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9026460" y="4110848"/>
                  <a:ext cx="1119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BFEA5F86-943F-7C46-CE49-7737D52CB7D9}"/>
                    </a:ext>
                  </a:extLst>
                </p14:cNvPr>
                <p14:cNvContentPartPr/>
                <p14:nvPr/>
              </p14:nvContentPartPr>
              <p14:xfrm>
                <a:off x="9000900" y="4068368"/>
                <a:ext cx="111960" cy="1548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BFEA5F86-943F-7C46-CE49-7737D52CB7D9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8991900" y="4059368"/>
                  <a:ext cx="1296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CD9F5A54-D6ED-CBFE-9A04-F2F4A6BC16B8}"/>
                    </a:ext>
                  </a:extLst>
                </p14:cNvPr>
                <p14:cNvContentPartPr/>
                <p14:nvPr/>
              </p14:nvContentPartPr>
              <p14:xfrm>
                <a:off x="9300780" y="4083848"/>
                <a:ext cx="282600" cy="1548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CD9F5A54-D6ED-CBFE-9A04-F2F4A6BC16B8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9291780" y="4075208"/>
                  <a:ext cx="3002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1FF3A369-DDEF-BFE0-1331-2CF8AD35CD2B}"/>
                    </a:ext>
                  </a:extLst>
                </p14:cNvPr>
                <p14:cNvContentPartPr/>
                <p14:nvPr/>
              </p14:nvContentPartPr>
              <p14:xfrm>
                <a:off x="9440100" y="4228928"/>
                <a:ext cx="21240" cy="11412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1FF3A369-DDEF-BFE0-1331-2CF8AD35CD2B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9431100" y="4219928"/>
                  <a:ext cx="388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DD8618B6-C039-AE90-E2FE-A959C8C5CDF1}"/>
                    </a:ext>
                  </a:extLst>
                </p14:cNvPr>
                <p14:cNvContentPartPr/>
                <p14:nvPr/>
              </p14:nvContentPartPr>
              <p14:xfrm>
                <a:off x="9336420" y="4186088"/>
                <a:ext cx="212760" cy="1728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DD8618B6-C039-AE90-E2FE-A959C8C5CDF1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9327780" y="4177088"/>
                  <a:ext cx="2304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0F66EBB7-53AD-215A-9BB1-72FA05982266}"/>
                    </a:ext>
                  </a:extLst>
                </p14:cNvPr>
                <p14:cNvContentPartPr/>
                <p14:nvPr/>
              </p14:nvContentPartPr>
              <p14:xfrm>
                <a:off x="9750060" y="3942728"/>
                <a:ext cx="311760" cy="27612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0F66EBB7-53AD-215A-9BB1-72FA05982266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9741420" y="3934088"/>
                  <a:ext cx="3294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EE277B85-BD57-580C-1C9F-D7A8B943713D}"/>
                    </a:ext>
                  </a:extLst>
                </p14:cNvPr>
                <p14:cNvContentPartPr/>
                <p14:nvPr/>
              </p14:nvContentPartPr>
              <p14:xfrm>
                <a:off x="9799380" y="4303448"/>
                <a:ext cx="46800" cy="16344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EE277B85-BD57-580C-1C9F-D7A8B943713D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9790380" y="4294448"/>
                  <a:ext cx="644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140CB6CD-5A1D-78D7-A611-6D2AFA91A2C6}"/>
                    </a:ext>
                  </a:extLst>
                </p14:cNvPr>
                <p14:cNvContentPartPr/>
                <p14:nvPr/>
              </p14:nvContentPartPr>
              <p14:xfrm>
                <a:off x="9859860" y="4395248"/>
                <a:ext cx="149040" cy="7128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140CB6CD-5A1D-78D7-A611-6D2AFA91A2C6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9850860" y="4386248"/>
                  <a:ext cx="16668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179DA4BC-36FC-F6AF-F379-3E7018CE7C69}"/>
              </a:ext>
            </a:extLst>
          </p:cNvPr>
          <p:cNvGrpSpPr/>
          <p:nvPr/>
        </p:nvGrpSpPr>
        <p:grpSpPr>
          <a:xfrm>
            <a:off x="10206180" y="3936968"/>
            <a:ext cx="1847160" cy="439200"/>
            <a:chOff x="10206180" y="3936968"/>
            <a:chExt cx="1847160" cy="43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C6488C2D-B4BA-03A5-467F-8F25A9D61DE5}"/>
                    </a:ext>
                  </a:extLst>
                </p14:cNvPr>
                <p14:cNvContentPartPr/>
                <p14:nvPr/>
              </p14:nvContentPartPr>
              <p14:xfrm>
                <a:off x="10206180" y="4014728"/>
                <a:ext cx="199800" cy="1944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C6488C2D-B4BA-03A5-467F-8F25A9D61DE5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10197540" y="4005728"/>
                  <a:ext cx="2174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E6F2D404-CA4B-EA74-DF5E-A3C8F2421F68}"/>
                    </a:ext>
                  </a:extLst>
                </p14:cNvPr>
                <p14:cNvContentPartPr/>
                <p14:nvPr/>
              </p14:nvContentPartPr>
              <p14:xfrm>
                <a:off x="10225260" y="4025888"/>
                <a:ext cx="140040" cy="19836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E6F2D404-CA4B-EA74-DF5E-A3C8F2421F68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10216260" y="4016888"/>
                  <a:ext cx="1576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BA9A90EC-93A2-E420-4570-949F9B323C61}"/>
                    </a:ext>
                  </a:extLst>
                </p14:cNvPr>
                <p14:cNvContentPartPr/>
                <p14:nvPr/>
              </p14:nvContentPartPr>
              <p14:xfrm>
                <a:off x="10468260" y="4192568"/>
                <a:ext cx="83520" cy="882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BA9A90EC-93A2-E420-4570-949F9B323C61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10459260" y="4183568"/>
                  <a:ext cx="1011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8ACD8751-14CF-854D-2CB9-2F3BB2548E8F}"/>
                    </a:ext>
                  </a:extLst>
                </p14:cNvPr>
                <p14:cNvContentPartPr/>
                <p14:nvPr/>
              </p14:nvContentPartPr>
              <p14:xfrm>
                <a:off x="10576620" y="3953168"/>
                <a:ext cx="91440" cy="27504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8ACD8751-14CF-854D-2CB9-2F3BB2548E8F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10567980" y="3944168"/>
                  <a:ext cx="1090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C388033D-0E37-F721-33DE-7879CC48A485}"/>
                    </a:ext>
                  </a:extLst>
                </p14:cNvPr>
                <p14:cNvContentPartPr/>
                <p14:nvPr/>
              </p14:nvContentPartPr>
              <p14:xfrm>
                <a:off x="10713420" y="4156208"/>
                <a:ext cx="122760" cy="2199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C388033D-0E37-F721-33DE-7879CC48A485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10704420" y="4147208"/>
                  <a:ext cx="1404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7C8D7FF3-0646-018F-6BA7-D43B6D320A17}"/>
                    </a:ext>
                  </a:extLst>
                </p14:cNvPr>
                <p14:cNvContentPartPr/>
                <p14:nvPr/>
              </p14:nvContentPartPr>
              <p14:xfrm>
                <a:off x="10731420" y="4036688"/>
                <a:ext cx="2520" cy="648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7C8D7FF3-0646-018F-6BA7-D43B6D320A1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722780" y="4027688"/>
                  <a:ext cx="201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65A49AFB-9C4B-7A50-E66B-DA6244EDB8DB}"/>
                    </a:ext>
                  </a:extLst>
                </p14:cNvPr>
                <p14:cNvContentPartPr/>
                <p14:nvPr/>
              </p14:nvContentPartPr>
              <p14:xfrm>
                <a:off x="10832580" y="3961808"/>
                <a:ext cx="82800" cy="2761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65A49AFB-9C4B-7A50-E66B-DA6244EDB8DB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10823580" y="3952808"/>
                  <a:ext cx="1004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A7ABA275-C0A6-B225-0936-2160CE7C8680}"/>
                    </a:ext>
                  </a:extLst>
                </p14:cNvPr>
                <p14:cNvContentPartPr/>
                <p14:nvPr/>
              </p14:nvContentPartPr>
              <p14:xfrm>
                <a:off x="10962180" y="4015808"/>
                <a:ext cx="234360" cy="17172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A7ABA275-C0A6-B225-0936-2160CE7C8680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10953540" y="4007168"/>
                  <a:ext cx="2520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794714F5-249F-8FEE-003C-C9A8BB66111C}"/>
                    </a:ext>
                  </a:extLst>
                </p14:cNvPr>
                <p14:cNvContentPartPr/>
                <p14:nvPr/>
              </p14:nvContentPartPr>
              <p14:xfrm>
                <a:off x="11257380" y="4119848"/>
                <a:ext cx="95040" cy="756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794714F5-249F-8FEE-003C-C9A8BB66111C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11248380" y="4110848"/>
                  <a:ext cx="1126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AA16B4E2-F414-9C21-15B5-85239573B5B1}"/>
                    </a:ext>
                  </a:extLst>
                </p14:cNvPr>
                <p14:cNvContentPartPr/>
                <p14:nvPr/>
              </p14:nvContentPartPr>
              <p14:xfrm>
                <a:off x="11383020" y="4000328"/>
                <a:ext cx="57240" cy="2239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AA16B4E2-F414-9C21-15B5-85239573B5B1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11374380" y="3991328"/>
                  <a:ext cx="748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FEA5E2AF-0B23-9C6B-96A2-00F739A6A096}"/>
                    </a:ext>
                  </a:extLst>
                </p14:cNvPr>
                <p14:cNvContentPartPr/>
                <p14:nvPr/>
              </p14:nvContentPartPr>
              <p14:xfrm>
                <a:off x="11425140" y="4135328"/>
                <a:ext cx="82800" cy="5580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FEA5E2AF-0B23-9C6B-96A2-00F739A6A096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1416140" y="4126688"/>
                  <a:ext cx="1004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1630968C-A019-6199-4DCA-516AD22C6EAE}"/>
                    </a:ext>
                  </a:extLst>
                </p14:cNvPr>
                <p14:cNvContentPartPr/>
                <p14:nvPr/>
              </p14:nvContentPartPr>
              <p14:xfrm>
                <a:off x="11579220" y="4024448"/>
                <a:ext cx="172440" cy="19440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1630968C-A019-6199-4DCA-516AD22C6EAE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1570580" y="4015808"/>
                  <a:ext cx="1900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C8B5A2CF-F984-ACCE-80A0-9E6EF1792079}"/>
                    </a:ext>
                  </a:extLst>
                </p14:cNvPr>
                <p14:cNvContentPartPr/>
                <p14:nvPr/>
              </p14:nvContentPartPr>
              <p14:xfrm>
                <a:off x="11821500" y="4171328"/>
                <a:ext cx="58320" cy="10404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C8B5A2CF-F984-ACCE-80A0-9E6EF1792079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1812860" y="4162688"/>
                  <a:ext cx="759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84DEE4F0-5C2F-62D0-DFB2-1B01464D16FA}"/>
                    </a:ext>
                  </a:extLst>
                </p14:cNvPr>
                <p14:cNvContentPartPr/>
                <p14:nvPr/>
              </p14:nvContentPartPr>
              <p14:xfrm>
                <a:off x="11829780" y="4010768"/>
                <a:ext cx="129960" cy="25776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84DEE4F0-5C2F-62D0-DFB2-1B01464D16FA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1821140" y="4001768"/>
                  <a:ext cx="1476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FC8517B2-65D9-AB6F-FEBE-DF2EE6CA67D1}"/>
                    </a:ext>
                  </a:extLst>
                </p14:cNvPr>
                <p14:cNvContentPartPr/>
                <p14:nvPr/>
              </p14:nvContentPartPr>
              <p14:xfrm>
                <a:off x="11901780" y="3936968"/>
                <a:ext cx="151560" cy="40176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FC8517B2-65D9-AB6F-FEBE-DF2EE6CA67D1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1892780" y="3928328"/>
                  <a:ext cx="169200" cy="41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0D67E7E8-AC8C-3438-26BC-E7F934F6DF3A}"/>
              </a:ext>
            </a:extLst>
          </p:cNvPr>
          <p:cNvGrpSpPr/>
          <p:nvPr/>
        </p:nvGrpSpPr>
        <p:grpSpPr>
          <a:xfrm>
            <a:off x="921060" y="4548968"/>
            <a:ext cx="190800" cy="356400"/>
            <a:chOff x="921060" y="4548968"/>
            <a:chExt cx="190800" cy="35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055A4FF7-A1F0-DD00-6C81-618D481DF8B1}"/>
                    </a:ext>
                  </a:extLst>
                </p14:cNvPr>
                <p14:cNvContentPartPr/>
                <p14:nvPr/>
              </p14:nvContentPartPr>
              <p14:xfrm>
                <a:off x="981900" y="4649768"/>
                <a:ext cx="24840" cy="1890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055A4FF7-A1F0-DD00-6C81-618D481DF8B1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972900" y="4640768"/>
                  <a:ext cx="424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2B4C7A18-16C7-CF8D-61D4-5D6FD9FF039B}"/>
                    </a:ext>
                  </a:extLst>
                </p14:cNvPr>
                <p14:cNvContentPartPr/>
                <p14:nvPr/>
              </p14:nvContentPartPr>
              <p14:xfrm>
                <a:off x="1029420" y="4674608"/>
                <a:ext cx="36000" cy="1695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2B4C7A18-16C7-CF8D-61D4-5D6FD9FF039B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020420" y="4665608"/>
                  <a:ext cx="536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1D0997E0-D58F-586D-9EB6-89FDE660DCC5}"/>
                    </a:ext>
                  </a:extLst>
                </p14:cNvPr>
                <p14:cNvContentPartPr/>
                <p14:nvPr/>
              </p14:nvContentPartPr>
              <p14:xfrm>
                <a:off x="921060" y="4548968"/>
                <a:ext cx="190800" cy="11160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1D0997E0-D58F-586D-9EB6-89FDE660DCC5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912420" y="4539968"/>
                  <a:ext cx="2084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F95C164B-D5E5-D571-ABA5-114BA1A22625}"/>
                    </a:ext>
                  </a:extLst>
                </p14:cNvPr>
                <p14:cNvContentPartPr/>
                <p14:nvPr/>
              </p14:nvContentPartPr>
              <p14:xfrm>
                <a:off x="938700" y="4785488"/>
                <a:ext cx="173160" cy="11988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F95C164B-D5E5-D571-ABA5-114BA1A22625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929700" y="4776488"/>
                  <a:ext cx="19080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BC516EDE-AE1B-AD8D-8B27-86F8F789ECDB}"/>
              </a:ext>
            </a:extLst>
          </p:cNvPr>
          <p:cNvGrpSpPr/>
          <p:nvPr/>
        </p:nvGrpSpPr>
        <p:grpSpPr>
          <a:xfrm>
            <a:off x="931500" y="4940648"/>
            <a:ext cx="950400" cy="473400"/>
            <a:chOff x="931500" y="4940648"/>
            <a:chExt cx="950400" cy="47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3A9AB04E-F4E6-09EC-3815-68ED6AEE14DD}"/>
                    </a:ext>
                  </a:extLst>
                </p14:cNvPr>
                <p14:cNvContentPartPr/>
                <p14:nvPr/>
              </p14:nvContentPartPr>
              <p14:xfrm>
                <a:off x="931500" y="5054048"/>
                <a:ext cx="190080" cy="23976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3A9AB04E-F4E6-09EC-3815-68ED6AEE14DD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922500" y="5045048"/>
                  <a:ext cx="2077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0E144912-2947-0CFB-AAFD-D4837B38B9EA}"/>
                    </a:ext>
                  </a:extLst>
                </p14:cNvPr>
                <p14:cNvContentPartPr/>
                <p14:nvPr/>
              </p14:nvContentPartPr>
              <p14:xfrm>
                <a:off x="972540" y="5061248"/>
                <a:ext cx="118800" cy="2181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0E144912-2947-0CFB-AAFD-D4837B38B9EA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963900" y="5052248"/>
                  <a:ext cx="1364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500DF8B6-AD88-CC6D-9DE9-DC37C5284009}"/>
                    </a:ext>
                  </a:extLst>
                </p14:cNvPr>
                <p14:cNvContentPartPr/>
                <p14:nvPr/>
              </p14:nvContentPartPr>
              <p14:xfrm>
                <a:off x="1137780" y="5235128"/>
                <a:ext cx="93600" cy="12240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500DF8B6-AD88-CC6D-9DE9-DC37C5284009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129140" y="5226128"/>
                  <a:ext cx="1112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683BF56A-7AA3-EF50-F166-F3A9563A5CF7}"/>
                    </a:ext>
                  </a:extLst>
                </p14:cNvPr>
                <p14:cNvContentPartPr/>
                <p14:nvPr/>
              </p14:nvContentPartPr>
              <p14:xfrm>
                <a:off x="1303380" y="4989968"/>
                <a:ext cx="72720" cy="31932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683BF56A-7AA3-EF50-F166-F3A9563A5CF7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294380" y="4981328"/>
                  <a:ext cx="903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8DBAF886-BC75-C37E-2B74-3B6BE50BBD8C}"/>
                    </a:ext>
                  </a:extLst>
                </p14:cNvPr>
                <p14:cNvContentPartPr/>
                <p14:nvPr/>
              </p14:nvContentPartPr>
              <p14:xfrm>
                <a:off x="1375740" y="5221088"/>
                <a:ext cx="108720" cy="1929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8DBAF886-BC75-C37E-2B74-3B6BE50BBD8C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1366740" y="5212448"/>
                  <a:ext cx="1263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C37C0F85-E0A5-2DAC-96CA-C68891D18872}"/>
                    </a:ext>
                  </a:extLst>
                </p14:cNvPr>
                <p14:cNvContentPartPr/>
                <p14:nvPr/>
              </p14:nvContentPartPr>
              <p14:xfrm>
                <a:off x="1392300" y="5053688"/>
                <a:ext cx="4320" cy="360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C37C0F85-E0A5-2DAC-96CA-C68891D18872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1383300" y="5045048"/>
                  <a:ext cx="219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39E710BB-619B-3FC8-8A1D-2DE447FAC20A}"/>
                    </a:ext>
                  </a:extLst>
                </p14:cNvPr>
                <p14:cNvContentPartPr/>
                <p14:nvPr/>
              </p14:nvContentPartPr>
              <p14:xfrm>
                <a:off x="1516860" y="5023448"/>
                <a:ext cx="243000" cy="22932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39E710BB-619B-3FC8-8A1D-2DE447FAC20A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1508220" y="5014808"/>
                  <a:ext cx="2606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EB531CFF-279F-29DD-EB38-5BCC52283494}"/>
                    </a:ext>
                  </a:extLst>
                </p14:cNvPr>
                <p14:cNvContentPartPr/>
                <p14:nvPr/>
              </p14:nvContentPartPr>
              <p14:xfrm>
                <a:off x="1719540" y="4940648"/>
                <a:ext cx="162360" cy="37260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EB531CFF-279F-29DD-EB38-5BCC52283494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1710540" y="4932008"/>
                  <a:ext cx="180000" cy="39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7" name="Group 406">
            <a:extLst>
              <a:ext uri="{FF2B5EF4-FFF2-40B4-BE49-F238E27FC236}">
                <a16:creationId xmlns:a16="http://schemas.microsoft.com/office/drawing/2014/main" id="{ECF39909-F406-BB1E-655C-7076E97A9D4D}"/>
              </a:ext>
            </a:extLst>
          </p:cNvPr>
          <p:cNvGrpSpPr/>
          <p:nvPr/>
        </p:nvGrpSpPr>
        <p:grpSpPr>
          <a:xfrm>
            <a:off x="2009340" y="4727528"/>
            <a:ext cx="3128400" cy="1150920"/>
            <a:chOff x="2009340" y="4727528"/>
            <a:chExt cx="3128400" cy="115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D90E8E6D-C7F0-0F09-9875-E46F19B9128C}"/>
                    </a:ext>
                  </a:extLst>
                </p14:cNvPr>
                <p14:cNvContentPartPr/>
                <p14:nvPr/>
              </p14:nvContentPartPr>
              <p14:xfrm>
                <a:off x="2030940" y="5127848"/>
                <a:ext cx="88920" cy="2160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D90E8E6D-C7F0-0F09-9875-E46F19B9128C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2021940" y="5118848"/>
                  <a:ext cx="1065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DEEB68CE-049A-FCB4-A6D6-3F2D7CA5054D}"/>
                    </a:ext>
                  </a:extLst>
                </p14:cNvPr>
                <p14:cNvContentPartPr/>
                <p14:nvPr/>
              </p14:nvContentPartPr>
              <p14:xfrm>
                <a:off x="2009340" y="5099408"/>
                <a:ext cx="79200" cy="540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DEEB68CE-049A-FCB4-A6D6-3F2D7CA5054D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2000700" y="5090768"/>
                  <a:ext cx="968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8DF036E9-BCB6-3232-B00A-9AC04D3FBFDC}"/>
                    </a:ext>
                  </a:extLst>
                </p14:cNvPr>
                <p14:cNvContentPartPr/>
                <p14:nvPr/>
              </p14:nvContentPartPr>
              <p14:xfrm>
                <a:off x="2191860" y="4998608"/>
                <a:ext cx="166680" cy="24840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8DF036E9-BCB6-3232-B00A-9AC04D3FBFDC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2182860" y="4989608"/>
                  <a:ext cx="1843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9902BD79-C044-C803-8536-B23971084238}"/>
                    </a:ext>
                  </a:extLst>
                </p14:cNvPr>
                <p14:cNvContentPartPr/>
                <p14:nvPr/>
              </p14:nvContentPartPr>
              <p14:xfrm>
                <a:off x="2161620" y="4913648"/>
                <a:ext cx="244080" cy="15732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9902BD79-C044-C803-8536-B23971084238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2152620" y="4905008"/>
                  <a:ext cx="2617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CF1E4272-D322-CB8D-69E5-7041F8FC7627}"/>
                    </a:ext>
                  </a:extLst>
                </p14:cNvPr>
                <p14:cNvContentPartPr/>
                <p14:nvPr/>
              </p14:nvContentPartPr>
              <p14:xfrm>
                <a:off x="2233980" y="5069528"/>
                <a:ext cx="163440" cy="3708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CF1E4272-D322-CB8D-69E5-7041F8FC7627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2224980" y="5060888"/>
                  <a:ext cx="1810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4DDA25DF-7C9C-0C06-E4B1-6A74BAD1C5A7}"/>
                    </a:ext>
                  </a:extLst>
                </p14:cNvPr>
                <p14:cNvContentPartPr/>
                <p14:nvPr/>
              </p14:nvContentPartPr>
              <p14:xfrm>
                <a:off x="2476620" y="4828688"/>
                <a:ext cx="97560" cy="39744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4DDA25DF-7C9C-0C06-E4B1-6A74BAD1C5A7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2467980" y="4819688"/>
                  <a:ext cx="11520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3166BFDE-1FB1-2E48-E17D-980814AD9CF8}"/>
                    </a:ext>
                  </a:extLst>
                </p14:cNvPr>
                <p14:cNvContentPartPr/>
                <p14:nvPr/>
              </p14:nvContentPartPr>
              <p14:xfrm>
                <a:off x="2657340" y="4919768"/>
                <a:ext cx="267840" cy="18828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3166BFDE-1FB1-2E48-E17D-980814AD9CF8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2648700" y="4911128"/>
                  <a:ext cx="2854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5074A672-29C7-4537-CDE8-5930C002102E}"/>
                    </a:ext>
                  </a:extLst>
                </p14:cNvPr>
                <p14:cNvContentPartPr/>
                <p14:nvPr/>
              </p14:nvContentPartPr>
              <p14:xfrm>
                <a:off x="2745900" y="5180408"/>
                <a:ext cx="102600" cy="5184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5074A672-29C7-4537-CDE8-5930C002102E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2737260" y="5171768"/>
                  <a:ext cx="1202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080083DB-646E-B189-D49B-7845BD5D17A7}"/>
                    </a:ext>
                  </a:extLst>
                </p14:cNvPr>
                <p14:cNvContentPartPr/>
                <p14:nvPr/>
              </p14:nvContentPartPr>
              <p14:xfrm>
                <a:off x="3033900" y="5008328"/>
                <a:ext cx="130320" cy="8316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080083DB-646E-B189-D49B-7845BD5D17A7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3025260" y="4999328"/>
                  <a:ext cx="1479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F0E044D7-592E-BFA4-3268-A4BB38C509B4}"/>
                    </a:ext>
                  </a:extLst>
                </p14:cNvPr>
                <p14:cNvContentPartPr/>
                <p14:nvPr/>
              </p14:nvContentPartPr>
              <p14:xfrm>
                <a:off x="3074940" y="5023808"/>
                <a:ext cx="57960" cy="7884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F0E044D7-592E-BFA4-3268-A4BB38C509B4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3066300" y="5015168"/>
                  <a:ext cx="756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8B2EA76F-E518-98DD-A10B-E2C870EE3066}"/>
                    </a:ext>
                  </a:extLst>
                </p14:cNvPr>
                <p14:cNvContentPartPr/>
                <p14:nvPr/>
              </p14:nvContentPartPr>
              <p14:xfrm>
                <a:off x="3168540" y="4915808"/>
                <a:ext cx="135360" cy="21636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8B2EA76F-E518-98DD-A10B-E2C870EE3066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3159540" y="4907168"/>
                  <a:ext cx="1530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588323B5-0195-0A28-7728-929FCAF1E63D}"/>
                    </a:ext>
                  </a:extLst>
                </p14:cNvPr>
                <p14:cNvContentPartPr/>
                <p14:nvPr/>
              </p14:nvContentPartPr>
              <p14:xfrm>
                <a:off x="3305700" y="5026688"/>
                <a:ext cx="112680" cy="5220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588323B5-0195-0A28-7728-929FCAF1E63D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3297060" y="5017688"/>
                  <a:ext cx="1303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787B69D4-900E-6626-0507-F992974419B5}"/>
                    </a:ext>
                  </a:extLst>
                </p14:cNvPr>
                <p14:cNvContentPartPr/>
                <p14:nvPr/>
              </p14:nvContentPartPr>
              <p14:xfrm>
                <a:off x="3392460" y="4883408"/>
                <a:ext cx="157320" cy="26568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787B69D4-900E-6626-0507-F992974419B5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3383460" y="4874768"/>
                  <a:ext cx="1749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30EF4BB0-9A77-69B4-A42D-A62AB411FC99}"/>
                    </a:ext>
                  </a:extLst>
                </p14:cNvPr>
                <p14:cNvContentPartPr/>
                <p14:nvPr/>
              </p14:nvContentPartPr>
              <p14:xfrm>
                <a:off x="3678300" y="4883048"/>
                <a:ext cx="124920" cy="21456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30EF4BB0-9A77-69B4-A42D-A62AB411FC99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3669300" y="4874408"/>
                  <a:ext cx="142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3A50F5F5-AFED-5503-D793-1D872B875A12}"/>
                    </a:ext>
                  </a:extLst>
                </p14:cNvPr>
                <p14:cNvContentPartPr/>
                <p14:nvPr/>
              </p14:nvContentPartPr>
              <p14:xfrm>
                <a:off x="3890700" y="4812488"/>
                <a:ext cx="62280" cy="29556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3A50F5F5-AFED-5503-D793-1D872B875A12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3882060" y="4803488"/>
                  <a:ext cx="799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C54E6A91-7A90-2B77-51E0-79F7080835FE}"/>
                    </a:ext>
                  </a:extLst>
                </p14:cNvPr>
                <p14:cNvContentPartPr/>
                <p14:nvPr/>
              </p14:nvContentPartPr>
              <p14:xfrm>
                <a:off x="4006980" y="4878368"/>
                <a:ext cx="60480" cy="21420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C54E6A91-7A90-2B77-51E0-79F7080835FE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3997980" y="4869368"/>
                  <a:ext cx="781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79DF79D1-B975-B12E-E99F-6D91759B1BFA}"/>
                    </a:ext>
                  </a:extLst>
                </p14:cNvPr>
                <p14:cNvContentPartPr/>
                <p14:nvPr/>
              </p14:nvContentPartPr>
              <p14:xfrm>
                <a:off x="4005540" y="5011208"/>
                <a:ext cx="83520" cy="936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79DF79D1-B975-B12E-E99F-6D91759B1BFA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3996540" y="5002208"/>
                  <a:ext cx="1011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055F5F5B-073B-47AD-12BA-DDD37F257FCB}"/>
                    </a:ext>
                  </a:extLst>
                </p14:cNvPr>
                <p14:cNvContentPartPr/>
                <p14:nvPr/>
              </p14:nvContentPartPr>
              <p14:xfrm>
                <a:off x="4182300" y="5002928"/>
                <a:ext cx="52200" cy="432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055F5F5B-073B-47AD-12BA-DDD37F257FCB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4173300" y="4994288"/>
                  <a:ext cx="698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4CCE58FD-C37A-F2CB-A866-AF4F82721A6B}"/>
                    </a:ext>
                  </a:extLst>
                </p14:cNvPr>
                <p14:cNvContentPartPr/>
                <p14:nvPr/>
              </p14:nvContentPartPr>
              <p14:xfrm>
                <a:off x="4310460" y="4946048"/>
                <a:ext cx="132480" cy="10224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4CCE58FD-C37A-F2CB-A866-AF4F82721A6B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4301460" y="4937048"/>
                  <a:ext cx="1501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2F56C172-AB29-F8E7-C7F3-296022A2DE62}"/>
                    </a:ext>
                  </a:extLst>
                </p14:cNvPr>
                <p14:cNvContentPartPr/>
                <p14:nvPr/>
              </p14:nvContentPartPr>
              <p14:xfrm>
                <a:off x="4483620" y="4883408"/>
                <a:ext cx="70560" cy="14292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2F56C172-AB29-F8E7-C7F3-296022A2DE62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4474620" y="4874768"/>
                  <a:ext cx="882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66773432-2ADA-91AB-C6DB-A3927D71AE23}"/>
                    </a:ext>
                  </a:extLst>
                </p14:cNvPr>
                <p14:cNvContentPartPr/>
                <p14:nvPr/>
              </p14:nvContentPartPr>
              <p14:xfrm>
                <a:off x="4402260" y="4849568"/>
                <a:ext cx="164880" cy="3384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66773432-2ADA-91AB-C6DB-A3927D71AE23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4393260" y="4840928"/>
                  <a:ext cx="1825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A68A03B9-A7D9-8B31-DD1F-F5537BAA240A}"/>
                    </a:ext>
                  </a:extLst>
                </p14:cNvPr>
                <p14:cNvContentPartPr/>
                <p14:nvPr/>
              </p14:nvContentPartPr>
              <p14:xfrm>
                <a:off x="4550940" y="4762808"/>
                <a:ext cx="144720" cy="29844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A68A03B9-A7D9-8B31-DD1F-F5537BAA240A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4542300" y="4753808"/>
                  <a:ext cx="1623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423032E4-F4EB-5A04-FF01-FDA73E047469}"/>
                    </a:ext>
                  </a:extLst>
                </p14:cNvPr>
                <p14:cNvContentPartPr/>
                <p14:nvPr/>
              </p14:nvContentPartPr>
              <p14:xfrm>
                <a:off x="4696380" y="4727528"/>
                <a:ext cx="136080" cy="34452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423032E4-F4EB-5A04-FF01-FDA73E047469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4687740" y="4718888"/>
                  <a:ext cx="15372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35410AF6-360C-FE54-0620-636447D7DBA8}"/>
                    </a:ext>
                  </a:extLst>
                </p14:cNvPr>
                <p14:cNvContentPartPr/>
                <p14:nvPr/>
              </p14:nvContentPartPr>
              <p14:xfrm>
                <a:off x="2093940" y="5709608"/>
                <a:ext cx="69840" cy="576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35410AF6-360C-FE54-0620-636447D7DBA8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2085300" y="5700968"/>
                  <a:ext cx="874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335C67D5-03EC-4C3B-9568-88A488507987}"/>
                    </a:ext>
                  </a:extLst>
                </p14:cNvPr>
                <p14:cNvContentPartPr/>
                <p14:nvPr/>
              </p14:nvContentPartPr>
              <p14:xfrm>
                <a:off x="2092500" y="5650208"/>
                <a:ext cx="74160" cy="792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335C67D5-03EC-4C3B-9568-88A488507987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2083860" y="5641568"/>
                  <a:ext cx="918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55BECB41-6E77-9D85-2776-F2EF51826CE8}"/>
                    </a:ext>
                  </a:extLst>
                </p14:cNvPr>
                <p14:cNvContentPartPr/>
                <p14:nvPr/>
              </p14:nvContentPartPr>
              <p14:xfrm>
                <a:off x="2311380" y="5490728"/>
                <a:ext cx="276480" cy="25056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55BECB41-6E77-9D85-2776-F2EF51826CE8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2302740" y="5481728"/>
                  <a:ext cx="2941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71992652-1784-A270-7FC2-E5903BB550C6}"/>
                    </a:ext>
                  </a:extLst>
                </p14:cNvPr>
                <p14:cNvContentPartPr/>
                <p14:nvPr/>
              </p14:nvContentPartPr>
              <p14:xfrm>
                <a:off x="2388780" y="5820848"/>
                <a:ext cx="122040" cy="5760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71992652-1784-A270-7FC2-E5903BB550C6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2379780" y="5812208"/>
                  <a:ext cx="1396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1265F20A-3BBC-1DF3-9233-CD5625CE7B91}"/>
                    </a:ext>
                  </a:extLst>
                </p14:cNvPr>
                <p14:cNvContentPartPr/>
                <p14:nvPr/>
              </p14:nvContentPartPr>
              <p14:xfrm>
                <a:off x="2753460" y="5600528"/>
                <a:ext cx="117360" cy="10080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1265F20A-3BBC-1DF3-9233-CD5625CE7B91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2744460" y="5591528"/>
                  <a:ext cx="1350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7B6D25E5-A6DF-D2A0-FD7F-639D31846F05}"/>
                    </a:ext>
                  </a:extLst>
                </p14:cNvPr>
                <p14:cNvContentPartPr/>
                <p14:nvPr/>
              </p14:nvContentPartPr>
              <p14:xfrm>
                <a:off x="2797020" y="5616008"/>
                <a:ext cx="50400" cy="10368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7B6D25E5-A6DF-D2A0-FD7F-639D31846F05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2788020" y="5607368"/>
                  <a:ext cx="680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FEBC7118-1D05-D41C-8841-398D479516C2}"/>
                    </a:ext>
                  </a:extLst>
                </p14:cNvPr>
                <p14:cNvContentPartPr/>
                <p14:nvPr/>
              </p14:nvContentPartPr>
              <p14:xfrm>
                <a:off x="2929500" y="5470208"/>
                <a:ext cx="98640" cy="26100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FEBC7118-1D05-D41C-8841-398D479516C2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2920860" y="5461208"/>
                  <a:ext cx="1162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127F157B-26A5-9347-ADB3-5B543A06EB5F}"/>
                    </a:ext>
                  </a:extLst>
                </p14:cNvPr>
                <p14:cNvContentPartPr/>
                <p14:nvPr/>
              </p14:nvContentPartPr>
              <p14:xfrm>
                <a:off x="3043620" y="5610968"/>
                <a:ext cx="151560" cy="6120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127F157B-26A5-9347-ADB3-5B543A06EB5F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3034620" y="5601968"/>
                  <a:ext cx="1692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384874C5-6DF8-CE59-022B-4441AE32B685}"/>
                    </a:ext>
                  </a:extLst>
                </p14:cNvPr>
                <p14:cNvContentPartPr/>
                <p14:nvPr/>
              </p14:nvContentPartPr>
              <p14:xfrm>
                <a:off x="3153420" y="5454008"/>
                <a:ext cx="114840" cy="26676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384874C5-6DF8-CE59-022B-4441AE32B685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3144780" y="5445008"/>
                  <a:ext cx="1324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256E78A2-A215-CD79-DFF0-BBF303DA672A}"/>
                    </a:ext>
                  </a:extLst>
                </p14:cNvPr>
                <p14:cNvContentPartPr/>
                <p14:nvPr/>
              </p14:nvContentPartPr>
              <p14:xfrm>
                <a:off x="3530700" y="5460128"/>
                <a:ext cx="55080" cy="21420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256E78A2-A215-CD79-DFF0-BBF303DA672A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3522060" y="5451488"/>
                  <a:ext cx="727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C9A31143-2DB9-2E92-7A5B-9F041DBCE57E}"/>
                    </a:ext>
                  </a:extLst>
                </p14:cNvPr>
                <p14:cNvContentPartPr/>
                <p14:nvPr/>
              </p14:nvContentPartPr>
              <p14:xfrm>
                <a:off x="3443220" y="5386328"/>
                <a:ext cx="257040" cy="14508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C9A31143-2DB9-2E92-7A5B-9F041DBCE57E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3434220" y="5377688"/>
                  <a:ext cx="2746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4A367514-DC41-4F47-8A54-7F0B468BCE53}"/>
                    </a:ext>
                  </a:extLst>
                </p14:cNvPr>
                <p14:cNvContentPartPr/>
                <p14:nvPr/>
              </p14:nvContentPartPr>
              <p14:xfrm>
                <a:off x="3511980" y="5518088"/>
                <a:ext cx="167400" cy="3816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4A367514-DC41-4F47-8A54-7F0B468BCE53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3502980" y="5509448"/>
                  <a:ext cx="1850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5037B8DD-AFB0-C7E1-8604-0D6897558A24}"/>
                    </a:ext>
                  </a:extLst>
                </p14:cNvPr>
                <p14:cNvContentPartPr/>
                <p14:nvPr/>
              </p14:nvContentPartPr>
              <p14:xfrm>
                <a:off x="3808620" y="5367248"/>
                <a:ext cx="93240" cy="33696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5037B8DD-AFB0-C7E1-8604-0D6897558A24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3799980" y="5358608"/>
                  <a:ext cx="1108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9E9D7B85-2D85-154D-5913-A82D6EDB87D4}"/>
                    </a:ext>
                  </a:extLst>
                </p14:cNvPr>
                <p14:cNvContentPartPr/>
                <p14:nvPr/>
              </p14:nvContentPartPr>
              <p14:xfrm>
                <a:off x="3982500" y="5416568"/>
                <a:ext cx="116280" cy="17928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9E9D7B85-2D85-154D-5913-A82D6EDB87D4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3973500" y="5407928"/>
                  <a:ext cx="1339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D21CFABE-5067-2AE4-3278-319D7CA27275}"/>
                    </a:ext>
                  </a:extLst>
                </p14:cNvPr>
                <p14:cNvContentPartPr/>
                <p14:nvPr/>
              </p14:nvContentPartPr>
              <p14:xfrm>
                <a:off x="4175820" y="5384528"/>
                <a:ext cx="60840" cy="19152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D21CFABE-5067-2AE4-3278-319D7CA27275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4166820" y="5375528"/>
                  <a:ext cx="784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4FF5976E-41EB-1FF1-83E3-690A7FE44F08}"/>
                    </a:ext>
                  </a:extLst>
                </p14:cNvPr>
                <p14:cNvContentPartPr/>
                <p14:nvPr/>
              </p14:nvContentPartPr>
              <p14:xfrm>
                <a:off x="4306500" y="5379848"/>
                <a:ext cx="65160" cy="18576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4FF5976E-41EB-1FF1-83E3-690A7FE44F08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4297860" y="5370848"/>
                  <a:ext cx="828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CD1A461E-F9CC-FE67-3623-CF7AA09930E7}"/>
                    </a:ext>
                  </a:extLst>
                </p14:cNvPr>
                <p14:cNvContentPartPr/>
                <p14:nvPr/>
              </p14:nvContentPartPr>
              <p14:xfrm>
                <a:off x="4279860" y="5470568"/>
                <a:ext cx="95040" cy="1836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CD1A461E-F9CC-FE67-3623-CF7AA09930E7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4270860" y="5461928"/>
                  <a:ext cx="112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7F5971CC-2479-CCCF-D1E2-9A7E655F3BE6}"/>
                    </a:ext>
                  </a:extLst>
                </p14:cNvPr>
                <p14:cNvContentPartPr/>
                <p14:nvPr/>
              </p14:nvContentPartPr>
              <p14:xfrm>
                <a:off x="4451940" y="5462288"/>
                <a:ext cx="88920" cy="1296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7F5971CC-2479-CCCF-D1E2-9A7E655F3BE6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4443300" y="5453288"/>
                  <a:ext cx="1065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5945F243-0A6F-B3D6-962A-411B17BCDB09}"/>
                    </a:ext>
                  </a:extLst>
                </p14:cNvPr>
                <p14:cNvContentPartPr/>
                <p14:nvPr/>
              </p14:nvContentPartPr>
              <p14:xfrm>
                <a:off x="4603140" y="5434208"/>
                <a:ext cx="106560" cy="6444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5945F243-0A6F-B3D6-962A-411B17BCDB09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4594140" y="5425568"/>
                  <a:ext cx="1242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DFBD5095-B05E-5D6C-D636-18FA8C4FC3A6}"/>
                    </a:ext>
                  </a:extLst>
                </p14:cNvPr>
                <p14:cNvContentPartPr/>
                <p14:nvPr/>
              </p14:nvContentPartPr>
              <p14:xfrm>
                <a:off x="4784940" y="5376968"/>
                <a:ext cx="50400" cy="11736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DFBD5095-B05E-5D6C-D636-18FA8C4FC3A6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4775940" y="5368328"/>
                  <a:ext cx="680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A636CCD5-22E2-E4EA-3873-214B98E06FD0}"/>
                    </a:ext>
                  </a:extLst>
                </p14:cNvPr>
                <p14:cNvContentPartPr/>
                <p14:nvPr/>
              </p14:nvContentPartPr>
              <p14:xfrm>
                <a:off x="4615020" y="5326568"/>
                <a:ext cx="248400" cy="2016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A636CCD5-22E2-E4EA-3873-214B98E06FD0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4606020" y="5317928"/>
                  <a:ext cx="2660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5CEE06F9-CCAC-F943-653C-3ACEEC3D72CC}"/>
                    </a:ext>
                  </a:extLst>
                </p14:cNvPr>
                <p14:cNvContentPartPr/>
                <p14:nvPr/>
              </p14:nvContentPartPr>
              <p14:xfrm>
                <a:off x="4852260" y="5257448"/>
                <a:ext cx="141840" cy="27756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5CEE06F9-CCAC-F943-653C-3ACEEC3D72CC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4843620" y="5248808"/>
                  <a:ext cx="15948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135C78A4-37E3-489B-EDB7-24A20942B89B}"/>
                    </a:ext>
                  </a:extLst>
                </p14:cNvPr>
                <p14:cNvContentPartPr/>
                <p14:nvPr/>
              </p14:nvContentPartPr>
              <p14:xfrm>
                <a:off x="5023620" y="5210648"/>
                <a:ext cx="114120" cy="34272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135C78A4-37E3-489B-EDB7-24A20942B89B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5014620" y="5202008"/>
                  <a:ext cx="131760" cy="36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9" name="Group 418">
            <a:extLst>
              <a:ext uri="{FF2B5EF4-FFF2-40B4-BE49-F238E27FC236}">
                <a16:creationId xmlns:a16="http://schemas.microsoft.com/office/drawing/2014/main" id="{C86E0F98-7C8A-9E46-BF04-5E9565F692A0}"/>
              </a:ext>
            </a:extLst>
          </p:cNvPr>
          <p:cNvGrpSpPr/>
          <p:nvPr/>
        </p:nvGrpSpPr>
        <p:grpSpPr>
          <a:xfrm>
            <a:off x="2177100" y="5958728"/>
            <a:ext cx="1193400" cy="417240"/>
            <a:chOff x="2177100" y="5958728"/>
            <a:chExt cx="1193400" cy="41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975C356F-D1B6-DDDC-2F50-E2CF7569E187}"/>
                    </a:ext>
                  </a:extLst>
                </p14:cNvPr>
                <p14:cNvContentPartPr/>
                <p14:nvPr/>
              </p14:nvContentPartPr>
              <p14:xfrm>
                <a:off x="2177100" y="6229088"/>
                <a:ext cx="113400" cy="2232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975C356F-D1B6-DDDC-2F50-E2CF7569E187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2168460" y="6220448"/>
                  <a:ext cx="131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000C2C66-665C-C923-B2F3-D00A4BF2A401}"/>
                    </a:ext>
                  </a:extLst>
                </p14:cNvPr>
                <p14:cNvContentPartPr/>
                <p14:nvPr/>
              </p14:nvContentPartPr>
              <p14:xfrm>
                <a:off x="2196900" y="6187328"/>
                <a:ext cx="73800" cy="576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000C2C66-665C-C923-B2F3-D00A4BF2A401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2188260" y="6178688"/>
                  <a:ext cx="91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F6CC6A1B-6DFD-8696-86D6-54AC2122FD4E}"/>
                    </a:ext>
                  </a:extLst>
                </p14:cNvPr>
                <p14:cNvContentPartPr/>
                <p14:nvPr/>
              </p14:nvContentPartPr>
              <p14:xfrm>
                <a:off x="2426580" y="6010928"/>
                <a:ext cx="295560" cy="20772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F6CC6A1B-6DFD-8696-86D6-54AC2122FD4E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2417580" y="6001928"/>
                  <a:ext cx="3132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D29D0D13-0480-E1C0-18C7-685964EA1335}"/>
                    </a:ext>
                  </a:extLst>
                </p14:cNvPr>
                <p14:cNvContentPartPr/>
                <p14:nvPr/>
              </p14:nvContentPartPr>
              <p14:xfrm>
                <a:off x="2493900" y="6312248"/>
                <a:ext cx="131400" cy="6372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D29D0D13-0480-E1C0-18C7-685964EA1335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2485260" y="6303608"/>
                  <a:ext cx="1490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363B9549-59D8-428B-6870-0DF03739EF7D}"/>
                    </a:ext>
                  </a:extLst>
                </p14:cNvPr>
                <p14:cNvContentPartPr/>
                <p14:nvPr/>
              </p14:nvContentPartPr>
              <p14:xfrm>
                <a:off x="2820780" y="6088688"/>
                <a:ext cx="131760" cy="9288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363B9549-59D8-428B-6870-0DF03739EF7D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2812140" y="6079688"/>
                  <a:ext cx="1494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1857C13A-22C7-3562-0DC8-8DF4274D674A}"/>
                    </a:ext>
                  </a:extLst>
                </p14:cNvPr>
                <p14:cNvContentPartPr/>
                <p14:nvPr/>
              </p14:nvContentPartPr>
              <p14:xfrm>
                <a:off x="2860740" y="6104528"/>
                <a:ext cx="74880" cy="9360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1857C13A-22C7-3562-0DC8-8DF4274D674A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2851740" y="6095528"/>
                  <a:ext cx="925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E3068211-C121-4678-58B4-2B6CF436E8AF}"/>
                    </a:ext>
                  </a:extLst>
                </p14:cNvPr>
                <p14:cNvContentPartPr/>
                <p14:nvPr/>
              </p14:nvContentPartPr>
              <p14:xfrm>
                <a:off x="2997180" y="5974568"/>
                <a:ext cx="123840" cy="26172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E3068211-C121-4678-58B4-2B6CF436E8AF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2988540" y="5965928"/>
                  <a:ext cx="1414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390AAFC7-0AEA-A1A8-B40E-6BD3097A231F}"/>
                    </a:ext>
                  </a:extLst>
                </p14:cNvPr>
                <p14:cNvContentPartPr/>
                <p14:nvPr/>
              </p14:nvContentPartPr>
              <p14:xfrm>
                <a:off x="3117060" y="6124688"/>
                <a:ext cx="145800" cy="6192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390AAFC7-0AEA-A1A8-B40E-6BD3097A231F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3108420" y="6115688"/>
                  <a:ext cx="1634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D8C7739E-D064-9A0F-2105-967B21F90DFC}"/>
                    </a:ext>
                  </a:extLst>
                </p14:cNvPr>
                <p14:cNvContentPartPr/>
                <p14:nvPr/>
              </p14:nvContentPartPr>
              <p14:xfrm>
                <a:off x="3236580" y="5958728"/>
                <a:ext cx="133920" cy="26028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D8C7739E-D064-9A0F-2105-967B21F90DFC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3227940" y="5950088"/>
                  <a:ext cx="151560" cy="27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8C149B6B-99C4-8C18-6B9D-CD3892DF8F50}"/>
              </a:ext>
            </a:extLst>
          </p:cNvPr>
          <p:cNvGrpSpPr/>
          <p:nvPr/>
        </p:nvGrpSpPr>
        <p:grpSpPr>
          <a:xfrm>
            <a:off x="3500460" y="5787008"/>
            <a:ext cx="1106280" cy="411840"/>
            <a:chOff x="3500460" y="5787008"/>
            <a:chExt cx="1106280" cy="41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4A3A45BF-2248-573F-A7EF-3042AB3B3C3C}"/>
                    </a:ext>
                  </a:extLst>
                </p14:cNvPr>
                <p14:cNvContentPartPr/>
                <p14:nvPr/>
              </p14:nvContentPartPr>
              <p14:xfrm>
                <a:off x="3500460" y="6068168"/>
                <a:ext cx="177840" cy="13068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4A3A45BF-2248-573F-A7EF-3042AB3B3C3C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3491820" y="6059528"/>
                  <a:ext cx="1954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737F5CF7-7528-35E3-5131-3E667410CED6}"/>
                    </a:ext>
                  </a:extLst>
                </p14:cNvPr>
                <p14:cNvContentPartPr/>
                <p14:nvPr/>
              </p14:nvContentPartPr>
              <p14:xfrm>
                <a:off x="3686580" y="5974568"/>
                <a:ext cx="122040" cy="1512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737F5CF7-7528-35E3-5131-3E667410CED6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3677580" y="5965928"/>
                  <a:ext cx="139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20567A94-F1BF-8809-927B-64CD73936776}"/>
                    </a:ext>
                  </a:extLst>
                </p14:cNvPr>
                <p14:cNvContentPartPr/>
                <p14:nvPr/>
              </p14:nvContentPartPr>
              <p14:xfrm>
                <a:off x="3878100" y="5937848"/>
                <a:ext cx="120600" cy="16272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20567A94-F1BF-8809-927B-64CD73936776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3869100" y="5928848"/>
                  <a:ext cx="1382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F8DD8159-B7D8-6523-5EF6-6A923B9B2125}"/>
                    </a:ext>
                  </a:extLst>
                </p14:cNvPr>
                <p14:cNvContentPartPr/>
                <p14:nvPr/>
              </p14:nvContentPartPr>
              <p14:xfrm>
                <a:off x="3891060" y="5841728"/>
                <a:ext cx="6480" cy="864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F8DD8159-B7D8-6523-5EF6-6A923B9B2125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3882420" y="5832728"/>
                  <a:ext cx="241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5CD4B05C-BA88-D253-9CF4-DE5E4C8925D0}"/>
                    </a:ext>
                  </a:extLst>
                </p14:cNvPr>
                <p14:cNvContentPartPr/>
                <p14:nvPr/>
              </p14:nvContentPartPr>
              <p14:xfrm>
                <a:off x="4026420" y="5823728"/>
                <a:ext cx="213840" cy="12924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5CD4B05C-BA88-D253-9CF4-DE5E4C8925D0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4017420" y="5814728"/>
                  <a:ext cx="2314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45C02804-BE8B-4AB5-FB4F-E948E12194F9}"/>
                    </a:ext>
                  </a:extLst>
                </p14:cNvPr>
                <p14:cNvContentPartPr/>
                <p14:nvPr/>
              </p14:nvContentPartPr>
              <p14:xfrm>
                <a:off x="4317300" y="5843888"/>
                <a:ext cx="33480" cy="9000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45C02804-BE8B-4AB5-FB4F-E948E12194F9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4308300" y="5834888"/>
                  <a:ext cx="511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3C7BA787-274C-C67B-28B1-50CF1519D578}"/>
                    </a:ext>
                  </a:extLst>
                </p14:cNvPr>
                <p14:cNvContentPartPr/>
                <p14:nvPr/>
              </p14:nvContentPartPr>
              <p14:xfrm>
                <a:off x="4219020" y="5787008"/>
                <a:ext cx="171360" cy="2160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3C7BA787-274C-C67B-28B1-50CF1519D578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4210020" y="5778368"/>
                  <a:ext cx="189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A394EAA2-E7ED-37EE-5EE0-3F1ECC8AF722}"/>
                    </a:ext>
                  </a:extLst>
                </p14:cNvPr>
                <p14:cNvContentPartPr/>
                <p14:nvPr/>
              </p14:nvContentPartPr>
              <p14:xfrm>
                <a:off x="4452300" y="5855768"/>
                <a:ext cx="154440" cy="5616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A394EAA2-E7ED-37EE-5EE0-3F1ECC8AF722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4443660" y="5846768"/>
                  <a:ext cx="17208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1" name="Group 430">
            <a:extLst>
              <a:ext uri="{FF2B5EF4-FFF2-40B4-BE49-F238E27FC236}">
                <a16:creationId xmlns:a16="http://schemas.microsoft.com/office/drawing/2014/main" id="{B96225DF-0933-AD13-AF1F-53133C9DB8D3}"/>
              </a:ext>
            </a:extLst>
          </p:cNvPr>
          <p:cNvGrpSpPr/>
          <p:nvPr/>
        </p:nvGrpSpPr>
        <p:grpSpPr>
          <a:xfrm>
            <a:off x="4753980" y="6048368"/>
            <a:ext cx="120240" cy="73440"/>
            <a:chOff x="4753980" y="6048368"/>
            <a:chExt cx="120240" cy="7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298BDC23-0418-1D7E-A1C8-3E4BA7329FDD}"/>
                    </a:ext>
                  </a:extLst>
                </p14:cNvPr>
                <p14:cNvContentPartPr/>
                <p14:nvPr/>
              </p14:nvContentPartPr>
              <p14:xfrm>
                <a:off x="4753980" y="6114968"/>
                <a:ext cx="120240" cy="684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298BDC23-0418-1D7E-A1C8-3E4BA7329FDD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4745340" y="6105968"/>
                  <a:ext cx="1378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555FC5DC-A112-8D77-AF6D-AF04019FB815}"/>
                    </a:ext>
                  </a:extLst>
                </p14:cNvPr>
                <p14:cNvContentPartPr/>
                <p14:nvPr/>
              </p14:nvContentPartPr>
              <p14:xfrm>
                <a:off x="4753980" y="6048368"/>
                <a:ext cx="119520" cy="972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555FC5DC-A112-8D77-AF6D-AF04019FB815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4745340" y="6039728"/>
                  <a:ext cx="13716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26044A82-B5B8-3C1E-55BB-BF7361A5057C}"/>
              </a:ext>
            </a:extLst>
          </p:cNvPr>
          <p:cNvGrpSpPr/>
          <p:nvPr/>
        </p:nvGrpSpPr>
        <p:grpSpPr>
          <a:xfrm>
            <a:off x="5130540" y="5747768"/>
            <a:ext cx="1437840" cy="554400"/>
            <a:chOff x="5130540" y="5747768"/>
            <a:chExt cx="1437840" cy="55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50738E24-F014-B2F2-2269-300D74247331}"/>
                    </a:ext>
                  </a:extLst>
                </p14:cNvPr>
                <p14:cNvContentPartPr/>
                <p14:nvPr/>
              </p14:nvContentPartPr>
              <p14:xfrm>
                <a:off x="5130540" y="5900048"/>
                <a:ext cx="213840" cy="26856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50738E24-F014-B2F2-2269-300D74247331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5121900" y="5891408"/>
                  <a:ext cx="2314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98F82B97-85E1-4A9A-44ED-91265DBC9BAB}"/>
                    </a:ext>
                  </a:extLst>
                </p14:cNvPr>
                <p14:cNvContentPartPr/>
                <p14:nvPr/>
              </p14:nvContentPartPr>
              <p14:xfrm>
                <a:off x="5177700" y="5910128"/>
                <a:ext cx="96120" cy="23796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98F82B97-85E1-4A9A-44ED-91265DBC9BAB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5168700" y="5901488"/>
                  <a:ext cx="1137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95BABBC8-F9AC-CECF-2CC0-4F61A87F8011}"/>
                    </a:ext>
                  </a:extLst>
                </p14:cNvPr>
                <p14:cNvContentPartPr/>
                <p14:nvPr/>
              </p14:nvContentPartPr>
              <p14:xfrm>
                <a:off x="5403420" y="5840648"/>
                <a:ext cx="77040" cy="29376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95BABBC8-F9AC-CECF-2CC0-4F61A87F8011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5394780" y="5831648"/>
                  <a:ext cx="9468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03DED306-581B-7226-A5B5-7CB97EB6F74C}"/>
                    </a:ext>
                  </a:extLst>
                </p14:cNvPr>
                <p14:cNvContentPartPr/>
                <p14:nvPr/>
              </p14:nvContentPartPr>
              <p14:xfrm>
                <a:off x="5526900" y="5995808"/>
                <a:ext cx="148320" cy="13572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03DED306-581B-7226-A5B5-7CB97EB6F74C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5518260" y="5987168"/>
                  <a:ext cx="1659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7A59F401-996F-E525-93CC-4D83A82A7E98}"/>
                    </a:ext>
                  </a:extLst>
                </p14:cNvPr>
                <p14:cNvContentPartPr/>
                <p14:nvPr/>
              </p14:nvContentPartPr>
              <p14:xfrm>
                <a:off x="5720580" y="5855048"/>
                <a:ext cx="92160" cy="19620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7A59F401-996F-E525-93CC-4D83A82A7E98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5711940" y="5846048"/>
                  <a:ext cx="1098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D6AC6AB4-DCF2-E9C1-05C5-40DF42F6C5B6}"/>
                    </a:ext>
                  </a:extLst>
                </p14:cNvPr>
                <p14:cNvContentPartPr/>
                <p14:nvPr/>
              </p14:nvContentPartPr>
              <p14:xfrm>
                <a:off x="5683500" y="5747768"/>
                <a:ext cx="9360" cy="360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D6AC6AB4-DCF2-E9C1-05C5-40DF42F6C5B6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5674860" y="5739128"/>
                  <a:ext cx="27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E3CCAC64-8ACD-C097-E15E-354CD44C76FF}"/>
                    </a:ext>
                  </a:extLst>
                </p14:cNvPr>
                <p14:cNvContentPartPr/>
                <p14:nvPr/>
              </p14:nvContentPartPr>
              <p14:xfrm>
                <a:off x="5813460" y="5783768"/>
                <a:ext cx="187920" cy="9828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E3CCAC64-8ACD-C097-E15E-354CD44C76FF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5804820" y="5774768"/>
                  <a:ext cx="2055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2EB3FF96-3274-D1BD-FDC3-67101D7F5F83}"/>
                    </a:ext>
                  </a:extLst>
                </p14:cNvPr>
                <p14:cNvContentPartPr/>
                <p14:nvPr/>
              </p14:nvContentPartPr>
              <p14:xfrm>
                <a:off x="6052500" y="5787728"/>
                <a:ext cx="131040" cy="31392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2EB3FF96-3274-D1BD-FDC3-67101D7F5F83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6043860" y="5778728"/>
                  <a:ext cx="1486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25567A51-F445-CE06-66A1-92A3D0DFEECB}"/>
                    </a:ext>
                  </a:extLst>
                </p14:cNvPr>
                <p14:cNvContentPartPr/>
                <p14:nvPr/>
              </p14:nvContentPartPr>
              <p14:xfrm>
                <a:off x="6275340" y="5801408"/>
                <a:ext cx="31320" cy="48456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25567A51-F445-CE06-66A1-92A3D0DFEECB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6266340" y="5792408"/>
                  <a:ext cx="4896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D828CCC5-C917-919E-0189-C76145192357}"/>
                    </a:ext>
                  </a:extLst>
                </p14:cNvPr>
                <p14:cNvContentPartPr/>
                <p14:nvPr/>
              </p14:nvContentPartPr>
              <p14:xfrm>
                <a:off x="6400980" y="6203528"/>
                <a:ext cx="167400" cy="9864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D828CCC5-C917-919E-0189-C76145192357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6391980" y="6194528"/>
                  <a:ext cx="18504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9" name="Group 448">
            <a:extLst>
              <a:ext uri="{FF2B5EF4-FFF2-40B4-BE49-F238E27FC236}">
                <a16:creationId xmlns:a16="http://schemas.microsoft.com/office/drawing/2014/main" id="{F2EB88CD-AC0E-BEB3-0CD0-B0F377B7231B}"/>
              </a:ext>
            </a:extLst>
          </p:cNvPr>
          <p:cNvGrpSpPr/>
          <p:nvPr/>
        </p:nvGrpSpPr>
        <p:grpSpPr>
          <a:xfrm>
            <a:off x="6733620" y="6142328"/>
            <a:ext cx="675360" cy="154800"/>
            <a:chOff x="6733620" y="6142328"/>
            <a:chExt cx="675360" cy="15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07E8A57D-650D-A3EA-9DE2-B84AA94B311C}"/>
                    </a:ext>
                  </a:extLst>
                </p14:cNvPr>
                <p14:cNvContentPartPr/>
                <p14:nvPr/>
              </p14:nvContentPartPr>
              <p14:xfrm>
                <a:off x="6733620" y="6280928"/>
                <a:ext cx="108720" cy="648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07E8A57D-650D-A3EA-9DE2-B84AA94B311C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6724980" y="6272288"/>
                  <a:ext cx="1263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EC2DFE29-35A9-7D58-B5DE-9FD3B05BBF30}"/>
                    </a:ext>
                  </a:extLst>
                </p14:cNvPr>
                <p14:cNvContentPartPr/>
                <p14:nvPr/>
              </p14:nvContentPartPr>
              <p14:xfrm>
                <a:off x="6749100" y="6218648"/>
                <a:ext cx="67320" cy="1620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EC2DFE29-35A9-7D58-B5DE-9FD3B05BBF30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6740460" y="6210008"/>
                  <a:ext cx="849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717D5C63-AE94-178C-4052-67A0AED5C9BF}"/>
                    </a:ext>
                  </a:extLst>
                </p14:cNvPr>
                <p14:cNvContentPartPr/>
                <p14:nvPr/>
              </p14:nvContentPartPr>
              <p14:xfrm>
                <a:off x="6956460" y="6145928"/>
                <a:ext cx="259920" cy="15120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717D5C63-AE94-178C-4052-67A0AED5C9BF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6947820" y="6137288"/>
                  <a:ext cx="2775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2A906CF8-7C0D-1B3D-DF37-F737497EF1BF}"/>
                    </a:ext>
                  </a:extLst>
                </p14:cNvPr>
                <p14:cNvContentPartPr/>
                <p14:nvPr/>
              </p14:nvContentPartPr>
              <p14:xfrm>
                <a:off x="7309980" y="6169688"/>
                <a:ext cx="33840" cy="9864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2A906CF8-7C0D-1B3D-DF37-F737497EF1BF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7300980" y="6161048"/>
                  <a:ext cx="514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07353A37-15CF-2A0B-A214-D907E1647EDA}"/>
                    </a:ext>
                  </a:extLst>
                </p14:cNvPr>
                <p14:cNvContentPartPr/>
                <p14:nvPr/>
              </p14:nvContentPartPr>
              <p14:xfrm>
                <a:off x="7207020" y="6142328"/>
                <a:ext cx="201960" cy="1080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07353A37-15CF-2A0B-A214-D907E1647EDA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7198020" y="6133328"/>
                  <a:ext cx="21960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EF6FF7F7-3F13-E357-309E-09A7682EAFF6}"/>
              </a:ext>
            </a:extLst>
          </p:cNvPr>
          <p:cNvGrpSpPr/>
          <p:nvPr/>
        </p:nvGrpSpPr>
        <p:grpSpPr>
          <a:xfrm>
            <a:off x="7696620" y="5752088"/>
            <a:ext cx="1526040" cy="414720"/>
            <a:chOff x="7696620" y="5752088"/>
            <a:chExt cx="1526040" cy="41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FCAE2E2A-44EC-6694-016C-33A878F25FF1}"/>
                    </a:ext>
                  </a:extLst>
                </p14:cNvPr>
                <p14:cNvContentPartPr/>
                <p14:nvPr/>
              </p14:nvContentPartPr>
              <p14:xfrm>
                <a:off x="7696620" y="6051968"/>
                <a:ext cx="81000" cy="1656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FCAE2E2A-44EC-6694-016C-33A878F25FF1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7687980" y="6042968"/>
                  <a:ext cx="986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7B4D2866-D879-B338-EC65-2C85D75A0761}"/>
                    </a:ext>
                  </a:extLst>
                </p14:cNvPr>
                <p14:cNvContentPartPr/>
                <p14:nvPr/>
              </p14:nvContentPartPr>
              <p14:xfrm>
                <a:off x="7700580" y="6005888"/>
                <a:ext cx="61560" cy="648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7B4D2866-D879-B338-EC65-2C85D75A0761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7691580" y="5996888"/>
                  <a:ext cx="792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15250718-9EBA-89C4-5147-4A723746A95E}"/>
                    </a:ext>
                  </a:extLst>
                </p14:cNvPr>
                <p14:cNvContentPartPr/>
                <p14:nvPr/>
              </p14:nvContentPartPr>
              <p14:xfrm>
                <a:off x="7885620" y="5888168"/>
                <a:ext cx="243720" cy="26136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15250718-9EBA-89C4-5147-4A723746A95E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7876980" y="5879168"/>
                  <a:ext cx="2613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FF123F8E-A5A3-81A9-8FA4-E784AF9BAAF1}"/>
                    </a:ext>
                  </a:extLst>
                </p14:cNvPr>
                <p14:cNvContentPartPr/>
                <p14:nvPr/>
              </p14:nvContentPartPr>
              <p14:xfrm>
                <a:off x="7943940" y="5892128"/>
                <a:ext cx="98280" cy="27468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FF123F8E-A5A3-81A9-8FA4-E784AF9BAAF1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7934940" y="5883128"/>
                  <a:ext cx="1159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75F58F2D-40C6-51ED-6645-A0AB01564709}"/>
                    </a:ext>
                  </a:extLst>
                </p14:cNvPr>
                <p14:cNvContentPartPr/>
                <p14:nvPr/>
              </p14:nvContentPartPr>
              <p14:xfrm>
                <a:off x="8189460" y="5845328"/>
                <a:ext cx="118080" cy="32076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75F58F2D-40C6-51ED-6645-A0AB01564709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8180460" y="5836688"/>
                  <a:ext cx="13572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3B58969A-B4C1-0082-1EB2-E095C87A8BAC}"/>
                    </a:ext>
                  </a:extLst>
                </p14:cNvPr>
                <p14:cNvContentPartPr/>
                <p14:nvPr/>
              </p14:nvContentPartPr>
              <p14:xfrm>
                <a:off x="8297100" y="6010928"/>
                <a:ext cx="178920" cy="13572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3B58969A-B4C1-0082-1EB2-E095C87A8BAC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8288100" y="6001928"/>
                  <a:ext cx="1965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8D541876-49F2-5EAB-46DB-DE05ED654BE1}"/>
                    </a:ext>
                  </a:extLst>
                </p14:cNvPr>
                <p14:cNvContentPartPr/>
                <p14:nvPr/>
              </p14:nvContentPartPr>
              <p14:xfrm>
                <a:off x="8474940" y="5855048"/>
                <a:ext cx="107640" cy="20916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8D541876-49F2-5EAB-46DB-DE05ED654BE1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8466300" y="5846408"/>
                  <a:ext cx="1252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0A77D0F2-1251-00F4-B6CB-612C63307EE2}"/>
                    </a:ext>
                  </a:extLst>
                </p14:cNvPr>
                <p14:cNvContentPartPr/>
                <p14:nvPr/>
              </p14:nvContentPartPr>
              <p14:xfrm>
                <a:off x="8437140" y="5752088"/>
                <a:ext cx="5760" cy="468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0A77D0F2-1251-00F4-B6CB-612C63307EE2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8428500" y="5743088"/>
                  <a:ext cx="234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B493B9C0-CA48-5D79-F2EF-BF080E53A6D0}"/>
                    </a:ext>
                  </a:extLst>
                </p14:cNvPr>
                <p14:cNvContentPartPr/>
                <p14:nvPr/>
              </p14:nvContentPartPr>
              <p14:xfrm>
                <a:off x="8600580" y="5780888"/>
                <a:ext cx="187560" cy="11196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B493B9C0-CA48-5D79-F2EF-BF080E53A6D0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8591940" y="5771888"/>
                  <a:ext cx="2052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4D572228-56C9-0435-9442-100CE174E4F0}"/>
                    </a:ext>
                  </a:extLst>
                </p14:cNvPr>
                <p14:cNvContentPartPr/>
                <p14:nvPr/>
              </p14:nvContentPartPr>
              <p14:xfrm>
                <a:off x="8920260" y="5803208"/>
                <a:ext cx="25560" cy="8820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4D572228-56C9-0435-9442-100CE174E4F0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8911620" y="5794208"/>
                  <a:ext cx="432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60A76E27-0DF2-E21C-5D8D-A5FCB3FAB104}"/>
                    </a:ext>
                  </a:extLst>
                </p14:cNvPr>
                <p14:cNvContentPartPr/>
                <p14:nvPr/>
              </p14:nvContentPartPr>
              <p14:xfrm>
                <a:off x="8829900" y="5771168"/>
                <a:ext cx="147960" cy="2196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60A76E27-0DF2-E21C-5D8D-A5FCB3FAB104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8821260" y="5762528"/>
                  <a:ext cx="1656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41F140CC-A5F9-E9E6-7282-41BE19E8B79B}"/>
                    </a:ext>
                  </a:extLst>
                </p14:cNvPr>
                <p14:cNvContentPartPr/>
                <p14:nvPr/>
              </p14:nvContentPartPr>
              <p14:xfrm>
                <a:off x="9071100" y="5787728"/>
                <a:ext cx="151560" cy="33840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41F140CC-A5F9-E9E6-7282-41BE19E8B79B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9062100" y="5778728"/>
                  <a:ext cx="169200" cy="356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77982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43C1D02-9EF0-4B54-8F25-4B26995385E2}"/>
                  </a:ext>
                </a:extLst>
              </p14:cNvPr>
              <p14:cNvContentPartPr/>
              <p14:nvPr/>
            </p14:nvContentPartPr>
            <p14:xfrm>
              <a:off x="380700" y="1173224"/>
              <a:ext cx="190080" cy="239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43C1D02-9EF0-4B54-8F25-4B26995385E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1700" y="1164224"/>
                <a:ext cx="20772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DB6C61D-67C7-05A7-6C87-2079F7695DE0}"/>
                  </a:ext>
                </a:extLst>
              </p14:cNvPr>
              <p14:cNvContentPartPr/>
              <p14:nvPr/>
            </p14:nvContentPartPr>
            <p14:xfrm>
              <a:off x="421740" y="1180424"/>
              <a:ext cx="118800" cy="218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DB6C61D-67C7-05A7-6C87-2079F7695D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3100" y="1171424"/>
                <a:ext cx="13644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C43CB9C-C020-3484-8D38-A0520EC86438}"/>
                  </a:ext>
                </a:extLst>
              </p14:cNvPr>
              <p14:cNvContentPartPr/>
              <p14:nvPr/>
            </p14:nvContentPartPr>
            <p14:xfrm>
              <a:off x="586980" y="1354304"/>
              <a:ext cx="93600" cy="122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C43CB9C-C020-3484-8D38-A0520EC8643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8340" y="1345304"/>
                <a:ext cx="11124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5DC3E02-53AE-879F-A58F-6DC13441FD37}"/>
                  </a:ext>
                </a:extLst>
              </p14:cNvPr>
              <p14:cNvContentPartPr/>
              <p14:nvPr/>
            </p14:nvContentPartPr>
            <p14:xfrm>
              <a:off x="752580" y="1109144"/>
              <a:ext cx="72720" cy="319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5DC3E02-53AE-879F-A58F-6DC13441FD3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3580" y="1100504"/>
                <a:ext cx="9036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13FD89-611F-6678-84BD-21D8F9B6312A}"/>
                  </a:ext>
                </a:extLst>
              </p14:cNvPr>
              <p14:cNvContentPartPr/>
              <p14:nvPr/>
            </p14:nvContentPartPr>
            <p14:xfrm>
              <a:off x="824940" y="1340264"/>
              <a:ext cx="108720" cy="192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13FD89-611F-6678-84BD-21D8F9B6312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15940" y="1331624"/>
                <a:ext cx="12636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8F27D0C-A9B6-4AA4-3935-0BC5EBB40FA3}"/>
                  </a:ext>
                </a:extLst>
              </p14:cNvPr>
              <p14:cNvContentPartPr/>
              <p14:nvPr/>
            </p14:nvContentPartPr>
            <p14:xfrm>
              <a:off x="841500" y="1172864"/>
              <a:ext cx="4320" cy="3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8F27D0C-A9B6-4AA4-3935-0BC5EBB40FA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32500" y="1164224"/>
                <a:ext cx="2196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B6C4F82-50FE-CB9F-AA21-0D49D1A943D2}"/>
                  </a:ext>
                </a:extLst>
              </p14:cNvPr>
              <p14:cNvContentPartPr/>
              <p14:nvPr/>
            </p14:nvContentPartPr>
            <p14:xfrm>
              <a:off x="966060" y="1142624"/>
              <a:ext cx="243000" cy="229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B6C4F82-50FE-CB9F-AA21-0D49D1A943D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57420" y="1133984"/>
                <a:ext cx="26064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A63B97E-833A-8E6B-EC70-01A9D4B2341E}"/>
                  </a:ext>
                </a:extLst>
              </p14:cNvPr>
              <p14:cNvContentPartPr/>
              <p14:nvPr/>
            </p14:nvContentPartPr>
            <p14:xfrm>
              <a:off x="1168740" y="1059824"/>
              <a:ext cx="162360" cy="372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A63B97E-833A-8E6B-EC70-01A9D4B2341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59740" y="1051184"/>
                <a:ext cx="180000" cy="39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7D17458-0A1B-E2D8-4B3D-567360F5243F}"/>
                  </a:ext>
                </a:extLst>
              </p14:cNvPr>
              <p14:cNvContentPartPr/>
              <p14:nvPr/>
            </p14:nvContentPartPr>
            <p14:xfrm>
              <a:off x="1480140" y="1247024"/>
              <a:ext cx="88920" cy="216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7D17458-0A1B-E2D8-4B3D-567360F5243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471140" y="1238024"/>
                <a:ext cx="10656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EE13429-5B0D-4E27-A84C-AC3C3D9D0156}"/>
                  </a:ext>
                </a:extLst>
              </p14:cNvPr>
              <p14:cNvContentPartPr/>
              <p14:nvPr/>
            </p14:nvContentPartPr>
            <p14:xfrm>
              <a:off x="1458540" y="1218584"/>
              <a:ext cx="79200" cy="54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EE13429-5B0D-4E27-A84C-AC3C3D9D015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449900" y="1209944"/>
                <a:ext cx="9684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E990195-184D-5504-69D5-FF91A3E61AFF}"/>
                  </a:ext>
                </a:extLst>
              </p14:cNvPr>
              <p14:cNvContentPartPr/>
              <p14:nvPr/>
            </p14:nvContentPartPr>
            <p14:xfrm>
              <a:off x="1641060" y="1117784"/>
              <a:ext cx="166680" cy="2484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E990195-184D-5504-69D5-FF91A3E61AF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32060" y="1108784"/>
                <a:ext cx="18432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8EA5F01-8983-4A2D-CDFB-1C64AE19A309}"/>
                  </a:ext>
                </a:extLst>
              </p14:cNvPr>
              <p14:cNvContentPartPr/>
              <p14:nvPr/>
            </p14:nvContentPartPr>
            <p14:xfrm>
              <a:off x="1610820" y="1032824"/>
              <a:ext cx="244080" cy="157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8EA5F01-8983-4A2D-CDFB-1C64AE19A30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601820" y="1024184"/>
                <a:ext cx="26172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CBC702B-D36E-3D17-167C-1CB9DF8A71EB}"/>
                  </a:ext>
                </a:extLst>
              </p14:cNvPr>
              <p14:cNvContentPartPr/>
              <p14:nvPr/>
            </p14:nvContentPartPr>
            <p14:xfrm>
              <a:off x="1683180" y="1188704"/>
              <a:ext cx="163440" cy="370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CBC702B-D36E-3D17-167C-1CB9DF8A71E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674180" y="1180064"/>
                <a:ext cx="18108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49A4617-7B51-FD44-76B1-121146E147C7}"/>
                  </a:ext>
                </a:extLst>
              </p14:cNvPr>
              <p14:cNvContentPartPr/>
              <p14:nvPr/>
            </p14:nvContentPartPr>
            <p14:xfrm>
              <a:off x="1925820" y="947864"/>
              <a:ext cx="97560" cy="3974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49A4617-7B51-FD44-76B1-121146E147C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917180" y="938864"/>
                <a:ext cx="11520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A9476CD-EAAD-A48A-C412-C85D29B394C1}"/>
                  </a:ext>
                </a:extLst>
              </p14:cNvPr>
              <p14:cNvContentPartPr/>
              <p14:nvPr/>
            </p14:nvContentPartPr>
            <p14:xfrm>
              <a:off x="2106540" y="1038944"/>
              <a:ext cx="267840" cy="1882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A9476CD-EAAD-A48A-C412-C85D29B394C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097900" y="1030304"/>
                <a:ext cx="28548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2E708F1-6369-B818-6302-0B36A9F0FEBC}"/>
                  </a:ext>
                </a:extLst>
              </p14:cNvPr>
              <p14:cNvContentPartPr/>
              <p14:nvPr/>
            </p14:nvContentPartPr>
            <p14:xfrm>
              <a:off x="2195100" y="1299584"/>
              <a:ext cx="102600" cy="518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2E708F1-6369-B818-6302-0B36A9F0FEB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186460" y="1290944"/>
                <a:ext cx="12024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6C6A26C-93C8-DA1A-6309-B0EE49BE4C9B}"/>
                  </a:ext>
                </a:extLst>
              </p14:cNvPr>
              <p14:cNvContentPartPr/>
              <p14:nvPr/>
            </p14:nvContentPartPr>
            <p14:xfrm>
              <a:off x="2483100" y="1127504"/>
              <a:ext cx="130320" cy="83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6C6A26C-93C8-DA1A-6309-B0EE49BE4C9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474460" y="1118504"/>
                <a:ext cx="14796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E39A386-9E54-07CE-6AC6-9F6B1FCD85A8}"/>
                  </a:ext>
                </a:extLst>
              </p14:cNvPr>
              <p14:cNvContentPartPr/>
              <p14:nvPr/>
            </p14:nvContentPartPr>
            <p14:xfrm>
              <a:off x="2524140" y="1142984"/>
              <a:ext cx="57960" cy="788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E39A386-9E54-07CE-6AC6-9F6B1FCD85A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515500" y="1134344"/>
                <a:ext cx="7560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50FC514-7516-EF91-30AC-F66A307C80C0}"/>
                  </a:ext>
                </a:extLst>
              </p14:cNvPr>
              <p14:cNvContentPartPr/>
              <p14:nvPr/>
            </p14:nvContentPartPr>
            <p14:xfrm>
              <a:off x="2617740" y="1034984"/>
              <a:ext cx="135360" cy="216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50FC514-7516-EF91-30AC-F66A307C80C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608740" y="1026344"/>
                <a:ext cx="15300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28C4300-FEC0-6BB6-52B3-10B3A7AA7D12}"/>
                  </a:ext>
                </a:extLst>
              </p14:cNvPr>
              <p14:cNvContentPartPr/>
              <p14:nvPr/>
            </p14:nvContentPartPr>
            <p14:xfrm>
              <a:off x="2754900" y="1145864"/>
              <a:ext cx="112680" cy="522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28C4300-FEC0-6BB6-52B3-10B3A7AA7D1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746260" y="1136864"/>
                <a:ext cx="13032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6CA3467-8CC6-5FCD-8456-9A83F50D3DB3}"/>
                  </a:ext>
                </a:extLst>
              </p14:cNvPr>
              <p14:cNvContentPartPr/>
              <p14:nvPr/>
            </p14:nvContentPartPr>
            <p14:xfrm>
              <a:off x="2841660" y="1002584"/>
              <a:ext cx="157320" cy="2656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6CA3467-8CC6-5FCD-8456-9A83F50D3DB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832660" y="993944"/>
                <a:ext cx="17496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9324FC0-2E3A-3802-9B66-373F4B00E5FE}"/>
                  </a:ext>
                </a:extLst>
              </p14:cNvPr>
              <p14:cNvContentPartPr/>
              <p14:nvPr/>
            </p14:nvContentPartPr>
            <p14:xfrm>
              <a:off x="3127500" y="1002224"/>
              <a:ext cx="124920" cy="2145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9324FC0-2E3A-3802-9B66-373F4B00E5F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118500" y="993584"/>
                <a:ext cx="14256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2D3D45B-1B4D-05D9-49EE-9980DA73E347}"/>
                  </a:ext>
                </a:extLst>
              </p14:cNvPr>
              <p14:cNvContentPartPr/>
              <p14:nvPr/>
            </p14:nvContentPartPr>
            <p14:xfrm>
              <a:off x="3339900" y="931664"/>
              <a:ext cx="62280" cy="2955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2D3D45B-1B4D-05D9-49EE-9980DA73E34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331260" y="922664"/>
                <a:ext cx="7992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B73C25C-9DDE-A41B-1C15-B178BE22701C}"/>
                  </a:ext>
                </a:extLst>
              </p14:cNvPr>
              <p14:cNvContentPartPr/>
              <p14:nvPr/>
            </p14:nvContentPartPr>
            <p14:xfrm>
              <a:off x="3456180" y="997544"/>
              <a:ext cx="60480" cy="2142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B73C25C-9DDE-A41B-1C15-B178BE22701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447180" y="988544"/>
                <a:ext cx="781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35B132A-6173-FBF3-C88D-ABCADAE54ECC}"/>
                  </a:ext>
                </a:extLst>
              </p14:cNvPr>
              <p14:cNvContentPartPr/>
              <p14:nvPr/>
            </p14:nvContentPartPr>
            <p14:xfrm>
              <a:off x="3454740" y="1130384"/>
              <a:ext cx="83520" cy="9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35B132A-6173-FBF3-C88D-ABCADAE54EC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445740" y="1121384"/>
                <a:ext cx="10116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74C2559-5536-FF05-41AA-B83BD4B32D1C}"/>
                  </a:ext>
                </a:extLst>
              </p14:cNvPr>
              <p14:cNvContentPartPr/>
              <p14:nvPr/>
            </p14:nvContentPartPr>
            <p14:xfrm>
              <a:off x="3631500" y="1122104"/>
              <a:ext cx="52200" cy="43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74C2559-5536-FF05-41AA-B83BD4B32D1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622500" y="1113464"/>
                <a:ext cx="6984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21E8C42-671F-D2FB-45B4-63A2E8CADD9B}"/>
                  </a:ext>
                </a:extLst>
              </p14:cNvPr>
              <p14:cNvContentPartPr/>
              <p14:nvPr/>
            </p14:nvContentPartPr>
            <p14:xfrm>
              <a:off x="3759660" y="1065224"/>
              <a:ext cx="132480" cy="1022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21E8C42-671F-D2FB-45B4-63A2E8CADD9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750660" y="1056224"/>
                <a:ext cx="15012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AA812FF-27B8-C995-CE31-D19B030D5B9E}"/>
                  </a:ext>
                </a:extLst>
              </p14:cNvPr>
              <p14:cNvContentPartPr/>
              <p14:nvPr/>
            </p14:nvContentPartPr>
            <p14:xfrm>
              <a:off x="3932820" y="1002584"/>
              <a:ext cx="70560" cy="1429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AA812FF-27B8-C995-CE31-D19B030D5B9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923820" y="993944"/>
                <a:ext cx="8820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FEB5224-E3CC-3F48-9BC9-47D23EEB2281}"/>
                  </a:ext>
                </a:extLst>
              </p14:cNvPr>
              <p14:cNvContentPartPr/>
              <p14:nvPr/>
            </p14:nvContentPartPr>
            <p14:xfrm>
              <a:off x="3851460" y="968744"/>
              <a:ext cx="164880" cy="338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FEB5224-E3CC-3F48-9BC9-47D23EEB228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842460" y="960104"/>
                <a:ext cx="18252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16307D4-3D43-F908-BBFF-C3B924256F84}"/>
                  </a:ext>
                </a:extLst>
              </p14:cNvPr>
              <p14:cNvContentPartPr/>
              <p14:nvPr/>
            </p14:nvContentPartPr>
            <p14:xfrm>
              <a:off x="4000140" y="881984"/>
              <a:ext cx="144720" cy="2984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16307D4-3D43-F908-BBFF-C3B924256F8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991500" y="872984"/>
                <a:ext cx="16236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77F4AF7-5F45-0B56-726F-13AE296591B0}"/>
                  </a:ext>
                </a:extLst>
              </p14:cNvPr>
              <p14:cNvContentPartPr/>
              <p14:nvPr/>
            </p14:nvContentPartPr>
            <p14:xfrm>
              <a:off x="4145580" y="846704"/>
              <a:ext cx="136080" cy="3445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77F4AF7-5F45-0B56-726F-13AE296591B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136940" y="838064"/>
                <a:ext cx="15372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BC3CE6F-952E-FC10-2C02-5763E6B8E8D9}"/>
                  </a:ext>
                </a:extLst>
              </p14:cNvPr>
              <p14:cNvContentPartPr/>
              <p14:nvPr/>
            </p14:nvContentPartPr>
            <p14:xfrm>
              <a:off x="1543140" y="1828784"/>
              <a:ext cx="69840" cy="57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BC3CE6F-952E-FC10-2C02-5763E6B8E8D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534500" y="1820144"/>
                <a:ext cx="8748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7812B57-0428-5900-A454-326129846D8C}"/>
                  </a:ext>
                </a:extLst>
              </p14:cNvPr>
              <p14:cNvContentPartPr/>
              <p14:nvPr/>
            </p14:nvContentPartPr>
            <p14:xfrm>
              <a:off x="1541700" y="1769384"/>
              <a:ext cx="74160" cy="79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7812B57-0428-5900-A454-326129846D8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533060" y="1760744"/>
                <a:ext cx="9180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DCA36FB-07A9-F7FC-8477-507CE28F1F73}"/>
                  </a:ext>
                </a:extLst>
              </p14:cNvPr>
              <p14:cNvContentPartPr/>
              <p14:nvPr/>
            </p14:nvContentPartPr>
            <p14:xfrm>
              <a:off x="1760580" y="1609904"/>
              <a:ext cx="276480" cy="2505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DCA36FB-07A9-F7FC-8477-507CE28F1F7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751940" y="1600904"/>
                <a:ext cx="29412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447B26D-1AD1-C555-1234-089D7474C307}"/>
                  </a:ext>
                </a:extLst>
              </p14:cNvPr>
              <p14:cNvContentPartPr/>
              <p14:nvPr/>
            </p14:nvContentPartPr>
            <p14:xfrm>
              <a:off x="1837980" y="1940024"/>
              <a:ext cx="122040" cy="576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447B26D-1AD1-C555-1234-089D7474C30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828980" y="1931384"/>
                <a:ext cx="13968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46C0879-807B-3440-1837-E3646047AFF6}"/>
                  </a:ext>
                </a:extLst>
              </p14:cNvPr>
              <p14:cNvContentPartPr/>
              <p14:nvPr/>
            </p14:nvContentPartPr>
            <p14:xfrm>
              <a:off x="2202660" y="1719704"/>
              <a:ext cx="117360" cy="1008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46C0879-807B-3440-1837-E3646047AFF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193660" y="1710704"/>
                <a:ext cx="13500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A7A5344-8B87-6DF5-6F33-E538D7A8ED9F}"/>
                  </a:ext>
                </a:extLst>
              </p14:cNvPr>
              <p14:cNvContentPartPr/>
              <p14:nvPr/>
            </p14:nvContentPartPr>
            <p14:xfrm>
              <a:off x="2246220" y="1735184"/>
              <a:ext cx="50400" cy="1036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A7A5344-8B87-6DF5-6F33-E538D7A8ED9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237220" y="1726544"/>
                <a:ext cx="6804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0354073-5DF4-C62D-F9BA-0A3F40FE6438}"/>
                  </a:ext>
                </a:extLst>
              </p14:cNvPr>
              <p14:cNvContentPartPr/>
              <p14:nvPr/>
            </p14:nvContentPartPr>
            <p14:xfrm>
              <a:off x="2378700" y="1589384"/>
              <a:ext cx="98640" cy="2610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0354073-5DF4-C62D-F9BA-0A3F40FE643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370060" y="1580384"/>
                <a:ext cx="11628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BABDBBB-C285-03FC-BEAE-B233EDC95152}"/>
                  </a:ext>
                </a:extLst>
              </p14:cNvPr>
              <p14:cNvContentPartPr/>
              <p14:nvPr/>
            </p14:nvContentPartPr>
            <p14:xfrm>
              <a:off x="2492820" y="1730144"/>
              <a:ext cx="151560" cy="612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BABDBBB-C285-03FC-BEAE-B233EDC9515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483820" y="1721144"/>
                <a:ext cx="16920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4F35C1C-70ED-B249-5EF1-27014743E536}"/>
                  </a:ext>
                </a:extLst>
              </p14:cNvPr>
              <p14:cNvContentPartPr/>
              <p14:nvPr/>
            </p14:nvContentPartPr>
            <p14:xfrm>
              <a:off x="2602620" y="1573184"/>
              <a:ext cx="114840" cy="2667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4F35C1C-70ED-B249-5EF1-27014743E53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593980" y="1564184"/>
                <a:ext cx="13248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C46E78A-49CC-6103-BB8B-87F9813E17B3}"/>
                  </a:ext>
                </a:extLst>
              </p14:cNvPr>
              <p14:cNvContentPartPr/>
              <p14:nvPr/>
            </p14:nvContentPartPr>
            <p14:xfrm>
              <a:off x="2979900" y="1579304"/>
              <a:ext cx="55080" cy="2142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C46E78A-49CC-6103-BB8B-87F9813E17B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971260" y="1570664"/>
                <a:ext cx="727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9D215D7-B87A-6E50-4580-CC67A0D7F55E}"/>
                  </a:ext>
                </a:extLst>
              </p14:cNvPr>
              <p14:cNvContentPartPr/>
              <p14:nvPr/>
            </p14:nvContentPartPr>
            <p14:xfrm>
              <a:off x="2892420" y="1505504"/>
              <a:ext cx="257040" cy="1450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F9D215D7-B87A-6E50-4580-CC67A0D7F55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883420" y="1496864"/>
                <a:ext cx="27468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B9ACDE6-A8BD-74BB-C521-FCFC9813C54C}"/>
                  </a:ext>
                </a:extLst>
              </p14:cNvPr>
              <p14:cNvContentPartPr/>
              <p14:nvPr/>
            </p14:nvContentPartPr>
            <p14:xfrm>
              <a:off x="2961180" y="1637264"/>
              <a:ext cx="167400" cy="381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B9ACDE6-A8BD-74BB-C521-FCFC9813C54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952180" y="1628624"/>
                <a:ext cx="18504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6A6F9FF-6079-27C4-CC9C-7A6665C96581}"/>
                  </a:ext>
                </a:extLst>
              </p14:cNvPr>
              <p14:cNvContentPartPr/>
              <p14:nvPr/>
            </p14:nvContentPartPr>
            <p14:xfrm>
              <a:off x="3257820" y="1486424"/>
              <a:ext cx="93240" cy="3369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6A6F9FF-6079-27C4-CC9C-7A6665C9658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249180" y="1477784"/>
                <a:ext cx="11088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6AF7D460-7D54-A6F7-1C29-E7F595238B72}"/>
                  </a:ext>
                </a:extLst>
              </p14:cNvPr>
              <p14:cNvContentPartPr/>
              <p14:nvPr/>
            </p14:nvContentPartPr>
            <p14:xfrm>
              <a:off x="3431700" y="1535744"/>
              <a:ext cx="116280" cy="1792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6AF7D460-7D54-A6F7-1C29-E7F595238B7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422700" y="1527104"/>
                <a:ext cx="13392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7A11197-CD34-AA3D-45DB-F98E004E9F18}"/>
                  </a:ext>
                </a:extLst>
              </p14:cNvPr>
              <p14:cNvContentPartPr/>
              <p14:nvPr/>
            </p14:nvContentPartPr>
            <p14:xfrm>
              <a:off x="3625020" y="1503704"/>
              <a:ext cx="60840" cy="1915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7A11197-CD34-AA3D-45DB-F98E004E9F1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616020" y="1494704"/>
                <a:ext cx="7848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6617C4A4-A427-143D-B472-72613669A1B7}"/>
                  </a:ext>
                </a:extLst>
              </p14:cNvPr>
              <p14:cNvContentPartPr/>
              <p14:nvPr/>
            </p14:nvContentPartPr>
            <p14:xfrm>
              <a:off x="3755700" y="1499024"/>
              <a:ext cx="65160" cy="1857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6617C4A4-A427-143D-B472-72613669A1B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747060" y="1490024"/>
                <a:ext cx="8280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C6CD4A9-6D03-188E-7844-2A08744FFDAD}"/>
                  </a:ext>
                </a:extLst>
              </p14:cNvPr>
              <p14:cNvContentPartPr/>
              <p14:nvPr/>
            </p14:nvContentPartPr>
            <p14:xfrm>
              <a:off x="3729060" y="1589744"/>
              <a:ext cx="95040" cy="183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C6CD4A9-6D03-188E-7844-2A08744FFDA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720060" y="1581104"/>
                <a:ext cx="1126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520F6C16-F45A-33F5-8BED-09B3C2B4E390}"/>
                  </a:ext>
                </a:extLst>
              </p14:cNvPr>
              <p14:cNvContentPartPr/>
              <p14:nvPr/>
            </p14:nvContentPartPr>
            <p14:xfrm>
              <a:off x="3901140" y="1581464"/>
              <a:ext cx="88920" cy="129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520F6C16-F45A-33F5-8BED-09B3C2B4E390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892500" y="1572464"/>
                <a:ext cx="10656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140750BA-D6B2-FF79-BFD8-7B07634EC60A}"/>
                  </a:ext>
                </a:extLst>
              </p14:cNvPr>
              <p14:cNvContentPartPr/>
              <p14:nvPr/>
            </p14:nvContentPartPr>
            <p14:xfrm>
              <a:off x="4052340" y="1553384"/>
              <a:ext cx="106560" cy="644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140750BA-D6B2-FF79-BFD8-7B07634EC60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043340" y="1544744"/>
                <a:ext cx="12420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A1C218B-7B8E-2B96-83D5-A2ECD8C03B47}"/>
                  </a:ext>
                </a:extLst>
              </p14:cNvPr>
              <p14:cNvContentPartPr/>
              <p14:nvPr/>
            </p14:nvContentPartPr>
            <p14:xfrm>
              <a:off x="4234140" y="1496144"/>
              <a:ext cx="50400" cy="1173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A1C218B-7B8E-2B96-83D5-A2ECD8C03B4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225140" y="1487504"/>
                <a:ext cx="6804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79AF60D-8ACB-FC5D-E2DD-269C773814C8}"/>
                  </a:ext>
                </a:extLst>
              </p14:cNvPr>
              <p14:cNvContentPartPr/>
              <p14:nvPr/>
            </p14:nvContentPartPr>
            <p14:xfrm>
              <a:off x="4064220" y="1445744"/>
              <a:ext cx="248400" cy="201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779AF60D-8ACB-FC5D-E2DD-269C773814C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055220" y="1437104"/>
                <a:ext cx="2660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DF4ADE3-DC0E-EB55-A757-89CDA850025E}"/>
                  </a:ext>
                </a:extLst>
              </p14:cNvPr>
              <p14:cNvContentPartPr/>
              <p14:nvPr/>
            </p14:nvContentPartPr>
            <p14:xfrm>
              <a:off x="4301460" y="1376624"/>
              <a:ext cx="141840" cy="2775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DF4ADE3-DC0E-EB55-A757-89CDA850025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292820" y="1367984"/>
                <a:ext cx="15948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0183CDF-FDDA-3224-B1DC-D0FD4CFE9DCE}"/>
                  </a:ext>
                </a:extLst>
              </p14:cNvPr>
              <p14:cNvContentPartPr/>
              <p14:nvPr/>
            </p14:nvContentPartPr>
            <p14:xfrm>
              <a:off x="4472820" y="1329824"/>
              <a:ext cx="114120" cy="3427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0183CDF-FDDA-3224-B1DC-D0FD4CFE9DCE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463820" y="1321184"/>
                <a:ext cx="13176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A4D7AC07-4FEC-D086-6199-EA6EC4963205}"/>
                  </a:ext>
                </a:extLst>
              </p14:cNvPr>
              <p14:cNvContentPartPr/>
              <p14:nvPr/>
            </p14:nvContentPartPr>
            <p14:xfrm>
              <a:off x="1626300" y="2348264"/>
              <a:ext cx="113400" cy="223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A4D7AC07-4FEC-D086-6199-EA6EC4963205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617660" y="2339624"/>
                <a:ext cx="13104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3761D50-BBD1-E171-C866-1FF26A2A8EE9}"/>
                  </a:ext>
                </a:extLst>
              </p14:cNvPr>
              <p14:cNvContentPartPr/>
              <p14:nvPr/>
            </p14:nvContentPartPr>
            <p14:xfrm>
              <a:off x="1646100" y="2306504"/>
              <a:ext cx="73800" cy="57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3761D50-BBD1-E171-C866-1FF26A2A8EE9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637460" y="2297864"/>
                <a:ext cx="914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ED1B0D4C-49AF-B5E9-7094-4D88BC26D916}"/>
                  </a:ext>
                </a:extLst>
              </p14:cNvPr>
              <p14:cNvContentPartPr/>
              <p14:nvPr/>
            </p14:nvContentPartPr>
            <p14:xfrm>
              <a:off x="1875780" y="2130104"/>
              <a:ext cx="295560" cy="2077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ED1B0D4C-49AF-B5E9-7094-4D88BC26D91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866780" y="2121104"/>
                <a:ext cx="31320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95587682-B0B4-3FD7-4A09-53AC549CB544}"/>
                  </a:ext>
                </a:extLst>
              </p14:cNvPr>
              <p14:cNvContentPartPr/>
              <p14:nvPr/>
            </p14:nvContentPartPr>
            <p14:xfrm>
              <a:off x="1943100" y="2431424"/>
              <a:ext cx="131400" cy="637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95587682-B0B4-3FD7-4A09-53AC549CB544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934460" y="2422784"/>
                <a:ext cx="14904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41109BC-F7C2-0E4E-E70A-CAF75B79CA20}"/>
                  </a:ext>
                </a:extLst>
              </p14:cNvPr>
              <p14:cNvContentPartPr/>
              <p14:nvPr/>
            </p14:nvContentPartPr>
            <p14:xfrm>
              <a:off x="2269980" y="2207864"/>
              <a:ext cx="131760" cy="928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41109BC-F7C2-0E4E-E70A-CAF75B79CA2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261340" y="2198864"/>
                <a:ext cx="14940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5E4DDADC-2151-450A-80A1-9970045D4575}"/>
                  </a:ext>
                </a:extLst>
              </p14:cNvPr>
              <p14:cNvContentPartPr/>
              <p14:nvPr/>
            </p14:nvContentPartPr>
            <p14:xfrm>
              <a:off x="2309940" y="2223704"/>
              <a:ext cx="74880" cy="936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5E4DDADC-2151-450A-80A1-9970045D4575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300940" y="2214704"/>
                <a:ext cx="9252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3683167-B494-C066-5D4D-C11BF53BC180}"/>
                  </a:ext>
                </a:extLst>
              </p14:cNvPr>
              <p14:cNvContentPartPr/>
              <p14:nvPr/>
            </p14:nvContentPartPr>
            <p14:xfrm>
              <a:off x="2446380" y="2093744"/>
              <a:ext cx="123840" cy="2617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3683167-B494-C066-5D4D-C11BF53BC18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437740" y="2085104"/>
                <a:ext cx="14148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D598AFDB-7C38-39F5-B59C-8D3641143BF0}"/>
                  </a:ext>
                </a:extLst>
              </p14:cNvPr>
              <p14:cNvContentPartPr/>
              <p14:nvPr/>
            </p14:nvContentPartPr>
            <p14:xfrm>
              <a:off x="2566260" y="2243864"/>
              <a:ext cx="145800" cy="619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D598AFDB-7C38-39F5-B59C-8D3641143BF0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557620" y="2234864"/>
                <a:ext cx="16344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A3204A36-44F2-EEEF-72BB-BBDC0CAC66DD}"/>
                  </a:ext>
                </a:extLst>
              </p14:cNvPr>
              <p14:cNvContentPartPr/>
              <p14:nvPr/>
            </p14:nvContentPartPr>
            <p14:xfrm>
              <a:off x="2685780" y="2077904"/>
              <a:ext cx="133920" cy="2602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A3204A36-44F2-EEEF-72BB-BBDC0CAC66D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677140" y="2069264"/>
                <a:ext cx="15156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0A0CAC52-B7DB-9B2A-23F1-998DA209FC69}"/>
                  </a:ext>
                </a:extLst>
              </p14:cNvPr>
              <p14:cNvContentPartPr/>
              <p14:nvPr/>
            </p14:nvContentPartPr>
            <p14:xfrm>
              <a:off x="2949660" y="2187344"/>
              <a:ext cx="177840" cy="13068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0A0CAC52-B7DB-9B2A-23F1-998DA209FC69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941020" y="2178704"/>
                <a:ext cx="19548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39858E1-8749-0E77-CBE5-FEF1243E03ED}"/>
                  </a:ext>
                </a:extLst>
              </p14:cNvPr>
              <p14:cNvContentPartPr/>
              <p14:nvPr/>
            </p14:nvContentPartPr>
            <p14:xfrm>
              <a:off x="3135780" y="2093744"/>
              <a:ext cx="122040" cy="151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39858E1-8749-0E77-CBE5-FEF1243E03ED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126780" y="2085104"/>
                <a:ext cx="13968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BE171D3F-A6D8-46EB-03B1-6AAAABE495C2}"/>
                  </a:ext>
                </a:extLst>
              </p14:cNvPr>
              <p14:cNvContentPartPr/>
              <p14:nvPr/>
            </p14:nvContentPartPr>
            <p14:xfrm>
              <a:off x="3327300" y="2057024"/>
              <a:ext cx="120600" cy="1627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BE171D3F-A6D8-46EB-03B1-6AAAABE495C2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318300" y="2048024"/>
                <a:ext cx="13824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9D3DB54-A7D2-05E9-3A6D-ECAFD2C4670D}"/>
                  </a:ext>
                </a:extLst>
              </p14:cNvPr>
              <p14:cNvContentPartPr/>
              <p14:nvPr/>
            </p14:nvContentPartPr>
            <p14:xfrm>
              <a:off x="3340260" y="1960904"/>
              <a:ext cx="6480" cy="864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09D3DB54-A7D2-05E9-3A6D-ECAFD2C4670D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331620" y="1951904"/>
                <a:ext cx="2412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ABC10F32-BDE3-4A50-1AFB-A6E9B70D97C0}"/>
                  </a:ext>
                </a:extLst>
              </p14:cNvPr>
              <p14:cNvContentPartPr/>
              <p14:nvPr/>
            </p14:nvContentPartPr>
            <p14:xfrm>
              <a:off x="3475620" y="1942904"/>
              <a:ext cx="213840" cy="1292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ABC10F32-BDE3-4A50-1AFB-A6E9B70D97C0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466620" y="1933904"/>
                <a:ext cx="23148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D718815B-0641-E120-BDC2-5883DE8F4DE0}"/>
                  </a:ext>
                </a:extLst>
              </p14:cNvPr>
              <p14:cNvContentPartPr/>
              <p14:nvPr/>
            </p14:nvContentPartPr>
            <p14:xfrm>
              <a:off x="3766500" y="1963064"/>
              <a:ext cx="33480" cy="900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D718815B-0641-E120-BDC2-5883DE8F4DE0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757500" y="1954064"/>
                <a:ext cx="5112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243BE946-0741-AC7A-618D-DB7C81DF382B}"/>
                  </a:ext>
                </a:extLst>
              </p14:cNvPr>
              <p14:cNvContentPartPr/>
              <p14:nvPr/>
            </p14:nvContentPartPr>
            <p14:xfrm>
              <a:off x="3668220" y="1906184"/>
              <a:ext cx="171360" cy="216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243BE946-0741-AC7A-618D-DB7C81DF382B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659220" y="1897544"/>
                <a:ext cx="1890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9913D09F-D95A-118D-68F2-9078A53EFD32}"/>
                  </a:ext>
                </a:extLst>
              </p14:cNvPr>
              <p14:cNvContentPartPr/>
              <p14:nvPr/>
            </p14:nvContentPartPr>
            <p14:xfrm>
              <a:off x="3901500" y="1974944"/>
              <a:ext cx="154440" cy="561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9913D09F-D95A-118D-68F2-9078A53EFD32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892860" y="1965944"/>
                <a:ext cx="17208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3B63C09-6D3E-10D1-931E-850D471421D3}"/>
                  </a:ext>
                </a:extLst>
              </p14:cNvPr>
              <p14:cNvContentPartPr/>
              <p14:nvPr/>
            </p14:nvContentPartPr>
            <p14:xfrm>
              <a:off x="4203180" y="2234144"/>
              <a:ext cx="120240" cy="684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3B63C09-6D3E-10D1-931E-850D471421D3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4194540" y="2225144"/>
                <a:ext cx="13788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1BD438B0-7FEB-92A3-F5A7-EB259C8655D1}"/>
                  </a:ext>
                </a:extLst>
              </p14:cNvPr>
              <p14:cNvContentPartPr/>
              <p14:nvPr/>
            </p14:nvContentPartPr>
            <p14:xfrm>
              <a:off x="4203180" y="2167544"/>
              <a:ext cx="119520" cy="97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1BD438B0-7FEB-92A3-F5A7-EB259C8655D1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194540" y="2158904"/>
                <a:ext cx="13716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4ED9399B-7E1F-A167-ECF5-CE76CAAAE927}"/>
                  </a:ext>
                </a:extLst>
              </p14:cNvPr>
              <p14:cNvContentPartPr/>
              <p14:nvPr/>
            </p14:nvContentPartPr>
            <p14:xfrm>
              <a:off x="4579740" y="2019224"/>
              <a:ext cx="213840" cy="2685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4ED9399B-7E1F-A167-ECF5-CE76CAAAE927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571100" y="2010584"/>
                <a:ext cx="23148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FD202448-7200-B9E4-B0B8-314F81AD76EC}"/>
                  </a:ext>
                </a:extLst>
              </p14:cNvPr>
              <p14:cNvContentPartPr/>
              <p14:nvPr/>
            </p14:nvContentPartPr>
            <p14:xfrm>
              <a:off x="4626900" y="2029304"/>
              <a:ext cx="96120" cy="2379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FD202448-7200-B9E4-B0B8-314F81AD76EC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4617900" y="2020664"/>
                <a:ext cx="11376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BD86EA28-13A4-350A-3B3C-628462C26825}"/>
                  </a:ext>
                </a:extLst>
              </p14:cNvPr>
              <p14:cNvContentPartPr/>
              <p14:nvPr/>
            </p14:nvContentPartPr>
            <p14:xfrm>
              <a:off x="4852620" y="1959824"/>
              <a:ext cx="77040" cy="2937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BD86EA28-13A4-350A-3B3C-628462C26825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843980" y="1950824"/>
                <a:ext cx="9468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E8FE537B-EAAD-7D59-1086-AD0C4811BB06}"/>
                  </a:ext>
                </a:extLst>
              </p14:cNvPr>
              <p14:cNvContentPartPr/>
              <p14:nvPr/>
            </p14:nvContentPartPr>
            <p14:xfrm>
              <a:off x="4976100" y="2114984"/>
              <a:ext cx="148320" cy="13572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E8FE537B-EAAD-7D59-1086-AD0C4811BB06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4967460" y="2106344"/>
                <a:ext cx="16596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73C2A458-04C1-6466-CB34-D43354AB4500}"/>
                  </a:ext>
                </a:extLst>
              </p14:cNvPr>
              <p14:cNvContentPartPr/>
              <p14:nvPr/>
            </p14:nvContentPartPr>
            <p14:xfrm>
              <a:off x="5169780" y="1974224"/>
              <a:ext cx="92160" cy="1962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73C2A458-04C1-6466-CB34-D43354AB4500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161140" y="1965224"/>
                <a:ext cx="10980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408625AF-0D21-46CC-D745-363A6969C16C}"/>
                  </a:ext>
                </a:extLst>
              </p14:cNvPr>
              <p14:cNvContentPartPr/>
              <p14:nvPr/>
            </p14:nvContentPartPr>
            <p14:xfrm>
              <a:off x="5132700" y="1866944"/>
              <a:ext cx="9360" cy="36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408625AF-0D21-46CC-D745-363A6969C16C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124060" y="1858304"/>
                <a:ext cx="270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E833E340-738D-0B11-284D-9978648571BA}"/>
                  </a:ext>
                </a:extLst>
              </p14:cNvPr>
              <p14:cNvContentPartPr/>
              <p14:nvPr/>
            </p14:nvContentPartPr>
            <p14:xfrm>
              <a:off x="5262660" y="1902944"/>
              <a:ext cx="187920" cy="982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E833E340-738D-0B11-284D-9978648571BA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254020" y="1893944"/>
                <a:ext cx="20556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27BEE419-DA85-74C1-E7A2-DB1A113094EB}"/>
                  </a:ext>
                </a:extLst>
              </p14:cNvPr>
              <p14:cNvContentPartPr/>
              <p14:nvPr/>
            </p14:nvContentPartPr>
            <p14:xfrm>
              <a:off x="5501700" y="1906904"/>
              <a:ext cx="131040" cy="3139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27BEE419-DA85-74C1-E7A2-DB1A113094EB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493060" y="1897904"/>
                <a:ext cx="14868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AB4CA5F5-F360-DC55-AC9A-42A470A668AF}"/>
                  </a:ext>
                </a:extLst>
              </p14:cNvPr>
              <p14:cNvContentPartPr/>
              <p14:nvPr/>
            </p14:nvContentPartPr>
            <p14:xfrm>
              <a:off x="5724540" y="1920584"/>
              <a:ext cx="31320" cy="4845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AB4CA5F5-F360-DC55-AC9A-42A470A668AF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5715540" y="1911584"/>
                <a:ext cx="48960" cy="50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3858D855-1ECC-177F-7022-01F48AC83346}"/>
                  </a:ext>
                </a:extLst>
              </p14:cNvPr>
              <p14:cNvContentPartPr/>
              <p14:nvPr/>
            </p14:nvContentPartPr>
            <p14:xfrm>
              <a:off x="5850180" y="2322704"/>
              <a:ext cx="167400" cy="986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3858D855-1ECC-177F-7022-01F48AC83346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5841180" y="2313704"/>
                <a:ext cx="18504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8FBA2F06-C337-A0C2-5B59-599EE669C5D6}"/>
                  </a:ext>
                </a:extLst>
              </p14:cNvPr>
              <p14:cNvContentPartPr/>
              <p14:nvPr/>
            </p14:nvContentPartPr>
            <p14:xfrm>
              <a:off x="6182820" y="2400104"/>
              <a:ext cx="108720" cy="64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8FBA2F06-C337-A0C2-5B59-599EE669C5D6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6174180" y="2391464"/>
                <a:ext cx="12636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8AFE67BE-3E36-3C21-5479-E0396F23F405}"/>
                  </a:ext>
                </a:extLst>
              </p14:cNvPr>
              <p14:cNvContentPartPr/>
              <p14:nvPr/>
            </p14:nvContentPartPr>
            <p14:xfrm>
              <a:off x="6198300" y="2337824"/>
              <a:ext cx="67320" cy="162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8AFE67BE-3E36-3C21-5479-E0396F23F405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189660" y="2329184"/>
                <a:ext cx="8496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2EC5E878-0F7A-7121-3D98-EE8B1B09160D}"/>
                  </a:ext>
                </a:extLst>
              </p14:cNvPr>
              <p14:cNvContentPartPr/>
              <p14:nvPr/>
            </p14:nvContentPartPr>
            <p14:xfrm>
              <a:off x="6405660" y="2265104"/>
              <a:ext cx="259920" cy="1512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2EC5E878-0F7A-7121-3D98-EE8B1B09160D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6397020" y="2256464"/>
                <a:ext cx="27756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694B6106-74FB-BCBD-EF4B-780E45049DC6}"/>
                  </a:ext>
                </a:extLst>
              </p14:cNvPr>
              <p14:cNvContentPartPr/>
              <p14:nvPr/>
            </p14:nvContentPartPr>
            <p14:xfrm>
              <a:off x="6759180" y="2288864"/>
              <a:ext cx="33840" cy="9864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694B6106-74FB-BCBD-EF4B-780E45049DC6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750180" y="2280224"/>
                <a:ext cx="5148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7180A7D0-1800-E643-AF20-53050BB90779}"/>
                  </a:ext>
                </a:extLst>
              </p14:cNvPr>
              <p14:cNvContentPartPr/>
              <p14:nvPr/>
            </p14:nvContentPartPr>
            <p14:xfrm>
              <a:off x="6656220" y="2261504"/>
              <a:ext cx="201960" cy="1080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7180A7D0-1800-E643-AF20-53050BB90779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6647220" y="2252504"/>
                <a:ext cx="21960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1B21967A-E05B-50EC-F768-6509BF01F530}"/>
                  </a:ext>
                </a:extLst>
              </p14:cNvPr>
              <p14:cNvContentPartPr/>
              <p14:nvPr/>
            </p14:nvContentPartPr>
            <p14:xfrm>
              <a:off x="7145820" y="2171144"/>
              <a:ext cx="81000" cy="165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1B21967A-E05B-50EC-F768-6509BF01F530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7137180" y="2162144"/>
                <a:ext cx="9864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3A7DF1CF-804E-E8A9-3EC7-0A2FE34187B5}"/>
                  </a:ext>
                </a:extLst>
              </p14:cNvPr>
              <p14:cNvContentPartPr/>
              <p14:nvPr/>
            </p14:nvContentPartPr>
            <p14:xfrm>
              <a:off x="7149780" y="2125064"/>
              <a:ext cx="61560" cy="64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3A7DF1CF-804E-E8A9-3EC7-0A2FE34187B5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140780" y="2116064"/>
                <a:ext cx="792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0F086D19-04F3-6DD8-A040-06FBB21979AF}"/>
                  </a:ext>
                </a:extLst>
              </p14:cNvPr>
              <p14:cNvContentPartPr/>
              <p14:nvPr/>
            </p14:nvContentPartPr>
            <p14:xfrm>
              <a:off x="7334820" y="2007344"/>
              <a:ext cx="243720" cy="26136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0F086D19-04F3-6DD8-A040-06FBB21979AF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326180" y="1998344"/>
                <a:ext cx="26136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C9DCFE6F-82B2-9A88-85A4-0B36242B0844}"/>
                  </a:ext>
                </a:extLst>
              </p14:cNvPr>
              <p14:cNvContentPartPr/>
              <p14:nvPr/>
            </p14:nvContentPartPr>
            <p14:xfrm>
              <a:off x="7393140" y="2011304"/>
              <a:ext cx="98280" cy="2746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C9DCFE6F-82B2-9A88-85A4-0B36242B0844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384140" y="2002304"/>
                <a:ext cx="11592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BE533B0B-10F6-1B24-C12B-213796FC79FF}"/>
                  </a:ext>
                </a:extLst>
              </p14:cNvPr>
              <p14:cNvContentPartPr/>
              <p14:nvPr/>
            </p14:nvContentPartPr>
            <p14:xfrm>
              <a:off x="7638660" y="1964504"/>
              <a:ext cx="118080" cy="3207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BE533B0B-10F6-1B24-C12B-213796FC79F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7629660" y="1955864"/>
                <a:ext cx="13572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603B9A88-2A5B-8C45-F51D-11E13CBD8BDD}"/>
                  </a:ext>
                </a:extLst>
              </p14:cNvPr>
              <p14:cNvContentPartPr/>
              <p14:nvPr/>
            </p14:nvContentPartPr>
            <p14:xfrm>
              <a:off x="7746300" y="2130104"/>
              <a:ext cx="178920" cy="13572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603B9A88-2A5B-8C45-F51D-11E13CBD8BDD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7737300" y="2121104"/>
                <a:ext cx="19656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2245D4E8-ED3A-CEB7-FA87-3089A7E9FA4C}"/>
                  </a:ext>
                </a:extLst>
              </p14:cNvPr>
              <p14:cNvContentPartPr/>
              <p14:nvPr/>
            </p14:nvContentPartPr>
            <p14:xfrm>
              <a:off x="7924140" y="1974224"/>
              <a:ext cx="107640" cy="2091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2245D4E8-ED3A-CEB7-FA87-3089A7E9FA4C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7915500" y="1965584"/>
                <a:ext cx="12528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3A9E74EE-16FF-81CA-BA9D-579522CD674C}"/>
                  </a:ext>
                </a:extLst>
              </p14:cNvPr>
              <p14:cNvContentPartPr/>
              <p14:nvPr/>
            </p14:nvContentPartPr>
            <p14:xfrm>
              <a:off x="7886340" y="1871264"/>
              <a:ext cx="5760" cy="468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3A9E74EE-16FF-81CA-BA9D-579522CD674C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7877700" y="1862264"/>
                <a:ext cx="234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223D591A-1377-482A-C186-CF4E2FC8E68D}"/>
                  </a:ext>
                </a:extLst>
              </p14:cNvPr>
              <p14:cNvContentPartPr/>
              <p14:nvPr/>
            </p14:nvContentPartPr>
            <p14:xfrm>
              <a:off x="8049780" y="1900064"/>
              <a:ext cx="187560" cy="11196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223D591A-1377-482A-C186-CF4E2FC8E68D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8041140" y="1891064"/>
                <a:ext cx="20520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5E66B308-2051-C936-42AC-EE1F70D30ACE}"/>
                  </a:ext>
                </a:extLst>
              </p14:cNvPr>
              <p14:cNvContentPartPr/>
              <p14:nvPr/>
            </p14:nvContentPartPr>
            <p14:xfrm>
              <a:off x="8369460" y="1922384"/>
              <a:ext cx="25560" cy="882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5E66B308-2051-C936-42AC-EE1F70D30ACE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8360820" y="1913384"/>
                <a:ext cx="432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95DF1C1D-F8E2-0584-515E-EDF97F4758BE}"/>
                  </a:ext>
                </a:extLst>
              </p14:cNvPr>
              <p14:cNvContentPartPr/>
              <p14:nvPr/>
            </p14:nvContentPartPr>
            <p14:xfrm>
              <a:off x="8279100" y="1890344"/>
              <a:ext cx="147960" cy="2196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95DF1C1D-F8E2-0584-515E-EDF97F4758BE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8270460" y="1881704"/>
                <a:ext cx="16560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DB7E1E0B-7D93-E96B-96F0-8B2AB2BB32D3}"/>
                  </a:ext>
                </a:extLst>
              </p14:cNvPr>
              <p14:cNvContentPartPr/>
              <p14:nvPr/>
            </p14:nvContentPartPr>
            <p14:xfrm>
              <a:off x="8520300" y="1906904"/>
              <a:ext cx="151560" cy="3384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DB7E1E0B-7D93-E96B-96F0-8B2AB2BB32D3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8511300" y="1897904"/>
                <a:ext cx="16920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505A23D7-53CD-1214-C218-AE3E2B868C9A}"/>
                  </a:ext>
                </a:extLst>
              </p14:cNvPr>
              <p14:cNvContentPartPr/>
              <p14:nvPr/>
            </p14:nvContentPartPr>
            <p14:xfrm>
              <a:off x="7575725" y="3006728"/>
              <a:ext cx="254520" cy="24480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505A23D7-53CD-1214-C218-AE3E2B868C9A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7566725" y="2998088"/>
                <a:ext cx="27216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B3565A34-656D-52E9-4F79-6312432AD395}"/>
                  </a:ext>
                </a:extLst>
              </p14:cNvPr>
              <p14:cNvContentPartPr/>
              <p14:nvPr/>
            </p14:nvContentPartPr>
            <p14:xfrm>
              <a:off x="7613165" y="3009968"/>
              <a:ext cx="119160" cy="2559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B3565A34-656D-52E9-4F79-6312432AD395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7604525" y="3001328"/>
                <a:ext cx="13680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F16FC44E-5C79-4085-F893-6C05B1E7236C}"/>
                  </a:ext>
                </a:extLst>
              </p14:cNvPr>
              <p14:cNvContentPartPr/>
              <p14:nvPr/>
            </p14:nvContentPartPr>
            <p14:xfrm>
              <a:off x="7867325" y="3281768"/>
              <a:ext cx="187560" cy="10188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F16FC44E-5C79-4085-F893-6C05B1E7236C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7858685" y="3272768"/>
                <a:ext cx="20520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831DC779-378F-B461-27FF-DC39DC2D4BB2}"/>
                  </a:ext>
                </a:extLst>
              </p14:cNvPr>
              <p14:cNvContentPartPr/>
              <p14:nvPr/>
            </p14:nvContentPartPr>
            <p14:xfrm>
              <a:off x="8089805" y="3054248"/>
              <a:ext cx="89280" cy="25776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831DC779-378F-B461-27FF-DC39DC2D4BB2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8081165" y="3045608"/>
                <a:ext cx="10692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7608CDE4-4702-8A4A-2126-3B4F01B45619}"/>
                  </a:ext>
                </a:extLst>
              </p14:cNvPr>
              <p14:cNvContentPartPr/>
              <p14:nvPr/>
            </p14:nvContentPartPr>
            <p14:xfrm>
              <a:off x="8225165" y="3261968"/>
              <a:ext cx="116640" cy="2397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7608CDE4-4702-8A4A-2126-3B4F01B45619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8216525" y="3253328"/>
                <a:ext cx="13428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9685317F-F10D-4646-5308-9EF8EF273C60}"/>
                  </a:ext>
                </a:extLst>
              </p14:cNvPr>
              <p14:cNvContentPartPr/>
              <p14:nvPr/>
            </p14:nvContentPartPr>
            <p14:xfrm>
              <a:off x="8229125" y="3142808"/>
              <a:ext cx="7560" cy="576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9685317F-F10D-4646-5308-9EF8EF273C60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8220125" y="3133808"/>
                <a:ext cx="252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84D6C869-1421-6FCB-8198-3790A205B183}"/>
                  </a:ext>
                </a:extLst>
              </p14:cNvPr>
              <p14:cNvContentPartPr/>
              <p14:nvPr/>
            </p14:nvContentPartPr>
            <p14:xfrm>
              <a:off x="8345405" y="3115808"/>
              <a:ext cx="294480" cy="1724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84D6C869-1421-6FCB-8198-3790A205B183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8336765" y="3107168"/>
                <a:ext cx="31212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A8F07EBB-D41A-4F7D-5952-96C9F80162B1}"/>
                  </a:ext>
                </a:extLst>
              </p14:cNvPr>
              <p14:cNvContentPartPr/>
              <p14:nvPr/>
            </p14:nvContentPartPr>
            <p14:xfrm>
              <a:off x="8532245" y="2997368"/>
              <a:ext cx="229680" cy="3675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A8F07EBB-D41A-4F7D-5952-96C9F80162B1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8523605" y="2988368"/>
                <a:ext cx="247320" cy="38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60F4D8B7-0273-CF55-2516-1E2BAB1E87F3}"/>
                  </a:ext>
                </a:extLst>
              </p14:cNvPr>
              <p14:cNvContentPartPr/>
              <p14:nvPr/>
            </p14:nvContentPartPr>
            <p14:xfrm>
              <a:off x="8891885" y="3264128"/>
              <a:ext cx="181080" cy="2952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60F4D8B7-0273-CF55-2516-1E2BAB1E87F3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8883245" y="3255488"/>
                <a:ext cx="19872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49D6C43C-351D-26F9-98A8-C4991655DDBC}"/>
                  </a:ext>
                </a:extLst>
              </p14:cNvPr>
              <p14:cNvContentPartPr/>
              <p14:nvPr/>
            </p14:nvContentPartPr>
            <p14:xfrm>
              <a:off x="8927165" y="3199688"/>
              <a:ext cx="93960" cy="162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49D6C43C-351D-26F9-98A8-C4991655DDBC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8918525" y="3191048"/>
                <a:ext cx="11160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C6DCA6ED-6B4F-F8A4-D28B-C9197F7011C3}"/>
                  </a:ext>
                </a:extLst>
              </p14:cNvPr>
              <p14:cNvContentPartPr/>
              <p14:nvPr/>
            </p14:nvContentPartPr>
            <p14:xfrm>
              <a:off x="9234245" y="3004568"/>
              <a:ext cx="36360" cy="10152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C6DCA6ED-6B4F-F8A4-D28B-C9197F7011C3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9225605" y="2995568"/>
                <a:ext cx="5400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BADB601A-7DE9-1C33-E1CA-C9F9A94F46D4}"/>
                  </a:ext>
                </a:extLst>
              </p14:cNvPr>
              <p14:cNvContentPartPr/>
              <p14:nvPr/>
            </p14:nvContentPartPr>
            <p14:xfrm>
              <a:off x="9238925" y="3184928"/>
              <a:ext cx="156240" cy="1080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BADB601A-7DE9-1C33-E1CA-C9F9A94F46D4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9229925" y="3175928"/>
                <a:ext cx="17388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9B104A1B-84B1-1354-4674-09A79F0EA269}"/>
                  </a:ext>
                </a:extLst>
              </p14:cNvPr>
              <p14:cNvContentPartPr/>
              <p14:nvPr/>
            </p14:nvContentPartPr>
            <p14:xfrm>
              <a:off x="9161165" y="3344768"/>
              <a:ext cx="155160" cy="11520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9B104A1B-84B1-1354-4674-09A79F0EA269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9152165" y="3335768"/>
                <a:ext cx="17280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1864E188-A150-53F2-C482-B833C7DAA1B4}"/>
                  </a:ext>
                </a:extLst>
              </p14:cNvPr>
              <p14:cNvContentPartPr/>
              <p14:nvPr/>
            </p14:nvContentPartPr>
            <p14:xfrm>
              <a:off x="9350165" y="3378248"/>
              <a:ext cx="49320" cy="586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1864E188-A150-53F2-C482-B833C7DAA1B4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9341165" y="3369608"/>
                <a:ext cx="6696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FC586DF6-34CF-C321-CAAC-89A7FA4FAABC}"/>
                  </a:ext>
                </a:extLst>
              </p14:cNvPr>
              <p14:cNvContentPartPr/>
              <p14:nvPr/>
            </p14:nvContentPartPr>
            <p14:xfrm>
              <a:off x="9420725" y="3386888"/>
              <a:ext cx="24840" cy="3780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FC586DF6-34CF-C321-CAAC-89A7FA4FAABC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9412085" y="3377888"/>
                <a:ext cx="424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F818BE7B-C29F-76B0-1433-2CEE10C531EA}"/>
                  </a:ext>
                </a:extLst>
              </p14:cNvPr>
              <p14:cNvContentPartPr/>
              <p14:nvPr/>
            </p14:nvContentPartPr>
            <p14:xfrm>
              <a:off x="9313085" y="3331088"/>
              <a:ext cx="123480" cy="198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F818BE7B-C29F-76B0-1433-2CEE10C531EA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9304445" y="3322088"/>
                <a:ext cx="14112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6A6AEC06-E9ED-CA00-7E52-8B4A0361BF4F}"/>
                  </a:ext>
                </a:extLst>
              </p14:cNvPr>
              <p14:cNvContentPartPr/>
              <p14:nvPr/>
            </p14:nvContentPartPr>
            <p14:xfrm>
              <a:off x="9601805" y="3075128"/>
              <a:ext cx="189000" cy="23724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6A6AEC06-E9ED-CA00-7E52-8B4A0361BF4F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9593165" y="3066488"/>
                <a:ext cx="20664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E4AD6E3-6A76-CE1A-7377-8940B6D4F071}"/>
                  </a:ext>
                </a:extLst>
              </p14:cNvPr>
              <p14:cNvContentPartPr/>
              <p14:nvPr/>
            </p14:nvContentPartPr>
            <p14:xfrm>
              <a:off x="9639245" y="3078728"/>
              <a:ext cx="75960" cy="23580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E4AD6E3-6A76-CE1A-7377-8940B6D4F071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9630245" y="3069728"/>
                <a:ext cx="9360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8EAAC0DC-DC0B-51FE-1AE6-3BA94849D857}"/>
                  </a:ext>
                </a:extLst>
              </p14:cNvPr>
              <p14:cNvContentPartPr/>
              <p14:nvPr/>
            </p14:nvContentPartPr>
            <p14:xfrm>
              <a:off x="9852725" y="3300848"/>
              <a:ext cx="96120" cy="8748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8EAAC0DC-DC0B-51FE-1AE6-3BA94849D857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9844085" y="3292208"/>
                <a:ext cx="11376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C1880863-E45B-D7B5-CF00-859E07F30468}"/>
                  </a:ext>
                </a:extLst>
              </p14:cNvPr>
              <p14:cNvContentPartPr/>
              <p14:nvPr/>
            </p14:nvContentPartPr>
            <p14:xfrm>
              <a:off x="9945245" y="3056048"/>
              <a:ext cx="62280" cy="22788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C1880863-E45B-D7B5-CF00-859E07F30468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9936245" y="3047048"/>
                <a:ext cx="7992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2E6B62A9-D7E8-EF3C-FB61-78ABCFEE41C5}"/>
                  </a:ext>
                </a:extLst>
              </p14:cNvPr>
              <p14:cNvContentPartPr/>
              <p14:nvPr/>
            </p14:nvContentPartPr>
            <p14:xfrm>
              <a:off x="10066925" y="3236048"/>
              <a:ext cx="70200" cy="1933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2E6B62A9-D7E8-EF3C-FB61-78ABCFEE41C5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10057925" y="3227408"/>
                <a:ext cx="8784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8BCB9A93-20B3-9B3E-DAD9-C552CF8C61F9}"/>
                  </a:ext>
                </a:extLst>
              </p14:cNvPr>
              <p14:cNvContentPartPr/>
              <p14:nvPr/>
            </p14:nvContentPartPr>
            <p14:xfrm>
              <a:off x="10052525" y="3127328"/>
              <a:ext cx="2520" cy="1044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8BCB9A93-20B3-9B3E-DAD9-C552CF8C61F9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10043885" y="3118328"/>
                <a:ext cx="2016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EBC576FA-61EA-34CF-5D53-23BF9126A681}"/>
                  </a:ext>
                </a:extLst>
              </p14:cNvPr>
              <p14:cNvContentPartPr/>
              <p14:nvPr/>
            </p14:nvContentPartPr>
            <p14:xfrm>
              <a:off x="10198325" y="3098168"/>
              <a:ext cx="225000" cy="16776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EBC576FA-61EA-34CF-5D53-23BF9126A681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10189685" y="3089168"/>
                <a:ext cx="24264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249CB69A-5DBD-6CBF-660A-AC487A70B5A5}"/>
                  </a:ext>
                </a:extLst>
              </p14:cNvPr>
              <p14:cNvContentPartPr/>
              <p14:nvPr/>
            </p14:nvContentPartPr>
            <p14:xfrm>
              <a:off x="10392365" y="3012848"/>
              <a:ext cx="146520" cy="32796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249CB69A-5DBD-6CBF-660A-AC487A70B5A5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10383365" y="3003848"/>
                <a:ext cx="16416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BA5FFD11-BA4B-8F1A-833A-611268D1779C}"/>
                  </a:ext>
                </a:extLst>
              </p14:cNvPr>
              <p14:cNvContentPartPr/>
              <p14:nvPr/>
            </p14:nvContentPartPr>
            <p14:xfrm>
              <a:off x="10631405" y="3147848"/>
              <a:ext cx="158400" cy="10764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BA5FFD11-BA4B-8F1A-833A-611268D1779C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10622405" y="3139208"/>
                <a:ext cx="17604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358160EB-A635-0673-4E03-25D7C129AFF0}"/>
                  </a:ext>
                </a:extLst>
              </p14:cNvPr>
              <p14:cNvContentPartPr/>
              <p14:nvPr/>
            </p14:nvContentPartPr>
            <p14:xfrm>
              <a:off x="10718885" y="3184208"/>
              <a:ext cx="27000" cy="7776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358160EB-A635-0673-4E03-25D7C129AFF0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10710245" y="3175568"/>
                <a:ext cx="4464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3BA2BC4D-47A0-8865-9358-29631671540F}"/>
                  </a:ext>
                </a:extLst>
              </p14:cNvPr>
              <p14:cNvContentPartPr/>
              <p14:nvPr/>
            </p14:nvContentPartPr>
            <p14:xfrm>
              <a:off x="10679645" y="3204728"/>
              <a:ext cx="96480" cy="1116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3BA2BC4D-47A0-8865-9358-29631671540F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0670645" y="3195728"/>
                <a:ext cx="1141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5573A100-7E95-A2A0-6975-FD4974F8637B}"/>
                  </a:ext>
                </a:extLst>
              </p14:cNvPr>
              <p14:cNvContentPartPr/>
              <p14:nvPr/>
            </p14:nvContentPartPr>
            <p14:xfrm>
              <a:off x="10865765" y="3042728"/>
              <a:ext cx="207000" cy="26244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5573A100-7E95-A2A0-6975-FD4974F8637B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10857125" y="3033728"/>
                <a:ext cx="22464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A50592B8-172D-8E8E-8725-70347ECAED8D}"/>
                  </a:ext>
                </a:extLst>
              </p14:cNvPr>
              <p14:cNvContentPartPr/>
              <p14:nvPr/>
            </p14:nvContentPartPr>
            <p14:xfrm>
              <a:off x="10911845" y="3282848"/>
              <a:ext cx="9000" cy="4320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A50592B8-172D-8E8E-8725-70347ECAED8D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10903205" y="3274208"/>
                <a:ext cx="2664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945955DA-BCAD-E364-1999-E8CE8A66A9F6}"/>
                  </a:ext>
                </a:extLst>
              </p14:cNvPr>
              <p14:cNvContentPartPr/>
              <p14:nvPr/>
            </p14:nvContentPartPr>
            <p14:xfrm>
              <a:off x="11010485" y="3012848"/>
              <a:ext cx="10440" cy="7740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945955DA-BCAD-E364-1999-E8CE8A66A9F6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11001845" y="3003848"/>
                <a:ext cx="2808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19F65650-4052-E910-A4F7-FCEB9E666088}"/>
                  </a:ext>
                </a:extLst>
              </p14:cNvPr>
              <p14:cNvContentPartPr/>
              <p14:nvPr/>
            </p14:nvContentPartPr>
            <p14:xfrm>
              <a:off x="11151245" y="3026528"/>
              <a:ext cx="93240" cy="31140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19F65650-4052-E910-A4F7-FCEB9E666088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11142245" y="3017528"/>
                <a:ext cx="11088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7255C7B3-83C0-911B-9724-107DCCD34624}"/>
                  </a:ext>
                </a:extLst>
              </p14:cNvPr>
              <p14:cNvContentPartPr/>
              <p14:nvPr/>
            </p14:nvContentPartPr>
            <p14:xfrm>
              <a:off x="10714205" y="3136328"/>
              <a:ext cx="11160" cy="6336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7255C7B3-83C0-911B-9724-107DCCD34624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10705205" y="3127328"/>
                <a:ext cx="2880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608E5984-C3C8-488C-DD0D-9179C8A21CF7}"/>
                  </a:ext>
                </a:extLst>
              </p14:cNvPr>
              <p14:cNvContentPartPr/>
              <p14:nvPr/>
            </p14:nvContentPartPr>
            <p14:xfrm>
              <a:off x="11259245" y="3205088"/>
              <a:ext cx="84960" cy="21492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608E5984-C3C8-488C-DD0D-9179C8A21CF7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1250605" y="3196088"/>
                <a:ext cx="10260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83E583E9-FAFB-883E-C841-18A1FB8B6C4D}"/>
                  </a:ext>
                </a:extLst>
              </p14:cNvPr>
              <p14:cNvContentPartPr/>
              <p14:nvPr/>
            </p14:nvContentPartPr>
            <p14:xfrm>
              <a:off x="11263205" y="3126968"/>
              <a:ext cx="2520" cy="864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83E583E9-FAFB-883E-C841-18A1FB8B6C4D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1254205" y="3118328"/>
                <a:ext cx="2016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EBC204CF-B04D-0772-507A-BBECA1581E0D}"/>
                  </a:ext>
                </a:extLst>
              </p14:cNvPr>
              <p14:cNvContentPartPr/>
              <p14:nvPr/>
            </p14:nvContentPartPr>
            <p14:xfrm>
              <a:off x="11416925" y="3116888"/>
              <a:ext cx="289800" cy="19260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EBC204CF-B04D-0772-507A-BBECA1581E0D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11408285" y="3107888"/>
                <a:ext cx="30744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B3377457-7B8C-16A0-CBA3-A48AE0BC55B5}"/>
                  </a:ext>
                </a:extLst>
              </p14:cNvPr>
              <p14:cNvContentPartPr/>
              <p14:nvPr/>
            </p14:nvContentPartPr>
            <p14:xfrm>
              <a:off x="11571725" y="3007448"/>
              <a:ext cx="223920" cy="37764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B3377457-7B8C-16A0-CBA3-A48AE0BC55B5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11563085" y="2998808"/>
                <a:ext cx="241560" cy="3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359EC9E7-0CC4-D030-B805-D28E1A49E26B}"/>
                  </a:ext>
                </a:extLst>
              </p14:cNvPr>
              <p14:cNvContentPartPr/>
              <p14:nvPr/>
            </p14:nvContentPartPr>
            <p14:xfrm>
              <a:off x="9275285" y="3678488"/>
              <a:ext cx="50400" cy="9900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359EC9E7-0CC4-D030-B805-D28E1A49E26B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9266645" y="3669848"/>
                <a:ext cx="6804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B6530F5A-DD26-B010-D47C-68E7FAFF006E}"/>
                  </a:ext>
                </a:extLst>
              </p14:cNvPr>
              <p14:cNvContentPartPr/>
              <p14:nvPr/>
            </p14:nvContentPartPr>
            <p14:xfrm>
              <a:off x="8912045" y="3927248"/>
              <a:ext cx="94320" cy="216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B6530F5A-DD26-B010-D47C-68E7FAFF006E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8903405" y="3918248"/>
                <a:ext cx="11196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84F96E3F-3424-A141-6856-63C2017EF426}"/>
                  </a:ext>
                </a:extLst>
              </p14:cNvPr>
              <p14:cNvContentPartPr/>
              <p14:nvPr/>
            </p14:nvContentPartPr>
            <p14:xfrm>
              <a:off x="8877845" y="3875768"/>
              <a:ext cx="111960" cy="1548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84F96E3F-3424-A141-6856-63C2017EF426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8868845" y="3866768"/>
                <a:ext cx="12960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CD32DCB8-8A02-F67B-C765-2630DCDCB67A}"/>
                  </a:ext>
                </a:extLst>
              </p14:cNvPr>
              <p14:cNvContentPartPr/>
              <p14:nvPr/>
            </p14:nvContentPartPr>
            <p14:xfrm>
              <a:off x="9177725" y="3891248"/>
              <a:ext cx="282600" cy="1548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CD32DCB8-8A02-F67B-C765-2630DCDCB67A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9168725" y="3882608"/>
                <a:ext cx="30024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B489C5C4-0C3E-7377-1E91-295DD9EDC8B7}"/>
                  </a:ext>
                </a:extLst>
              </p14:cNvPr>
              <p14:cNvContentPartPr/>
              <p14:nvPr/>
            </p14:nvContentPartPr>
            <p14:xfrm>
              <a:off x="9317045" y="4036328"/>
              <a:ext cx="21240" cy="11412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B489C5C4-0C3E-7377-1E91-295DD9EDC8B7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9308045" y="4027328"/>
                <a:ext cx="3888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5EF0C11B-C0E5-D27A-9BE9-7C2A8652A0DD}"/>
                  </a:ext>
                </a:extLst>
              </p14:cNvPr>
              <p14:cNvContentPartPr/>
              <p14:nvPr/>
            </p14:nvContentPartPr>
            <p14:xfrm>
              <a:off x="9213365" y="3993488"/>
              <a:ext cx="212760" cy="1728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5EF0C11B-C0E5-D27A-9BE9-7C2A8652A0DD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9204725" y="3984488"/>
                <a:ext cx="23040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538B0984-8DF8-D046-F1D1-397DD6CF2F50}"/>
                  </a:ext>
                </a:extLst>
              </p14:cNvPr>
              <p14:cNvContentPartPr/>
              <p14:nvPr/>
            </p14:nvContentPartPr>
            <p14:xfrm>
              <a:off x="9627005" y="3750128"/>
              <a:ext cx="311760" cy="27612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538B0984-8DF8-D046-F1D1-397DD6CF2F50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9618365" y="3741488"/>
                <a:ext cx="32940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F0B59490-B53B-E8CF-A6E0-E093116D5A99}"/>
                  </a:ext>
                </a:extLst>
              </p14:cNvPr>
              <p14:cNvContentPartPr/>
              <p14:nvPr/>
            </p14:nvContentPartPr>
            <p14:xfrm>
              <a:off x="9676325" y="4110848"/>
              <a:ext cx="46800" cy="16344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F0B59490-B53B-E8CF-A6E0-E093116D5A99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9667325" y="4101848"/>
                <a:ext cx="6444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5F5ECBA6-E233-151F-7D4E-1CACED8B6C8B}"/>
                  </a:ext>
                </a:extLst>
              </p14:cNvPr>
              <p14:cNvContentPartPr/>
              <p14:nvPr/>
            </p14:nvContentPartPr>
            <p14:xfrm>
              <a:off x="9736805" y="4202648"/>
              <a:ext cx="149040" cy="7128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5F5ECBA6-E233-151F-7D4E-1CACED8B6C8B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9727805" y="4193648"/>
                <a:ext cx="16668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FFC7FAF1-9392-F3A0-8E02-95D73D7C4455}"/>
                  </a:ext>
                </a:extLst>
              </p14:cNvPr>
              <p14:cNvContentPartPr/>
              <p14:nvPr/>
            </p14:nvContentPartPr>
            <p14:xfrm>
              <a:off x="10083125" y="3822128"/>
              <a:ext cx="199800" cy="19440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FFC7FAF1-9392-F3A0-8E02-95D73D7C4455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10074485" y="3813128"/>
                <a:ext cx="21744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DB9E1960-4C0D-130F-BC3E-E4FBD32F9C8C}"/>
                  </a:ext>
                </a:extLst>
              </p14:cNvPr>
              <p14:cNvContentPartPr/>
              <p14:nvPr/>
            </p14:nvContentPartPr>
            <p14:xfrm>
              <a:off x="10102205" y="3833288"/>
              <a:ext cx="140040" cy="19836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DB9E1960-4C0D-130F-BC3E-E4FBD32F9C8C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10093205" y="3824288"/>
                <a:ext cx="1576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AFF2F991-E669-78E7-B5CF-522109222363}"/>
                  </a:ext>
                </a:extLst>
              </p14:cNvPr>
              <p14:cNvContentPartPr/>
              <p14:nvPr/>
            </p14:nvContentPartPr>
            <p14:xfrm>
              <a:off x="10345205" y="3999968"/>
              <a:ext cx="83520" cy="8820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AFF2F991-E669-78E7-B5CF-522109222363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10336205" y="3990968"/>
                <a:ext cx="10116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567F6DF6-4811-E3C0-5077-408E34063864}"/>
                  </a:ext>
                </a:extLst>
              </p14:cNvPr>
              <p14:cNvContentPartPr/>
              <p14:nvPr/>
            </p14:nvContentPartPr>
            <p14:xfrm>
              <a:off x="10453565" y="3760568"/>
              <a:ext cx="91440" cy="27504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567F6DF6-4811-E3C0-5077-408E34063864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10444925" y="3751568"/>
                <a:ext cx="10908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D833F6EB-FE8B-8E5A-F2FE-7030A026875A}"/>
                  </a:ext>
                </a:extLst>
              </p14:cNvPr>
              <p14:cNvContentPartPr/>
              <p14:nvPr/>
            </p14:nvContentPartPr>
            <p14:xfrm>
              <a:off x="10590365" y="3963608"/>
              <a:ext cx="122760" cy="2199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D833F6EB-FE8B-8E5A-F2FE-7030A026875A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10581365" y="3954608"/>
                <a:ext cx="14040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A99E1AF8-FCA2-CA94-0E57-B7012E4E5F11}"/>
                  </a:ext>
                </a:extLst>
              </p14:cNvPr>
              <p14:cNvContentPartPr/>
              <p14:nvPr/>
            </p14:nvContentPartPr>
            <p14:xfrm>
              <a:off x="10608365" y="3844088"/>
              <a:ext cx="2520" cy="648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A99E1AF8-FCA2-CA94-0E57-B7012E4E5F11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10599725" y="3835088"/>
                <a:ext cx="2016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5F2497FA-DFAE-0640-1118-271A97CBD7E4}"/>
                  </a:ext>
                </a:extLst>
              </p14:cNvPr>
              <p14:cNvContentPartPr/>
              <p14:nvPr/>
            </p14:nvContentPartPr>
            <p14:xfrm>
              <a:off x="10709525" y="3769208"/>
              <a:ext cx="82800" cy="27612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5F2497FA-DFAE-0640-1118-271A97CBD7E4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10700525" y="3760208"/>
                <a:ext cx="10044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9B5F651A-9555-1C5F-6235-A9333A9F8DE6}"/>
                  </a:ext>
                </a:extLst>
              </p14:cNvPr>
              <p14:cNvContentPartPr/>
              <p14:nvPr/>
            </p14:nvContentPartPr>
            <p14:xfrm>
              <a:off x="10839125" y="3823208"/>
              <a:ext cx="234360" cy="17172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9B5F651A-9555-1C5F-6235-A9333A9F8DE6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10830485" y="3814568"/>
                <a:ext cx="25200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EAA36244-CDB0-FC02-C3B1-7F47FC8625ED}"/>
                  </a:ext>
                </a:extLst>
              </p14:cNvPr>
              <p14:cNvContentPartPr/>
              <p14:nvPr/>
            </p14:nvContentPartPr>
            <p14:xfrm>
              <a:off x="11134325" y="3927248"/>
              <a:ext cx="95040" cy="756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EAA36244-CDB0-FC02-C3B1-7F47FC8625ED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1125325" y="3918248"/>
                <a:ext cx="1126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134DDA69-2172-C75E-96A4-3DD7CA5E5B42}"/>
                  </a:ext>
                </a:extLst>
              </p14:cNvPr>
              <p14:cNvContentPartPr/>
              <p14:nvPr/>
            </p14:nvContentPartPr>
            <p14:xfrm>
              <a:off x="11259965" y="3807728"/>
              <a:ext cx="57240" cy="22392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134DDA69-2172-C75E-96A4-3DD7CA5E5B42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11251325" y="3798728"/>
                <a:ext cx="7488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B7F03222-3645-01A1-ACF4-575C33DC7A9F}"/>
                  </a:ext>
                </a:extLst>
              </p14:cNvPr>
              <p14:cNvContentPartPr/>
              <p14:nvPr/>
            </p14:nvContentPartPr>
            <p14:xfrm>
              <a:off x="11302085" y="3942728"/>
              <a:ext cx="82800" cy="5580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B7F03222-3645-01A1-ACF4-575C33DC7A9F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11293085" y="3934088"/>
                <a:ext cx="10044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4792EE50-49EC-DE0F-2E35-50E393E30E9C}"/>
                  </a:ext>
                </a:extLst>
              </p14:cNvPr>
              <p14:cNvContentPartPr/>
              <p14:nvPr/>
            </p14:nvContentPartPr>
            <p14:xfrm>
              <a:off x="11456165" y="3831848"/>
              <a:ext cx="172440" cy="19440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4792EE50-49EC-DE0F-2E35-50E393E30E9C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11447525" y="3823208"/>
                <a:ext cx="19008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65C0D39D-EB15-D463-CBDA-DCA3D8468835}"/>
                  </a:ext>
                </a:extLst>
              </p14:cNvPr>
              <p14:cNvContentPartPr/>
              <p14:nvPr/>
            </p14:nvContentPartPr>
            <p14:xfrm>
              <a:off x="11698445" y="3978728"/>
              <a:ext cx="58320" cy="10404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65C0D39D-EB15-D463-CBDA-DCA3D8468835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11689805" y="3970088"/>
                <a:ext cx="7596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7631BABA-3DD2-D338-2DC9-83F8AE8E3721}"/>
                  </a:ext>
                </a:extLst>
              </p14:cNvPr>
              <p14:cNvContentPartPr/>
              <p14:nvPr/>
            </p14:nvContentPartPr>
            <p14:xfrm>
              <a:off x="11706725" y="3818168"/>
              <a:ext cx="129960" cy="25776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7631BABA-3DD2-D338-2DC9-83F8AE8E3721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11698085" y="3809168"/>
                <a:ext cx="14760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CBA5C3AA-CDED-4C51-73CC-EC3A728C96C8}"/>
                  </a:ext>
                </a:extLst>
              </p14:cNvPr>
              <p14:cNvContentPartPr/>
              <p14:nvPr/>
            </p14:nvContentPartPr>
            <p14:xfrm>
              <a:off x="11778725" y="3744368"/>
              <a:ext cx="151560" cy="4017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CBA5C3AA-CDED-4C51-73CC-EC3A728C96C8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11769725" y="3735728"/>
                <a:ext cx="169200" cy="41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5334843C-7806-F97B-D9E8-3A7BE9E60FBB}"/>
              </a:ext>
            </a:extLst>
          </p:cNvPr>
          <p:cNvGrpSpPr/>
          <p:nvPr/>
        </p:nvGrpSpPr>
        <p:grpSpPr>
          <a:xfrm>
            <a:off x="496980" y="3205448"/>
            <a:ext cx="1160280" cy="453960"/>
            <a:chOff x="496980" y="3205448"/>
            <a:chExt cx="1160280" cy="45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1E1BD78-C2EE-B5AB-EB3E-AA23D82D1650}"/>
                    </a:ext>
                  </a:extLst>
                </p14:cNvPr>
                <p14:cNvContentPartPr/>
                <p14:nvPr/>
              </p14:nvContentPartPr>
              <p14:xfrm>
                <a:off x="496980" y="3274568"/>
                <a:ext cx="189360" cy="2588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1E1BD78-C2EE-B5AB-EB3E-AA23D82D165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87980" y="3265568"/>
                  <a:ext cx="2070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3753E81-E928-EEB1-DCB3-607E9A6958E4}"/>
                    </a:ext>
                  </a:extLst>
                </p14:cNvPr>
                <p14:cNvContentPartPr/>
                <p14:nvPr/>
              </p14:nvContentPartPr>
              <p14:xfrm>
                <a:off x="525060" y="3314168"/>
                <a:ext cx="109080" cy="1864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3753E81-E928-EEB1-DCB3-607E9A6958E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16060" y="3305168"/>
                  <a:ext cx="1267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4BE073F-5CCC-7CCF-46D9-51B9EDA60846}"/>
                    </a:ext>
                  </a:extLst>
                </p14:cNvPr>
                <p14:cNvContentPartPr/>
                <p14:nvPr/>
              </p14:nvContentPartPr>
              <p14:xfrm>
                <a:off x="716940" y="3477968"/>
                <a:ext cx="101880" cy="1339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4BE073F-5CCC-7CCF-46D9-51B9EDA6084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08300" y="3468968"/>
                  <a:ext cx="1195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F7004553-03A3-C796-7F60-826271010090}"/>
                    </a:ext>
                  </a:extLst>
                </p14:cNvPr>
                <p14:cNvContentPartPr/>
                <p14:nvPr/>
              </p14:nvContentPartPr>
              <p14:xfrm>
                <a:off x="867780" y="3258008"/>
                <a:ext cx="82800" cy="2336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F7004553-03A3-C796-7F60-82627101009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58780" y="3249368"/>
                  <a:ext cx="1004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F7506D8-0303-48B1-FBA6-2A9B99CA7529}"/>
                    </a:ext>
                  </a:extLst>
                </p14:cNvPr>
                <p14:cNvContentPartPr/>
                <p14:nvPr/>
              </p14:nvContentPartPr>
              <p14:xfrm>
                <a:off x="986220" y="3423608"/>
                <a:ext cx="100800" cy="2358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F7506D8-0303-48B1-FBA6-2A9B99CA752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77580" y="3414968"/>
                  <a:ext cx="1184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1400E09-8CA7-4917-718E-A5C0B620BE20}"/>
                    </a:ext>
                  </a:extLst>
                </p14:cNvPr>
                <p14:cNvContentPartPr/>
                <p14:nvPr/>
              </p14:nvContentPartPr>
              <p14:xfrm>
                <a:off x="985860" y="3332168"/>
                <a:ext cx="6480" cy="36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1400E09-8CA7-4917-718E-A5C0B620BE2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77220" y="3323168"/>
                  <a:ext cx="241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3D8019B-9B26-9544-2121-D09767A1B5AA}"/>
                    </a:ext>
                  </a:extLst>
                </p14:cNvPr>
                <p14:cNvContentPartPr/>
                <p14:nvPr/>
              </p14:nvContentPartPr>
              <p14:xfrm>
                <a:off x="1121940" y="3277448"/>
                <a:ext cx="244440" cy="1983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3D8019B-9B26-9544-2121-D09767A1B5AA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112940" y="3268808"/>
                  <a:ext cx="2620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FC50A03-32CA-4C3F-D314-F2289230C024}"/>
                    </a:ext>
                  </a:extLst>
                </p14:cNvPr>
                <p14:cNvContentPartPr/>
                <p14:nvPr/>
              </p14:nvContentPartPr>
              <p14:xfrm>
                <a:off x="1350540" y="3205448"/>
                <a:ext cx="141480" cy="3254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FC50A03-32CA-4C3F-D314-F2289230C024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341900" y="3196448"/>
                  <a:ext cx="159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6B2FDCE-34B6-0CFB-5A02-0FBFE4F85A3E}"/>
                    </a:ext>
                  </a:extLst>
                </p14:cNvPr>
                <p14:cNvContentPartPr/>
                <p14:nvPr/>
              </p14:nvContentPartPr>
              <p14:xfrm>
                <a:off x="1574460" y="3430088"/>
                <a:ext cx="82800" cy="97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6B2FDCE-34B6-0CFB-5A02-0FBFE4F85A3E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565820" y="3421088"/>
                  <a:ext cx="1004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61B5A0F-1C5A-45FB-504B-0D977D25D502}"/>
                    </a:ext>
                  </a:extLst>
                </p14:cNvPr>
                <p14:cNvContentPartPr/>
                <p14:nvPr/>
              </p14:nvContentPartPr>
              <p14:xfrm>
                <a:off x="1618020" y="3376808"/>
                <a:ext cx="18720" cy="25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61B5A0F-1C5A-45FB-504B-0D977D25D50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609020" y="3368168"/>
                  <a:ext cx="363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543E3ED-B602-0B7D-2815-983A26780E4E}"/>
                    </a:ext>
                  </a:extLst>
                </p14:cNvPr>
                <p14:cNvContentPartPr/>
                <p14:nvPr/>
              </p14:nvContentPartPr>
              <p14:xfrm>
                <a:off x="1570140" y="3366368"/>
                <a:ext cx="72000" cy="25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543E3ED-B602-0B7D-2815-983A26780E4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561140" y="3357728"/>
                  <a:ext cx="89640" cy="2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BF54C7D0-08CF-BE14-5501-C3595762F212}"/>
                  </a:ext>
                </a:extLst>
              </p14:cNvPr>
              <p14:cNvContentPartPr/>
              <p14:nvPr/>
            </p14:nvContentPartPr>
            <p14:xfrm>
              <a:off x="1880460" y="3143168"/>
              <a:ext cx="52200" cy="10260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BF54C7D0-08CF-BE14-5501-C3595762F212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1871820" y="3134168"/>
                <a:ext cx="698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DDF43D48-BE38-C960-D903-57A6FD978A1F}"/>
                  </a:ext>
                </a:extLst>
              </p14:cNvPr>
              <p14:cNvContentPartPr/>
              <p14:nvPr/>
            </p14:nvContentPartPr>
            <p14:xfrm>
              <a:off x="1839060" y="3371768"/>
              <a:ext cx="213120" cy="1080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DDF43D48-BE38-C960-D903-57A6FD978A1F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1830420" y="3362768"/>
                <a:ext cx="230760" cy="2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oup 178">
            <a:extLst>
              <a:ext uri="{FF2B5EF4-FFF2-40B4-BE49-F238E27FC236}">
                <a16:creationId xmlns:a16="http://schemas.microsoft.com/office/drawing/2014/main" id="{A475DDFE-4BDD-CCF4-CC6D-D3C0F9B39E3D}"/>
              </a:ext>
            </a:extLst>
          </p:cNvPr>
          <p:cNvGrpSpPr/>
          <p:nvPr/>
        </p:nvGrpSpPr>
        <p:grpSpPr>
          <a:xfrm>
            <a:off x="1872180" y="3534128"/>
            <a:ext cx="164880" cy="137880"/>
            <a:chOff x="1872180" y="3534128"/>
            <a:chExt cx="164880" cy="13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D9D3723-6AAE-68C6-E22E-AE6A92F70DC5}"/>
                    </a:ext>
                  </a:extLst>
                </p14:cNvPr>
                <p14:cNvContentPartPr/>
                <p14:nvPr/>
              </p14:nvContentPartPr>
              <p14:xfrm>
                <a:off x="1946700" y="3541328"/>
                <a:ext cx="45360" cy="1306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D9D3723-6AAE-68C6-E22E-AE6A92F70DC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938060" y="3532688"/>
                  <a:ext cx="630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ECFCFAB-E26E-6F58-1E96-A9DA2EC2A860}"/>
                    </a:ext>
                  </a:extLst>
                </p14:cNvPr>
                <p14:cNvContentPartPr/>
                <p14:nvPr/>
              </p14:nvContentPartPr>
              <p14:xfrm>
                <a:off x="1872180" y="3534128"/>
                <a:ext cx="164880" cy="93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ECFCFAB-E26E-6F58-1E96-A9DA2EC2A860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863180" y="3525128"/>
                  <a:ext cx="182520" cy="2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FFA9961C-4540-395C-6E31-3BB5E4753A4C}"/>
                  </a:ext>
                </a:extLst>
              </p14:cNvPr>
              <p14:cNvContentPartPr/>
              <p14:nvPr/>
            </p14:nvContentPartPr>
            <p14:xfrm>
              <a:off x="2199420" y="3236768"/>
              <a:ext cx="300960" cy="27144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FFA9961C-4540-395C-6E31-3BB5E4753A4C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2190420" y="3227768"/>
                <a:ext cx="318600" cy="28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4" name="Group 183">
            <a:extLst>
              <a:ext uri="{FF2B5EF4-FFF2-40B4-BE49-F238E27FC236}">
                <a16:creationId xmlns:a16="http://schemas.microsoft.com/office/drawing/2014/main" id="{282E2188-9FCB-EB6E-5058-DA78330D053F}"/>
              </a:ext>
            </a:extLst>
          </p:cNvPr>
          <p:cNvGrpSpPr/>
          <p:nvPr/>
        </p:nvGrpSpPr>
        <p:grpSpPr>
          <a:xfrm>
            <a:off x="2285820" y="3592808"/>
            <a:ext cx="208800" cy="154800"/>
            <a:chOff x="2285820" y="3592808"/>
            <a:chExt cx="208800" cy="15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BD17494-6BF2-9DF5-7832-E8DEA4355015}"/>
                    </a:ext>
                  </a:extLst>
                </p14:cNvPr>
                <p14:cNvContentPartPr/>
                <p14:nvPr/>
              </p14:nvContentPartPr>
              <p14:xfrm>
                <a:off x="2285820" y="3592808"/>
                <a:ext cx="37440" cy="1548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BD17494-6BF2-9DF5-7832-E8DEA4355015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276820" y="3584168"/>
                  <a:ext cx="550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613562C-399A-2F2A-051A-0CF5A8F116A0}"/>
                    </a:ext>
                  </a:extLst>
                </p14:cNvPr>
                <p14:cNvContentPartPr/>
                <p14:nvPr/>
              </p14:nvContentPartPr>
              <p14:xfrm>
                <a:off x="2357820" y="3662648"/>
                <a:ext cx="136800" cy="763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613562C-399A-2F2A-051A-0CF5A8F116A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2349180" y="3653648"/>
                  <a:ext cx="15444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7BB99E5E-81EA-B801-1C22-A26C45715358}"/>
              </a:ext>
            </a:extLst>
          </p:cNvPr>
          <p:cNvGrpSpPr/>
          <p:nvPr/>
        </p:nvGrpSpPr>
        <p:grpSpPr>
          <a:xfrm>
            <a:off x="2681460" y="3127328"/>
            <a:ext cx="2103120" cy="499680"/>
            <a:chOff x="2681460" y="3127328"/>
            <a:chExt cx="2103120" cy="49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CC4C822-E9F9-F28C-B8E2-133A1CC4E9A1}"/>
                    </a:ext>
                  </a:extLst>
                </p14:cNvPr>
                <p14:cNvContentPartPr/>
                <p14:nvPr/>
              </p14:nvContentPartPr>
              <p14:xfrm>
                <a:off x="2681460" y="3255128"/>
                <a:ext cx="192960" cy="2448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CC4C822-E9F9-F28C-B8E2-133A1CC4E9A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2672820" y="3246488"/>
                  <a:ext cx="2106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E82A58A-7754-F1F7-C979-542FBE4F72CF}"/>
                    </a:ext>
                  </a:extLst>
                </p14:cNvPr>
                <p14:cNvContentPartPr/>
                <p14:nvPr/>
              </p14:nvContentPartPr>
              <p14:xfrm>
                <a:off x="2737620" y="3305168"/>
                <a:ext cx="78480" cy="1828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E82A58A-7754-F1F7-C979-542FBE4F72CF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2728980" y="3296168"/>
                  <a:ext cx="961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65C2832-C7CF-3333-3699-8C3A76FEC2D6}"/>
                    </a:ext>
                  </a:extLst>
                </p14:cNvPr>
                <p14:cNvContentPartPr/>
                <p14:nvPr/>
              </p14:nvContentPartPr>
              <p14:xfrm>
                <a:off x="2932380" y="3465368"/>
                <a:ext cx="126000" cy="1044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65C2832-C7CF-3333-3699-8C3A76FEC2D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2923380" y="3456728"/>
                  <a:ext cx="1436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75E39FB-4A74-C826-01E1-0F51C2CA30EC}"/>
                    </a:ext>
                  </a:extLst>
                </p14:cNvPr>
                <p14:cNvContentPartPr/>
                <p14:nvPr/>
              </p14:nvContentPartPr>
              <p14:xfrm>
                <a:off x="3028500" y="3186008"/>
                <a:ext cx="119520" cy="3020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75E39FB-4A74-C826-01E1-0F51C2CA30EC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019500" y="3177368"/>
                  <a:ext cx="1371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B1DEF3F-A6CF-B7FE-C76D-2DAF6DF31A60}"/>
                    </a:ext>
                  </a:extLst>
                </p14:cNvPr>
                <p14:cNvContentPartPr/>
                <p14:nvPr/>
              </p14:nvContentPartPr>
              <p14:xfrm>
                <a:off x="3210660" y="3390128"/>
                <a:ext cx="114120" cy="2368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B1DEF3F-A6CF-B7FE-C76D-2DAF6DF31A60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202020" y="3381128"/>
                  <a:ext cx="1317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9873F8AD-6F2A-E037-C11C-2004263A2D62}"/>
                    </a:ext>
                  </a:extLst>
                </p14:cNvPr>
                <p14:cNvContentPartPr/>
                <p14:nvPr/>
              </p14:nvContentPartPr>
              <p14:xfrm>
                <a:off x="3215700" y="3267008"/>
                <a:ext cx="360" cy="10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9873F8AD-6F2A-E037-C11C-2004263A2D62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207060" y="3258008"/>
                  <a:ext cx="180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52421BE5-152D-F310-9C91-2AF1001D2AAF}"/>
                    </a:ext>
                  </a:extLst>
                </p14:cNvPr>
                <p14:cNvContentPartPr/>
                <p14:nvPr/>
              </p14:nvContentPartPr>
              <p14:xfrm>
                <a:off x="3313980" y="3191408"/>
                <a:ext cx="99720" cy="2685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52421BE5-152D-F310-9C91-2AF1001D2AAF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304980" y="3182408"/>
                  <a:ext cx="1173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F374927-7063-F7BF-E516-9506EAB38046}"/>
                    </a:ext>
                  </a:extLst>
                </p14:cNvPr>
                <p14:cNvContentPartPr/>
                <p14:nvPr/>
              </p14:nvContentPartPr>
              <p14:xfrm>
                <a:off x="3433860" y="3251168"/>
                <a:ext cx="268560" cy="1767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F374927-7063-F7BF-E516-9506EAB38046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425220" y="3242528"/>
                  <a:ext cx="2862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1F18105-B082-4194-1FE4-AE3FE02708EB}"/>
                    </a:ext>
                  </a:extLst>
                </p14:cNvPr>
                <p14:cNvContentPartPr/>
                <p14:nvPr/>
              </p14:nvContentPartPr>
              <p14:xfrm>
                <a:off x="3786660" y="3324248"/>
                <a:ext cx="115200" cy="216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1F18105-B082-4194-1FE4-AE3FE02708E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3778020" y="3315608"/>
                  <a:ext cx="1328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FD5BDB0D-84A7-2C7C-A6BF-5D8B2159CA4D}"/>
                    </a:ext>
                  </a:extLst>
                </p14:cNvPr>
                <p14:cNvContentPartPr/>
                <p14:nvPr/>
              </p14:nvContentPartPr>
              <p14:xfrm>
                <a:off x="3951540" y="3203288"/>
                <a:ext cx="59760" cy="2196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D5BDB0D-84A7-2C7C-A6BF-5D8B2159CA4D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3942900" y="3194288"/>
                  <a:ext cx="774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58359544-DB9A-5384-47B7-0A9C8A72092F}"/>
                    </a:ext>
                  </a:extLst>
                </p14:cNvPr>
                <p14:cNvContentPartPr/>
                <p14:nvPr/>
              </p14:nvContentPartPr>
              <p14:xfrm>
                <a:off x="4020300" y="3335408"/>
                <a:ext cx="146880" cy="943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58359544-DB9A-5384-47B7-0A9C8A72092F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011300" y="3326408"/>
                  <a:ext cx="1645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35BF92A-0C7A-0B18-ED9D-F5A023526FE3}"/>
                    </a:ext>
                  </a:extLst>
                </p14:cNvPr>
                <p14:cNvContentPartPr/>
                <p14:nvPr/>
              </p14:nvContentPartPr>
              <p14:xfrm>
                <a:off x="4183740" y="3231368"/>
                <a:ext cx="258120" cy="1875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35BF92A-0C7A-0B18-ED9D-F5A023526FE3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174740" y="3222368"/>
                  <a:ext cx="2757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BAF1C34-1854-0025-2C34-55A3D6A28FBB}"/>
                    </a:ext>
                  </a:extLst>
                </p14:cNvPr>
                <p14:cNvContentPartPr/>
                <p14:nvPr/>
              </p14:nvContentPartPr>
              <p14:xfrm>
                <a:off x="4447260" y="3371768"/>
                <a:ext cx="75600" cy="1000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BAF1C34-1854-0025-2C34-55A3D6A28FBB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438620" y="3362768"/>
                  <a:ext cx="932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77C2957-9C83-21E8-8DA9-FB89BECF5B05}"/>
                    </a:ext>
                  </a:extLst>
                </p14:cNvPr>
                <p14:cNvContentPartPr/>
                <p14:nvPr/>
              </p14:nvContentPartPr>
              <p14:xfrm>
                <a:off x="4509540" y="3189968"/>
                <a:ext cx="146520" cy="2653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77C2957-9C83-21E8-8DA9-FB89BECF5B05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500540" y="3180968"/>
                  <a:ext cx="1641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A4FF07F-5787-0513-876B-4EB1271684D3}"/>
                    </a:ext>
                  </a:extLst>
                </p14:cNvPr>
                <p14:cNvContentPartPr/>
                <p14:nvPr/>
              </p14:nvContentPartPr>
              <p14:xfrm>
                <a:off x="4629060" y="3127328"/>
                <a:ext cx="155520" cy="3517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A4FF07F-5787-0513-876B-4EB1271684D3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4620060" y="3118688"/>
                  <a:ext cx="173160" cy="36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2F987ADB-1F0C-DFA5-9B69-D692DCDFB399}"/>
              </a:ext>
            </a:extLst>
          </p:cNvPr>
          <p:cNvGrpSpPr/>
          <p:nvPr/>
        </p:nvGrpSpPr>
        <p:grpSpPr>
          <a:xfrm>
            <a:off x="1688940" y="4146128"/>
            <a:ext cx="93240" cy="68400"/>
            <a:chOff x="1688940" y="4146128"/>
            <a:chExt cx="93240" cy="6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3A6DBCBD-0D24-8ADA-9532-228B827A3386}"/>
                    </a:ext>
                  </a:extLst>
                </p14:cNvPr>
                <p14:cNvContentPartPr/>
                <p14:nvPr/>
              </p14:nvContentPartPr>
              <p14:xfrm>
                <a:off x="1688940" y="4208048"/>
                <a:ext cx="88200" cy="64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3A6DBCBD-0D24-8ADA-9532-228B827A3386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679940" y="4199408"/>
                  <a:ext cx="1058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92963D1-B980-11A1-D91B-5C5F4C23BD9B}"/>
                    </a:ext>
                  </a:extLst>
                </p14:cNvPr>
                <p14:cNvContentPartPr/>
                <p14:nvPr/>
              </p14:nvContentPartPr>
              <p14:xfrm>
                <a:off x="1699020" y="4146128"/>
                <a:ext cx="83160" cy="158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92963D1-B980-11A1-D91B-5C5F4C23BD9B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690380" y="4137128"/>
                  <a:ext cx="10080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45CAC329-B5C9-4C19-C943-A7F3E414655C}"/>
              </a:ext>
            </a:extLst>
          </p:cNvPr>
          <p:cNvGrpSpPr/>
          <p:nvPr/>
        </p:nvGrpSpPr>
        <p:grpSpPr>
          <a:xfrm>
            <a:off x="1979460" y="3871808"/>
            <a:ext cx="1429560" cy="447480"/>
            <a:chOff x="1979460" y="3871808"/>
            <a:chExt cx="1429560" cy="44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73C47E3-0F95-C08C-8CA4-3AEE597EA16E}"/>
                    </a:ext>
                  </a:extLst>
                </p14:cNvPr>
                <p14:cNvContentPartPr/>
                <p14:nvPr/>
              </p14:nvContentPartPr>
              <p14:xfrm>
                <a:off x="1979460" y="4073048"/>
                <a:ext cx="237240" cy="2210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73C47E3-0F95-C08C-8CA4-3AEE597EA16E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970460" y="4064408"/>
                  <a:ext cx="2548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43B1805-72A3-748D-B582-09DA1448D383}"/>
                    </a:ext>
                  </a:extLst>
                </p14:cNvPr>
                <p14:cNvContentPartPr/>
                <p14:nvPr/>
              </p14:nvContentPartPr>
              <p14:xfrm>
                <a:off x="2062620" y="4087088"/>
                <a:ext cx="81720" cy="2300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43B1805-72A3-748D-B582-09DA1448D383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053620" y="4078448"/>
                  <a:ext cx="993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628D386-43B7-298D-2761-255A0839E3AD}"/>
                    </a:ext>
                  </a:extLst>
                </p14:cNvPr>
                <p14:cNvContentPartPr/>
                <p14:nvPr/>
              </p14:nvContentPartPr>
              <p14:xfrm>
                <a:off x="2291940" y="4025888"/>
                <a:ext cx="118080" cy="2934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628D386-43B7-298D-2761-255A0839E3AD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282940" y="4016888"/>
                  <a:ext cx="1357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79D7FAD5-B441-5C3D-D8DB-63029AD0CDF5}"/>
                    </a:ext>
                  </a:extLst>
                </p14:cNvPr>
                <p14:cNvContentPartPr/>
                <p14:nvPr/>
              </p14:nvContentPartPr>
              <p14:xfrm>
                <a:off x="2458260" y="4156568"/>
                <a:ext cx="154800" cy="1404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79D7FAD5-B441-5C3D-D8DB-63029AD0CDF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449260" y="4147928"/>
                  <a:ext cx="1724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BDD0EB6-E133-9206-F41C-2A8685E71BC1}"/>
                    </a:ext>
                  </a:extLst>
                </p14:cNvPr>
                <p14:cNvContentPartPr/>
                <p14:nvPr/>
              </p14:nvContentPartPr>
              <p14:xfrm>
                <a:off x="2620620" y="4010768"/>
                <a:ext cx="106920" cy="1728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BDD0EB6-E133-9206-F41C-2A8685E71BC1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611620" y="4001768"/>
                  <a:ext cx="1245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70BF89E2-4A50-DCB7-4316-1E445F0B1008}"/>
                    </a:ext>
                  </a:extLst>
                </p14:cNvPr>
                <p14:cNvContentPartPr/>
                <p14:nvPr/>
              </p14:nvContentPartPr>
              <p14:xfrm>
                <a:off x="2613060" y="3921128"/>
                <a:ext cx="360" cy="14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70BF89E2-4A50-DCB7-4316-1E445F0B1008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604420" y="3912488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A876040-E108-5077-BED8-B88FCAE0395A}"/>
                    </a:ext>
                  </a:extLst>
                </p14:cNvPr>
                <p14:cNvContentPartPr/>
                <p14:nvPr/>
              </p14:nvContentPartPr>
              <p14:xfrm>
                <a:off x="2753460" y="3906368"/>
                <a:ext cx="208080" cy="1256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A876040-E108-5077-BED8-B88FCAE0395A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744460" y="3897368"/>
                  <a:ext cx="2257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EE9075A-9EA9-A493-1943-09FC45CA96E6}"/>
                    </a:ext>
                  </a:extLst>
                </p14:cNvPr>
                <p14:cNvContentPartPr/>
                <p14:nvPr/>
              </p14:nvContentPartPr>
              <p14:xfrm>
                <a:off x="3036060" y="3912488"/>
                <a:ext cx="57240" cy="961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EE9075A-9EA9-A493-1943-09FC45CA96E6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3027420" y="3903848"/>
                  <a:ext cx="748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01B4BDC-2A1B-7F6E-2F74-9B23345CA399}"/>
                    </a:ext>
                  </a:extLst>
                </p14:cNvPr>
                <p14:cNvContentPartPr/>
                <p14:nvPr/>
              </p14:nvContentPartPr>
              <p14:xfrm>
                <a:off x="2973420" y="3871808"/>
                <a:ext cx="149400" cy="324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01B4BDC-2A1B-7F6E-2F74-9B23345CA399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2964420" y="3862808"/>
                  <a:ext cx="1670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7CD28248-083D-EBF1-00AB-0065B753453B}"/>
                    </a:ext>
                  </a:extLst>
                </p14:cNvPr>
                <p14:cNvContentPartPr/>
                <p14:nvPr/>
              </p14:nvContentPartPr>
              <p14:xfrm>
                <a:off x="3235500" y="3915008"/>
                <a:ext cx="173520" cy="3528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7CD28248-083D-EBF1-00AB-0065B753453B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3226500" y="3906008"/>
                  <a:ext cx="191160" cy="37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4D2DBBF8-0157-4031-A670-418726ACE7EF}"/>
              </a:ext>
            </a:extLst>
          </p:cNvPr>
          <p:cNvGrpSpPr/>
          <p:nvPr/>
        </p:nvGrpSpPr>
        <p:grpSpPr>
          <a:xfrm>
            <a:off x="3633300" y="3782168"/>
            <a:ext cx="2554920" cy="500400"/>
            <a:chOff x="3633300" y="3782168"/>
            <a:chExt cx="2554920" cy="50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E551F584-7110-13BF-0012-E9A84EFBDA7C}"/>
                    </a:ext>
                  </a:extLst>
                </p14:cNvPr>
                <p14:cNvContentPartPr/>
                <p14:nvPr/>
              </p14:nvContentPartPr>
              <p14:xfrm>
                <a:off x="3662820" y="4129928"/>
                <a:ext cx="104040" cy="57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E551F584-7110-13BF-0012-E9A84EFBDA7C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653820" y="4121288"/>
                  <a:ext cx="121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FB9293E6-CD8F-6248-0F31-AEB92323177E}"/>
                    </a:ext>
                  </a:extLst>
                </p14:cNvPr>
                <p14:cNvContentPartPr/>
                <p14:nvPr/>
              </p14:nvContentPartPr>
              <p14:xfrm>
                <a:off x="3633300" y="4083488"/>
                <a:ext cx="102600" cy="3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FB9293E6-CD8F-6248-0F31-AEB92323177E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624300" y="4074488"/>
                  <a:ext cx="1202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B7CA9B2-C8F4-833E-0105-0BB659F1A4FE}"/>
                    </a:ext>
                  </a:extLst>
                </p14:cNvPr>
                <p14:cNvContentPartPr/>
                <p14:nvPr/>
              </p14:nvContentPartPr>
              <p14:xfrm>
                <a:off x="3900420" y="3948128"/>
                <a:ext cx="243360" cy="2581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B7CA9B2-C8F4-833E-0105-0BB659F1A4FE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891780" y="3939128"/>
                  <a:ext cx="2610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E4D3A17C-216F-BCED-CC32-BC089AC6F311}"/>
                    </a:ext>
                  </a:extLst>
                </p14:cNvPr>
                <p14:cNvContentPartPr/>
                <p14:nvPr/>
              </p14:nvContentPartPr>
              <p14:xfrm>
                <a:off x="3979620" y="3961448"/>
                <a:ext cx="83160" cy="2430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E4D3A17C-216F-BCED-CC32-BC089AC6F311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3970980" y="3952808"/>
                  <a:ext cx="1008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E0DFEA16-BE14-E022-3E00-DBAD6269C4E4}"/>
                    </a:ext>
                  </a:extLst>
                </p14:cNvPr>
                <p14:cNvContentPartPr/>
                <p14:nvPr/>
              </p14:nvContentPartPr>
              <p14:xfrm>
                <a:off x="4160700" y="3894848"/>
                <a:ext cx="110160" cy="3225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E0DFEA16-BE14-E022-3E00-DBAD6269C4E4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151700" y="3885848"/>
                  <a:ext cx="12780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7D80A7E-4C2B-1452-256A-020E3B4C36F2}"/>
                    </a:ext>
                  </a:extLst>
                </p14:cNvPr>
                <p14:cNvContentPartPr/>
                <p14:nvPr/>
              </p14:nvContentPartPr>
              <p14:xfrm>
                <a:off x="4296420" y="4062248"/>
                <a:ext cx="164520" cy="1371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7D80A7E-4C2B-1452-256A-020E3B4C36F2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287780" y="4053248"/>
                  <a:ext cx="1821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626F6FBC-EFE7-3F63-0004-28398A20855D}"/>
                    </a:ext>
                  </a:extLst>
                </p14:cNvPr>
                <p14:cNvContentPartPr/>
                <p14:nvPr/>
              </p14:nvContentPartPr>
              <p14:xfrm>
                <a:off x="4447260" y="3917168"/>
                <a:ext cx="83160" cy="1778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626F6FBC-EFE7-3F63-0004-28398A20855D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438260" y="3908528"/>
                  <a:ext cx="1008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4252FB1-C76E-ABAD-C959-60D3D20FDAD0}"/>
                    </a:ext>
                  </a:extLst>
                </p14:cNvPr>
                <p14:cNvContentPartPr/>
                <p14:nvPr/>
              </p14:nvContentPartPr>
              <p14:xfrm>
                <a:off x="4395420" y="3782168"/>
                <a:ext cx="5400" cy="144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F4252FB1-C76E-ABAD-C959-60D3D20FDAD0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4386420" y="3773168"/>
                  <a:ext cx="230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67213782-FBFF-F5C7-338C-CAAB17787A09}"/>
                    </a:ext>
                  </a:extLst>
                </p14:cNvPr>
                <p14:cNvContentPartPr/>
                <p14:nvPr/>
              </p14:nvContentPartPr>
              <p14:xfrm>
                <a:off x="4525740" y="3839048"/>
                <a:ext cx="213840" cy="1033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67213782-FBFF-F5C7-338C-CAAB17787A09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4516740" y="3830408"/>
                  <a:ext cx="2314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C6ADCB6-F5FE-38DD-EFC0-99B0C69FDCB6}"/>
                    </a:ext>
                  </a:extLst>
                </p14:cNvPr>
                <p14:cNvContentPartPr/>
                <p14:nvPr/>
              </p14:nvContentPartPr>
              <p14:xfrm>
                <a:off x="4805460" y="3827528"/>
                <a:ext cx="173160" cy="3610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C6ADCB6-F5FE-38DD-EFC0-99B0C69FDCB6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4796820" y="3818528"/>
                  <a:ext cx="19080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A26AE3B-9176-ACF0-59C0-5A66A4319862}"/>
                    </a:ext>
                  </a:extLst>
                </p14:cNvPr>
                <p14:cNvContentPartPr/>
                <p14:nvPr/>
              </p14:nvContentPartPr>
              <p14:xfrm>
                <a:off x="5028300" y="3804128"/>
                <a:ext cx="83160" cy="4784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A26AE3B-9176-ACF0-59C0-5A66A4319862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019660" y="3795128"/>
                  <a:ext cx="10080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E10930E-C481-DF82-15C8-46D58CDAB8B8}"/>
                    </a:ext>
                  </a:extLst>
                </p14:cNvPr>
                <p14:cNvContentPartPr/>
                <p14:nvPr/>
              </p14:nvContentPartPr>
              <p14:xfrm>
                <a:off x="5194260" y="4133168"/>
                <a:ext cx="182880" cy="1116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E10930E-C481-DF82-15C8-46D58CDAB8B8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5185620" y="4124528"/>
                  <a:ext cx="2005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ED64B2D-5282-FE61-21A4-2F3F45E9F480}"/>
                    </a:ext>
                  </a:extLst>
                </p14:cNvPr>
                <p14:cNvContentPartPr/>
                <p14:nvPr/>
              </p14:nvContentPartPr>
              <p14:xfrm>
                <a:off x="5495940" y="4201208"/>
                <a:ext cx="99720" cy="180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ED64B2D-5282-FE61-21A4-2F3F45E9F480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5486940" y="4192208"/>
                  <a:ext cx="1173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DD8D37A6-6541-C7FF-8B62-1CA7EA4BD1AE}"/>
                    </a:ext>
                  </a:extLst>
                </p14:cNvPr>
                <p14:cNvContentPartPr/>
                <p14:nvPr/>
              </p14:nvContentPartPr>
              <p14:xfrm>
                <a:off x="5471460" y="4135328"/>
                <a:ext cx="66960" cy="162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DD8D37A6-6541-C7FF-8B62-1CA7EA4BD1AE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5462820" y="4126688"/>
                  <a:ext cx="846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9D1DCB98-D340-A014-9865-47C85449C84F}"/>
                    </a:ext>
                  </a:extLst>
                </p14:cNvPr>
                <p14:cNvContentPartPr/>
                <p14:nvPr/>
              </p14:nvContentPartPr>
              <p14:xfrm>
                <a:off x="5725260" y="4082048"/>
                <a:ext cx="267120" cy="1422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9D1DCB98-D340-A014-9865-47C85449C84F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5716260" y="4073048"/>
                  <a:ext cx="2847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15C40157-B9B5-68E5-601E-0033D538DEB6}"/>
                    </a:ext>
                  </a:extLst>
                </p14:cNvPr>
                <p14:cNvContentPartPr/>
                <p14:nvPr/>
              </p14:nvContentPartPr>
              <p14:xfrm>
                <a:off x="6093900" y="4103648"/>
                <a:ext cx="36360" cy="1015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15C40157-B9B5-68E5-601E-0033D538DEB6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6084900" y="4094648"/>
                  <a:ext cx="540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E69FDA4-3820-5C9D-25CA-2D6575715C69}"/>
                    </a:ext>
                  </a:extLst>
                </p14:cNvPr>
                <p14:cNvContentPartPr/>
                <p14:nvPr/>
              </p14:nvContentPartPr>
              <p14:xfrm>
                <a:off x="5987340" y="4072688"/>
                <a:ext cx="200880" cy="216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E69FDA4-3820-5C9D-25CA-2D6575715C69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5978340" y="4064048"/>
                  <a:ext cx="21852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D2CA5BB-0778-0CCD-8F69-1A24C33F3CA1}"/>
              </a:ext>
            </a:extLst>
          </p:cNvPr>
          <p:cNvGrpSpPr/>
          <p:nvPr/>
        </p:nvGrpSpPr>
        <p:grpSpPr>
          <a:xfrm>
            <a:off x="6650100" y="4244408"/>
            <a:ext cx="316440" cy="176760"/>
            <a:chOff x="6650100" y="4244408"/>
            <a:chExt cx="316440" cy="17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0C48E0EF-A8A4-E214-4D66-BE1A3C7EE67A}"/>
                    </a:ext>
                  </a:extLst>
                </p14:cNvPr>
                <p14:cNvContentPartPr/>
                <p14:nvPr/>
              </p14:nvContentPartPr>
              <p14:xfrm>
                <a:off x="6650100" y="4287248"/>
                <a:ext cx="213840" cy="975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0C48E0EF-A8A4-E214-4D66-BE1A3C7EE67A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641100" y="4278608"/>
                  <a:ext cx="2314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85BBC0DE-C22B-2D9F-2EBD-F225ABB47DF0}"/>
                    </a:ext>
                  </a:extLst>
                </p14:cNvPr>
                <p14:cNvContentPartPr/>
                <p14:nvPr/>
              </p14:nvContentPartPr>
              <p14:xfrm>
                <a:off x="6696900" y="4244408"/>
                <a:ext cx="229320" cy="1076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85BBC0DE-C22B-2D9F-2EBD-F225ABB47DF0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6687900" y="4235768"/>
                  <a:ext cx="2469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639F62E-742B-5006-A03E-66F51DE1FE27}"/>
                    </a:ext>
                  </a:extLst>
                </p14:cNvPr>
                <p14:cNvContentPartPr/>
                <p14:nvPr/>
              </p14:nvContentPartPr>
              <p14:xfrm>
                <a:off x="6805980" y="4286168"/>
                <a:ext cx="160560" cy="1350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639F62E-742B-5006-A03E-66F51DE1FE27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6796980" y="4277168"/>
                  <a:ext cx="17820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C78158F0-EF3A-30F8-514B-01D0ACE3BFCF}"/>
              </a:ext>
            </a:extLst>
          </p:cNvPr>
          <p:cNvGrpSpPr/>
          <p:nvPr/>
        </p:nvGrpSpPr>
        <p:grpSpPr>
          <a:xfrm>
            <a:off x="7195500" y="4194008"/>
            <a:ext cx="1039320" cy="290880"/>
            <a:chOff x="7195500" y="4194008"/>
            <a:chExt cx="1039320" cy="29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B10D800A-720D-6738-6531-5C0FC2BA6B75}"/>
                    </a:ext>
                  </a:extLst>
                </p14:cNvPr>
                <p14:cNvContentPartPr/>
                <p14:nvPr/>
              </p14:nvContentPartPr>
              <p14:xfrm>
                <a:off x="7195500" y="4295168"/>
                <a:ext cx="317160" cy="1897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B10D800A-720D-6738-6531-5C0FC2BA6B75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186860" y="4286528"/>
                  <a:ext cx="334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AE72EAFC-B25F-C203-3141-9224734D7618}"/>
                    </a:ext>
                  </a:extLst>
                </p14:cNvPr>
                <p14:cNvContentPartPr/>
                <p14:nvPr/>
              </p14:nvContentPartPr>
              <p14:xfrm>
                <a:off x="7694820" y="4405688"/>
                <a:ext cx="72360" cy="57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AE72EAFC-B25F-C203-3141-9224734D7618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7686180" y="4396688"/>
                  <a:ext cx="90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874E9179-82E2-7A87-E9A5-3D96B258B382}"/>
                    </a:ext>
                  </a:extLst>
                </p14:cNvPr>
                <p14:cNvContentPartPr/>
                <p14:nvPr/>
              </p14:nvContentPartPr>
              <p14:xfrm>
                <a:off x="7684380" y="4335848"/>
                <a:ext cx="98640" cy="79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874E9179-82E2-7A87-E9A5-3D96B258B382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7675380" y="4326848"/>
                  <a:ext cx="1162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F188F24-79FF-35F8-EFB6-75AEF0AB1EAF}"/>
                    </a:ext>
                  </a:extLst>
                </p14:cNvPr>
                <p14:cNvContentPartPr/>
                <p14:nvPr/>
              </p14:nvContentPartPr>
              <p14:xfrm>
                <a:off x="7951140" y="4194008"/>
                <a:ext cx="201600" cy="867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F188F24-79FF-35F8-EFB6-75AEF0AB1EAF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942500" y="4185008"/>
                  <a:ext cx="2192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2A833E69-F662-5866-3876-CCF85B979498}"/>
                    </a:ext>
                  </a:extLst>
                </p14:cNvPr>
                <p14:cNvContentPartPr/>
                <p14:nvPr/>
              </p14:nvContentPartPr>
              <p14:xfrm>
                <a:off x="7960140" y="4384808"/>
                <a:ext cx="274680" cy="208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2A833E69-F662-5866-3876-CCF85B979498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951500" y="4376168"/>
                  <a:ext cx="29232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05B7913C-E7EA-9351-5E07-9BBC39920EED}"/>
              </a:ext>
            </a:extLst>
          </p:cNvPr>
          <p:cNvGrpSpPr/>
          <p:nvPr/>
        </p:nvGrpSpPr>
        <p:grpSpPr>
          <a:xfrm>
            <a:off x="7979940" y="4498928"/>
            <a:ext cx="208080" cy="147600"/>
            <a:chOff x="7979940" y="4498928"/>
            <a:chExt cx="208080" cy="14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D76C5CD6-DA65-C5CC-12A7-698EED7CF4EE}"/>
                    </a:ext>
                  </a:extLst>
                </p14:cNvPr>
                <p14:cNvContentPartPr/>
                <p14:nvPr/>
              </p14:nvContentPartPr>
              <p14:xfrm>
                <a:off x="8070660" y="4501088"/>
                <a:ext cx="48240" cy="1454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D76C5CD6-DA65-C5CC-12A7-698EED7CF4EE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062020" y="4492088"/>
                  <a:ext cx="658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D0F12F9A-764D-32EF-5495-1DD6FF574378}"/>
                    </a:ext>
                  </a:extLst>
                </p14:cNvPr>
                <p14:cNvContentPartPr/>
                <p14:nvPr/>
              </p14:nvContentPartPr>
              <p14:xfrm>
                <a:off x="7979940" y="4498928"/>
                <a:ext cx="208080" cy="57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D0F12F9A-764D-32EF-5495-1DD6FF574378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7971300" y="4489928"/>
                  <a:ext cx="22572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1483203C-B060-D624-4AED-A48DC6225B6A}"/>
              </a:ext>
            </a:extLst>
          </p:cNvPr>
          <p:cNvGrpSpPr/>
          <p:nvPr/>
        </p:nvGrpSpPr>
        <p:grpSpPr>
          <a:xfrm>
            <a:off x="941580" y="4499288"/>
            <a:ext cx="5801400" cy="1854720"/>
            <a:chOff x="941580" y="4499288"/>
            <a:chExt cx="5801400" cy="185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F4C9050-C9FE-863F-C129-B2A88E75EF94}"/>
                    </a:ext>
                  </a:extLst>
                </p14:cNvPr>
                <p14:cNvContentPartPr/>
                <p14:nvPr/>
              </p14:nvContentPartPr>
              <p14:xfrm>
                <a:off x="1217340" y="4934168"/>
                <a:ext cx="223200" cy="2336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F4C9050-C9FE-863F-C129-B2A88E75EF94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208340" y="4925528"/>
                  <a:ext cx="2408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30D27DE4-C594-5AD6-1819-4B474C1CAF45}"/>
                    </a:ext>
                  </a:extLst>
                </p14:cNvPr>
                <p14:cNvContentPartPr/>
                <p14:nvPr/>
              </p14:nvContentPartPr>
              <p14:xfrm>
                <a:off x="1268820" y="4926968"/>
                <a:ext cx="80640" cy="2487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30D27DE4-C594-5AD6-1819-4B474C1CAF45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259820" y="4917968"/>
                  <a:ext cx="982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516839DE-3577-B89B-5412-4930BC48D957}"/>
                    </a:ext>
                  </a:extLst>
                </p14:cNvPr>
                <p14:cNvContentPartPr/>
                <p14:nvPr/>
              </p14:nvContentPartPr>
              <p14:xfrm>
                <a:off x="1455660" y="4886648"/>
                <a:ext cx="116280" cy="3052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516839DE-3577-B89B-5412-4930BC48D957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446660" y="4877648"/>
                  <a:ext cx="1339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13FF8C64-AD7E-B6C7-6C2F-E0EF8C5B0E98}"/>
                    </a:ext>
                  </a:extLst>
                </p14:cNvPr>
                <p14:cNvContentPartPr/>
                <p14:nvPr/>
              </p14:nvContentPartPr>
              <p14:xfrm>
                <a:off x="1603260" y="5039648"/>
                <a:ext cx="137160" cy="1209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13FF8C64-AD7E-B6C7-6C2F-E0EF8C5B0E98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594260" y="5031008"/>
                  <a:ext cx="1548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EC1CE7C-5AEB-2089-CE5B-109EC009E2A6}"/>
                    </a:ext>
                  </a:extLst>
                </p14:cNvPr>
                <p14:cNvContentPartPr/>
                <p14:nvPr/>
              </p14:nvContentPartPr>
              <p14:xfrm>
                <a:off x="1755900" y="4888088"/>
                <a:ext cx="81360" cy="1839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EC1CE7C-5AEB-2089-CE5B-109EC009E2A6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746900" y="4879088"/>
                  <a:ext cx="990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B4C599A7-E857-C5C6-5954-D353A4AF02CF}"/>
                    </a:ext>
                  </a:extLst>
                </p14:cNvPr>
                <p14:cNvContentPartPr/>
                <p14:nvPr/>
              </p14:nvContentPartPr>
              <p14:xfrm>
                <a:off x="1709100" y="4776128"/>
                <a:ext cx="8640" cy="36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B4C599A7-E857-C5C6-5954-D353A4AF02CF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700460" y="4767488"/>
                  <a:ext cx="262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A5972891-54D4-9083-59EA-33E6BB7C6E91}"/>
                    </a:ext>
                  </a:extLst>
                </p14:cNvPr>
                <p14:cNvContentPartPr/>
                <p14:nvPr/>
              </p14:nvContentPartPr>
              <p14:xfrm>
                <a:off x="1854540" y="4785128"/>
                <a:ext cx="183600" cy="12492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A5972891-54D4-9083-59EA-33E6BB7C6E91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845900" y="4776128"/>
                  <a:ext cx="2012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16C70128-77EC-4441-A109-A54B864D0F99}"/>
                    </a:ext>
                  </a:extLst>
                </p14:cNvPr>
                <p14:cNvContentPartPr/>
                <p14:nvPr/>
              </p14:nvContentPartPr>
              <p14:xfrm>
                <a:off x="2134260" y="4813928"/>
                <a:ext cx="40680" cy="957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16C70128-77EC-4441-A109-A54B864D0F99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2125260" y="4804928"/>
                  <a:ext cx="583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76CD1C4F-2E8D-9D0D-4B5A-9127BF71CB16}"/>
                    </a:ext>
                  </a:extLst>
                </p14:cNvPr>
                <p14:cNvContentPartPr/>
                <p14:nvPr/>
              </p14:nvContentPartPr>
              <p14:xfrm>
                <a:off x="2022660" y="4754528"/>
                <a:ext cx="190800" cy="464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76CD1C4F-2E8D-9D0D-4B5A-9127BF71CB16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2013660" y="4745528"/>
                  <a:ext cx="2084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E8321564-62B0-945D-92BD-F129C76D07F0}"/>
                    </a:ext>
                  </a:extLst>
                </p14:cNvPr>
                <p14:cNvContentPartPr/>
                <p14:nvPr/>
              </p14:nvContentPartPr>
              <p14:xfrm>
                <a:off x="2259900" y="4843448"/>
                <a:ext cx="167400" cy="3207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E8321564-62B0-945D-92BD-F129C76D07F0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2250900" y="4834808"/>
                  <a:ext cx="18504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924A154C-8148-1614-4204-664EBF0E7AC1}"/>
                    </a:ext>
                  </a:extLst>
                </p14:cNvPr>
                <p14:cNvContentPartPr/>
                <p14:nvPr/>
              </p14:nvContentPartPr>
              <p14:xfrm>
                <a:off x="2530260" y="5077448"/>
                <a:ext cx="143640" cy="93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924A154C-8148-1614-4204-664EBF0E7AC1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2521620" y="5068808"/>
                  <a:ext cx="161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BEAC60F5-9785-5B4F-AFBC-FFAC66E32E73}"/>
                    </a:ext>
                  </a:extLst>
                </p14:cNvPr>
                <p14:cNvContentPartPr/>
                <p14:nvPr/>
              </p14:nvContentPartPr>
              <p14:xfrm>
                <a:off x="2558340" y="5018048"/>
                <a:ext cx="111960" cy="216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BEAC60F5-9785-5B4F-AFBC-FFAC66E32E73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2549700" y="5009408"/>
                  <a:ext cx="1296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C9537C83-1FEF-C037-4E3C-159B84079BE8}"/>
                    </a:ext>
                  </a:extLst>
                </p14:cNvPr>
                <p14:cNvContentPartPr/>
                <p14:nvPr/>
              </p14:nvContentPartPr>
              <p14:xfrm>
                <a:off x="3017700" y="4786568"/>
                <a:ext cx="43200" cy="1440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C9537C83-1FEF-C037-4E3C-159B84079BE8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009060" y="4777928"/>
                  <a:ext cx="608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9336E711-C06C-DF05-CD2F-0CD853E57028}"/>
                    </a:ext>
                  </a:extLst>
                </p14:cNvPr>
                <p14:cNvContentPartPr/>
                <p14:nvPr/>
              </p14:nvContentPartPr>
              <p14:xfrm>
                <a:off x="2963700" y="4998968"/>
                <a:ext cx="231480" cy="1008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9336E711-C06C-DF05-CD2F-0CD853E57028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2955060" y="4989968"/>
                  <a:ext cx="2491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A82D9368-CA06-EAD6-38E8-D6CB2C09F452}"/>
                    </a:ext>
                  </a:extLst>
                </p14:cNvPr>
                <p14:cNvContentPartPr/>
                <p14:nvPr/>
              </p14:nvContentPartPr>
              <p14:xfrm>
                <a:off x="3039660" y="5140088"/>
                <a:ext cx="51120" cy="1357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A82D9368-CA06-EAD6-38E8-D6CB2C09F452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3031020" y="5131088"/>
                  <a:ext cx="687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2CF7F820-1CDC-26D3-3BC1-1C191F21C5C6}"/>
                    </a:ext>
                  </a:extLst>
                </p14:cNvPr>
                <p14:cNvContentPartPr/>
                <p14:nvPr/>
              </p14:nvContentPartPr>
              <p14:xfrm>
                <a:off x="2898540" y="5106608"/>
                <a:ext cx="234360" cy="111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2CF7F820-1CDC-26D3-3BC1-1C191F21C5C6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2889540" y="5097968"/>
                  <a:ext cx="252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E8FC4F0-6482-4ACE-D709-8CD74CAC2DFA}"/>
                    </a:ext>
                  </a:extLst>
                </p14:cNvPr>
                <p14:cNvContentPartPr/>
                <p14:nvPr/>
              </p14:nvContentPartPr>
              <p14:xfrm>
                <a:off x="3364380" y="4851728"/>
                <a:ext cx="352440" cy="24408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E8FC4F0-6482-4ACE-D709-8CD74CAC2DFA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3355380" y="4843088"/>
                  <a:ext cx="3700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9E79D3A7-1BE0-AADD-E5AE-D5CC14837EDF}"/>
                    </a:ext>
                  </a:extLst>
                </p14:cNvPr>
                <p14:cNvContentPartPr/>
                <p14:nvPr/>
              </p14:nvContentPartPr>
              <p14:xfrm>
                <a:off x="3486060" y="5158808"/>
                <a:ext cx="71640" cy="1821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9E79D3A7-1BE0-AADD-E5AE-D5CC14837EDF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3477060" y="5150168"/>
                  <a:ext cx="892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DEC54DAC-365B-0C16-21CD-4E6D997F4CD9}"/>
                    </a:ext>
                  </a:extLst>
                </p14:cNvPr>
                <p14:cNvContentPartPr/>
                <p14:nvPr/>
              </p14:nvContentPartPr>
              <p14:xfrm>
                <a:off x="3557340" y="5273288"/>
                <a:ext cx="136800" cy="572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DEC54DAC-365B-0C16-21CD-4E6D997F4CD9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3548340" y="5264288"/>
                  <a:ext cx="1544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F56F4AE3-8735-E7C3-DB70-411DE85249E4}"/>
                    </a:ext>
                  </a:extLst>
                </p14:cNvPr>
                <p14:cNvContentPartPr/>
                <p14:nvPr/>
              </p14:nvContentPartPr>
              <p14:xfrm>
                <a:off x="1322820" y="5703848"/>
                <a:ext cx="241920" cy="24768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F56F4AE3-8735-E7C3-DB70-411DE85249E4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313820" y="5695208"/>
                  <a:ext cx="2595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90AEF1DC-F826-8EFE-1125-72A11CBF1C96}"/>
                    </a:ext>
                  </a:extLst>
                </p14:cNvPr>
                <p14:cNvContentPartPr/>
                <p14:nvPr/>
              </p14:nvContentPartPr>
              <p14:xfrm>
                <a:off x="1397700" y="5731928"/>
                <a:ext cx="103680" cy="25308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90AEF1DC-F826-8EFE-1125-72A11CBF1C96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389060" y="5723288"/>
                  <a:ext cx="1213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3C761FBB-9681-A086-4B39-179B3B2E65FD}"/>
                    </a:ext>
                  </a:extLst>
                </p14:cNvPr>
                <p14:cNvContentPartPr/>
                <p14:nvPr/>
              </p14:nvContentPartPr>
              <p14:xfrm>
                <a:off x="1604340" y="5675408"/>
                <a:ext cx="73080" cy="29160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3C761FBB-9681-A086-4B39-179B3B2E65FD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595700" y="5666408"/>
                  <a:ext cx="9072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73195B60-3CFD-A8EE-5B27-168218107087}"/>
                    </a:ext>
                  </a:extLst>
                </p14:cNvPr>
                <p14:cNvContentPartPr/>
                <p14:nvPr/>
              </p14:nvContentPartPr>
              <p14:xfrm>
                <a:off x="1734300" y="5827688"/>
                <a:ext cx="144720" cy="11736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73195B60-3CFD-A8EE-5B27-168218107087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725300" y="5818688"/>
                  <a:ext cx="1623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609F51ED-9FF8-FA6A-4F03-4F5002DE5ACF}"/>
                    </a:ext>
                  </a:extLst>
                </p14:cNvPr>
                <p14:cNvContentPartPr/>
                <p14:nvPr/>
              </p14:nvContentPartPr>
              <p14:xfrm>
                <a:off x="1864980" y="5688728"/>
                <a:ext cx="88920" cy="17784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609F51ED-9FF8-FA6A-4F03-4F5002DE5ACF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855980" y="5680088"/>
                  <a:ext cx="1065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154F2AF9-4D77-440F-1874-C327A6682899}"/>
                    </a:ext>
                  </a:extLst>
                </p14:cNvPr>
                <p14:cNvContentPartPr/>
                <p14:nvPr/>
              </p14:nvContentPartPr>
              <p14:xfrm>
                <a:off x="1807740" y="5579648"/>
                <a:ext cx="35280" cy="183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154F2AF9-4D77-440F-1874-C327A6682899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799100" y="5571008"/>
                  <a:ext cx="52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D35A17C6-E858-C8F2-C352-35FC1888B8A2}"/>
                    </a:ext>
                  </a:extLst>
                </p14:cNvPr>
                <p14:cNvContentPartPr/>
                <p14:nvPr/>
              </p14:nvContentPartPr>
              <p14:xfrm>
                <a:off x="1967940" y="5619608"/>
                <a:ext cx="189720" cy="752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D35A17C6-E858-C8F2-C352-35FC1888B8A2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958940" y="5610608"/>
                  <a:ext cx="2073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3CA106D2-2795-C6E8-1709-3766807E188E}"/>
                    </a:ext>
                  </a:extLst>
                </p14:cNvPr>
                <p14:cNvContentPartPr/>
                <p14:nvPr/>
              </p14:nvContentPartPr>
              <p14:xfrm>
                <a:off x="2176740" y="5569208"/>
                <a:ext cx="162720" cy="33552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3CA106D2-2795-C6E8-1709-3766807E188E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2167740" y="5560568"/>
                  <a:ext cx="18036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BC17F64A-B5AF-8FAD-D7F0-9CA0B87983E3}"/>
                    </a:ext>
                  </a:extLst>
                </p14:cNvPr>
                <p14:cNvContentPartPr/>
                <p14:nvPr/>
              </p14:nvContentPartPr>
              <p14:xfrm>
                <a:off x="2585340" y="5852888"/>
                <a:ext cx="85320" cy="792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BC17F64A-B5AF-8FAD-D7F0-9CA0B87983E3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2576700" y="5844248"/>
                  <a:ext cx="1029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BF930CAC-53B4-3BE4-8B1D-ADDE768D74C7}"/>
                    </a:ext>
                  </a:extLst>
                </p14:cNvPr>
                <p14:cNvContentPartPr/>
                <p14:nvPr/>
              </p14:nvContentPartPr>
              <p14:xfrm>
                <a:off x="2522340" y="5795648"/>
                <a:ext cx="101520" cy="792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BF930CAC-53B4-3BE4-8B1D-ADDE768D74C7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2513700" y="5787008"/>
                  <a:ext cx="1191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0279B69B-BA3F-FEBA-793A-2BF19DDD6F67}"/>
                    </a:ext>
                  </a:extLst>
                </p14:cNvPr>
                <p14:cNvContentPartPr/>
                <p14:nvPr/>
              </p14:nvContentPartPr>
              <p14:xfrm>
                <a:off x="2989260" y="5568848"/>
                <a:ext cx="45720" cy="1353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0279B69B-BA3F-FEBA-793A-2BF19DDD6F67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2980260" y="5560208"/>
                  <a:ext cx="633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DA978816-1C2D-0971-ADE3-BE1C425706BE}"/>
                    </a:ext>
                  </a:extLst>
                </p14:cNvPr>
                <p14:cNvContentPartPr/>
                <p14:nvPr/>
              </p14:nvContentPartPr>
              <p14:xfrm>
                <a:off x="2896020" y="5797448"/>
                <a:ext cx="294120" cy="1692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DA978816-1C2D-0971-ADE3-BE1C425706BE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2887380" y="5788448"/>
                  <a:ext cx="3117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52FAEDD4-B07D-3533-C326-ED588E07BB20}"/>
                    </a:ext>
                  </a:extLst>
                </p14:cNvPr>
                <p14:cNvContentPartPr/>
                <p14:nvPr/>
              </p14:nvContentPartPr>
              <p14:xfrm>
                <a:off x="3049740" y="5932088"/>
                <a:ext cx="66240" cy="1566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52FAEDD4-B07D-3533-C326-ED588E07BB20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3040740" y="5923448"/>
                  <a:ext cx="838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526A548D-D7B3-48E6-6895-B755F6FC84E6}"/>
                    </a:ext>
                  </a:extLst>
                </p14:cNvPr>
                <p14:cNvContentPartPr/>
                <p14:nvPr/>
              </p14:nvContentPartPr>
              <p14:xfrm>
                <a:off x="2956140" y="5919848"/>
                <a:ext cx="188280" cy="1332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526A548D-D7B3-48E6-6895-B755F6FC84E6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2947140" y="5910848"/>
                  <a:ext cx="2059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B90B8289-4022-8BDE-03F8-3F825B05AB87}"/>
                    </a:ext>
                  </a:extLst>
                </p14:cNvPr>
                <p14:cNvContentPartPr/>
                <p14:nvPr/>
              </p14:nvContentPartPr>
              <p14:xfrm>
                <a:off x="3371940" y="5677568"/>
                <a:ext cx="363240" cy="23076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B90B8289-4022-8BDE-03F8-3F825B05AB87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3362940" y="5668928"/>
                  <a:ext cx="3808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4F473A39-D8A6-B858-54F4-27E777670028}"/>
                    </a:ext>
                  </a:extLst>
                </p14:cNvPr>
                <p14:cNvContentPartPr/>
                <p14:nvPr/>
              </p14:nvContentPartPr>
              <p14:xfrm>
                <a:off x="3470220" y="5952968"/>
                <a:ext cx="54720" cy="1537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4F473A39-D8A6-B858-54F4-27E777670028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3461580" y="5943968"/>
                  <a:ext cx="723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FF7F4A81-5EDB-EC9A-9DE6-BF6171666811}"/>
                    </a:ext>
                  </a:extLst>
                </p14:cNvPr>
                <p14:cNvContentPartPr/>
                <p14:nvPr/>
              </p14:nvContentPartPr>
              <p14:xfrm>
                <a:off x="3532140" y="6042248"/>
                <a:ext cx="151560" cy="576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FF7F4A81-5EDB-EC9A-9DE6-BF6171666811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3523500" y="6033248"/>
                  <a:ext cx="1692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0C09379A-C637-9FCE-D4B7-FBA8AC743BC8}"/>
                    </a:ext>
                  </a:extLst>
                </p14:cNvPr>
                <p14:cNvContentPartPr/>
                <p14:nvPr/>
              </p14:nvContentPartPr>
              <p14:xfrm>
                <a:off x="3915900" y="4862888"/>
                <a:ext cx="274320" cy="22932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0C09379A-C637-9FCE-D4B7-FBA8AC743BC8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3907260" y="4854248"/>
                  <a:ext cx="2919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ACA02A2E-D6DA-CC76-19D0-896194EBBC89}"/>
                    </a:ext>
                  </a:extLst>
                </p14:cNvPr>
                <p14:cNvContentPartPr/>
                <p14:nvPr/>
              </p14:nvContentPartPr>
              <p14:xfrm>
                <a:off x="4032900" y="4875488"/>
                <a:ext cx="108000" cy="2437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ACA02A2E-D6DA-CC76-19D0-896194EBBC89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4024260" y="4866488"/>
                  <a:ext cx="1256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6A63EFB4-D40F-2D69-7936-F3BCE1232985}"/>
                    </a:ext>
                  </a:extLst>
                </p14:cNvPr>
                <p14:cNvContentPartPr/>
                <p14:nvPr/>
              </p14:nvContentPartPr>
              <p14:xfrm>
                <a:off x="4239900" y="4772168"/>
                <a:ext cx="97920" cy="2973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6A63EFB4-D40F-2D69-7936-F3BCE1232985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4230900" y="4763168"/>
                  <a:ext cx="1155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6E25F4D4-1891-4BE8-15C2-41F422AC16A6}"/>
                    </a:ext>
                  </a:extLst>
                </p14:cNvPr>
                <p14:cNvContentPartPr/>
                <p14:nvPr/>
              </p14:nvContentPartPr>
              <p14:xfrm>
                <a:off x="4373820" y="4981328"/>
                <a:ext cx="115920" cy="22104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6E25F4D4-1891-4BE8-15C2-41F422AC16A6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4365180" y="4972328"/>
                  <a:ext cx="1335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902F2A89-F203-74F5-3470-3D4C044E64F1}"/>
                    </a:ext>
                  </a:extLst>
                </p14:cNvPr>
                <p14:cNvContentPartPr/>
                <p14:nvPr/>
              </p14:nvContentPartPr>
              <p14:xfrm>
                <a:off x="4364100" y="4847048"/>
                <a:ext cx="5760" cy="32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902F2A89-F203-74F5-3470-3D4C044E64F1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4355100" y="4838408"/>
                  <a:ext cx="234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3DA4CAA0-53D8-FB3C-2DC5-3F0D2A6E160E}"/>
                    </a:ext>
                  </a:extLst>
                </p14:cNvPr>
                <p14:cNvContentPartPr/>
                <p14:nvPr/>
              </p14:nvContentPartPr>
              <p14:xfrm>
                <a:off x="4499100" y="4804568"/>
                <a:ext cx="106560" cy="2844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3DA4CAA0-53D8-FB3C-2DC5-3F0D2A6E160E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4490460" y="4795928"/>
                  <a:ext cx="1242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FF758A6D-3B5D-3E8B-2242-FDEA3A75818D}"/>
                    </a:ext>
                  </a:extLst>
                </p14:cNvPr>
                <p14:cNvContentPartPr/>
                <p14:nvPr/>
              </p14:nvContentPartPr>
              <p14:xfrm>
                <a:off x="4635900" y="4869008"/>
                <a:ext cx="268560" cy="17064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FF758A6D-3B5D-3E8B-2242-FDEA3A75818D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4627260" y="4860368"/>
                  <a:ext cx="2862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1129B590-AFC7-DE20-ABB8-60C4B0C65BF6}"/>
                    </a:ext>
                  </a:extLst>
                </p14:cNvPr>
                <p14:cNvContentPartPr/>
                <p14:nvPr/>
              </p14:nvContentPartPr>
              <p14:xfrm>
                <a:off x="5035140" y="4950008"/>
                <a:ext cx="98280" cy="129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1129B590-AFC7-DE20-ABB8-60C4B0C65BF6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5026500" y="4941008"/>
                  <a:ext cx="1159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EFA1ABBF-5660-7A7C-CCBC-4ECFEC928CDD}"/>
                    </a:ext>
                  </a:extLst>
                </p14:cNvPr>
                <p14:cNvContentPartPr/>
                <p14:nvPr/>
              </p14:nvContentPartPr>
              <p14:xfrm>
                <a:off x="5167620" y="4833368"/>
                <a:ext cx="60840" cy="1774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EFA1ABBF-5660-7A7C-CCBC-4ECFEC928CDD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5158620" y="4824728"/>
                  <a:ext cx="784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907CDA0C-55C8-1A19-E369-8AFBD909093D}"/>
                    </a:ext>
                  </a:extLst>
                </p14:cNvPr>
                <p14:cNvContentPartPr/>
                <p14:nvPr/>
              </p14:nvContentPartPr>
              <p14:xfrm>
                <a:off x="5205060" y="4934528"/>
                <a:ext cx="130680" cy="806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907CDA0C-55C8-1A19-E369-8AFBD909093D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5196060" y="4925528"/>
                  <a:ext cx="1483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CDFF3018-A4B7-F31F-F5C1-9474EFA3AECF}"/>
                    </a:ext>
                  </a:extLst>
                </p14:cNvPr>
                <p14:cNvContentPartPr/>
                <p14:nvPr/>
              </p14:nvContentPartPr>
              <p14:xfrm>
                <a:off x="5365620" y="4829768"/>
                <a:ext cx="276840" cy="1692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CDFF3018-A4B7-F31F-F5C1-9474EFA3AECF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5356620" y="4821128"/>
                  <a:ext cx="2944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9FE12F9A-F45A-8D71-8667-507A95E8FDC9}"/>
                    </a:ext>
                  </a:extLst>
                </p14:cNvPr>
                <p14:cNvContentPartPr/>
                <p14:nvPr/>
              </p14:nvContentPartPr>
              <p14:xfrm>
                <a:off x="5699700" y="4966568"/>
                <a:ext cx="88200" cy="9792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9FE12F9A-F45A-8D71-8667-507A95E8FDC9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5691060" y="4957928"/>
                  <a:ext cx="1058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1BBF87B7-9276-C945-1033-96BF12FC3535}"/>
                    </a:ext>
                  </a:extLst>
                </p14:cNvPr>
                <p14:cNvContentPartPr/>
                <p14:nvPr/>
              </p14:nvContentPartPr>
              <p14:xfrm>
                <a:off x="5792580" y="4810328"/>
                <a:ext cx="145080" cy="22284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1BBF87B7-9276-C945-1033-96BF12FC3535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5783940" y="4801328"/>
                  <a:ext cx="1627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1721AAE4-52E3-00C0-976D-48ED1167391B}"/>
                    </a:ext>
                  </a:extLst>
                </p14:cNvPr>
                <p14:cNvContentPartPr/>
                <p14:nvPr/>
              </p14:nvContentPartPr>
              <p14:xfrm>
                <a:off x="5891580" y="4743368"/>
                <a:ext cx="181440" cy="3139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1721AAE4-52E3-00C0-976D-48ED1167391B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5882580" y="4734368"/>
                  <a:ext cx="1990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DF850451-6C0A-4CEC-FF26-F181046826C3}"/>
                    </a:ext>
                  </a:extLst>
                </p14:cNvPr>
                <p14:cNvContentPartPr/>
                <p14:nvPr/>
              </p14:nvContentPartPr>
              <p14:xfrm>
                <a:off x="4229820" y="5106968"/>
                <a:ext cx="92520" cy="993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DF850451-6C0A-4CEC-FF26-F181046826C3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4221180" y="5097968"/>
                  <a:ext cx="1101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8B2CACC1-0063-CD65-9F26-D0764D4C2392}"/>
                    </a:ext>
                  </a:extLst>
                </p14:cNvPr>
                <p14:cNvContentPartPr/>
                <p14:nvPr/>
              </p14:nvContentPartPr>
              <p14:xfrm>
                <a:off x="3922020" y="5665328"/>
                <a:ext cx="215280" cy="22500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8B2CACC1-0063-CD65-9F26-D0764D4C2392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3913020" y="5656688"/>
                  <a:ext cx="2329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B3233694-B49F-0402-1306-65427AE39207}"/>
                    </a:ext>
                  </a:extLst>
                </p14:cNvPr>
                <p14:cNvContentPartPr/>
                <p14:nvPr/>
              </p14:nvContentPartPr>
              <p14:xfrm>
                <a:off x="3963420" y="5671448"/>
                <a:ext cx="125280" cy="23508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B3233694-B49F-0402-1306-65427AE39207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3954780" y="5662808"/>
                  <a:ext cx="1429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1E9A1736-A0FE-7D94-66AB-E71FDAC26AA7}"/>
                    </a:ext>
                  </a:extLst>
                </p14:cNvPr>
                <p14:cNvContentPartPr/>
                <p14:nvPr/>
              </p14:nvContentPartPr>
              <p14:xfrm>
                <a:off x="4201380" y="5870168"/>
                <a:ext cx="95040" cy="7920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1E9A1736-A0FE-7D94-66AB-E71FDAC26AA7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4192380" y="5861528"/>
                  <a:ext cx="1126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CD2953B0-E3AE-8D7E-9F06-4D4F0A26507A}"/>
                    </a:ext>
                  </a:extLst>
                </p14:cNvPr>
                <p14:cNvContentPartPr/>
                <p14:nvPr/>
              </p14:nvContentPartPr>
              <p14:xfrm>
                <a:off x="4307940" y="5572088"/>
                <a:ext cx="113400" cy="34308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CD2953B0-E3AE-8D7E-9F06-4D4F0A26507A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4298940" y="5563448"/>
                  <a:ext cx="13104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E06C104A-E18F-F5D2-9B21-E6D3087ACDC3}"/>
                    </a:ext>
                  </a:extLst>
                </p14:cNvPr>
                <p14:cNvContentPartPr/>
                <p14:nvPr/>
              </p14:nvContentPartPr>
              <p14:xfrm>
                <a:off x="4437540" y="5807168"/>
                <a:ext cx="124200" cy="22932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E06C104A-E18F-F5D2-9B21-E6D3087ACDC3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4428540" y="5798528"/>
                  <a:ext cx="1418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1541FF3F-CD65-03F4-6E17-C0AB0F0E088D}"/>
                    </a:ext>
                  </a:extLst>
                </p14:cNvPr>
                <p14:cNvContentPartPr/>
                <p14:nvPr/>
              </p14:nvContentPartPr>
              <p14:xfrm>
                <a:off x="4457700" y="5694128"/>
                <a:ext cx="4320" cy="864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1541FF3F-CD65-03F4-6E17-C0AB0F0E088D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4448700" y="5685128"/>
                  <a:ext cx="219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4B27D358-C283-8886-328B-DB05F1140265}"/>
                    </a:ext>
                  </a:extLst>
                </p14:cNvPr>
                <p14:cNvContentPartPr/>
                <p14:nvPr/>
              </p14:nvContentPartPr>
              <p14:xfrm>
                <a:off x="4581180" y="5554808"/>
                <a:ext cx="137880" cy="37224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4B27D358-C283-8886-328B-DB05F1140265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4572540" y="5546168"/>
                  <a:ext cx="15552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097DE293-C078-1112-619D-12FC46920755}"/>
                    </a:ext>
                  </a:extLst>
                </p14:cNvPr>
                <p14:cNvContentPartPr/>
                <p14:nvPr/>
              </p14:nvContentPartPr>
              <p14:xfrm>
                <a:off x="4787460" y="5557328"/>
                <a:ext cx="211320" cy="10080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097DE293-C078-1112-619D-12FC46920755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4778820" y="5548328"/>
                  <a:ext cx="2289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83E3253B-F835-45D1-FA26-27FE019FD6C5}"/>
                    </a:ext>
                  </a:extLst>
                </p14:cNvPr>
                <p14:cNvContentPartPr/>
                <p14:nvPr/>
              </p14:nvContentPartPr>
              <p14:xfrm>
                <a:off x="4746420" y="5740928"/>
                <a:ext cx="345240" cy="2448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83E3253B-F835-45D1-FA26-27FE019FD6C5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4737780" y="5731928"/>
                  <a:ext cx="3628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7F6099E8-6DF0-26E5-79B6-D007CDB79A18}"/>
                    </a:ext>
                  </a:extLst>
                </p14:cNvPr>
                <p14:cNvContentPartPr/>
                <p14:nvPr/>
              </p14:nvContentPartPr>
              <p14:xfrm>
                <a:off x="4931460" y="5860448"/>
                <a:ext cx="55440" cy="1087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7F6099E8-6DF0-26E5-79B6-D007CDB79A18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4922820" y="5851448"/>
                  <a:ext cx="730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4FF1B67B-5310-6BD1-1A2A-96D7C7A710A3}"/>
                    </a:ext>
                  </a:extLst>
                </p14:cNvPr>
                <p14:cNvContentPartPr/>
                <p14:nvPr/>
              </p14:nvContentPartPr>
              <p14:xfrm>
                <a:off x="4853700" y="5838128"/>
                <a:ext cx="186120" cy="2160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4FF1B67B-5310-6BD1-1A2A-96D7C7A710A3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4845060" y="5829128"/>
                  <a:ext cx="203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34C60F13-C4F8-C7E8-6735-1FD3F95FF559}"/>
                    </a:ext>
                  </a:extLst>
                </p14:cNvPr>
                <p14:cNvContentPartPr/>
                <p14:nvPr/>
              </p14:nvContentPartPr>
              <p14:xfrm>
                <a:off x="5304780" y="5736608"/>
                <a:ext cx="103680" cy="972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34C60F13-C4F8-C7E8-6735-1FD3F95FF559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5296140" y="5727608"/>
                  <a:ext cx="1213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D67A8DDA-A2D3-E025-AE63-32805D35419C}"/>
                    </a:ext>
                  </a:extLst>
                </p14:cNvPr>
                <p14:cNvContentPartPr/>
                <p14:nvPr/>
              </p14:nvContentPartPr>
              <p14:xfrm>
                <a:off x="5574420" y="5538608"/>
                <a:ext cx="207000" cy="1087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D67A8DDA-A2D3-E025-AE63-32805D35419C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5565780" y="5529608"/>
                  <a:ext cx="2246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B401AB2D-A129-2100-81FD-2371776F4D12}"/>
                    </a:ext>
                  </a:extLst>
                </p14:cNvPr>
                <p14:cNvContentPartPr/>
                <p14:nvPr/>
              </p14:nvContentPartPr>
              <p14:xfrm>
                <a:off x="5834340" y="5559128"/>
                <a:ext cx="43560" cy="5508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B401AB2D-A129-2100-81FD-2371776F4D12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5825340" y="5550128"/>
                  <a:ext cx="612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2D1A85E7-90D8-A934-0415-159DFC6CB17F}"/>
                    </a:ext>
                  </a:extLst>
                </p14:cNvPr>
                <p14:cNvContentPartPr/>
                <p14:nvPr/>
              </p14:nvContentPartPr>
              <p14:xfrm>
                <a:off x="5881140" y="5548688"/>
                <a:ext cx="61920" cy="6912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2D1A85E7-90D8-A934-0415-159DFC6CB17F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5872140" y="5539688"/>
                  <a:ext cx="795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01528B1D-6870-8984-2011-9BBB292C7B9E}"/>
                    </a:ext>
                  </a:extLst>
                </p14:cNvPr>
                <p14:cNvContentPartPr/>
                <p14:nvPr/>
              </p14:nvContentPartPr>
              <p14:xfrm>
                <a:off x="5787540" y="5507288"/>
                <a:ext cx="140760" cy="241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01528B1D-6870-8984-2011-9BBB292C7B9E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5778900" y="5498288"/>
                  <a:ext cx="158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47D4A009-E9F4-2644-2331-1565E73F1512}"/>
                    </a:ext>
                  </a:extLst>
                </p14:cNvPr>
                <p14:cNvContentPartPr/>
                <p14:nvPr/>
              </p14:nvContentPartPr>
              <p14:xfrm>
                <a:off x="6005700" y="5460128"/>
                <a:ext cx="97920" cy="14328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47D4A009-E9F4-2644-2331-1565E73F1512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5997060" y="5451488"/>
                  <a:ext cx="1155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B5755F97-79E9-49C6-9847-055D4AB93C63}"/>
                    </a:ext>
                  </a:extLst>
                </p14:cNvPr>
                <p14:cNvContentPartPr/>
                <p14:nvPr/>
              </p14:nvContentPartPr>
              <p14:xfrm>
                <a:off x="6083820" y="5541128"/>
                <a:ext cx="140760" cy="6516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B5755F97-79E9-49C6-9847-055D4AB93C63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6075180" y="5532128"/>
                  <a:ext cx="1584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A42B4A49-82F2-8793-7FD9-70A00E2E9A81}"/>
                    </a:ext>
                  </a:extLst>
                </p14:cNvPr>
                <p14:cNvContentPartPr/>
                <p14:nvPr/>
              </p14:nvContentPartPr>
              <p14:xfrm>
                <a:off x="5647860" y="5709608"/>
                <a:ext cx="540000" cy="4716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A42B4A49-82F2-8793-7FD9-70A00E2E9A81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5638860" y="5700968"/>
                  <a:ext cx="557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F16AC3AF-3ACD-8341-77A5-11023CA38A88}"/>
                    </a:ext>
                  </a:extLst>
                </p14:cNvPr>
                <p14:cNvContentPartPr/>
                <p14:nvPr/>
              </p14:nvContentPartPr>
              <p14:xfrm>
                <a:off x="5975820" y="5839568"/>
                <a:ext cx="51120" cy="1458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F16AC3AF-3ACD-8341-77A5-11023CA38A88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5966820" y="5830568"/>
                  <a:ext cx="687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2B4FD3B0-7A71-338A-4968-9E07EA33E48A}"/>
                    </a:ext>
                  </a:extLst>
                </p14:cNvPr>
                <p14:cNvContentPartPr/>
                <p14:nvPr/>
              </p14:nvContentPartPr>
              <p14:xfrm>
                <a:off x="5815980" y="5824808"/>
                <a:ext cx="273240" cy="309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2B4FD3B0-7A71-338A-4968-9E07EA33E48A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5807340" y="5816168"/>
                  <a:ext cx="2908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0E2424B2-E8C9-99C7-7054-4145F2D0E7A2}"/>
                    </a:ext>
                  </a:extLst>
                </p14:cNvPr>
                <p14:cNvContentPartPr/>
                <p14:nvPr/>
              </p14:nvContentPartPr>
              <p14:xfrm>
                <a:off x="6301980" y="5548688"/>
                <a:ext cx="135720" cy="28800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0E2424B2-E8C9-99C7-7054-4145F2D0E7A2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6292980" y="5539688"/>
                  <a:ext cx="1533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6B56702A-A03D-41D5-4E46-C77A7623D6CB}"/>
                    </a:ext>
                  </a:extLst>
                </p14:cNvPr>
                <p14:cNvContentPartPr/>
                <p14:nvPr/>
              </p14:nvContentPartPr>
              <p14:xfrm>
                <a:off x="6423300" y="5493248"/>
                <a:ext cx="144720" cy="39420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6B56702A-A03D-41D5-4E46-C77A7623D6CB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6414660" y="5484608"/>
                  <a:ext cx="16236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66AB1FFE-E572-EEBA-590A-ACA110B9AEEC}"/>
                    </a:ext>
                  </a:extLst>
                </p14:cNvPr>
                <p14:cNvContentPartPr/>
                <p14:nvPr/>
              </p14:nvContentPartPr>
              <p14:xfrm>
                <a:off x="941580" y="4499288"/>
                <a:ext cx="5407560" cy="1407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66AB1FFE-E572-EEBA-590A-ACA110B9AEEC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932940" y="4490288"/>
                  <a:ext cx="54252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B3265671-1DF0-1BE8-5CAF-C20488CD6283}"/>
                    </a:ext>
                  </a:extLst>
                </p14:cNvPr>
                <p14:cNvContentPartPr/>
                <p14:nvPr/>
              </p14:nvContentPartPr>
              <p14:xfrm>
                <a:off x="951660" y="4649768"/>
                <a:ext cx="87120" cy="147996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B3265671-1DF0-1BE8-5CAF-C20488CD6283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943020" y="4640768"/>
                  <a:ext cx="104760" cy="149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506FBB13-364A-4EC3-EDFE-06DCF4191FA4}"/>
                    </a:ext>
                  </a:extLst>
                </p14:cNvPr>
                <p14:cNvContentPartPr/>
                <p14:nvPr/>
              </p14:nvContentPartPr>
              <p14:xfrm>
                <a:off x="6270660" y="4545368"/>
                <a:ext cx="288720" cy="2160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506FBB13-364A-4EC3-EDFE-06DCF4191FA4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6262020" y="4536368"/>
                  <a:ext cx="3063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F61DBD07-ADDE-DEF3-8EED-5FBEE2EBDB81}"/>
                    </a:ext>
                  </a:extLst>
                </p14:cNvPr>
                <p14:cNvContentPartPr/>
                <p14:nvPr/>
              </p14:nvContentPartPr>
              <p14:xfrm>
                <a:off x="6665220" y="4540688"/>
                <a:ext cx="77760" cy="165204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F61DBD07-ADDE-DEF3-8EED-5FBEE2EBDB81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6656580" y="4531688"/>
                  <a:ext cx="95400" cy="16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B5F3A529-D572-2ABF-9F6A-CFBD466FC8CA}"/>
                    </a:ext>
                  </a:extLst>
                </p14:cNvPr>
                <p14:cNvContentPartPr/>
                <p14:nvPr/>
              </p14:nvContentPartPr>
              <p14:xfrm>
                <a:off x="1091340" y="6192368"/>
                <a:ext cx="5636880" cy="16164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B5F3A529-D572-2ABF-9F6A-CFBD466FC8CA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082700" y="6183728"/>
                  <a:ext cx="5654520" cy="179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25899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7910A4E-F8E7-341D-874F-A5888E7C4211}"/>
              </a:ext>
            </a:extLst>
          </p:cNvPr>
          <p:cNvGrpSpPr/>
          <p:nvPr/>
        </p:nvGrpSpPr>
        <p:grpSpPr>
          <a:xfrm>
            <a:off x="597428" y="431247"/>
            <a:ext cx="5801400" cy="1854720"/>
            <a:chOff x="941580" y="4499288"/>
            <a:chExt cx="5801400" cy="185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D1AE590-FDB7-1C23-EF67-5E1F91432F12}"/>
                    </a:ext>
                  </a:extLst>
                </p14:cNvPr>
                <p14:cNvContentPartPr/>
                <p14:nvPr/>
              </p14:nvContentPartPr>
              <p14:xfrm>
                <a:off x="1217340" y="4934168"/>
                <a:ext cx="223200" cy="2336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D1AE590-FDB7-1C23-EF67-5E1F91432F1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08340" y="4925528"/>
                  <a:ext cx="2408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7B2680E-0D76-5387-F506-962F98EFA8D4}"/>
                    </a:ext>
                  </a:extLst>
                </p14:cNvPr>
                <p14:cNvContentPartPr/>
                <p14:nvPr/>
              </p14:nvContentPartPr>
              <p14:xfrm>
                <a:off x="1268820" y="4926968"/>
                <a:ext cx="80640" cy="248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7B2680E-0D76-5387-F506-962F98EFA8D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59820" y="4917968"/>
                  <a:ext cx="982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BC90251-D363-D7D9-10C3-A5510AE2D6B6}"/>
                    </a:ext>
                  </a:extLst>
                </p14:cNvPr>
                <p14:cNvContentPartPr/>
                <p14:nvPr/>
              </p14:nvContentPartPr>
              <p14:xfrm>
                <a:off x="1455660" y="4886648"/>
                <a:ext cx="116280" cy="305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BC90251-D363-D7D9-10C3-A5510AE2D6B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46660" y="4877648"/>
                  <a:ext cx="1339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FF937DD-342E-9A94-355E-90691E2E8F70}"/>
                    </a:ext>
                  </a:extLst>
                </p14:cNvPr>
                <p14:cNvContentPartPr/>
                <p14:nvPr/>
              </p14:nvContentPartPr>
              <p14:xfrm>
                <a:off x="1603260" y="5039648"/>
                <a:ext cx="137160" cy="120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FF937DD-342E-9A94-355E-90691E2E8F7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94260" y="5031008"/>
                  <a:ext cx="1548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8FB39F3-77BC-7582-2AA1-351E203C183A}"/>
                    </a:ext>
                  </a:extLst>
                </p14:cNvPr>
                <p14:cNvContentPartPr/>
                <p14:nvPr/>
              </p14:nvContentPartPr>
              <p14:xfrm>
                <a:off x="1755900" y="4888088"/>
                <a:ext cx="81360" cy="183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8FB39F3-77BC-7582-2AA1-351E203C183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46900" y="4879088"/>
                  <a:ext cx="990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F4F2A3B-0EE3-CFEA-3061-DDE3E3CC7EE6}"/>
                    </a:ext>
                  </a:extLst>
                </p14:cNvPr>
                <p14:cNvContentPartPr/>
                <p14:nvPr/>
              </p14:nvContentPartPr>
              <p14:xfrm>
                <a:off x="1709100" y="4776128"/>
                <a:ext cx="8640" cy="3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F4F2A3B-0EE3-CFEA-3061-DDE3E3CC7EE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00460" y="4767488"/>
                  <a:ext cx="262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BA213BA-9114-B870-30D4-CAD83682B92A}"/>
                    </a:ext>
                  </a:extLst>
                </p14:cNvPr>
                <p14:cNvContentPartPr/>
                <p14:nvPr/>
              </p14:nvContentPartPr>
              <p14:xfrm>
                <a:off x="1854540" y="4785128"/>
                <a:ext cx="183600" cy="124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BA213BA-9114-B870-30D4-CAD83682B92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45900" y="4776128"/>
                  <a:ext cx="2012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C1255FC-165D-3798-B08C-AA65C35A4340}"/>
                    </a:ext>
                  </a:extLst>
                </p14:cNvPr>
                <p14:cNvContentPartPr/>
                <p14:nvPr/>
              </p14:nvContentPartPr>
              <p14:xfrm>
                <a:off x="2134260" y="4813928"/>
                <a:ext cx="40680" cy="95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C1255FC-165D-3798-B08C-AA65C35A434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25260" y="4804928"/>
                  <a:ext cx="583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7AE3521-5751-8AC7-7AAA-62FEBBDBEC6F}"/>
                    </a:ext>
                  </a:extLst>
                </p14:cNvPr>
                <p14:cNvContentPartPr/>
                <p14:nvPr/>
              </p14:nvContentPartPr>
              <p14:xfrm>
                <a:off x="2022660" y="4754528"/>
                <a:ext cx="190800" cy="46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7AE3521-5751-8AC7-7AAA-62FEBBDBEC6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13660" y="4745528"/>
                  <a:ext cx="2084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3FB720B-1599-41EF-7AD1-062E050F3D55}"/>
                    </a:ext>
                  </a:extLst>
                </p14:cNvPr>
                <p14:cNvContentPartPr/>
                <p14:nvPr/>
              </p14:nvContentPartPr>
              <p14:xfrm>
                <a:off x="2259900" y="4843448"/>
                <a:ext cx="167400" cy="320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3FB720B-1599-41EF-7AD1-062E050F3D5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50900" y="4834808"/>
                  <a:ext cx="18504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8CDA6A4-EB0B-0835-3239-16252FB548F0}"/>
                    </a:ext>
                  </a:extLst>
                </p14:cNvPr>
                <p14:cNvContentPartPr/>
                <p14:nvPr/>
              </p14:nvContentPartPr>
              <p14:xfrm>
                <a:off x="2530260" y="5077448"/>
                <a:ext cx="143640" cy="9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8CDA6A4-EB0B-0835-3239-16252FB548F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21620" y="5068808"/>
                  <a:ext cx="161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775CD59-8721-DD14-5B98-8935E8FD4D73}"/>
                    </a:ext>
                  </a:extLst>
                </p14:cNvPr>
                <p14:cNvContentPartPr/>
                <p14:nvPr/>
              </p14:nvContentPartPr>
              <p14:xfrm>
                <a:off x="2558340" y="5018048"/>
                <a:ext cx="111960" cy="21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775CD59-8721-DD14-5B98-8935E8FD4D7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49700" y="5009408"/>
                  <a:ext cx="1296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2C22F67-6A78-9675-0762-EB36317CCB7F}"/>
                    </a:ext>
                  </a:extLst>
                </p14:cNvPr>
                <p14:cNvContentPartPr/>
                <p14:nvPr/>
              </p14:nvContentPartPr>
              <p14:xfrm>
                <a:off x="3017700" y="4786568"/>
                <a:ext cx="43200" cy="144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2C22F67-6A78-9675-0762-EB36317CCB7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09060" y="4777928"/>
                  <a:ext cx="608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77DDF3D-3674-DF4E-0543-800E75A8194D}"/>
                    </a:ext>
                  </a:extLst>
                </p14:cNvPr>
                <p14:cNvContentPartPr/>
                <p14:nvPr/>
              </p14:nvContentPartPr>
              <p14:xfrm>
                <a:off x="2963700" y="4998968"/>
                <a:ext cx="231480" cy="10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77DDF3D-3674-DF4E-0543-800E75A8194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55060" y="4989968"/>
                  <a:ext cx="2491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15F167B-B033-4E0C-8B76-4AB15474C88A}"/>
                    </a:ext>
                  </a:extLst>
                </p14:cNvPr>
                <p14:cNvContentPartPr/>
                <p14:nvPr/>
              </p14:nvContentPartPr>
              <p14:xfrm>
                <a:off x="3039660" y="5140088"/>
                <a:ext cx="51120" cy="135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15F167B-B033-4E0C-8B76-4AB15474C88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31020" y="5131088"/>
                  <a:ext cx="687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2F3C39A-B806-2069-8B21-F6085AA2EBD4}"/>
                    </a:ext>
                  </a:extLst>
                </p14:cNvPr>
                <p14:cNvContentPartPr/>
                <p14:nvPr/>
              </p14:nvContentPartPr>
              <p14:xfrm>
                <a:off x="2898540" y="5106608"/>
                <a:ext cx="234360" cy="11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2F3C39A-B806-2069-8B21-F6085AA2EBD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889540" y="5097968"/>
                  <a:ext cx="252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3659C53-63AF-296D-C8F5-E1D6833DAF1D}"/>
                    </a:ext>
                  </a:extLst>
                </p14:cNvPr>
                <p14:cNvContentPartPr/>
                <p14:nvPr/>
              </p14:nvContentPartPr>
              <p14:xfrm>
                <a:off x="3364380" y="4851728"/>
                <a:ext cx="352440" cy="244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3659C53-63AF-296D-C8F5-E1D6833DAF1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55380" y="4843088"/>
                  <a:ext cx="3700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32FDC15-4CEB-F8CF-84CF-834C3A8D16E5}"/>
                    </a:ext>
                  </a:extLst>
                </p14:cNvPr>
                <p14:cNvContentPartPr/>
                <p14:nvPr/>
              </p14:nvContentPartPr>
              <p14:xfrm>
                <a:off x="3486060" y="5158808"/>
                <a:ext cx="71640" cy="182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32FDC15-4CEB-F8CF-84CF-834C3A8D16E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477060" y="5150168"/>
                  <a:ext cx="892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F70B09A-BB70-0E33-CC90-D9DE5720FFE0}"/>
                    </a:ext>
                  </a:extLst>
                </p14:cNvPr>
                <p14:cNvContentPartPr/>
                <p14:nvPr/>
              </p14:nvContentPartPr>
              <p14:xfrm>
                <a:off x="3557340" y="5273288"/>
                <a:ext cx="136800" cy="57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F70B09A-BB70-0E33-CC90-D9DE5720FFE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48340" y="5264288"/>
                  <a:ext cx="1544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9011FA5-BA20-340D-A4C5-8E6814E00866}"/>
                    </a:ext>
                  </a:extLst>
                </p14:cNvPr>
                <p14:cNvContentPartPr/>
                <p14:nvPr/>
              </p14:nvContentPartPr>
              <p14:xfrm>
                <a:off x="1322820" y="5703848"/>
                <a:ext cx="241920" cy="247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9011FA5-BA20-340D-A4C5-8E6814E0086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13820" y="5695208"/>
                  <a:ext cx="2595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FAFD87B-BA36-B7C9-3B4A-A88117E9A859}"/>
                    </a:ext>
                  </a:extLst>
                </p14:cNvPr>
                <p14:cNvContentPartPr/>
                <p14:nvPr/>
              </p14:nvContentPartPr>
              <p14:xfrm>
                <a:off x="1397700" y="5731928"/>
                <a:ext cx="103680" cy="253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FAFD87B-BA36-B7C9-3B4A-A88117E9A85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389060" y="5723288"/>
                  <a:ext cx="1213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FD8B9BB-F92F-C922-D934-FE8B9042D46B}"/>
                    </a:ext>
                  </a:extLst>
                </p14:cNvPr>
                <p14:cNvContentPartPr/>
                <p14:nvPr/>
              </p14:nvContentPartPr>
              <p14:xfrm>
                <a:off x="1604340" y="5675408"/>
                <a:ext cx="73080" cy="291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FD8B9BB-F92F-C922-D934-FE8B9042D46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595700" y="5666408"/>
                  <a:ext cx="9072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E03D21A-0389-1E47-404E-8951F99C6D8B}"/>
                    </a:ext>
                  </a:extLst>
                </p14:cNvPr>
                <p14:cNvContentPartPr/>
                <p14:nvPr/>
              </p14:nvContentPartPr>
              <p14:xfrm>
                <a:off x="1734300" y="5827688"/>
                <a:ext cx="144720" cy="117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E03D21A-0389-1E47-404E-8951F99C6D8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725300" y="5818688"/>
                  <a:ext cx="1623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95144B8-4F16-9BC9-E726-DCF59BD24649}"/>
                    </a:ext>
                  </a:extLst>
                </p14:cNvPr>
                <p14:cNvContentPartPr/>
                <p14:nvPr/>
              </p14:nvContentPartPr>
              <p14:xfrm>
                <a:off x="1864980" y="5688728"/>
                <a:ext cx="88920" cy="177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95144B8-4F16-9BC9-E726-DCF59BD2464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855980" y="5680088"/>
                  <a:ext cx="1065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302F7BB-87F0-0109-5915-14BB67207734}"/>
                    </a:ext>
                  </a:extLst>
                </p14:cNvPr>
                <p14:cNvContentPartPr/>
                <p14:nvPr/>
              </p14:nvContentPartPr>
              <p14:xfrm>
                <a:off x="1807740" y="5579648"/>
                <a:ext cx="35280" cy="18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302F7BB-87F0-0109-5915-14BB6720773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799100" y="5571008"/>
                  <a:ext cx="52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558D568-FF60-C500-74EC-C3DC2532C3EC}"/>
                    </a:ext>
                  </a:extLst>
                </p14:cNvPr>
                <p14:cNvContentPartPr/>
                <p14:nvPr/>
              </p14:nvContentPartPr>
              <p14:xfrm>
                <a:off x="1967940" y="5619608"/>
                <a:ext cx="189720" cy="75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558D568-FF60-C500-74EC-C3DC2532C3E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958940" y="5610608"/>
                  <a:ext cx="2073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4004FAE-3C8D-FC6B-7872-79BE0CC059E1}"/>
                    </a:ext>
                  </a:extLst>
                </p14:cNvPr>
                <p14:cNvContentPartPr/>
                <p14:nvPr/>
              </p14:nvContentPartPr>
              <p14:xfrm>
                <a:off x="2176740" y="5569208"/>
                <a:ext cx="162720" cy="335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4004FAE-3C8D-FC6B-7872-79BE0CC059E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167740" y="5560568"/>
                  <a:ext cx="18036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A4243E9-7D8D-BB9F-0F1E-9BA58E257E60}"/>
                    </a:ext>
                  </a:extLst>
                </p14:cNvPr>
                <p14:cNvContentPartPr/>
                <p14:nvPr/>
              </p14:nvContentPartPr>
              <p14:xfrm>
                <a:off x="2585340" y="5852888"/>
                <a:ext cx="85320" cy="7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A4243E9-7D8D-BB9F-0F1E-9BA58E257E6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576700" y="5844248"/>
                  <a:ext cx="1029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9B147EF-D6F0-6B39-EFBA-81E8C4A009E6}"/>
                    </a:ext>
                  </a:extLst>
                </p14:cNvPr>
                <p14:cNvContentPartPr/>
                <p14:nvPr/>
              </p14:nvContentPartPr>
              <p14:xfrm>
                <a:off x="2522340" y="5795648"/>
                <a:ext cx="101520" cy="7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9B147EF-D6F0-6B39-EFBA-81E8C4A009E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513700" y="5787008"/>
                  <a:ext cx="1191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5B144FE-34F7-6EA5-6717-EE534BA6BC3B}"/>
                    </a:ext>
                  </a:extLst>
                </p14:cNvPr>
                <p14:cNvContentPartPr/>
                <p14:nvPr/>
              </p14:nvContentPartPr>
              <p14:xfrm>
                <a:off x="2989260" y="5568848"/>
                <a:ext cx="45720" cy="135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5B144FE-34F7-6EA5-6717-EE534BA6BC3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80260" y="5560208"/>
                  <a:ext cx="633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D7600B2-E3A8-5ED6-6964-87EA03B6D1C7}"/>
                    </a:ext>
                  </a:extLst>
                </p14:cNvPr>
                <p14:cNvContentPartPr/>
                <p14:nvPr/>
              </p14:nvContentPartPr>
              <p14:xfrm>
                <a:off x="2896020" y="5797448"/>
                <a:ext cx="294120" cy="16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D7600B2-E3A8-5ED6-6964-87EA03B6D1C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887380" y="5788448"/>
                  <a:ext cx="3117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5996C38-0BF1-2072-FA43-A57C095D8AB8}"/>
                    </a:ext>
                  </a:extLst>
                </p14:cNvPr>
                <p14:cNvContentPartPr/>
                <p14:nvPr/>
              </p14:nvContentPartPr>
              <p14:xfrm>
                <a:off x="3049740" y="5932088"/>
                <a:ext cx="66240" cy="156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5996C38-0BF1-2072-FA43-A57C095D8AB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040740" y="5923448"/>
                  <a:ext cx="838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ECB56B4-88C2-E21A-7966-C77830089F36}"/>
                    </a:ext>
                  </a:extLst>
                </p14:cNvPr>
                <p14:cNvContentPartPr/>
                <p14:nvPr/>
              </p14:nvContentPartPr>
              <p14:xfrm>
                <a:off x="2956140" y="5919848"/>
                <a:ext cx="188280" cy="13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ECB56B4-88C2-E21A-7966-C77830089F3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947140" y="5910848"/>
                  <a:ext cx="2059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B72F729-4AE5-883F-E319-2C17625BBF6B}"/>
                    </a:ext>
                  </a:extLst>
                </p14:cNvPr>
                <p14:cNvContentPartPr/>
                <p14:nvPr/>
              </p14:nvContentPartPr>
              <p14:xfrm>
                <a:off x="3371940" y="5677568"/>
                <a:ext cx="363240" cy="230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B72F729-4AE5-883F-E319-2C17625BBF6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362940" y="5668928"/>
                  <a:ext cx="3808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A5FFFA9-6619-6098-4FFF-70D118CE2C85}"/>
                    </a:ext>
                  </a:extLst>
                </p14:cNvPr>
                <p14:cNvContentPartPr/>
                <p14:nvPr/>
              </p14:nvContentPartPr>
              <p14:xfrm>
                <a:off x="3470220" y="5952968"/>
                <a:ext cx="54720" cy="153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A5FFFA9-6619-6098-4FFF-70D118CE2C8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61580" y="5943968"/>
                  <a:ext cx="723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085580D-4CA3-3253-010A-41A6776D90A9}"/>
                    </a:ext>
                  </a:extLst>
                </p14:cNvPr>
                <p14:cNvContentPartPr/>
                <p14:nvPr/>
              </p14:nvContentPartPr>
              <p14:xfrm>
                <a:off x="3532140" y="6042248"/>
                <a:ext cx="151560" cy="576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085580D-4CA3-3253-010A-41A6776D90A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523500" y="6033248"/>
                  <a:ext cx="1692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70D6A58-F2AF-B4D0-FE12-89130528C902}"/>
                    </a:ext>
                  </a:extLst>
                </p14:cNvPr>
                <p14:cNvContentPartPr/>
                <p14:nvPr/>
              </p14:nvContentPartPr>
              <p14:xfrm>
                <a:off x="3915900" y="4862888"/>
                <a:ext cx="274320" cy="229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70D6A58-F2AF-B4D0-FE12-89130528C90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907260" y="4854248"/>
                  <a:ext cx="2919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5A243BF-DD75-1A55-A235-CBC2B03DC248}"/>
                    </a:ext>
                  </a:extLst>
                </p14:cNvPr>
                <p14:cNvContentPartPr/>
                <p14:nvPr/>
              </p14:nvContentPartPr>
              <p14:xfrm>
                <a:off x="4032900" y="4875488"/>
                <a:ext cx="108000" cy="243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5A243BF-DD75-1A55-A235-CBC2B03DC24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24260" y="4866488"/>
                  <a:ext cx="1256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5CE84C5-ED95-1311-07C3-8B2914009026}"/>
                    </a:ext>
                  </a:extLst>
                </p14:cNvPr>
                <p14:cNvContentPartPr/>
                <p14:nvPr/>
              </p14:nvContentPartPr>
              <p14:xfrm>
                <a:off x="4239900" y="4772168"/>
                <a:ext cx="97920" cy="297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5CE84C5-ED95-1311-07C3-8B291400902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230900" y="4763168"/>
                  <a:ext cx="1155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E6C10AF-0804-9979-6D35-C303D99A64CF}"/>
                    </a:ext>
                  </a:extLst>
                </p14:cNvPr>
                <p14:cNvContentPartPr/>
                <p14:nvPr/>
              </p14:nvContentPartPr>
              <p14:xfrm>
                <a:off x="4373820" y="4981328"/>
                <a:ext cx="115920" cy="221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E6C10AF-0804-9979-6D35-C303D99A64C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65180" y="4972328"/>
                  <a:ext cx="1335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7539297-2981-B8E5-56E7-FBC5DF2CF051}"/>
                    </a:ext>
                  </a:extLst>
                </p14:cNvPr>
                <p14:cNvContentPartPr/>
                <p14:nvPr/>
              </p14:nvContentPartPr>
              <p14:xfrm>
                <a:off x="4364100" y="4847048"/>
                <a:ext cx="5760" cy="32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7539297-2981-B8E5-56E7-FBC5DF2CF05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355100" y="4838408"/>
                  <a:ext cx="234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2ED5C79-6BA5-84E7-50CC-B2621679DC87}"/>
                    </a:ext>
                  </a:extLst>
                </p14:cNvPr>
                <p14:cNvContentPartPr/>
                <p14:nvPr/>
              </p14:nvContentPartPr>
              <p14:xfrm>
                <a:off x="4499100" y="4804568"/>
                <a:ext cx="106560" cy="284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2ED5C79-6BA5-84E7-50CC-B2621679DC8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490460" y="4795928"/>
                  <a:ext cx="1242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8DF74F1-2801-FDB9-4866-1B1B17533034}"/>
                    </a:ext>
                  </a:extLst>
                </p14:cNvPr>
                <p14:cNvContentPartPr/>
                <p14:nvPr/>
              </p14:nvContentPartPr>
              <p14:xfrm>
                <a:off x="4635900" y="4869008"/>
                <a:ext cx="268560" cy="170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8DF74F1-2801-FDB9-4866-1B1B1753303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627260" y="4860368"/>
                  <a:ext cx="2862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F267D77-2462-6164-5148-F6BA3E0448B0}"/>
                    </a:ext>
                  </a:extLst>
                </p14:cNvPr>
                <p14:cNvContentPartPr/>
                <p14:nvPr/>
              </p14:nvContentPartPr>
              <p14:xfrm>
                <a:off x="5035140" y="4950008"/>
                <a:ext cx="98280" cy="12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F267D77-2462-6164-5148-F6BA3E0448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26500" y="4941008"/>
                  <a:ext cx="1159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840F716-E815-2766-185B-54B5A1481090}"/>
                    </a:ext>
                  </a:extLst>
                </p14:cNvPr>
                <p14:cNvContentPartPr/>
                <p14:nvPr/>
              </p14:nvContentPartPr>
              <p14:xfrm>
                <a:off x="5167620" y="4833368"/>
                <a:ext cx="60840" cy="177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840F716-E815-2766-185B-54B5A148109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158620" y="4824728"/>
                  <a:ext cx="784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478DF0E-23BF-7F88-9BB3-18811447671D}"/>
                    </a:ext>
                  </a:extLst>
                </p14:cNvPr>
                <p14:cNvContentPartPr/>
                <p14:nvPr/>
              </p14:nvContentPartPr>
              <p14:xfrm>
                <a:off x="5205060" y="4934528"/>
                <a:ext cx="130680" cy="80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478DF0E-23BF-7F88-9BB3-18811447671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196060" y="4925528"/>
                  <a:ext cx="1483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620CE5B-C77F-87CC-0C33-1D0F9B56F6AC}"/>
                    </a:ext>
                  </a:extLst>
                </p14:cNvPr>
                <p14:cNvContentPartPr/>
                <p14:nvPr/>
              </p14:nvContentPartPr>
              <p14:xfrm>
                <a:off x="5365620" y="4829768"/>
                <a:ext cx="276840" cy="169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620CE5B-C77F-87CC-0C33-1D0F9B56F6A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356620" y="4821128"/>
                  <a:ext cx="2944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5BB6828-D779-9631-6827-702C30799A39}"/>
                    </a:ext>
                  </a:extLst>
                </p14:cNvPr>
                <p14:cNvContentPartPr/>
                <p14:nvPr/>
              </p14:nvContentPartPr>
              <p14:xfrm>
                <a:off x="5699700" y="4966568"/>
                <a:ext cx="88200" cy="97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5BB6828-D779-9631-6827-702C30799A3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691060" y="4957928"/>
                  <a:ext cx="1058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75BCAA4-BB77-BBC4-B621-A47F49EC6C73}"/>
                    </a:ext>
                  </a:extLst>
                </p14:cNvPr>
                <p14:cNvContentPartPr/>
                <p14:nvPr/>
              </p14:nvContentPartPr>
              <p14:xfrm>
                <a:off x="5792580" y="4810328"/>
                <a:ext cx="145080" cy="2228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75BCAA4-BB77-BBC4-B621-A47F49EC6C7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783940" y="4801328"/>
                  <a:ext cx="1627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3470B47-1454-ADDF-A6AE-9EF534B5BD65}"/>
                    </a:ext>
                  </a:extLst>
                </p14:cNvPr>
                <p14:cNvContentPartPr/>
                <p14:nvPr/>
              </p14:nvContentPartPr>
              <p14:xfrm>
                <a:off x="5891580" y="4743368"/>
                <a:ext cx="181440" cy="313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3470B47-1454-ADDF-A6AE-9EF534B5BD6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882580" y="4734368"/>
                  <a:ext cx="1990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0B93A78-85FC-CE75-A889-4BD23FFDB02B}"/>
                    </a:ext>
                  </a:extLst>
                </p14:cNvPr>
                <p14:cNvContentPartPr/>
                <p14:nvPr/>
              </p14:nvContentPartPr>
              <p14:xfrm>
                <a:off x="4229820" y="5106968"/>
                <a:ext cx="92520" cy="99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0B93A78-85FC-CE75-A889-4BD23FFDB02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221180" y="5097968"/>
                  <a:ext cx="1101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0BEB915-3171-9408-EC83-CC4D4AE1F0DE}"/>
                    </a:ext>
                  </a:extLst>
                </p14:cNvPr>
                <p14:cNvContentPartPr/>
                <p14:nvPr/>
              </p14:nvContentPartPr>
              <p14:xfrm>
                <a:off x="3922020" y="5665328"/>
                <a:ext cx="215280" cy="225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0BEB915-3171-9408-EC83-CC4D4AE1F0D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913020" y="5656688"/>
                  <a:ext cx="2329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9EF062F-5122-A419-7A01-B8142E6A57E3}"/>
                    </a:ext>
                  </a:extLst>
                </p14:cNvPr>
                <p14:cNvContentPartPr/>
                <p14:nvPr/>
              </p14:nvContentPartPr>
              <p14:xfrm>
                <a:off x="3963420" y="5671448"/>
                <a:ext cx="125280" cy="235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9EF062F-5122-A419-7A01-B8142E6A57E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954780" y="5662808"/>
                  <a:ext cx="1429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B75B9DF-E32C-BE1D-8AF7-B627A6FF915B}"/>
                    </a:ext>
                  </a:extLst>
                </p14:cNvPr>
                <p14:cNvContentPartPr/>
                <p14:nvPr/>
              </p14:nvContentPartPr>
              <p14:xfrm>
                <a:off x="4201380" y="5870168"/>
                <a:ext cx="95040" cy="79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B75B9DF-E32C-BE1D-8AF7-B627A6FF915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192380" y="5861528"/>
                  <a:ext cx="1126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20A1BCA-6889-AF36-EF80-2CF01F661964}"/>
                    </a:ext>
                  </a:extLst>
                </p14:cNvPr>
                <p14:cNvContentPartPr/>
                <p14:nvPr/>
              </p14:nvContentPartPr>
              <p14:xfrm>
                <a:off x="4307940" y="5572088"/>
                <a:ext cx="113400" cy="3430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20A1BCA-6889-AF36-EF80-2CF01F66196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298940" y="5563448"/>
                  <a:ext cx="13104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3F7993B-6C43-5325-48C3-DDAD41AEAC4B}"/>
                    </a:ext>
                  </a:extLst>
                </p14:cNvPr>
                <p14:cNvContentPartPr/>
                <p14:nvPr/>
              </p14:nvContentPartPr>
              <p14:xfrm>
                <a:off x="4437540" y="5807168"/>
                <a:ext cx="124200" cy="229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3F7993B-6C43-5325-48C3-DDAD41AEAC4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428540" y="5798528"/>
                  <a:ext cx="1418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D181429-0E57-4C5D-77BD-2DBF5FD05D54}"/>
                    </a:ext>
                  </a:extLst>
                </p14:cNvPr>
                <p14:cNvContentPartPr/>
                <p14:nvPr/>
              </p14:nvContentPartPr>
              <p14:xfrm>
                <a:off x="4457700" y="5694128"/>
                <a:ext cx="4320" cy="8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D181429-0E57-4C5D-77BD-2DBF5FD05D5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448700" y="5685128"/>
                  <a:ext cx="219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DF009E5-2799-DB53-280D-946930AA487E}"/>
                    </a:ext>
                  </a:extLst>
                </p14:cNvPr>
                <p14:cNvContentPartPr/>
                <p14:nvPr/>
              </p14:nvContentPartPr>
              <p14:xfrm>
                <a:off x="4581180" y="5554808"/>
                <a:ext cx="137880" cy="372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DF009E5-2799-DB53-280D-946930AA48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572540" y="5546168"/>
                  <a:ext cx="15552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0884A17-4459-8BB9-8A88-4CD2F016B28B}"/>
                    </a:ext>
                  </a:extLst>
                </p14:cNvPr>
                <p14:cNvContentPartPr/>
                <p14:nvPr/>
              </p14:nvContentPartPr>
              <p14:xfrm>
                <a:off x="4787460" y="5557328"/>
                <a:ext cx="211320" cy="100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0884A17-4459-8BB9-8A88-4CD2F016B28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778820" y="5548328"/>
                  <a:ext cx="2289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6B030BA-6EED-28F7-5A24-7959F6D28D53}"/>
                    </a:ext>
                  </a:extLst>
                </p14:cNvPr>
                <p14:cNvContentPartPr/>
                <p14:nvPr/>
              </p14:nvContentPartPr>
              <p14:xfrm>
                <a:off x="4746420" y="5740928"/>
                <a:ext cx="345240" cy="24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6B030BA-6EED-28F7-5A24-7959F6D28D5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737780" y="5731928"/>
                  <a:ext cx="3628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A55620B-F78C-6676-C373-7C4854A47663}"/>
                    </a:ext>
                  </a:extLst>
                </p14:cNvPr>
                <p14:cNvContentPartPr/>
                <p14:nvPr/>
              </p14:nvContentPartPr>
              <p14:xfrm>
                <a:off x="4931460" y="5860448"/>
                <a:ext cx="55440" cy="1087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A55620B-F78C-6676-C373-7C4854A4766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922820" y="5851448"/>
                  <a:ext cx="730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EF0E6D7-46A7-D714-4BC4-6411EF774792}"/>
                    </a:ext>
                  </a:extLst>
                </p14:cNvPr>
                <p14:cNvContentPartPr/>
                <p14:nvPr/>
              </p14:nvContentPartPr>
              <p14:xfrm>
                <a:off x="4853700" y="5838128"/>
                <a:ext cx="186120" cy="21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EF0E6D7-46A7-D714-4BC4-6411EF77479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845060" y="5829128"/>
                  <a:ext cx="203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88A5F60-9739-814E-BBAF-42BEF1BEF688}"/>
                    </a:ext>
                  </a:extLst>
                </p14:cNvPr>
                <p14:cNvContentPartPr/>
                <p14:nvPr/>
              </p14:nvContentPartPr>
              <p14:xfrm>
                <a:off x="5304780" y="5736608"/>
                <a:ext cx="103680" cy="9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88A5F60-9739-814E-BBAF-42BEF1BEF68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296140" y="5727608"/>
                  <a:ext cx="1213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F2AB95E-2244-5671-5A31-9EBBE2CEDC5E}"/>
                    </a:ext>
                  </a:extLst>
                </p14:cNvPr>
                <p14:cNvContentPartPr/>
                <p14:nvPr/>
              </p14:nvContentPartPr>
              <p14:xfrm>
                <a:off x="5574420" y="5538608"/>
                <a:ext cx="207000" cy="108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F2AB95E-2244-5671-5A31-9EBBE2CEDC5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565780" y="5529608"/>
                  <a:ext cx="2246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C44368B-E231-F39B-0060-22809FF2A427}"/>
                    </a:ext>
                  </a:extLst>
                </p14:cNvPr>
                <p14:cNvContentPartPr/>
                <p14:nvPr/>
              </p14:nvContentPartPr>
              <p14:xfrm>
                <a:off x="5834340" y="5559128"/>
                <a:ext cx="43560" cy="550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C44368B-E231-F39B-0060-22809FF2A42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825340" y="5550128"/>
                  <a:ext cx="612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BDFBBCE-92F4-B645-3E87-980800416BBD}"/>
                    </a:ext>
                  </a:extLst>
                </p14:cNvPr>
                <p14:cNvContentPartPr/>
                <p14:nvPr/>
              </p14:nvContentPartPr>
              <p14:xfrm>
                <a:off x="5881140" y="5548688"/>
                <a:ext cx="61920" cy="69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BDFBBCE-92F4-B645-3E87-980800416BB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872140" y="5539688"/>
                  <a:ext cx="795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C5ACCCD-B624-5262-462D-4D381FF42B11}"/>
                    </a:ext>
                  </a:extLst>
                </p14:cNvPr>
                <p14:cNvContentPartPr/>
                <p14:nvPr/>
              </p14:nvContentPartPr>
              <p14:xfrm>
                <a:off x="5787540" y="5507288"/>
                <a:ext cx="140760" cy="24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C5ACCCD-B624-5262-462D-4D381FF42B1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778900" y="5498288"/>
                  <a:ext cx="158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42B88E4-B377-9EE7-A7DB-8049A1F1421C}"/>
                    </a:ext>
                  </a:extLst>
                </p14:cNvPr>
                <p14:cNvContentPartPr/>
                <p14:nvPr/>
              </p14:nvContentPartPr>
              <p14:xfrm>
                <a:off x="6005700" y="5460128"/>
                <a:ext cx="97920" cy="1432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42B88E4-B377-9EE7-A7DB-8049A1F1421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997060" y="5451488"/>
                  <a:ext cx="1155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DA01056-5287-5B43-E3B9-67986C24DEDE}"/>
                    </a:ext>
                  </a:extLst>
                </p14:cNvPr>
                <p14:cNvContentPartPr/>
                <p14:nvPr/>
              </p14:nvContentPartPr>
              <p14:xfrm>
                <a:off x="6083820" y="5541128"/>
                <a:ext cx="140760" cy="65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DA01056-5287-5B43-E3B9-67986C24DED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075180" y="5532128"/>
                  <a:ext cx="1584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29C0518-8B02-D1B2-8402-192EE594CF6A}"/>
                    </a:ext>
                  </a:extLst>
                </p14:cNvPr>
                <p14:cNvContentPartPr/>
                <p14:nvPr/>
              </p14:nvContentPartPr>
              <p14:xfrm>
                <a:off x="5647860" y="5709608"/>
                <a:ext cx="540000" cy="471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29C0518-8B02-D1B2-8402-192EE594CF6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638860" y="5700968"/>
                  <a:ext cx="557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9FD3038-09C5-1DD7-0C5D-0A2E0BDA9298}"/>
                    </a:ext>
                  </a:extLst>
                </p14:cNvPr>
                <p14:cNvContentPartPr/>
                <p14:nvPr/>
              </p14:nvContentPartPr>
              <p14:xfrm>
                <a:off x="5975820" y="5839568"/>
                <a:ext cx="51120" cy="145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9FD3038-09C5-1DD7-0C5D-0A2E0BDA929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966820" y="5830568"/>
                  <a:ext cx="687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B6ED0CD-D419-8C45-CAA0-FF9E7ACBE9A8}"/>
                    </a:ext>
                  </a:extLst>
                </p14:cNvPr>
                <p14:cNvContentPartPr/>
                <p14:nvPr/>
              </p14:nvContentPartPr>
              <p14:xfrm>
                <a:off x="5815980" y="5824808"/>
                <a:ext cx="273240" cy="309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B6ED0CD-D419-8C45-CAA0-FF9E7ACBE9A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807340" y="5816168"/>
                  <a:ext cx="2908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F1B95CE-7C1E-5D38-0F1F-01A3CD9E2C38}"/>
                    </a:ext>
                  </a:extLst>
                </p14:cNvPr>
                <p14:cNvContentPartPr/>
                <p14:nvPr/>
              </p14:nvContentPartPr>
              <p14:xfrm>
                <a:off x="6301980" y="5548688"/>
                <a:ext cx="135720" cy="2880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F1B95CE-7C1E-5D38-0F1F-01A3CD9E2C3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292980" y="5539688"/>
                  <a:ext cx="1533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CC89002-1411-0852-5413-D006BC9A1680}"/>
                    </a:ext>
                  </a:extLst>
                </p14:cNvPr>
                <p14:cNvContentPartPr/>
                <p14:nvPr/>
              </p14:nvContentPartPr>
              <p14:xfrm>
                <a:off x="6423300" y="5493248"/>
                <a:ext cx="144720" cy="394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CC89002-1411-0852-5413-D006BC9A168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414660" y="5484608"/>
                  <a:ext cx="16236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E22A919-57BF-FDD9-4095-CECA0197B765}"/>
                    </a:ext>
                  </a:extLst>
                </p14:cNvPr>
                <p14:cNvContentPartPr/>
                <p14:nvPr/>
              </p14:nvContentPartPr>
              <p14:xfrm>
                <a:off x="941580" y="4499288"/>
                <a:ext cx="5407560" cy="1407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E22A919-57BF-FDD9-4095-CECA0197B76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32940" y="4490288"/>
                  <a:ext cx="54252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0FA825B-0F70-D67B-4F06-EF91BB208BA0}"/>
                    </a:ext>
                  </a:extLst>
                </p14:cNvPr>
                <p14:cNvContentPartPr/>
                <p14:nvPr/>
              </p14:nvContentPartPr>
              <p14:xfrm>
                <a:off x="951660" y="4649768"/>
                <a:ext cx="87120" cy="1479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0FA825B-0F70-D67B-4F06-EF91BB208BA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43020" y="4640768"/>
                  <a:ext cx="104760" cy="149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48AD15-4D61-0680-6782-C293F13A4138}"/>
                    </a:ext>
                  </a:extLst>
                </p14:cNvPr>
                <p14:cNvContentPartPr/>
                <p14:nvPr/>
              </p14:nvContentPartPr>
              <p14:xfrm>
                <a:off x="6270660" y="4545368"/>
                <a:ext cx="288720" cy="21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48AD15-4D61-0680-6782-C293F13A413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262020" y="4536368"/>
                  <a:ext cx="3063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DE01D70-5367-FD92-97DA-7156D9812916}"/>
                    </a:ext>
                  </a:extLst>
                </p14:cNvPr>
                <p14:cNvContentPartPr/>
                <p14:nvPr/>
              </p14:nvContentPartPr>
              <p14:xfrm>
                <a:off x="6665220" y="4540688"/>
                <a:ext cx="77760" cy="16520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DE01D70-5367-FD92-97DA-7156D981291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656580" y="4531688"/>
                  <a:ext cx="95400" cy="16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A5CB3D7-D40B-8585-02CF-EA68E5AE2B22}"/>
                    </a:ext>
                  </a:extLst>
                </p14:cNvPr>
                <p14:cNvContentPartPr/>
                <p14:nvPr/>
              </p14:nvContentPartPr>
              <p14:xfrm>
                <a:off x="1091340" y="6192368"/>
                <a:ext cx="5636880" cy="161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A5CB3D7-D40B-8585-02CF-EA68E5AE2B2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82700" y="6183728"/>
                  <a:ext cx="5654520" cy="17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E0E631D9-6045-C247-D295-59E918FEF18B}"/>
              </a:ext>
            </a:extLst>
          </p:cNvPr>
          <p:cNvGrpSpPr/>
          <p:nvPr/>
        </p:nvGrpSpPr>
        <p:grpSpPr>
          <a:xfrm>
            <a:off x="6669883" y="452618"/>
            <a:ext cx="5205968" cy="1912064"/>
            <a:chOff x="799020" y="763568"/>
            <a:chExt cx="10589760" cy="38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D3EDE73-A7B0-DB64-4552-A1B214F1DF69}"/>
                    </a:ext>
                  </a:extLst>
                </p14:cNvPr>
                <p14:cNvContentPartPr/>
                <p14:nvPr/>
              </p14:nvContentPartPr>
              <p14:xfrm>
                <a:off x="1056420" y="1812968"/>
                <a:ext cx="1014840" cy="21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D3EDE73-A7B0-DB64-4552-A1B214F1DF6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38115" y="1795268"/>
                  <a:ext cx="1050718" cy="559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5D0B1D5-09C4-5B81-8A75-56968A69910A}"/>
                    </a:ext>
                  </a:extLst>
                </p14:cNvPr>
                <p14:cNvContentPartPr/>
                <p14:nvPr/>
              </p14:nvContentPartPr>
              <p14:xfrm>
                <a:off x="799020" y="1481768"/>
                <a:ext cx="143640" cy="1213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5D0B1D5-09C4-5B81-8A75-56968A69910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80792" y="1463497"/>
                  <a:ext cx="179368" cy="1571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46F72B9-0231-DED8-0871-B5E1E98B16DB}"/>
                    </a:ext>
                  </a:extLst>
                </p14:cNvPr>
                <p14:cNvContentPartPr/>
                <p14:nvPr/>
              </p14:nvContentPartPr>
              <p14:xfrm>
                <a:off x="805860" y="1504808"/>
                <a:ext cx="108720" cy="91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46F72B9-0231-DED8-0871-B5E1E98B16D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87618" y="1486592"/>
                  <a:ext cx="144474" cy="126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D23617C-8F25-4821-CEF4-C7D7B82035C1}"/>
                    </a:ext>
                  </a:extLst>
                </p14:cNvPr>
                <p14:cNvContentPartPr/>
                <p14:nvPr/>
              </p14:nvContentPartPr>
              <p14:xfrm>
                <a:off x="1044180" y="1599848"/>
                <a:ext cx="18000" cy="67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D23617C-8F25-4821-CEF4-C7D7B82035C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26180" y="1581555"/>
                  <a:ext cx="53280" cy="1031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566857D-7B35-3CA5-F229-5A1CDBD5ECE9}"/>
                    </a:ext>
                  </a:extLst>
                </p14:cNvPr>
                <p14:cNvContentPartPr/>
                <p14:nvPr/>
              </p14:nvContentPartPr>
              <p14:xfrm>
                <a:off x="1078740" y="1401848"/>
                <a:ext cx="121320" cy="186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566857D-7B35-3CA5-F229-5A1CDBD5ECE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60469" y="1383602"/>
                  <a:ext cx="157131" cy="2226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81EA437-5FBF-33D8-8934-B798DF226F5A}"/>
                    </a:ext>
                  </a:extLst>
                </p14:cNvPr>
                <p14:cNvContentPartPr/>
                <p14:nvPr/>
              </p14:nvContentPartPr>
              <p14:xfrm>
                <a:off x="1200060" y="1510928"/>
                <a:ext cx="140760" cy="522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81EA437-5FBF-33D8-8934-B798DF226F5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81827" y="1492803"/>
                  <a:ext cx="176497" cy="877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FDBF1BD-379A-BA2E-0303-19012D938473}"/>
                    </a:ext>
                  </a:extLst>
                </p14:cNvPr>
                <p14:cNvContentPartPr/>
                <p14:nvPr/>
              </p14:nvContentPartPr>
              <p14:xfrm>
                <a:off x="1330020" y="1391048"/>
                <a:ext cx="133920" cy="210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FDBF1BD-379A-BA2E-0303-19012D93847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311725" y="1372798"/>
                  <a:ext cx="169778" cy="2460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B7C3A57-8855-0B3D-D7F6-11B0B0D1AA89}"/>
                    </a:ext>
                  </a:extLst>
                </p14:cNvPr>
                <p14:cNvContentPartPr/>
                <p14:nvPr/>
              </p14:nvContentPartPr>
              <p14:xfrm>
                <a:off x="3229380" y="1740968"/>
                <a:ext cx="2549160" cy="133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B7C3A57-8855-0B3D-D7F6-11B0B0D1AA8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211078" y="1722673"/>
                  <a:ext cx="2585033" cy="1697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8E60BB2-5AA3-ABE1-C06E-7089CAE8E157}"/>
                    </a:ext>
                  </a:extLst>
                </p14:cNvPr>
                <p14:cNvContentPartPr/>
                <p14:nvPr/>
              </p14:nvContentPartPr>
              <p14:xfrm>
                <a:off x="4290300" y="1762208"/>
                <a:ext cx="110160" cy="73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8E60BB2-5AA3-ABE1-C06E-7089CAE8E15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272062" y="1744119"/>
                  <a:ext cx="145907" cy="1085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66E7E63-BD2C-53F4-C95E-3F80B4A7B727}"/>
                    </a:ext>
                  </a:extLst>
                </p14:cNvPr>
                <p14:cNvContentPartPr/>
                <p14:nvPr/>
              </p14:nvContentPartPr>
              <p14:xfrm>
                <a:off x="4327740" y="1811528"/>
                <a:ext cx="115560" cy="19062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66E7E63-BD2C-53F4-C95E-3F80B4A7B72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309455" y="1793220"/>
                  <a:ext cx="151398" cy="19420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1C07846-414B-8C7D-DCA1-63D30031B9AA}"/>
                    </a:ext>
                  </a:extLst>
                </p14:cNvPr>
                <p14:cNvContentPartPr/>
                <p14:nvPr/>
              </p14:nvContentPartPr>
              <p14:xfrm>
                <a:off x="4390020" y="3621608"/>
                <a:ext cx="1432800" cy="135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1C07846-414B-8C7D-DCA1-63D30031B9A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371716" y="3603366"/>
                  <a:ext cx="1468675" cy="1714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4DB71D4-AA7B-896B-00F7-16CE55AE1EF3}"/>
                    </a:ext>
                  </a:extLst>
                </p14:cNvPr>
                <p14:cNvContentPartPr/>
                <p14:nvPr/>
              </p14:nvContentPartPr>
              <p14:xfrm>
                <a:off x="5829300" y="3447728"/>
                <a:ext cx="46800" cy="3600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4DB71D4-AA7B-896B-00F7-16CE55AE1EF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811300" y="3429435"/>
                  <a:ext cx="82080" cy="3958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3972E41-91D4-85C4-C640-61EE2F171FA5}"/>
                    </a:ext>
                  </a:extLst>
                </p14:cNvPr>
                <p14:cNvContentPartPr/>
                <p14:nvPr/>
              </p14:nvContentPartPr>
              <p14:xfrm>
                <a:off x="5803020" y="3422888"/>
                <a:ext cx="1069560" cy="428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3972E41-91D4-85C4-C640-61EE2F171FA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784718" y="3404735"/>
                  <a:ext cx="1105432" cy="78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1B81625-EBD5-402A-A26D-BEEC29D11D2C}"/>
                    </a:ext>
                  </a:extLst>
                </p14:cNvPr>
                <p14:cNvContentPartPr/>
                <p14:nvPr/>
              </p14:nvContentPartPr>
              <p14:xfrm>
                <a:off x="6836580" y="3452048"/>
                <a:ext cx="21600" cy="5727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1B81625-EBD5-402A-A26D-BEEC29D11D2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818580" y="3433761"/>
                  <a:ext cx="56880" cy="6086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12A7055-35F6-FF73-C4EA-02A4504AF274}"/>
                    </a:ext>
                  </a:extLst>
                </p14:cNvPr>
                <p14:cNvContentPartPr/>
                <p14:nvPr/>
              </p14:nvContentPartPr>
              <p14:xfrm>
                <a:off x="5896620" y="4057208"/>
                <a:ext cx="904320" cy="525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12A7055-35F6-FF73-C4EA-02A4504AF27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878314" y="4038958"/>
                  <a:ext cx="940200" cy="883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6D9AC7A-CF53-897D-876F-CFA0C170F2D1}"/>
                    </a:ext>
                  </a:extLst>
                </p14:cNvPr>
                <p14:cNvContentPartPr/>
                <p14:nvPr/>
              </p14:nvContentPartPr>
              <p14:xfrm>
                <a:off x="5870340" y="3843728"/>
                <a:ext cx="31680" cy="217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6D9AC7A-CF53-897D-876F-CFA0C170F2D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852340" y="3825455"/>
                  <a:ext cx="66960" cy="2528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583789E-F44B-FC93-DD35-9C3FA1FB2E8C}"/>
                    </a:ext>
                  </a:extLst>
                </p14:cNvPr>
                <p14:cNvContentPartPr/>
                <p14:nvPr/>
              </p14:nvContentPartPr>
              <p14:xfrm>
                <a:off x="6015060" y="3697928"/>
                <a:ext cx="135000" cy="1357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583789E-F44B-FC93-DD35-9C3FA1FB2E8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996817" y="3679686"/>
                  <a:ext cx="170757" cy="1714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EC5CC12-9D47-9699-CE20-799055F8C8EC}"/>
                    </a:ext>
                  </a:extLst>
                </p14:cNvPr>
                <p14:cNvContentPartPr/>
                <p14:nvPr/>
              </p14:nvContentPartPr>
              <p14:xfrm>
                <a:off x="6234300" y="3619088"/>
                <a:ext cx="119520" cy="214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EC5CC12-9D47-9699-CE20-799055F8C8E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216080" y="3600812"/>
                  <a:ext cx="155230" cy="2507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30867DF-0CB5-E9EE-71CE-1C820B7C8469}"/>
                    </a:ext>
                  </a:extLst>
                </p14:cNvPr>
                <p14:cNvContentPartPr/>
                <p14:nvPr/>
              </p14:nvContentPartPr>
              <p14:xfrm>
                <a:off x="6404220" y="3745808"/>
                <a:ext cx="30600" cy="943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30867DF-0CB5-E9EE-71CE-1C820B7C846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386006" y="3727529"/>
                  <a:ext cx="66300" cy="1301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CC04015-532D-A586-D783-93600A450AAF}"/>
                    </a:ext>
                  </a:extLst>
                </p14:cNvPr>
                <p14:cNvContentPartPr/>
                <p14:nvPr/>
              </p14:nvContentPartPr>
              <p14:xfrm>
                <a:off x="6385140" y="3695048"/>
                <a:ext cx="126000" cy="1378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CC04015-532D-A586-D783-93600A450AA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366932" y="3676810"/>
                  <a:ext cx="161688" cy="1736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E3ABAA1-961A-FC49-CB12-97B641583E30}"/>
                    </a:ext>
                  </a:extLst>
                </p14:cNvPr>
                <p14:cNvContentPartPr/>
                <p14:nvPr/>
              </p14:nvContentPartPr>
              <p14:xfrm>
                <a:off x="6325740" y="4114448"/>
                <a:ext cx="19440" cy="2041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E3ABAA1-961A-FC49-CB12-97B641583E3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307740" y="4096158"/>
                  <a:ext cx="54720" cy="2399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53C7108-F1D4-302C-5A39-71A14EB88898}"/>
                    </a:ext>
                  </a:extLst>
                </p14:cNvPr>
                <p14:cNvContentPartPr/>
                <p14:nvPr/>
              </p14:nvContentPartPr>
              <p14:xfrm>
                <a:off x="6277140" y="4071248"/>
                <a:ext cx="96840" cy="80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53C7108-F1D4-302C-5A39-71A14EB8889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258937" y="4053003"/>
                  <a:ext cx="132518" cy="1160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5A06744-31D1-E8BE-9C32-712344991F31}"/>
                    </a:ext>
                  </a:extLst>
                </p14:cNvPr>
                <p14:cNvContentPartPr/>
                <p14:nvPr/>
              </p14:nvContentPartPr>
              <p14:xfrm>
                <a:off x="6231420" y="4453208"/>
                <a:ext cx="50040" cy="1497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5A06744-31D1-E8BE-9C32-712344991F3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213290" y="4434945"/>
                  <a:ext cx="85576" cy="1855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B4C61EC-FC2E-07D0-F582-9FC805DEFBB1}"/>
                    </a:ext>
                  </a:extLst>
                </p14:cNvPr>
                <p14:cNvContentPartPr/>
                <p14:nvPr/>
              </p14:nvContentPartPr>
              <p14:xfrm>
                <a:off x="6099300" y="4422968"/>
                <a:ext cx="223200" cy="194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B4C61EC-FC2E-07D0-F582-9FC805DEFBB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081005" y="4404968"/>
                  <a:ext cx="259058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DCDFAFF-4DF0-385A-2D7A-D9F9A70B514D}"/>
                    </a:ext>
                  </a:extLst>
                </p14:cNvPr>
                <p14:cNvContentPartPr/>
                <p14:nvPr/>
              </p14:nvContentPartPr>
              <p14:xfrm>
                <a:off x="6385860" y="4569488"/>
                <a:ext cx="46440" cy="835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DCDFAFF-4DF0-385A-2D7A-D9F9A70B514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367719" y="4551172"/>
                  <a:ext cx="81996" cy="119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FFB63B0-FEC6-93DB-63AF-9683E9AD1EC9}"/>
                    </a:ext>
                  </a:extLst>
                </p14:cNvPr>
                <p14:cNvContentPartPr/>
                <p14:nvPr/>
              </p14:nvContentPartPr>
              <p14:xfrm>
                <a:off x="6853860" y="3675968"/>
                <a:ext cx="1552680" cy="1364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FFB63B0-FEC6-93DB-63AF-9683E9AD1EC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835559" y="3657727"/>
                  <a:ext cx="1588550" cy="1721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7DCB173-AFC4-C1A6-38A8-8F4CE9CE0B63}"/>
                    </a:ext>
                  </a:extLst>
                </p14:cNvPr>
                <p14:cNvContentPartPr/>
                <p14:nvPr/>
              </p14:nvContentPartPr>
              <p14:xfrm>
                <a:off x="8451540" y="3430808"/>
                <a:ext cx="167400" cy="1393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7DCB173-AFC4-C1A6-38A8-8F4CE9CE0B6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433265" y="3412572"/>
                  <a:ext cx="203219" cy="175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CF4EDEE-96A4-76B4-5334-F24F3A3443F9}"/>
                    </a:ext>
                  </a:extLst>
                </p14:cNvPr>
                <p14:cNvContentPartPr/>
                <p14:nvPr/>
              </p14:nvContentPartPr>
              <p14:xfrm>
                <a:off x="8453340" y="3438008"/>
                <a:ext cx="129600" cy="1206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CF4EDEE-96A4-76B4-5334-F24F3A3443F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435138" y="3419735"/>
                  <a:ext cx="165276" cy="1564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834AB06-B6B8-87DE-19C0-D7ED56023700}"/>
                    </a:ext>
                  </a:extLst>
                </p14:cNvPr>
                <p14:cNvContentPartPr/>
                <p14:nvPr/>
              </p14:nvContentPartPr>
              <p14:xfrm>
                <a:off x="8676180" y="3564008"/>
                <a:ext cx="24840" cy="579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834AB06-B6B8-87DE-19C0-D7ED5602370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658437" y="3545895"/>
                  <a:ext cx="59616" cy="934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C25D600-5D6A-4ED5-0B78-9A5B1A7FBCFD}"/>
                    </a:ext>
                  </a:extLst>
                </p14:cNvPr>
                <p14:cNvContentPartPr/>
                <p14:nvPr/>
              </p14:nvContentPartPr>
              <p14:xfrm>
                <a:off x="8727300" y="3330368"/>
                <a:ext cx="132480" cy="219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C25D600-5D6A-4ED5-0B78-9A5B1A7FBCF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709002" y="3312099"/>
                  <a:ext cx="168345" cy="2557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E656125-8627-EEE1-762A-044215E90E0D}"/>
                    </a:ext>
                  </a:extLst>
                </p14:cNvPr>
                <p14:cNvContentPartPr/>
                <p14:nvPr/>
              </p14:nvContentPartPr>
              <p14:xfrm>
                <a:off x="8857980" y="3454568"/>
                <a:ext cx="169920" cy="874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E656125-8627-EEE1-762A-044215E90E0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839748" y="3436343"/>
                  <a:ext cx="205654" cy="1232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D60A2C0-B009-5E56-3987-B5D3708D6EE8}"/>
                    </a:ext>
                  </a:extLst>
                </p14:cNvPr>
                <p14:cNvContentPartPr/>
                <p14:nvPr/>
              </p14:nvContentPartPr>
              <p14:xfrm>
                <a:off x="9003420" y="3371048"/>
                <a:ext cx="161640" cy="234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D60A2C0-B009-5E56-3987-B5D3708D6EE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985135" y="3352768"/>
                  <a:ext cx="197479" cy="2705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2071855-9EED-0CCE-AD10-FC4A658C57D7}"/>
                    </a:ext>
                  </a:extLst>
                </p14:cNvPr>
                <p14:cNvContentPartPr/>
                <p14:nvPr/>
              </p14:nvContentPartPr>
              <p14:xfrm>
                <a:off x="9516420" y="3422888"/>
                <a:ext cx="121680" cy="1170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2071855-9EED-0CCE-AD10-FC4A658C57D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498204" y="3404607"/>
                  <a:ext cx="157383" cy="1528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07DBE9D-5896-C65B-3B5F-DCC9EA5B7E48}"/>
                    </a:ext>
                  </a:extLst>
                </p14:cNvPr>
                <p14:cNvContentPartPr/>
                <p14:nvPr/>
              </p14:nvContentPartPr>
              <p14:xfrm>
                <a:off x="9665460" y="3445928"/>
                <a:ext cx="475920" cy="1144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07DBE9D-5896-C65B-3B5F-DCC9EA5B7E4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647155" y="3427699"/>
                  <a:ext cx="511797" cy="1502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9FB8C07-2D26-01BE-F266-9485C73152DA}"/>
                    </a:ext>
                  </a:extLst>
                </p14:cNvPr>
                <p14:cNvContentPartPr/>
                <p14:nvPr/>
              </p14:nvContentPartPr>
              <p14:xfrm>
                <a:off x="10337220" y="3469688"/>
                <a:ext cx="131760" cy="889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9FB8C07-2D26-01BE-F266-9485C73152D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319021" y="3451467"/>
                  <a:ext cx="167430" cy="1246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B4E1F2A-2F2B-1C8A-C047-2BC46811396B}"/>
                    </a:ext>
                  </a:extLst>
                </p14:cNvPr>
                <p14:cNvContentPartPr/>
                <p14:nvPr/>
              </p14:nvContentPartPr>
              <p14:xfrm>
                <a:off x="10464660" y="3386888"/>
                <a:ext cx="134280" cy="1573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B4E1F2A-2F2B-1C8A-C047-2BC46811396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446415" y="3368680"/>
                  <a:ext cx="170039" cy="1930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6D46831-9553-971F-76DE-C24DEB10706E}"/>
                    </a:ext>
                  </a:extLst>
                </p14:cNvPr>
                <p14:cNvContentPartPr/>
                <p14:nvPr/>
              </p14:nvContentPartPr>
              <p14:xfrm>
                <a:off x="10814580" y="3470408"/>
                <a:ext cx="24840" cy="622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6D46831-9553-971F-76DE-C24DEB10706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796315" y="3452303"/>
                  <a:ext cx="60639" cy="977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70C404A-6FEC-FE3F-D61F-73ABBE8E0CE3}"/>
                    </a:ext>
                  </a:extLst>
                </p14:cNvPr>
                <p14:cNvContentPartPr/>
                <p14:nvPr/>
              </p14:nvContentPartPr>
              <p14:xfrm>
                <a:off x="10795860" y="3361328"/>
                <a:ext cx="360" cy="248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70C404A-6FEC-FE3F-D61F-73ABBE8E0CE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786860" y="3343063"/>
                  <a:ext cx="18000" cy="606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43852D3-CDC6-CE1F-B729-CCCDC694AA37}"/>
                    </a:ext>
                  </a:extLst>
                </p14:cNvPr>
                <p14:cNvContentPartPr/>
                <p14:nvPr/>
              </p14:nvContentPartPr>
              <p14:xfrm>
                <a:off x="10868580" y="3470408"/>
                <a:ext cx="115920" cy="475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43852D3-CDC6-CE1F-B729-CCCDC694AA3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850354" y="3452131"/>
                  <a:ext cx="151644" cy="833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9447107-03CA-ECE9-06E4-F36426171F96}"/>
                    </a:ext>
                  </a:extLst>
                </p14:cNvPr>
                <p14:cNvContentPartPr/>
                <p14:nvPr/>
              </p14:nvContentPartPr>
              <p14:xfrm>
                <a:off x="11024460" y="3422528"/>
                <a:ext cx="68400" cy="1731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9447107-03CA-ECE9-06E4-F36426171F9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006269" y="3404262"/>
                  <a:ext cx="104055" cy="2089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41E0012-76C1-0963-72A3-2914F92B6B4B}"/>
                    </a:ext>
                  </a:extLst>
                </p14:cNvPr>
                <p14:cNvContentPartPr/>
                <p14:nvPr/>
              </p14:nvContentPartPr>
              <p14:xfrm>
                <a:off x="11172060" y="3464288"/>
                <a:ext cx="77040" cy="381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41E0012-76C1-0963-72A3-2914F92B6B4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153890" y="3446288"/>
                  <a:ext cx="112653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BBDE868-4217-76F1-836F-7D05A05267AD}"/>
                    </a:ext>
                  </a:extLst>
                </p14:cNvPr>
                <p14:cNvContentPartPr/>
                <p14:nvPr/>
              </p14:nvContentPartPr>
              <p14:xfrm>
                <a:off x="11284380" y="3273128"/>
                <a:ext cx="63000" cy="2548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BBDE868-4217-76F1-836F-7D05A05267A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266066" y="3254818"/>
                  <a:ext cx="98895" cy="2907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9841A08-BB94-F27A-B497-B690EFA55A57}"/>
                    </a:ext>
                  </a:extLst>
                </p14:cNvPr>
                <p14:cNvContentPartPr/>
                <p14:nvPr/>
              </p14:nvContentPartPr>
              <p14:xfrm>
                <a:off x="11388420" y="3418568"/>
                <a:ext cx="360" cy="3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9841A08-BB94-F27A-B497-B690EFA55A5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379420" y="340956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E5A03AE-E5FE-6F72-1C70-9A8248C3663F}"/>
                    </a:ext>
                  </a:extLst>
                </p14:cNvPr>
                <p14:cNvContentPartPr/>
                <p14:nvPr/>
              </p14:nvContentPartPr>
              <p14:xfrm>
                <a:off x="11230020" y="3448088"/>
                <a:ext cx="13320" cy="424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E5A03AE-E5FE-6F72-1C70-9A8248C3663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212494" y="3430088"/>
                  <a:ext cx="47672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CDB30F4-90D1-C772-365B-E4F7018D3ED4}"/>
                    </a:ext>
                  </a:extLst>
                </p14:cNvPr>
                <p14:cNvContentPartPr/>
                <p14:nvPr/>
              </p14:nvContentPartPr>
              <p14:xfrm>
                <a:off x="11265300" y="3377888"/>
                <a:ext cx="92160" cy="410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CDB30F4-90D1-C772-365B-E4F7018D3ED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247014" y="3359567"/>
                  <a:ext cx="128000" cy="769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6338DBA-A525-FC94-DCCA-8E3334415A3E}"/>
                    </a:ext>
                  </a:extLst>
                </p14:cNvPr>
                <p14:cNvContentPartPr/>
                <p14:nvPr/>
              </p14:nvContentPartPr>
              <p14:xfrm>
                <a:off x="9620100" y="3765248"/>
                <a:ext cx="165240" cy="1130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6338DBA-A525-FC94-DCCA-8E3334415A3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601821" y="3747016"/>
                  <a:ext cx="201066" cy="1487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E58BBE3-6D56-AB64-649B-1B8DE5901978}"/>
                    </a:ext>
                  </a:extLst>
                </p14:cNvPr>
                <p14:cNvContentPartPr/>
                <p14:nvPr/>
              </p14:nvContentPartPr>
              <p14:xfrm>
                <a:off x="9624420" y="3771728"/>
                <a:ext cx="96480" cy="831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E58BBE3-6D56-AB64-649B-1B8DE590197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606147" y="3753491"/>
                  <a:ext cx="132295" cy="1189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8644399-E367-E9CD-2F2E-CDC38483941F}"/>
                    </a:ext>
                  </a:extLst>
                </p14:cNvPr>
                <p14:cNvContentPartPr/>
                <p14:nvPr/>
              </p14:nvContentPartPr>
              <p14:xfrm>
                <a:off x="9860940" y="3875768"/>
                <a:ext cx="34200" cy="954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8644399-E367-E9CD-2F2E-CDC38483941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842749" y="3857562"/>
                  <a:ext cx="69855" cy="1310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0A6E975-EEB1-F76B-3753-7E52175A9190}"/>
                    </a:ext>
                  </a:extLst>
                </p14:cNvPr>
                <p14:cNvContentPartPr/>
                <p14:nvPr/>
              </p14:nvContentPartPr>
              <p14:xfrm>
                <a:off x="9888300" y="3700808"/>
                <a:ext cx="145080" cy="2127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0A6E975-EEB1-F76B-3753-7E52175A919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870074" y="3682530"/>
                  <a:ext cx="180803" cy="2485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A6550D3-C20F-9E37-5FC0-BA9A6CC4219D}"/>
                    </a:ext>
                  </a:extLst>
                </p14:cNvPr>
                <p14:cNvContentPartPr/>
                <p14:nvPr/>
              </p14:nvContentPartPr>
              <p14:xfrm>
                <a:off x="10047780" y="3828968"/>
                <a:ext cx="177840" cy="716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A6550D3-C20F-9E37-5FC0-BA9A6CC4219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029484" y="3810692"/>
                  <a:ext cx="213701" cy="1074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2B3D8D9-8631-776A-7D31-09240DFF218C}"/>
                    </a:ext>
                  </a:extLst>
                </p14:cNvPr>
                <p14:cNvContentPartPr/>
                <p14:nvPr/>
              </p14:nvContentPartPr>
              <p14:xfrm>
                <a:off x="10193220" y="3728168"/>
                <a:ext cx="145800" cy="2113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2B3D8D9-8631-776A-7D31-09240DFF218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174995" y="3709888"/>
                  <a:ext cx="181521" cy="2471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38D708A-4BE0-FBCB-B273-6CA9D4E26F13}"/>
                    </a:ext>
                  </a:extLst>
                </p14:cNvPr>
                <p14:cNvContentPartPr/>
                <p14:nvPr/>
              </p14:nvContentPartPr>
              <p14:xfrm>
                <a:off x="9234180" y="3150008"/>
                <a:ext cx="150120" cy="644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38D708A-4BE0-FBCB-B273-6CA9D4E26F1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215962" y="3131701"/>
                  <a:ext cx="185828" cy="1003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6CE5B8A-2D2C-F567-555B-398400D63BAE}"/>
                    </a:ext>
                  </a:extLst>
                </p14:cNvPr>
                <p14:cNvContentPartPr/>
                <p14:nvPr/>
              </p14:nvContentPartPr>
              <p14:xfrm>
                <a:off x="9206100" y="3094568"/>
                <a:ext cx="120960" cy="594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6CE5B8A-2D2C-F567-555B-398400D63BA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187883" y="3076458"/>
                  <a:ext cx="156665" cy="948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4D466A2-E51D-7BFC-596B-E1DBE6C4486B}"/>
                    </a:ext>
                  </a:extLst>
                </p14:cNvPr>
                <p14:cNvContentPartPr/>
                <p14:nvPr/>
              </p14:nvContentPartPr>
              <p14:xfrm>
                <a:off x="9289260" y="3039128"/>
                <a:ext cx="266760" cy="1580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4D466A2-E51D-7BFC-596B-E1DBE6C4486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270989" y="3020836"/>
                  <a:ext cx="302572" cy="1938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2092513-B785-FC19-FA5A-CAFB978154DF}"/>
                    </a:ext>
                  </a:extLst>
                </p14:cNvPr>
                <p14:cNvContentPartPr/>
                <p14:nvPr/>
              </p14:nvContentPartPr>
              <p14:xfrm>
                <a:off x="9117540" y="3085928"/>
                <a:ext cx="182880" cy="133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2092513-B785-FC19-FA5A-CAFB978154D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099252" y="3067682"/>
                  <a:ext cx="218724" cy="1693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B72801D-8335-BAC2-B864-3C4674637864}"/>
                    </a:ext>
                  </a:extLst>
                </p14:cNvPr>
                <p14:cNvContentPartPr/>
                <p14:nvPr/>
              </p14:nvContentPartPr>
              <p14:xfrm>
                <a:off x="9669420" y="2841848"/>
                <a:ext cx="201600" cy="1893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B72801D-8335-BAC2-B864-3C467463786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651159" y="2823570"/>
                  <a:ext cx="237391" cy="2251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ED2D51B-D627-204B-126A-12EC1B107A50}"/>
                    </a:ext>
                  </a:extLst>
                </p14:cNvPr>
                <p14:cNvContentPartPr/>
                <p14:nvPr/>
              </p14:nvContentPartPr>
              <p14:xfrm>
                <a:off x="9744660" y="2840768"/>
                <a:ext cx="64800" cy="2034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ED2D51B-D627-204B-126A-12EC1B107A5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726458" y="2822477"/>
                  <a:ext cx="100476" cy="2392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00038A8-0597-2F07-7EE5-BCBF1CB05108}"/>
                    </a:ext>
                  </a:extLst>
                </p14:cNvPr>
                <p14:cNvContentPartPr/>
                <p14:nvPr/>
              </p14:nvContentPartPr>
              <p14:xfrm>
                <a:off x="9949140" y="2997728"/>
                <a:ext cx="41040" cy="932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00038A8-0597-2F07-7EE5-BCBF1CB0510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931140" y="2979517"/>
                  <a:ext cx="76320" cy="1289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4427457-7D74-0309-903E-DC613C65D779}"/>
                    </a:ext>
                  </a:extLst>
                </p14:cNvPr>
                <p14:cNvContentPartPr/>
                <p14:nvPr/>
              </p14:nvContentPartPr>
              <p14:xfrm>
                <a:off x="10042740" y="2752928"/>
                <a:ext cx="119520" cy="2664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4427457-7D74-0309-903E-DC613C65D77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024520" y="2734631"/>
                  <a:ext cx="155230" cy="3022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36F6B6B-7349-D265-FF2D-984D8EFD7032}"/>
                    </a:ext>
                  </a:extLst>
                </p14:cNvPr>
                <p14:cNvContentPartPr/>
                <p14:nvPr/>
              </p14:nvContentPartPr>
              <p14:xfrm>
                <a:off x="10188180" y="2883248"/>
                <a:ext cx="168120" cy="1242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36F6B6B-7349-D265-FF2D-984D8EFD703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169906" y="2864983"/>
                  <a:ext cx="203937" cy="1599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55BCB8D-E02D-4073-FC19-755D6F597F07}"/>
                    </a:ext>
                  </a:extLst>
                </p14:cNvPr>
                <p14:cNvContentPartPr/>
                <p14:nvPr/>
              </p14:nvContentPartPr>
              <p14:xfrm>
                <a:off x="10369980" y="2722328"/>
                <a:ext cx="101520" cy="1969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55BCB8D-E02D-4073-FC19-755D6F597F0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351721" y="2704027"/>
                  <a:ext cx="137308" cy="2327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1D99A3A-C461-E61F-1DC5-2C19AC79CC7E}"/>
                    </a:ext>
                  </a:extLst>
                </p14:cNvPr>
                <p14:cNvContentPartPr/>
                <p14:nvPr/>
              </p14:nvContentPartPr>
              <p14:xfrm>
                <a:off x="10306620" y="2594528"/>
                <a:ext cx="1080" cy="136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1D99A3A-C461-E61F-1DC5-2C19AC79CC7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293120" y="2576528"/>
                  <a:ext cx="275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218D284-4137-2CF9-6DA1-DBBC18888E93}"/>
                    </a:ext>
                  </a:extLst>
                </p14:cNvPr>
                <p14:cNvContentPartPr/>
                <p14:nvPr/>
              </p14:nvContentPartPr>
              <p14:xfrm>
                <a:off x="10488060" y="2658968"/>
                <a:ext cx="172080" cy="1206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218D284-4137-2CF9-6DA1-DBBC18888E9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469831" y="2640695"/>
                  <a:ext cx="207808" cy="1564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84EF81E-2816-5C87-0B83-DC6898D2B847}"/>
                    </a:ext>
                  </a:extLst>
                </p14:cNvPr>
                <p14:cNvContentPartPr/>
                <p14:nvPr/>
              </p14:nvContentPartPr>
              <p14:xfrm>
                <a:off x="10738980" y="2633768"/>
                <a:ext cx="142200" cy="324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84EF81E-2816-5C87-0B83-DC6898D2B84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720749" y="2615504"/>
                  <a:ext cx="177932" cy="3601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AF23862-BB61-1828-4451-C7E010A5E680}"/>
                    </a:ext>
                  </a:extLst>
                </p14:cNvPr>
                <p14:cNvContentPartPr/>
                <p14:nvPr/>
              </p14:nvContentPartPr>
              <p14:xfrm>
                <a:off x="4652820" y="1167128"/>
                <a:ext cx="295920" cy="1656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AF23862-BB61-1828-4451-C7E010A5E68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634553" y="1148890"/>
                  <a:ext cx="331723" cy="2013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83E7708-3814-7879-AB3F-6209C2A085E2}"/>
                    </a:ext>
                  </a:extLst>
                </p14:cNvPr>
                <p14:cNvContentPartPr/>
                <p14:nvPr/>
              </p14:nvContentPartPr>
              <p14:xfrm>
                <a:off x="4546620" y="1245968"/>
                <a:ext cx="216720" cy="1267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83E7708-3814-7879-AB3F-6209C2A085E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528378" y="1227656"/>
                  <a:ext cx="252475" cy="1626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6BCFB2E-40D8-F434-EA2A-2F840E41D6B5}"/>
                    </a:ext>
                  </a:extLst>
                </p14:cNvPr>
                <p14:cNvContentPartPr/>
                <p14:nvPr/>
              </p14:nvContentPartPr>
              <p14:xfrm>
                <a:off x="5134500" y="953648"/>
                <a:ext cx="108000" cy="2872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6BCFB2E-40D8-F434-EA2A-2F840E41D6B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116257" y="935373"/>
                  <a:ext cx="143757" cy="3230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B4D38D1-C470-13F6-306E-F3C28EB3D1E7}"/>
                    </a:ext>
                  </a:extLst>
                </p14:cNvPr>
                <p14:cNvContentPartPr/>
                <p14:nvPr/>
              </p14:nvContentPartPr>
              <p14:xfrm>
                <a:off x="5094180" y="1142288"/>
                <a:ext cx="179280" cy="165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B4D38D1-C470-13F6-306E-F3C28EB3D1E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075960" y="1124288"/>
                  <a:ext cx="21499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6A70711-DBC4-B379-A665-F59762C1E01F}"/>
                    </a:ext>
                  </a:extLst>
                </p14:cNvPr>
                <p14:cNvContentPartPr/>
                <p14:nvPr/>
              </p14:nvContentPartPr>
              <p14:xfrm>
                <a:off x="5303340" y="1132568"/>
                <a:ext cx="26280" cy="435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6A70711-DBC4-B379-A665-F59762C1E01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285090" y="1114418"/>
                  <a:ext cx="62050" cy="791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DEB960F-85A4-D3FB-420D-92983A82488E}"/>
                    </a:ext>
                  </a:extLst>
                </p14:cNvPr>
                <p14:cNvContentPartPr/>
                <p14:nvPr/>
              </p14:nvContentPartPr>
              <p14:xfrm>
                <a:off x="5278500" y="1044008"/>
                <a:ext cx="35280" cy="162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DEB960F-85A4-D3FB-420D-92983A82488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260500" y="1026399"/>
                  <a:ext cx="70560" cy="507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5FB83B1-67BD-CDC5-1FF2-5CE3277A1D4C}"/>
                    </a:ext>
                  </a:extLst>
                </p14:cNvPr>
                <p14:cNvContentPartPr/>
                <p14:nvPr/>
              </p14:nvContentPartPr>
              <p14:xfrm>
                <a:off x="5381100" y="1105208"/>
                <a:ext cx="142200" cy="781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5FB83B1-67BD-CDC5-1FF2-5CE3277A1D4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362869" y="1086956"/>
                  <a:ext cx="177932" cy="1138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0231B97-4C0B-2CE9-B997-A6557E96E7B6}"/>
                    </a:ext>
                  </a:extLst>
                </p14:cNvPr>
                <p14:cNvContentPartPr/>
                <p14:nvPr/>
              </p14:nvContentPartPr>
              <p14:xfrm>
                <a:off x="5512140" y="981008"/>
                <a:ext cx="185400" cy="1728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0231B97-4C0B-2CE9-B997-A6557E96E7B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493892" y="962703"/>
                  <a:ext cx="221166" cy="2086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E090170-CC98-CCA0-90E1-21C1A4704B0D}"/>
                    </a:ext>
                  </a:extLst>
                </p14:cNvPr>
                <p14:cNvContentPartPr/>
                <p14:nvPr/>
              </p14:nvContentPartPr>
              <p14:xfrm>
                <a:off x="5631660" y="976688"/>
                <a:ext cx="360" cy="183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E090170-CC98-CCA0-90E1-21C1A4704B0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622660" y="959034"/>
                  <a:ext cx="18000" cy="529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A9656DE-FD3E-57BD-F4AF-B4EC43225982}"/>
                    </a:ext>
                  </a:extLst>
                </p14:cNvPr>
                <p14:cNvContentPartPr/>
                <p14:nvPr/>
              </p14:nvContentPartPr>
              <p14:xfrm>
                <a:off x="5746140" y="924488"/>
                <a:ext cx="72720" cy="1998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A9656DE-FD3E-57BD-F4AF-B4EC4322598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727960" y="906258"/>
                  <a:ext cx="108353" cy="2355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922DFDC-8185-3E35-6C33-56D4EA20EFA5}"/>
                    </a:ext>
                  </a:extLst>
                </p14:cNvPr>
                <p14:cNvContentPartPr/>
                <p14:nvPr/>
              </p14:nvContentPartPr>
              <p14:xfrm>
                <a:off x="5724180" y="1047968"/>
                <a:ext cx="110520" cy="327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922DFDC-8185-3E35-6C33-56D4EA20EFA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705882" y="1029768"/>
                  <a:ext cx="146384" cy="684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ED6E06B-9ADD-618B-29AF-08F552AF373C}"/>
                    </a:ext>
                  </a:extLst>
                </p14:cNvPr>
                <p14:cNvContentPartPr/>
                <p14:nvPr/>
              </p14:nvContentPartPr>
              <p14:xfrm>
                <a:off x="5870700" y="1033568"/>
                <a:ext cx="47520" cy="554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ED6E06B-9ADD-618B-29AF-08F552AF373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852423" y="1015331"/>
                  <a:ext cx="83343" cy="911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EA7018B-9931-4DBB-B23E-1B1D270DA031}"/>
                    </a:ext>
                  </a:extLst>
                </p14:cNvPr>
                <p14:cNvContentPartPr/>
                <p14:nvPr/>
              </p14:nvContentPartPr>
              <p14:xfrm>
                <a:off x="5834340" y="929888"/>
                <a:ext cx="14760" cy="136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EA7018B-9931-4DBB-B23E-1B1D270DA03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816769" y="911888"/>
                  <a:ext cx="492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2B6BDB1-BA1A-C732-C6A3-07582D126E06}"/>
                    </a:ext>
                  </a:extLst>
                </p14:cNvPr>
                <p14:cNvContentPartPr/>
                <p14:nvPr/>
              </p14:nvContentPartPr>
              <p14:xfrm>
                <a:off x="5953140" y="991088"/>
                <a:ext cx="83160" cy="900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2B6BDB1-BA1A-C732-C6A3-07582D126E0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934903" y="972795"/>
                  <a:ext cx="118904" cy="1258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39A6550-5AC7-91C4-F473-864472628F89}"/>
                    </a:ext>
                  </a:extLst>
                </p14:cNvPr>
                <p14:cNvContentPartPr/>
                <p14:nvPr/>
              </p14:nvContentPartPr>
              <p14:xfrm>
                <a:off x="6078420" y="1006928"/>
                <a:ext cx="139680" cy="381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39A6550-5AC7-91C4-F473-864472628F8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060137" y="988928"/>
                  <a:ext cx="175514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A5720D3-6EF5-7FE7-2B64-A816299B6076}"/>
                    </a:ext>
                  </a:extLst>
                </p14:cNvPr>
                <p14:cNvContentPartPr/>
                <p14:nvPr/>
              </p14:nvContentPartPr>
              <p14:xfrm>
                <a:off x="6234300" y="927368"/>
                <a:ext cx="81000" cy="1422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A5720D3-6EF5-7FE7-2B64-A816299B607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216057" y="909137"/>
                  <a:ext cx="116757" cy="1779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FF7E0E1-FADA-B1E5-D290-8FD5FF5CF86B}"/>
                    </a:ext>
                  </a:extLst>
                </p14:cNvPr>
                <p14:cNvContentPartPr/>
                <p14:nvPr/>
              </p14:nvContentPartPr>
              <p14:xfrm>
                <a:off x="6571260" y="945728"/>
                <a:ext cx="199800" cy="1360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FF7E0E1-FADA-B1E5-D290-8FD5FF5CF86B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552963" y="927438"/>
                  <a:ext cx="235662" cy="171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100DC1E-DF69-6116-BB49-94D427B66712}"/>
                    </a:ext>
                  </a:extLst>
                </p14:cNvPr>
                <p14:cNvContentPartPr/>
                <p14:nvPr/>
              </p14:nvContentPartPr>
              <p14:xfrm>
                <a:off x="6873300" y="940328"/>
                <a:ext cx="40680" cy="1249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100DC1E-DF69-6116-BB49-94D427B6671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855139" y="922065"/>
                  <a:ext cx="76275" cy="1607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CB5469F-275F-1FF2-9E1F-C4424B99E996}"/>
                    </a:ext>
                  </a:extLst>
                </p14:cNvPr>
                <p14:cNvContentPartPr/>
                <p14:nvPr/>
              </p14:nvContentPartPr>
              <p14:xfrm>
                <a:off x="6735780" y="898208"/>
                <a:ext cx="205560" cy="270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CB5469F-275F-1FF2-9E1F-C4424B99E99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717492" y="879965"/>
                  <a:ext cx="241405" cy="627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341509C-8177-8903-F1E6-ACDA63405096}"/>
                    </a:ext>
                  </a:extLst>
                </p14:cNvPr>
                <p14:cNvContentPartPr/>
                <p14:nvPr/>
              </p14:nvContentPartPr>
              <p14:xfrm>
                <a:off x="7125300" y="942848"/>
                <a:ext cx="106920" cy="1216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341509C-8177-8903-F1E6-ACDA6340509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106992" y="924632"/>
                  <a:ext cx="142804" cy="1573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0510432-5BD6-AC1D-8772-52498EDA4546}"/>
                    </a:ext>
                  </a:extLst>
                </p14:cNvPr>
                <p14:cNvContentPartPr/>
                <p14:nvPr/>
              </p14:nvContentPartPr>
              <p14:xfrm>
                <a:off x="7262460" y="1002608"/>
                <a:ext cx="47880" cy="349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0510432-5BD6-AC1D-8772-52498EDA454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244324" y="984420"/>
                  <a:ext cx="83427" cy="705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66D7A12-E3AD-F11F-259B-101CAF4923B0}"/>
                    </a:ext>
                  </a:extLst>
                </p14:cNvPr>
                <p14:cNvContentPartPr/>
                <p14:nvPr/>
              </p14:nvContentPartPr>
              <p14:xfrm>
                <a:off x="7247340" y="881648"/>
                <a:ext cx="5760" cy="100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66D7A12-E3AD-F11F-259B-101CAF4923B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229340" y="863648"/>
                  <a:ext cx="410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40EDA66-E827-BB66-C61F-6959FC3D589B}"/>
                    </a:ext>
                  </a:extLst>
                </p14:cNvPr>
                <p14:cNvContentPartPr/>
                <p14:nvPr/>
              </p14:nvContentPartPr>
              <p14:xfrm>
                <a:off x="7408620" y="954008"/>
                <a:ext cx="92160" cy="1904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40EDA66-E827-BB66-C61F-6959FC3D589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390334" y="935696"/>
                  <a:ext cx="128000" cy="2263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9DF85F9-9649-02D4-7080-817C488AB3D8}"/>
                    </a:ext>
                  </a:extLst>
                </p14:cNvPr>
                <p14:cNvContentPartPr/>
                <p14:nvPr/>
              </p14:nvContentPartPr>
              <p14:xfrm>
                <a:off x="7564500" y="966248"/>
                <a:ext cx="115920" cy="572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9DF85F9-9649-02D4-7080-817C488AB3D8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546274" y="948134"/>
                  <a:ext cx="151644" cy="927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E4AD686-F946-C929-F24E-893F4106A6DD}"/>
                    </a:ext>
                  </a:extLst>
                </p14:cNvPr>
                <p14:cNvContentPartPr/>
                <p14:nvPr/>
              </p14:nvContentPartPr>
              <p14:xfrm>
                <a:off x="7725780" y="763568"/>
                <a:ext cx="155880" cy="2559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E4AD686-F946-C929-F24E-893F4106A6DD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707484" y="745285"/>
                  <a:ext cx="191740" cy="2917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FDCCB75-F03C-D92F-490A-389BA3F6A7DA}"/>
                    </a:ext>
                  </a:extLst>
                </p14:cNvPr>
                <p14:cNvContentPartPr/>
                <p14:nvPr/>
              </p14:nvContentPartPr>
              <p14:xfrm>
                <a:off x="2415420" y="1739528"/>
                <a:ext cx="28800" cy="1483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FDCCB75-F03C-D92F-490A-389BA3F6A7DA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397420" y="1721262"/>
                  <a:ext cx="64080" cy="1841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6B9A4DD-3D0C-12E6-E0F6-C30A40BAC289}"/>
                    </a:ext>
                  </a:extLst>
                </p14:cNvPr>
                <p14:cNvContentPartPr/>
                <p14:nvPr/>
              </p14:nvContentPartPr>
              <p14:xfrm>
                <a:off x="2296260" y="1658888"/>
                <a:ext cx="254520" cy="2275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6B9A4DD-3D0C-12E6-E0F6-C30A40BAC289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277976" y="1640599"/>
                  <a:ext cx="290358" cy="263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E1F4293-541B-B1E8-07A8-2B7E8A493E42}"/>
                    </a:ext>
                  </a:extLst>
                </p14:cNvPr>
                <p14:cNvContentPartPr/>
                <p14:nvPr/>
              </p14:nvContentPartPr>
              <p14:xfrm>
                <a:off x="2551140" y="1555208"/>
                <a:ext cx="208440" cy="3722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E1F4293-541B-B1E8-07A8-2B7E8A493E42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532856" y="1536925"/>
                  <a:ext cx="244277" cy="4080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3682C16-137C-E592-7305-22810917EF09}"/>
                    </a:ext>
                  </a:extLst>
                </p14:cNvPr>
                <p14:cNvContentPartPr/>
                <p14:nvPr/>
              </p14:nvContentPartPr>
              <p14:xfrm>
                <a:off x="2763180" y="1714328"/>
                <a:ext cx="214920" cy="1566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3682C16-137C-E592-7305-22810917EF09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744904" y="1696034"/>
                  <a:ext cx="250740" cy="1924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09265A9-8705-DE0F-4C59-1DF27C9F0D5E}"/>
                    </a:ext>
                  </a:extLst>
                </p14:cNvPr>
                <p14:cNvContentPartPr/>
                <p14:nvPr/>
              </p14:nvContentPartPr>
              <p14:xfrm>
                <a:off x="3195540" y="1566368"/>
                <a:ext cx="24840" cy="3978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09265A9-8705-DE0F-4C59-1DF27C9F0D5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177797" y="1548087"/>
                  <a:ext cx="59616" cy="4336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1B695CC-2600-AD13-55C8-899918D74A27}"/>
                    </a:ext>
                  </a:extLst>
                </p14:cNvPr>
                <p14:cNvContentPartPr/>
                <p14:nvPr/>
              </p14:nvContentPartPr>
              <p14:xfrm>
                <a:off x="2083500" y="1485728"/>
                <a:ext cx="1028880" cy="270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1B695CC-2600-AD13-55C8-899918D74A27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065193" y="1467485"/>
                  <a:ext cx="1064763" cy="627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AEC25D4-36D7-F417-7B30-BCE03A2C66C8}"/>
                    </a:ext>
                  </a:extLst>
                </p14:cNvPr>
                <p14:cNvContentPartPr/>
                <p14:nvPr/>
              </p14:nvContentPartPr>
              <p14:xfrm>
                <a:off x="2057220" y="1545128"/>
                <a:ext cx="65880" cy="4392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AEC25D4-36D7-F417-7B30-BCE03A2C66C8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039121" y="1526828"/>
                  <a:ext cx="101354" cy="4750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E1FD52F-5132-06E4-3F89-F003DCF52343}"/>
                    </a:ext>
                  </a:extLst>
                </p14:cNvPr>
                <p14:cNvContentPartPr/>
                <p14:nvPr/>
              </p14:nvContentPartPr>
              <p14:xfrm>
                <a:off x="2187540" y="2102408"/>
                <a:ext cx="992160" cy="122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9E1FD52F-5132-06E4-3F89-F003DCF5234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169234" y="2084408"/>
                  <a:ext cx="1028039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70ADAF1-C0C0-69F8-B491-9D517D713688}"/>
                    </a:ext>
                  </a:extLst>
                </p14:cNvPr>
                <p14:cNvContentPartPr/>
                <p14:nvPr/>
              </p14:nvContentPartPr>
              <p14:xfrm>
                <a:off x="2104740" y="1968848"/>
                <a:ext cx="9000" cy="1069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70ADAF1-C0C0-69F8-B491-9D517D71368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087432" y="1950540"/>
                  <a:ext cx="42923" cy="1428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31D8AE0-9BDE-5570-AFEF-E339ACC9C412}"/>
                    </a:ext>
                  </a:extLst>
                </p14:cNvPr>
                <p14:cNvContentPartPr/>
                <p14:nvPr/>
              </p14:nvContentPartPr>
              <p14:xfrm>
                <a:off x="3205260" y="1968128"/>
                <a:ext cx="21600" cy="784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31D8AE0-9BDE-5570-AFEF-E339ACC9C412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187260" y="1949961"/>
                  <a:ext cx="56880" cy="1140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59E6350-7A5C-138C-5895-8279D8AE670C}"/>
                    </a:ext>
                  </a:extLst>
                </p14:cNvPr>
                <p14:cNvContentPartPr/>
                <p14:nvPr/>
              </p14:nvContentPartPr>
              <p14:xfrm>
                <a:off x="1936620" y="1775528"/>
                <a:ext cx="162360" cy="993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59E6350-7A5C-138C-5895-8279D8AE670C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918336" y="1757263"/>
                  <a:ext cx="198196" cy="1351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0984FB9-A38D-B02D-7934-775DE973855F}"/>
                    </a:ext>
                  </a:extLst>
                </p14:cNvPr>
                <p14:cNvContentPartPr/>
                <p14:nvPr/>
              </p14:nvContentPartPr>
              <p14:xfrm>
                <a:off x="2721780" y="2145248"/>
                <a:ext cx="21240" cy="2854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0984FB9-A38D-B02D-7934-775DE973855F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2704080" y="2126948"/>
                  <a:ext cx="55932" cy="3213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A2B04D4-CD3C-3FB6-0CD9-00790692BD94}"/>
                    </a:ext>
                  </a:extLst>
                </p14:cNvPr>
                <p14:cNvContentPartPr/>
                <p14:nvPr/>
              </p14:nvContentPartPr>
              <p14:xfrm>
                <a:off x="2689380" y="2156408"/>
                <a:ext cx="127440" cy="651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A2B04D4-CD3C-3FB6-0CD9-00790692BD9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2671174" y="2138308"/>
                  <a:ext cx="163123" cy="1006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2A3E135-6011-AAEC-B898-47E463F8C3E4}"/>
                    </a:ext>
                  </a:extLst>
                </p14:cNvPr>
                <p14:cNvContentPartPr/>
                <p14:nvPr/>
              </p14:nvContentPartPr>
              <p14:xfrm>
                <a:off x="2676420" y="2563568"/>
                <a:ext cx="35280" cy="1573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2A3E135-6011-AAEC-B898-47E463F8C3E4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2658420" y="2545360"/>
                  <a:ext cx="70560" cy="1930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E848BC1-4602-C314-0A43-CED653B3E682}"/>
                    </a:ext>
                  </a:extLst>
                </p14:cNvPr>
                <p14:cNvContentPartPr/>
                <p14:nvPr/>
              </p14:nvContentPartPr>
              <p14:xfrm>
                <a:off x="2513340" y="2524688"/>
                <a:ext cx="250920" cy="158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E848BC1-4602-C314-0A43-CED653B3E68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2495051" y="2506688"/>
                  <a:ext cx="286766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9270EE8-90F8-A555-03F0-CAFB7761A37F}"/>
                    </a:ext>
                  </a:extLst>
                </p14:cNvPr>
                <p14:cNvContentPartPr/>
                <p14:nvPr/>
              </p14:nvContentPartPr>
              <p14:xfrm>
                <a:off x="2815020" y="2704688"/>
                <a:ext cx="27360" cy="871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9270EE8-90F8-A555-03F0-CAFB7761A37F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2797020" y="2686385"/>
                  <a:ext cx="62640" cy="1229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B0E6A27-964F-6C4C-1EE4-829623267FB6}"/>
                    </a:ext>
                  </a:extLst>
                </p14:cNvPr>
                <p14:cNvContentPartPr/>
                <p14:nvPr/>
              </p14:nvContentPartPr>
              <p14:xfrm>
                <a:off x="3792060" y="1496168"/>
                <a:ext cx="149400" cy="1004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B0E6A27-964F-6C4C-1EE4-829623267FB6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773751" y="1477972"/>
                  <a:ext cx="185285" cy="1361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32988A2-3ED8-A715-AAAD-751C277E64AB}"/>
                    </a:ext>
                  </a:extLst>
                </p14:cNvPr>
                <p14:cNvContentPartPr/>
                <p14:nvPr/>
              </p14:nvContentPartPr>
              <p14:xfrm>
                <a:off x="3824460" y="1519928"/>
                <a:ext cx="87840" cy="856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32988A2-3ED8-A715-AAAD-751C277E64AB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806311" y="1501775"/>
                  <a:ext cx="123412" cy="121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9DD565E-BFFE-7371-B63F-4AAB54375B52}"/>
                    </a:ext>
                  </a:extLst>
                </p14:cNvPr>
                <p14:cNvContentPartPr/>
                <p14:nvPr/>
              </p14:nvContentPartPr>
              <p14:xfrm>
                <a:off x="4037940" y="1589768"/>
                <a:ext cx="115920" cy="734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9DD565E-BFFE-7371-B63F-4AAB54375B52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019714" y="1571590"/>
                  <a:ext cx="151644" cy="1090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3FA0E34D-CB41-23D6-9C7D-5543B98EE1BC}"/>
                    </a:ext>
                  </a:extLst>
                </p14:cNvPr>
                <p14:cNvContentPartPr/>
                <p14:nvPr/>
              </p14:nvContentPartPr>
              <p14:xfrm>
                <a:off x="4165740" y="1370888"/>
                <a:ext cx="66240" cy="1969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3FA0E34D-CB41-23D6-9C7D-5543B98EE1BC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147542" y="1352587"/>
                  <a:ext cx="101908" cy="2327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85CD81B-1928-C699-E4A8-5708273AAFD7}"/>
                    </a:ext>
                  </a:extLst>
                </p14:cNvPr>
                <p14:cNvContentPartPr/>
                <p14:nvPr/>
              </p14:nvContentPartPr>
              <p14:xfrm>
                <a:off x="4275540" y="1387448"/>
                <a:ext cx="67320" cy="1695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85CD81B-1928-C699-E4A8-5708273AAFD7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257247" y="1369176"/>
                  <a:ext cx="103175" cy="2053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AA3E5FA-100A-72BA-D5DB-A128177590AA}"/>
                    </a:ext>
                  </a:extLst>
                </p14:cNvPr>
                <p14:cNvContentPartPr/>
                <p14:nvPr/>
              </p14:nvContentPartPr>
              <p14:xfrm>
                <a:off x="4274820" y="1462688"/>
                <a:ext cx="84600" cy="108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AA3E5FA-100A-72BA-D5DB-A128177590AA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256587" y="1444688"/>
                  <a:ext cx="120336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FDDDACB-0DC8-D4A9-B323-C5A5E5B64E67}"/>
                    </a:ext>
                  </a:extLst>
                </p14:cNvPr>
                <p14:cNvContentPartPr/>
                <p14:nvPr/>
              </p14:nvContentPartPr>
              <p14:xfrm>
                <a:off x="4338180" y="1355768"/>
                <a:ext cx="95040" cy="2268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FDDDACB-0DC8-D4A9-B323-C5A5E5B64E67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319903" y="1337478"/>
                  <a:ext cx="130863" cy="2626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A3950F1-D335-5404-CE54-F71AE315D2BE}"/>
                    </a:ext>
                  </a:extLst>
                </p14:cNvPr>
                <p14:cNvContentPartPr/>
                <p14:nvPr/>
              </p14:nvContentPartPr>
              <p14:xfrm>
                <a:off x="5783220" y="1529648"/>
                <a:ext cx="26280" cy="5637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A3950F1-D335-5404-CE54-F71AE315D2BE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765463" y="1511344"/>
                  <a:ext cx="61083" cy="5996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2AA3754-7E43-7938-1AED-EB16C13EDF86}"/>
                    </a:ext>
                  </a:extLst>
                </p14:cNvPr>
                <p14:cNvContentPartPr/>
                <p14:nvPr/>
              </p14:nvContentPartPr>
              <p14:xfrm>
                <a:off x="5750100" y="1491128"/>
                <a:ext cx="910440" cy="363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2AA3754-7E43-7938-1AED-EB16C13EDF86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731803" y="1472948"/>
                  <a:ext cx="946301" cy="719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568F3A8-6023-2C48-D930-95C895EFBDF0}"/>
                    </a:ext>
                  </a:extLst>
                </p14:cNvPr>
                <p14:cNvContentPartPr/>
                <p14:nvPr/>
              </p14:nvContentPartPr>
              <p14:xfrm>
                <a:off x="6759180" y="1510928"/>
                <a:ext cx="62640" cy="5792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568F3A8-6023-2C48-D930-95C895EFBDF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740971" y="1492644"/>
                  <a:ext cx="98330" cy="6150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679274A-9069-0803-AB7C-523FBDC9D45C}"/>
                    </a:ext>
                  </a:extLst>
                </p14:cNvPr>
                <p14:cNvContentPartPr/>
                <p14:nvPr/>
              </p14:nvContentPartPr>
              <p14:xfrm>
                <a:off x="5761980" y="2145248"/>
                <a:ext cx="1033920" cy="370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679274A-9069-0803-AB7C-523FBDC9D45C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743674" y="2127072"/>
                  <a:ext cx="1069800" cy="727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C107563-050A-A220-4DE0-75B19CF71A4B}"/>
                    </a:ext>
                  </a:extLst>
                </p14:cNvPr>
                <p14:cNvContentPartPr/>
                <p14:nvPr/>
              </p14:nvContentPartPr>
              <p14:xfrm>
                <a:off x="5931900" y="1760768"/>
                <a:ext cx="141480" cy="1339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C107563-050A-A220-4DE0-75B19CF71A4B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5913668" y="1742473"/>
                  <a:ext cx="177215" cy="1697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1AC6FCC-194D-FF23-E2EA-016E74CC2952}"/>
                    </a:ext>
                  </a:extLst>
                </p14:cNvPr>
                <p14:cNvContentPartPr/>
                <p14:nvPr/>
              </p14:nvContentPartPr>
              <p14:xfrm>
                <a:off x="6087420" y="1655288"/>
                <a:ext cx="209880" cy="2869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1AC6FCC-194D-FF23-E2EA-016E74CC2952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069138" y="1636990"/>
                  <a:ext cx="245713" cy="3227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4D0070D-C204-F2A0-9CC1-ADFEC90B4E44}"/>
                    </a:ext>
                  </a:extLst>
                </p14:cNvPr>
                <p14:cNvContentPartPr/>
                <p14:nvPr/>
              </p14:nvContentPartPr>
              <p14:xfrm>
                <a:off x="6373620" y="1819808"/>
                <a:ext cx="11880" cy="939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4D0070D-C204-F2A0-9CC1-ADFEC90B4E44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356149" y="1801599"/>
                  <a:ext cx="46122" cy="1296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CA028C8-9AF9-81EE-4D1F-DA1CA6708E17}"/>
                    </a:ext>
                  </a:extLst>
                </p14:cNvPr>
                <p14:cNvContentPartPr/>
                <p14:nvPr/>
              </p14:nvContentPartPr>
              <p14:xfrm>
                <a:off x="6340500" y="1772648"/>
                <a:ext cx="164880" cy="1627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CA028C8-9AF9-81EE-4D1F-DA1CA6708E17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6322261" y="1754406"/>
                  <a:ext cx="200628" cy="1984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FF78D62-32EE-DFD6-5ACA-64C8E96200EA}"/>
                    </a:ext>
                  </a:extLst>
                </p14:cNvPr>
                <p14:cNvContentPartPr/>
                <p14:nvPr/>
              </p14:nvContentPartPr>
              <p14:xfrm>
                <a:off x="6811020" y="1767248"/>
                <a:ext cx="1622520" cy="802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FF78D62-32EE-DFD6-5ACA-64C8E96200EA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792715" y="1749003"/>
                  <a:ext cx="1658397" cy="1160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FD717FD-05FB-7612-6E3A-2560966248CF}"/>
                    </a:ext>
                  </a:extLst>
                </p14:cNvPr>
                <p14:cNvContentPartPr/>
                <p14:nvPr/>
              </p14:nvContentPartPr>
              <p14:xfrm>
                <a:off x="6240780" y="2181968"/>
                <a:ext cx="117000" cy="2844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FD717FD-05FB-7612-6E3A-2560966248CF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222499" y="2163690"/>
                  <a:ext cx="152831" cy="3202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0DE3938-9EFA-37AD-76AB-3D4B98804B8F}"/>
                    </a:ext>
                  </a:extLst>
                </p14:cNvPr>
                <p14:cNvContentPartPr/>
                <p14:nvPr/>
              </p14:nvContentPartPr>
              <p14:xfrm>
                <a:off x="6229260" y="2635928"/>
                <a:ext cx="63000" cy="1584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0DE3938-9EFA-37AD-76AB-3D4B98804B8F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211157" y="2617679"/>
                  <a:ext cx="98483" cy="1941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45C38A9-04E8-56CC-235E-8061741A4CFD}"/>
                    </a:ext>
                  </a:extLst>
                </p14:cNvPr>
                <p14:cNvContentPartPr/>
                <p14:nvPr/>
              </p14:nvContentPartPr>
              <p14:xfrm>
                <a:off x="6082740" y="2603888"/>
                <a:ext cx="287280" cy="306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45C38A9-04E8-56CC-235E-8061741A4CFD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064465" y="2585674"/>
                  <a:ext cx="323099" cy="663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81B3D12D-9EF0-CECD-BB47-2BE226967659}"/>
                    </a:ext>
                  </a:extLst>
                </p14:cNvPr>
                <p14:cNvContentPartPr/>
                <p14:nvPr/>
              </p14:nvContentPartPr>
              <p14:xfrm>
                <a:off x="6365700" y="2751848"/>
                <a:ext cx="131400" cy="968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81B3D12D-9EF0-CECD-BB47-2BE226967659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347450" y="2733645"/>
                  <a:ext cx="167170" cy="1325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1E43ECB9-E5CE-E7DD-7121-4D21A9E1CBDF}"/>
                    </a:ext>
                  </a:extLst>
                </p14:cNvPr>
                <p14:cNvContentPartPr/>
                <p14:nvPr/>
              </p14:nvContentPartPr>
              <p14:xfrm>
                <a:off x="6679620" y="2742488"/>
                <a:ext cx="123480" cy="111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1E43ECB9-E5CE-E7DD-7121-4D21A9E1CBDF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661354" y="2725050"/>
                  <a:ext cx="159282" cy="453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D373A35-2CA3-6040-71F0-A7765123AA1F}"/>
                    </a:ext>
                  </a:extLst>
                </p14:cNvPr>
                <p14:cNvContentPartPr/>
                <p14:nvPr/>
              </p14:nvContentPartPr>
              <p14:xfrm>
                <a:off x="6641460" y="2686328"/>
                <a:ext cx="144000" cy="104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D373A35-2CA3-6040-71F0-A7765123AA1F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623186" y="2668928"/>
                  <a:ext cx="179817" cy="445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4D18249-5DAE-1AAC-9A79-451B4B501956}"/>
                    </a:ext>
                  </a:extLst>
                </p14:cNvPr>
                <p14:cNvContentPartPr/>
                <p14:nvPr/>
              </p14:nvContentPartPr>
              <p14:xfrm>
                <a:off x="6880500" y="2596688"/>
                <a:ext cx="222120" cy="1666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4D18249-5DAE-1AAC-9A79-451B4B501956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862234" y="2578412"/>
                  <a:ext cx="257922" cy="2025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48B1820-53D1-CB4E-404A-2DEA99AA734D}"/>
                    </a:ext>
                  </a:extLst>
                </p14:cNvPr>
                <p14:cNvContentPartPr/>
                <p14:nvPr/>
              </p14:nvContentPartPr>
              <p14:xfrm>
                <a:off x="7185060" y="2689928"/>
                <a:ext cx="360" cy="36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48B1820-53D1-CB4E-404A-2DEA99AA734D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7176060" y="2671928"/>
                  <a:ext cx="180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27A2133-1932-8A29-CF3B-6C65FD402A47}"/>
                    </a:ext>
                  </a:extLst>
                </p14:cNvPr>
                <p14:cNvContentPartPr/>
                <p14:nvPr/>
              </p14:nvContentPartPr>
              <p14:xfrm>
                <a:off x="7315020" y="2623688"/>
                <a:ext cx="49320" cy="1126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27A2133-1932-8A29-CF3B-6C65FD402A47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7296888" y="2605396"/>
                  <a:ext cx="84859" cy="1485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0B94CBAA-A95B-7CCA-9230-D8E71E0906F6}"/>
                    </a:ext>
                  </a:extLst>
                </p14:cNvPr>
                <p14:cNvContentPartPr/>
                <p14:nvPr/>
              </p14:nvContentPartPr>
              <p14:xfrm>
                <a:off x="7172460" y="2551328"/>
                <a:ext cx="221040" cy="464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0B94CBAA-A95B-7CCA-9230-D8E71E0906F6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7154162" y="2533187"/>
                  <a:ext cx="256904" cy="819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EBDC155-AF6F-21B1-6561-69DCA9F27F9E}"/>
                    </a:ext>
                  </a:extLst>
                </p14:cNvPr>
                <p14:cNvContentPartPr/>
                <p14:nvPr/>
              </p14:nvContentPartPr>
              <p14:xfrm>
                <a:off x="7481340" y="2742848"/>
                <a:ext cx="22320" cy="612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EBDC155-AF6F-21B1-6561-69DCA9F27F9E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7463340" y="2724634"/>
                  <a:ext cx="57600" cy="969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EB14EE8-80BE-C158-18B3-7EAB1691FFB6}"/>
                    </a:ext>
                  </a:extLst>
                </p14:cNvPr>
                <p14:cNvContentPartPr/>
                <p14:nvPr/>
              </p14:nvContentPartPr>
              <p14:xfrm>
                <a:off x="7244820" y="2557088"/>
                <a:ext cx="123480" cy="205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EB14EE8-80BE-C158-18B3-7EAB1691FFB6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7226554" y="2539398"/>
                  <a:ext cx="159282" cy="551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C93289F3-B2C5-FF90-074C-AC9504B427BD}"/>
                    </a:ext>
                  </a:extLst>
                </p14:cNvPr>
                <p14:cNvContentPartPr/>
                <p14:nvPr/>
              </p14:nvContentPartPr>
              <p14:xfrm>
                <a:off x="8285580" y="1459448"/>
                <a:ext cx="87120" cy="864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C93289F3-B2C5-FF90-074C-AC9504B427BD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8267430" y="1441143"/>
                  <a:ext cx="122694" cy="1222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36602783-D9A2-303E-E64F-450B0B9710CB}"/>
                    </a:ext>
                  </a:extLst>
                </p14:cNvPr>
                <p14:cNvContentPartPr/>
                <p14:nvPr/>
              </p14:nvContentPartPr>
              <p14:xfrm>
                <a:off x="8280540" y="1469528"/>
                <a:ext cx="84600" cy="925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36602783-D9A2-303E-E64F-450B0B9710CB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8262307" y="1451315"/>
                  <a:ext cx="120336" cy="1282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59DE9E9-AB4B-1D8F-117A-D818F29D33E9}"/>
                    </a:ext>
                  </a:extLst>
                </p14:cNvPr>
                <p14:cNvContentPartPr/>
                <p14:nvPr/>
              </p14:nvContentPartPr>
              <p14:xfrm>
                <a:off x="8468460" y="1553048"/>
                <a:ext cx="88200" cy="741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59DE9E9-AB4B-1D8F-117A-D818F29D33E9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8450237" y="1534872"/>
                  <a:ext cx="123917" cy="1097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50DD587A-AF0F-02C2-67BF-35EA77468D84}"/>
                    </a:ext>
                  </a:extLst>
                </p14:cNvPr>
                <p14:cNvContentPartPr/>
                <p14:nvPr/>
              </p14:nvContentPartPr>
              <p14:xfrm>
                <a:off x="8567460" y="1360808"/>
                <a:ext cx="140760" cy="2250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50DD587A-AF0F-02C2-67BF-35EA77468D84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8549227" y="1342545"/>
                  <a:ext cx="176497" cy="2607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9E740CB-9CAF-028F-5EB3-B33E301A163C}"/>
                    </a:ext>
                  </a:extLst>
                </p14:cNvPr>
                <p14:cNvContentPartPr/>
                <p14:nvPr/>
              </p14:nvContentPartPr>
              <p14:xfrm>
                <a:off x="8712540" y="1485008"/>
                <a:ext cx="129600" cy="608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9E740CB-9CAF-028F-5EB3-B33E301A163C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8694338" y="1466683"/>
                  <a:ext cx="165276" cy="967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11993F6-698E-8177-321E-B676128BB9F8}"/>
                    </a:ext>
                  </a:extLst>
                </p14:cNvPr>
                <p14:cNvContentPartPr/>
                <p14:nvPr/>
              </p14:nvContentPartPr>
              <p14:xfrm>
                <a:off x="8816580" y="1360088"/>
                <a:ext cx="176400" cy="2556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11993F6-698E-8177-321E-B676128BB9F8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8798281" y="1341831"/>
                  <a:ext cx="212266" cy="2913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92E3C29-8128-53EF-D76D-1E528B782D2E}"/>
                    </a:ext>
                  </a:extLst>
                </p14:cNvPr>
                <p14:cNvContentPartPr/>
                <p14:nvPr/>
              </p14:nvContentPartPr>
              <p14:xfrm>
                <a:off x="9382860" y="1537568"/>
                <a:ext cx="182160" cy="57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92E3C29-8128-53EF-D76D-1E528B782D2E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9364571" y="1519568"/>
                  <a:ext cx="218007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24AF031-73C8-538F-AD73-FC3AC8863B93}"/>
                    </a:ext>
                  </a:extLst>
                </p14:cNvPr>
                <p14:cNvContentPartPr/>
                <p14:nvPr/>
              </p14:nvContentPartPr>
              <p14:xfrm>
                <a:off x="9341460" y="1474568"/>
                <a:ext cx="171720" cy="165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24AF031-73C8-538F-AD73-FC3AC8863B93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323192" y="1456568"/>
                  <a:ext cx="207525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0D9C6D74-8A11-DC6F-5679-1D85A9AF2AA2}"/>
                    </a:ext>
                  </a:extLst>
                </p14:cNvPr>
                <p14:cNvContentPartPr/>
                <p14:nvPr/>
              </p14:nvContentPartPr>
              <p14:xfrm>
                <a:off x="9538740" y="1438928"/>
                <a:ext cx="201960" cy="1558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0D9C6D74-8A11-DC6F-5679-1D85A9AF2AA2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9520447" y="1420632"/>
                  <a:ext cx="237815" cy="1917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153BA53B-AF77-D575-3166-525592C809D3}"/>
                    </a:ext>
                  </a:extLst>
                </p14:cNvPr>
                <p14:cNvContentPartPr/>
                <p14:nvPr/>
              </p14:nvContentPartPr>
              <p14:xfrm>
                <a:off x="9230580" y="1412288"/>
                <a:ext cx="189360" cy="1771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153BA53B-AF77-D575-3166-525592C809D3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9212302" y="1394066"/>
                  <a:ext cx="225185" cy="2128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52E4590B-834B-B001-8A5E-895C13E01878}"/>
                    </a:ext>
                  </a:extLst>
                </p14:cNvPr>
                <p14:cNvContentPartPr/>
                <p14:nvPr/>
              </p14:nvContentPartPr>
              <p14:xfrm>
                <a:off x="9868140" y="1357208"/>
                <a:ext cx="223200" cy="2595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52E4590B-834B-B001-8A5E-895C13E01878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9849905" y="1338929"/>
                  <a:ext cx="258941" cy="2953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85C4DE4-5E7B-DB59-FDFB-8E410023D764}"/>
                    </a:ext>
                  </a:extLst>
                </p14:cNvPr>
                <p14:cNvContentPartPr/>
                <p14:nvPr/>
              </p14:nvContentPartPr>
              <p14:xfrm>
                <a:off x="9903780" y="1381328"/>
                <a:ext cx="114120" cy="2156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85C4DE4-5E7B-DB59-FDFB-8E410023D764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885492" y="1363053"/>
                  <a:ext cx="149965" cy="2514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FAEF1EE7-F28B-8578-3630-3842FC0712CE}"/>
                    </a:ext>
                  </a:extLst>
                </p14:cNvPr>
                <p14:cNvContentPartPr/>
                <p14:nvPr/>
              </p14:nvContentPartPr>
              <p14:xfrm>
                <a:off x="10115460" y="1592288"/>
                <a:ext cx="142560" cy="867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FAEF1EE7-F28B-8578-3630-3842FC0712C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0097183" y="1574061"/>
                  <a:ext cx="178383" cy="1224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B9F7631-CAD4-8F42-BBF4-2C71DE353439}"/>
                    </a:ext>
                  </a:extLst>
                </p14:cNvPr>
                <p14:cNvContentPartPr/>
                <p14:nvPr/>
              </p14:nvContentPartPr>
              <p14:xfrm>
                <a:off x="10267020" y="1322288"/>
                <a:ext cx="113760" cy="3045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B9F7631-CAD4-8F42-BBF4-2C71DE353439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0248789" y="1303985"/>
                  <a:ext cx="149492" cy="3404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A6E4B6B7-F3B5-31A0-900E-63100A0962CD}"/>
                    </a:ext>
                  </a:extLst>
                </p14:cNvPr>
                <p14:cNvContentPartPr/>
                <p14:nvPr/>
              </p14:nvContentPartPr>
              <p14:xfrm>
                <a:off x="10390860" y="1478888"/>
                <a:ext cx="150840" cy="1112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A6E4B6B7-F3B5-31A0-900E-63100A0962CD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0372643" y="1460712"/>
                  <a:ext cx="186546" cy="1468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F176CCAF-4FEF-49F5-2F9A-100724381D6B}"/>
                    </a:ext>
                  </a:extLst>
                </p14:cNvPr>
                <p14:cNvContentPartPr/>
                <p14:nvPr/>
              </p14:nvContentPartPr>
              <p14:xfrm>
                <a:off x="10555380" y="1298528"/>
                <a:ext cx="93600" cy="2142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F176CCAF-4FEF-49F5-2F9A-100724381D6B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0537099" y="1280252"/>
                  <a:ext cx="129431" cy="2500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FFC486AE-9F4A-E35A-C27C-0F807D0EC406}"/>
                    </a:ext>
                  </a:extLst>
                </p14:cNvPr>
                <p14:cNvContentPartPr/>
                <p14:nvPr/>
              </p14:nvContentPartPr>
              <p14:xfrm>
                <a:off x="10509660" y="1175768"/>
                <a:ext cx="6120" cy="194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FFC486AE-9F4A-E35A-C27C-0F807D0EC406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0492660" y="1157768"/>
                  <a:ext cx="394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A289739E-2C1F-9E60-26C8-860351BD822C}"/>
                    </a:ext>
                  </a:extLst>
                </p14:cNvPr>
                <p14:cNvContentPartPr/>
                <p14:nvPr/>
              </p14:nvContentPartPr>
              <p14:xfrm>
                <a:off x="10655820" y="1264688"/>
                <a:ext cx="183240" cy="918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A289739E-2C1F-9E60-26C8-860351BD822C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0637569" y="1246474"/>
                  <a:ext cx="219012" cy="1275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43FC119-2121-2557-D761-F0F2C24360C3}"/>
                    </a:ext>
                  </a:extLst>
                </p14:cNvPr>
                <p14:cNvContentPartPr/>
                <p14:nvPr/>
              </p14:nvContentPartPr>
              <p14:xfrm>
                <a:off x="10899900" y="1252088"/>
                <a:ext cx="129240" cy="3045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43FC119-2121-2557-D761-F0F2C24360C3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0881646" y="1233785"/>
                  <a:ext cx="165018" cy="3404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90CCF3C4-E492-2987-0985-9DF5BE94B0B0}"/>
                    </a:ext>
                  </a:extLst>
                </p14:cNvPr>
                <p14:cNvContentPartPr/>
                <p14:nvPr/>
              </p14:nvContentPartPr>
              <p14:xfrm>
                <a:off x="10027620" y="1818368"/>
                <a:ext cx="756000" cy="482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90CCF3C4-E492-2987-0985-9DF5BE94B0B0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0009324" y="1800095"/>
                  <a:ext cx="791861" cy="840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7E701A5F-691B-818C-6D9B-E0CC654AC820}"/>
                    </a:ext>
                  </a:extLst>
                </p14:cNvPr>
                <p14:cNvContentPartPr/>
                <p14:nvPr/>
              </p14:nvContentPartPr>
              <p14:xfrm>
                <a:off x="9823860" y="3157928"/>
                <a:ext cx="839520" cy="831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7E701A5F-691B-818C-6D9B-E0CC654AC820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9805562" y="3139691"/>
                  <a:ext cx="875384" cy="11890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13077CA3-0504-805B-CDEC-78FD8E9352B0}"/>
              </a:ext>
            </a:extLst>
          </p:cNvPr>
          <p:cNvGrpSpPr/>
          <p:nvPr/>
        </p:nvGrpSpPr>
        <p:grpSpPr>
          <a:xfrm>
            <a:off x="949860" y="2575448"/>
            <a:ext cx="1118160" cy="446040"/>
            <a:chOff x="949860" y="2575448"/>
            <a:chExt cx="1118160" cy="44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4543B4CF-8189-0BAF-11B9-7C18D96BC8FD}"/>
                    </a:ext>
                  </a:extLst>
                </p14:cNvPr>
                <p14:cNvContentPartPr/>
                <p14:nvPr/>
              </p14:nvContentPartPr>
              <p14:xfrm>
                <a:off x="949860" y="2711888"/>
                <a:ext cx="212400" cy="2595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4543B4CF-8189-0BAF-11B9-7C18D96BC8FD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40860" y="2702888"/>
                  <a:ext cx="2300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3891593-EDCC-7725-72C6-88A1F6501008}"/>
                    </a:ext>
                  </a:extLst>
                </p14:cNvPr>
                <p14:cNvContentPartPr/>
                <p14:nvPr/>
              </p14:nvContentPartPr>
              <p14:xfrm>
                <a:off x="1024380" y="2727368"/>
                <a:ext cx="66960" cy="2343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3891593-EDCC-7725-72C6-88A1F6501008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015380" y="2718728"/>
                  <a:ext cx="846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5A45D879-8805-80F8-008F-CB89A2D34713}"/>
                    </a:ext>
                  </a:extLst>
                </p14:cNvPr>
                <p14:cNvContentPartPr/>
                <p14:nvPr/>
              </p14:nvContentPartPr>
              <p14:xfrm>
                <a:off x="1248660" y="2925008"/>
                <a:ext cx="32760" cy="964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5A45D879-8805-80F8-008F-CB89A2D34713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240020" y="2916008"/>
                  <a:ext cx="504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233E24F-4C95-228B-1FB9-9E02A6C7FB7D}"/>
                    </a:ext>
                  </a:extLst>
                </p14:cNvPr>
                <p14:cNvContentPartPr/>
                <p14:nvPr/>
              </p14:nvContentPartPr>
              <p14:xfrm>
                <a:off x="1308420" y="2689928"/>
                <a:ext cx="99720" cy="2703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233E24F-4C95-228B-1FB9-9E02A6C7FB7D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299780" y="2680928"/>
                  <a:ext cx="1173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A80A6B7-E234-3343-B96B-CA73DA9A32C8}"/>
                    </a:ext>
                  </a:extLst>
                </p14:cNvPr>
                <p14:cNvContentPartPr/>
                <p14:nvPr/>
              </p14:nvContentPartPr>
              <p14:xfrm>
                <a:off x="1438380" y="2826008"/>
                <a:ext cx="129600" cy="1202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A80A6B7-E234-3343-B96B-CA73DA9A32C8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429380" y="2817008"/>
                  <a:ext cx="1472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4C5676F8-8D3A-58A3-DEDC-B68C08703C3A}"/>
                    </a:ext>
                  </a:extLst>
                </p14:cNvPr>
                <p14:cNvContentPartPr/>
                <p14:nvPr/>
              </p14:nvContentPartPr>
              <p14:xfrm>
                <a:off x="1543140" y="2696408"/>
                <a:ext cx="101880" cy="16668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4C5676F8-8D3A-58A3-DEDC-B68C08703C3A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534140" y="2687408"/>
                  <a:ext cx="1195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F522E696-4E1F-215C-4597-E782B74D7868}"/>
                    </a:ext>
                  </a:extLst>
                </p14:cNvPr>
                <p14:cNvContentPartPr/>
                <p14:nvPr/>
              </p14:nvContentPartPr>
              <p14:xfrm>
                <a:off x="1522260" y="2575448"/>
                <a:ext cx="4320" cy="36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F522E696-4E1F-215C-4597-E782B74D7868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513260" y="2566808"/>
                  <a:ext cx="219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35773997-3E05-546E-3EAF-A9572A0D4F9B}"/>
                    </a:ext>
                  </a:extLst>
                </p14:cNvPr>
                <p14:cNvContentPartPr/>
                <p14:nvPr/>
              </p14:nvContentPartPr>
              <p14:xfrm>
                <a:off x="1662300" y="2626208"/>
                <a:ext cx="186120" cy="763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35773997-3E05-546E-3EAF-A9572A0D4F9B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653660" y="2617208"/>
                  <a:ext cx="2037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0DE83103-F3D3-9EC9-BF23-754FC6890E08}"/>
                    </a:ext>
                  </a:extLst>
                </p14:cNvPr>
                <p14:cNvContentPartPr/>
                <p14:nvPr/>
              </p14:nvContentPartPr>
              <p14:xfrm>
                <a:off x="1943100" y="2623688"/>
                <a:ext cx="124920" cy="3106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0DE83103-F3D3-9EC9-BF23-754FC6890E08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934100" y="2614688"/>
                  <a:ext cx="1425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A327AAB7-216E-ABD4-60EA-515D9D1D9F93}"/>
                    </a:ext>
                  </a:extLst>
                </p14:cNvPr>
                <p14:cNvContentPartPr/>
                <p14:nvPr/>
              </p14:nvContentPartPr>
              <p14:xfrm>
                <a:off x="1921500" y="2680208"/>
                <a:ext cx="27000" cy="680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A327AAB7-216E-ABD4-60EA-515D9D1D9F93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912500" y="2671208"/>
                  <a:ext cx="4464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B28BE1FA-1A28-EC73-37F1-C67D76F1799A}"/>
              </a:ext>
            </a:extLst>
          </p:cNvPr>
          <p:cNvGrpSpPr/>
          <p:nvPr/>
        </p:nvGrpSpPr>
        <p:grpSpPr>
          <a:xfrm>
            <a:off x="2234340" y="2770208"/>
            <a:ext cx="131760" cy="66600"/>
            <a:chOff x="2234340" y="2770208"/>
            <a:chExt cx="131760" cy="6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7596570A-5773-28DB-4263-9664578AB300}"/>
                    </a:ext>
                  </a:extLst>
                </p14:cNvPr>
                <p14:cNvContentPartPr/>
                <p14:nvPr/>
              </p14:nvContentPartPr>
              <p14:xfrm>
                <a:off x="2239380" y="2826008"/>
                <a:ext cx="126720" cy="108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7596570A-5773-28DB-4263-9664578AB300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2230380" y="2817008"/>
                  <a:ext cx="1443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D56C509C-8E09-D925-8FA4-257275FED595}"/>
                    </a:ext>
                  </a:extLst>
                </p14:cNvPr>
                <p14:cNvContentPartPr/>
                <p14:nvPr/>
              </p14:nvContentPartPr>
              <p14:xfrm>
                <a:off x="2234340" y="2770208"/>
                <a:ext cx="98640" cy="97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D56C509C-8E09-D925-8FA4-257275FED595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2225700" y="2761208"/>
                  <a:ext cx="116280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1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630939EE-4E8C-9A62-95BD-2D073FFFB64F}"/>
                  </a:ext>
                </a:extLst>
              </p14:cNvPr>
              <p14:cNvContentPartPr/>
              <p14:nvPr/>
            </p14:nvContentPartPr>
            <p14:xfrm>
              <a:off x="2651220" y="2537648"/>
              <a:ext cx="9360" cy="8568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630939EE-4E8C-9A62-95BD-2D073FFFB64F}"/>
                  </a:ext>
                </a:extLst>
              </p:cNvPr>
              <p:cNvPicPr/>
              <p:nvPr/>
            </p:nvPicPr>
            <p:blipFill>
              <a:blip r:embed="rId492"/>
              <a:stretch>
                <a:fillRect/>
              </a:stretch>
            </p:blipFill>
            <p:spPr>
              <a:xfrm>
                <a:off x="2642220" y="2529008"/>
                <a:ext cx="2700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3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AB434F7C-DC0F-8286-9A71-B7176F3258BE}"/>
                  </a:ext>
                </a:extLst>
              </p14:cNvPr>
              <p14:cNvContentPartPr/>
              <p14:nvPr/>
            </p14:nvContentPartPr>
            <p14:xfrm>
              <a:off x="2556900" y="2737808"/>
              <a:ext cx="248760" cy="1800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AB434F7C-DC0F-8286-9A71-B7176F3258BE}"/>
                  </a:ext>
                </a:extLst>
              </p:cNvPr>
              <p:cNvPicPr/>
              <p:nvPr/>
            </p:nvPicPr>
            <p:blipFill>
              <a:blip r:embed="rId494"/>
              <a:stretch>
                <a:fillRect/>
              </a:stretch>
            </p:blipFill>
            <p:spPr>
              <a:xfrm>
                <a:off x="2547900" y="2729168"/>
                <a:ext cx="266400" cy="3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7" name="Group 256">
            <a:extLst>
              <a:ext uri="{FF2B5EF4-FFF2-40B4-BE49-F238E27FC236}">
                <a16:creationId xmlns:a16="http://schemas.microsoft.com/office/drawing/2014/main" id="{BAFAF91E-E242-7E49-4A5B-148C0A477504}"/>
              </a:ext>
            </a:extLst>
          </p:cNvPr>
          <p:cNvGrpSpPr/>
          <p:nvPr/>
        </p:nvGrpSpPr>
        <p:grpSpPr>
          <a:xfrm>
            <a:off x="2587860" y="2852648"/>
            <a:ext cx="259200" cy="204840"/>
            <a:chOff x="2587860" y="2852648"/>
            <a:chExt cx="259200" cy="20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DF20BEF9-45F7-F7A1-1DF8-2E5CCB422B5C}"/>
                    </a:ext>
                  </a:extLst>
                </p14:cNvPr>
                <p14:cNvContentPartPr/>
                <p14:nvPr/>
              </p14:nvContentPartPr>
              <p14:xfrm>
                <a:off x="2659860" y="2893688"/>
                <a:ext cx="32040" cy="1090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DF20BEF9-45F7-F7A1-1DF8-2E5CCB422B5C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2651220" y="2884688"/>
                  <a:ext cx="496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4284D9FE-726E-474D-D7AE-DE8011A4D8A9}"/>
                    </a:ext>
                  </a:extLst>
                </p14:cNvPr>
                <p14:cNvContentPartPr/>
                <p14:nvPr/>
              </p14:nvContentPartPr>
              <p14:xfrm>
                <a:off x="2587860" y="2852648"/>
                <a:ext cx="160560" cy="190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4284D9FE-726E-474D-D7AE-DE8011A4D8A9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2579220" y="2843648"/>
                  <a:ext cx="1782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F43AD946-D399-6EDA-F670-9F21B81ED228}"/>
                    </a:ext>
                  </a:extLst>
                </p14:cNvPr>
                <p14:cNvContentPartPr/>
                <p14:nvPr/>
              </p14:nvContentPartPr>
              <p14:xfrm>
                <a:off x="2815740" y="2976848"/>
                <a:ext cx="31320" cy="806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F43AD946-D399-6EDA-F670-9F21B81ED228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2806740" y="2967848"/>
                  <a:ext cx="48960" cy="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1806B4C0-67CB-0380-6E25-D0C57008471C}"/>
              </a:ext>
            </a:extLst>
          </p:cNvPr>
          <p:cNvGrpSpPr/>
          <p:nvPr/>
        </p:nvGrpSpPr>
        <p:grpSpPr>
          <a:xfrm>
            <a:off x="3091500" y="2680568"/>
            <a:ext cx="310680" cy="406080"/>
            <a:chOff x="3091500" y="2680568"/>
            <a:chExt cx="310680" cy="40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356CFB1C-227C-B812-C392-D6A0B66CABD5}"/>
                    </a:ext>
                  </a:extLst>
                </p14:cNvPr>
                <p14:cNvContentPartPr/>
                <p14:nvPr/>
              </p14:nvContentPartPr>
              <p14:xfrm>
                <a:off x="3091500" y="2680568"/>
                <a:ext cx="310680" cy="1954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356CFB1C-227C-B812-C392-D6A0B66CABD5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3082860" y="2671568"/>
                  <a:ext cx="3283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A342D6B8-11C0-99A4-B4DA-28257BD46233}"/>
                    </a:ext>
                  </a:extLst>
                </p14:cNvPr>
                <p14:cNvContentPartPr/>
                <p14:nvPr/>
              </p14:nvContentPartPr>
              <p14:xfrm>
                <a:off x="3212820" y="2927168"/>
                <a:ext cx="50760" cy="1594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A342D6B8-11C0-99A4-B4DA-28257BD46233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3203820" y="2918528"/>
                  <a:ext cx="68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1817EA30-2671-F5A0-B52B-68601BFB0060}"/>
                    </a:ext>
                  </a:extLst>
                </p14:cNvPr>
                <p14:cNvContentPartPr/>
                <p14:nvPr/>
              </p14:nvContentPartPr>
              <p14:xfrm>
                <a:off x="3275820" y="3017168"/>
                <a:ext cx="121320" cy="504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1817EA30-2671-F5A0-B52B-68601BFB0060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3266820" y="3008528"/>
                  <a:ext cx="13896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60949044-EB8A-23CC-073C-FE3164BDEE46}"/>
              </a:ext>
            </a:extLst>
          </p:cNvPr>
          <p:cNvGrpSpPr/>
          <p:nvPr/>
        </p:nvGrpSpPr>
        <p:grpSpPr>
          <a:xfrm>
            <a:off x="3600180" y="2530808"/>
            <a:ext cx="1222200" cy="465480"/>
            <a:chOff x="3600180" y="2530808"/>
            <a:chExt cx="1222200" cy="46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3A299FDC-EBD0-3018-218A-6E10A06C3F93}"/>
                    </a:ext>
                  </a:extLst>
                </p14:cNvPr>
                <p14:cNvContentPartPr/>
                <p14:nvPr/>
              </p14:nvContentPartPr>
              <p14:xfrm>
                <a:off x="3600180" y="2637368"/>
                <a:ext cx="254160" cy="2347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3A299FDC-EBD0-3018-218A-6E10A06C3F93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3591180" y="2628368"/>
                  <a:ext cx="2718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B346C54A-65FA-921B-5206-210FEFD27D06}"/>
                    </a:ext>
                  </a:extLst>
                </p14:cNvPr>
                <p14:cNvContentPartPr/>
                <p14:nvPr/>
              </p14:nvContentPartPr>
              <p14:xfrm>
                <a:off x="3685500" y="2652128"/>
                <a:ext cx="91800" cy="2066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B346C54A-65FA-921B-5206-210FEFD27D06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3676500" y="2643488"/>
                  <a:ext cx="1094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FEB0FD87-EE86-1F8F-F0AD-6AB24D4DD660}"/>
                    </a:ext>
                  </a:extLst>
                </p14:cNvPr>
                <p14:cNvContentPartPr/>
                <p14:nvPr/>
              </p14:nvContentPartPr>
              <p14:xfrm>
                <a:off x="3870180" y="2815928"/>
                <a:ext cx="120600" cy="892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FEB0FD87-EE86-1F8F-F0AD-6AB24D4DD660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3861180" y="2806928"/>
                  <a:ext cx="1382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DB9E9D86-43FD-8651-4E58-0DA2DC559E67}"/>
                    </a:ext>
                  </a:extLst>
                </p14:cNvPr>
                <p14:cNvContentPartPr/>
                <p14:nvPr/>
              </p14:nvContentPartPr>
              <p14:xfrm>
                <a:off x="4019940" y="2594888"/>
                <a:ext cx="141840" cy="2786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DB9E9D86-43FD-8651-4E58-0DA2DC559E67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4010940" y="2585888"/>
                  <a:ext cx="1594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CD3B466-373C-77BB-32A9-5EE666BB648C}"/>
                    </a:ext>
                  </a:extLst>
                </p14:cNvPr>
                <p14:cNvContentPartPr/>
                <p14:nvPr/>
              </p14:nvContentPartPr>
              <p14:xfrm>
                <a:off x="4233780" y="2801168"/>
                <a:ext cx="87840" cy="1951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CD3B466-373C-77BB-32A9-5EE666BB648C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4224780" y="2792168"/>
                  <a:ext cx="1054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98EEB5FE-0442-57E4-1BE8-B9D53CAC5397}"/>
                    </a:ext>
                  </a:extLst>
                </p14:cNvPr>
                <p14:cNvContentPartPr/>
                <p14:nvPr/>
              </p14:nvContentPartPr>
              <p14:xfrm>
                <a:off x="4264380" y="2737808"/>
                <a:ext cx="6480" cy="57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98EEB5FE-0442-57E4-1BE8-B9D53CAC5397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255380" y="2728808"/>
                  <a:ext cx="24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F3EBD510-40F7-9F5A-6ADA-6176106D5BAD}"/>
                    </a:ext>
                  </a:extLst>
                </p14:cNvPr>
                <p14:cNvContentPartPr/>
                <p14:nvPr/>
              </p14:nvContentPartPr>
              <p14:xfrm>
                <a:off x="4224780" y="2692448"/>
                <a:ext cx="42120" cy="316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F3EBD510-40F7-9F5A-6ADA-6176106D5BAD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4216140" y="2683448"/>
                  <a:ext cx="597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5BE5ADD2-6ABA-E24D-E777-48C0697839D5}"/>
                    </a:ext>
                  </a:extLst>
                </p14:cNvPr>
                <p14:cNvContentPartPr/>
                <p14:nvPr/>
              </p14:nvContentPartPr>
              <p14:xfrm>
                <a:off x="4375980" y="2530808"/>
                <a:ext cx="79920" cy="35280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5BE5ADD2-6ABA-E24D-E777-48C0697839D5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4367340" y="2522168"/>
                  <a:ext cx="9756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C7BDEBD1-E00E-473C-6C01-5031D27056C0}"/>
                    </a:ext>
                  </a:extLst>
                </p14:cNvPr>
                <p14:cNvContentPartPr/>
                <p14:nvPr/>
              </p14:nvContentPartPr>
              <p14:xfrm>
                <a:off x="4531860" y="2538728"/>
                <a:ext cx="160200" cy="1058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C7BDEBD1-E00E-473C-6C01-5031D27056C0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4523220" y="2530088"/>
                  <a:ext cx="1778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AA9D16F8-07C5-4868-C886-7410FCFC1178}"/>
                    </a:ext>
                  </a:extLst>
                </p14:cNvPr>
                <p14:cNvContentPartPr/>
                <p14:nvPr/>
              </p14:nvContentPartPr>
              <p14:xfrm>
                <a:off x="4783500" y="2602808"/>
                <a:ext cx="34200" cy="6732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AA9D16F8-07C5-4868-C886-7410FCFC1178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4774860" y="2593808"/>
                  <a:ext cx="518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AE78C56B-8F40-0EFB-DEBF-73CF1549DD46}"/>
                    </a:ext>
                  </a:extLst>
                </p14:cNvPr>
                <p14:cNvContentPartPr/>
                <p14:nvPr/>
              </p14:nvContentPartPr>
              <p14:xfrm>
                <a:off x="4494060" y="2758328"/>
                <a:ext cx="328320" cy="1080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AE78C56B-8F40-0EFB-DEBF-73CF1549DD46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4485060" y="2749688"/>
                  <a:ext cx="34596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437E62B3-AF4C-A485-3D34-089CBA58B242}"/>
              </a:ext>
            </a:extLst>
          </p:cNvPr>
          <p:cNvGrpSpPr/>
          <p:nvPr/>
        </p:nvGrpSpPr>
        <p:grpSpPr>
          <a:xfrm>
            <a:off x="4588020" y="2882168"/>
            <a:ext cx="253800" cy="208800"/>
            <a:chOff x="4588020" y="2882168"/>
            <a:chExt cx="253800" cy="20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05839865-5C9F-5137-5A2C-BE25DDF5378C}"/>
                    </a:ext>
                  </a:extLst>
                </p14:cNvPr>
                <p14:cNvContentPartPr/>
                <p14:nvPr/>
              </p14:nvContentPartPr>
              <p14:xfrm>
                <a:off x="4659660" y="2908448"/>
                <a:ext cx="34200" cy="11772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05839865-5C9F-5137-5A2C-BE25DDF5378C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4651020" y="2899448"/>
                  <a:ext cx="518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8724EA21-B322-5F50-9EF6-1FFD9C8666A8}"/>
                    </a:ext>
                  </a:extLst>
                </p14:cNvPr>
                <p14:cNvContentPartPr/>
                <p14:nvPr/>
              </p14:nvContentPartPr>
              <p14:xfrm>
                <a:off x="4588020" y="2882168"/>
                <a:ext cx="155520" cy="2232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8724EA21-B322-5F50-9EF6-1FFD9C8666A8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4579380" y="2873528"/>
                  <a:ext cx="173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E000A78D-E060-FEC1-2237-9110244040BE}"/>
                    </a:ext>
                  </a:extLst>
                </p14:cNvPr>
                <p14:cNvContentPartPr/>
                <p14:nvPr/>
              </p14:nvContentPartPr>
              <p14:xfrm>
                <a:off x="4809780" y="3018248"/>
                <a:ext cx="32040" cy="727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E000A78D-E060-FEC1-2237-9110244040BE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4801140" y="3009608"/>
                  <a:ext cx="4968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0A137A9F-7EFE-AA3C-7D75-E174E199EB49}"/>
              </a:ext>
            </a:extLst>
          </p:cNvPr>
          <p:cNvGrpSpPr/>
          <p:nvPr/>
        </p:nvGrpSpPr>
        <p:grpSpPr>
          <a:xfrm>
            <a:off x="5060340" y="2544488"/>
            <a:ext cx="1027800" cy="487080"/>
            <a:chOff x="5060340" y="2544488"/>
            <a:chExt cx="1027800" cy="48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269C33D2-B353-0D64-FD0D-6AFFACBA3521}"/>
                    </a:ext>
                  </a:extLst>
                </p14:cNvPr>
                <p14:cNvContentPartPr/>
                <p14:nvPr/>
              </p14:nvContentPartPr>
              <p14:xfrm>
                <a:off x="5060340" y="2773808"/>
                <a:ext cx="99000" cy="111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269C33D2-B353-0D64-FD0D-6AFFACBA352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5051340" y="2764808"/>
                  <a:ext cx="1166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218701A1-FEA8-4858-DC0F-3305CC48309B}"/>
                    </a:ext>
                  </a:extLst>
                </p14:cNvPr>
                <p14:cNvContentPartPr/>
                <p14:nvPr/>
              </p14:nvContentPartPr>
              <p14:xfrm>
                <a:off x="5247180" y="2570408"/>
                <a:ext cx="127800" cy="1170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218701A1-FEA8-4858-DC0F-3305CC48309B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5238540" y="2561408"/>
                  <a:ext cx="1454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1D626640-EB39-279C-C1AB-FAF10DC86F39}"/>
                    </a:ext>
                  </a:extLst>
                </p14:cNvPr>
                <p14:cNvContentPartPr/>
                <p14:nvPr/>
              </p14:nvContentPartPr>
              <p14:xfrm>
                <a:off x="5416380" y="2627648"/>
                <a:ext cx="43200" cy="5832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1D626640-EB39-279C-C1AB-FAF10DC86F39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5407740" y="2618648"/>
                  <a:ext cx="608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A2FE9C3F-0B84-7AB7-88ED-498C82957F6D}"/>
                    </a:ext>
                  </a:extLst>
                </p14:cNvPr>
                <p14:cNvContentPartPr/>
                <p14:nvPr/>
              </p14:nvContentPartPr>
              <p14:xfrm>
                <a:off x="5475780" y="2602808"/>
                <a:ext cx="45720" cy="727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A2FE9C3F-0B84-7AB7-88ED-498C82957F6D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5467140" y="2593808"/>
                  <a:ext cx="633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9FE2CEF3-9F8C-719D-D708-98F14734C785}"/>
                    </a:ext>
                  </a:extLst>
                </p14:cNvPr>
                <p14:cNvContentPartPr/>
                <p14:nvPr/>
              </p14:nvContentPartPr>
              <p14:xfrm>
                <a:off x="5346180" y="2570768"/>
                <a:ext cx="145800" cy="1656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9FE2CEF3-9F8C-719D-D708-98F14734C785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5337180" y="2562128"/>
                  <a:ext cx="1634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A51955BF-343C-01A7-08F4-C919389ACEDC}"/>
                    </a:ext>
                  </a:extLst>
                </p14:cNvPr>
                <p14:cNvContentPartPr/>
                <p14:nvPr/>
              </p14:nvContentPartPr>
              <p14:xfrm>
                <a:off x="5584860" y="2544488"/>
                <a:ext cx="70560" cy="13500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A51955BF-343C-01A7-08F4-C919389ACEDC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5576220" y="2535848"/>
                  <a:ext cx="882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BDA9F12E-33BE-5220-8D9E-33EBB5FCF7C5}"/>
                    </a:ext>
                  </a:extLst>
                </p14:cNvPr>
                <p14:cNvContentPartPr/>
                <p14:nvPr/>
              </p14:nvContentPartPr>
              <p14:xfrm>
                <a:off x="5656860" y="2620088"/>
                <a:ext cx="130320" cy="507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BDA9F12E-33BE-5220-8D9E-33EBB5FCF7C5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5647860" y="2611448"/>
                  <a:ext cx="1479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8972D444-71C5-DA85-5B1D-A36D05C1EE92}"/>
                    </a:ext>
                  </a:extLst>
                </p14:cNvPr>
                <p14:cNvContentPartPr/>
                <p14:nvPr/>
              </p14:nvContentPartPr>
              <p14:xfrm>
                <a:off x="5310180" y="2769128"/>
                <a:ext cx="441360" cy="2592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8972D444-71C5-DA85-5B1D-A36D05C1EE92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5301540" y="2760128"/>
                  <a:ext cx="4590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5359F4C2-6EE8-9FF6-E258-1B56E2B2271F}"/>
                    </a:ext>
                  </a:extLst>
                </p14:cNvPr>
                <p14:cNvContentPartPr/>
                <p14:nvPr/>
              </p14:nvContentPartPr>
              <p14:xfrm>
                <a:off x="5485860" y="2878928"/>
                <a:ext cx="39600" cy="1274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5359F4C2-6EE8-9FF6-E258-1B56E2B2271F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5476860" y="2870288"/>
                  <a:ext cx="572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7AAF8030-FE9E-87D8-1676-B3727942C11B}"/>
                    </a:ext>
                  </a:extLst>
                </p14:cNvPr>
                <p14:cNvContentPartPr/>
                <p14:nvPr/>
              </p14:nvContentPartPr>
              <p14:xfrm>
                <a:off x="5424300" y="2865968"/>
                <a:ext cx="160920" cy="82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7AAF8030-FE9E-87D8-1676-B3727942C11B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5415300" y="2857328"/>
                  <a:ext cx="1785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536D0DDB-2254-B032-0CAD-D350AC2FED6B}"/>
                    </a:ext>
                  </a:extLst>
                </p14:cNvPr>
                <p14:cNvContentPartPr/>
                <p14:nvPr/>
              </p14:nvContentPartPr>
              <p14:xfrm>
                <a:off x="5652540" y="2971448"/>
                <a:ext cx="34200" cy="6012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536D0DDB-2254-B032-0CAD-D350AC2FED6B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5643540" y="2962808"/>
                  <a:ext cx="518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834B9C00-47DD-DCDF-E501-D5C80D9F8933}"/>
                    </a:ext>
                  </a:extLst>
                </p14:cNvPr>
                <p14:cNvContentPartPr/>
                <p14:nvPr/>
              </p14:nvContentPartPr>
              <p14:xfrm>
                <a:off x="5854500" y="2577608"/>
                <a:ext cx="126360" cy="28944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834B9C00-47DD-DCDF-E501-D5C80D9F8933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5845500" y="2568968"/>
                  <a:ext cx="14400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B926F43C-0942-0878-5ED0-11B34BAD1974}"/>
                    </a:ext>
                  </a:extLst>
                </p14:cNvPr>
                <p14:cNvContentPartPr/>
                <p14:nvPr/>
              </p14:nvContentPartPr>
              <p14:xfrm>
                <a:off x="5969340" y="2551688"/>
                <a:ext cx="118800" cy="3650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B926F43C-0942-0878-5ED0-11B34BAD1974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5960700" y="2542688"/>
                  <a:ext cx="136440" cy="38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928B157A-3D74-5537-109E-3D8288A45A39}"/>
              </a:ext>
            </a:extLst>
          </p:cNvPr>
          <p:cNvGrpSpPr/>
          <p:nvPr/>
        </p:nvGrpSpPr>
        <p:grpSpPr>
          <a:xfrm>
            <a:off x="1017900" y="3324968"/>
            <a:ext cx="1200600" cy="527040"/>
            <a:chOff x="1017900" y="3324968"/>
            <a:chExt cx="1200600" cy="52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D347BD90-8037-A67C-8BD7-F54A3B86BD60}"/>
                    </a:ext>
                  </a:extLst>
                </p14:cNvPr>
                <p14:cNvContentPartPr/>
                <p14:nvPr/>
              </p14:nvContentPartPr>
              <p14:xfrm>
                <a:off x="1017900" y="3499208"/>
                <a:ext cx="222840" cy="2466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D347BD90-8037-A67C-8BD7-F54A3B86BD60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008900" y="3490568"/>
                  <a:ext cx="2404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E747BC29-14E3-00C8-736F-BE447965DDD3}"/>
                    </a:ext>
                  </a:extLst>
                </p14:cNvPr>
                <p14:cNvContentPartPr/>
                <p14:nvPr/>
              </p14:nvContentPartPr>
              <p14:xfrm>
                <a:off x="1061100" y="3507128"/>
                <a:ext cx="107280" cy="2509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E747BC29-14E3-00C8-736F-BE447965DDD3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052100" y="3498488"/>
                  <a:ext cx="1249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BB31EC04-221C-1E21-1EDF-0DA0715F8C01}"/>
                    </a:ext>
                  </a:extLst>
                </p14:cNvPr>
                <p14:cNvContentPartPr/>
                <p14:nvPr/>
              </p14:nvContentPartPr>
              <p14:xfrm>
                <a:off x="1313100" y="3760928"/>
                <a:ext cx="102240" cy="9108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BB31EC04-221C-1E21-1EDF-0DA0715F8C01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304100" y="3752288"/>
                  <a:ext cx="1198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B672FB5F-CF80-C021-FC68-0323AF27111E}"/>
                    </a:ext>
                  </a:extLst>
                </p14:cNvPr>
                <p14:cNvContentPartPr/>
                <p14:nvPr/>
              </p14:nvContentPartPr>
              <p14:xfrm>
                <a:off x="1386900" y="3445208"/>
                <a:ext cx="124920" cy="32760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B672FB5F-CF80-C021-FC68-0323AF27111E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377900" y="3436568"/>
                  <a:ext cx="14256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0CCBA5F4-6125-0C10-D861-9DA0F04A7EE9}"/>
                    </a:ext>
                  </a:extLst>
                </p14:cNvPr>
                <p14:cNvContentPartPr/>
                <p14:nvPr/>
              </p14:nvContentPartPr>
              <p14:xfrm>
                <a:off x="1501380" y="3596408"/>
                <a:ext cx="181800" cy="15012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0CCBA5F4-6125-0C10-D861-9DA0F04A7EE9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492740" y="3587408"/>
                  <a:ext cx="1994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652D2FFA-7E7C-B74B-F580-A46B04B53A14}"/>
                    </a:ext>
                  </a:extLst>
                </p14:cNvPr>
                <p14:cNvContentPartPr/>
                <p14:nvPr/>
              </p14:nvContentPartPr>
              <p14:xfrm>
                <a:off x="1621980" y="3470408"/>
                <a:ext cx="85680" cy="1562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652D2FFA-7E7C-B74B-F580-A46B04B53A14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612980" y="3461408"/>
                  <a:ext cx="1033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CB31E0D2-2E77-5443-1B57-E4D3A569ED8F}"/>
                    </a:ext>
                  </a:extLst>
                </p14:cNvPr>
                <p14:cNvContentPartPr/>
                <p14:nvPr/>
              </p14:nvContentPartPr>
              <p14:xfrm>
                <a:off x="1574100" y="3328928"/>
                <a:ext cx="12600" cy="36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CB31E0D2-2E77-5443-1B57-E4D3A569ED8F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565100" y="3320288"/>
                  <a:ext cx="302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B5239D87-50C1-1535-2D54-A1F64D703906}"/>
                    </a:ext>
                  </a:extLst>
                </p14:cNvPr>
                <p14:cNvContentPartPr/>
                <p14:nvPr/>
              </p14:nvContentPartPr>
              <p14:xfrm>
                <a:off x="1710900" y="3355568"/>
                <a:ext cx="171000" cy="11124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B5239D87-50C1-1535-2D54-A1F64D703906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701900" y="3346568"/>
                  <a:ext cx="1886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717D1F35-2E13-3BA4-700E-668C9B1425C7}"/>
                    </a:ext>
                  </a:extLst>
                </p14:cNvPr>
                <p14:cNvContentPartPr/>
                <p14:nvPr/>
              </p14:nvContentPartPr>
              <p14:xfrm>
                <a:off x="1943100" y="3462488"/>
                <a:ext cx="121320" cy="10188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717D1F35-2E13-3BA4-700E-668C9B1425C7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934100" y="3453848"/>
                  <a:ext cx="1389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C02DBE3F-0B8E-497F-89F5-EE2FA57C265E}"/>
                    </a:ext>
                  </a:extLst>
                </p14:cNvPr>
                <p14:cNvContentPartPr/>
                <p14:nvPr/>
              </p14:nvContentPartPr>
              <p14:xfrm>
                <a:off x="2020860" y="3324968"/>
                <a:ext cx="197640" cy="4644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C02DBE3F-0B8E-497F-89F5-EE2FA57C265E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2011860" y="3315968"/>
                  <a:ext cx="215280" cy="48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B4F0D524-43A9-59B5-83EF-7A89B8D7DA8B}"/>
              </a:ext>
            </a:extLst>
          </p:cNvPr>
          <p:cNvGrpSpPr/>
          <p:nvPr/>
        </p:nvGrpSpPr>
        <p:grpSpPr>
          <a:xfrm>
            <a:off x="2369340" y="3593168"/>
            <a:ext cx="114120" cy="54360"/>
            <a:chOff x="2369340" y="3593168"/>
            <a:chExt cx="114120" cy="5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2949EA75-B9C1-B4EC-B763-030511101FE6}"/>
                    </a:ext>
                  </a:extLst>
                </p14:cNvPr>
                <p14:cNvContentPartPr/>
                <p14:nvPr/>
              </p14:nvContentPartPr>
              <p14:xfrm>
                <a:off x="2369340" y="3641768"/>
                <a:ext cx="114120" cy="57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2949EA75-B9C1-B4EC-B763-030511101FE6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2360700" y="3633128"/>
                  <a:ext cx="131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770C61F0-0143-87C7-BE83-B5823EA1F246}"/>
                    </a:ext>
                  </a:extLst>
                </p14:cNvPr>
                <p14:cNvContentPartPr/>
                <p14:nvPr/>
              </p14:nvContentPartPr>
              <p14:xfrm>
                <a:off x="2370780" y="3593168"/>
                <a:ext cx="86760" cy="1260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770C61F0-0143-87C7-BE83-B5823EA1F246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2362140" y="3584528"/>
                  <a:ext cx="10440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8C28B314-5C8F-A227-9B22-B858696ED0DA}"/>
              </a:ext>
            </a:extLst>
          </p:cNvPr>
          <p:cNvGrpSpPr/>
          <p:nvPr/>
        </p:nvGrpSpPr>
        <p:grpSpPr>
          <a:xfrm>
            <a:off x="2677500" y="3362408"/>
            <a:ext cx="2304720" cy="576360"/>
            <a:chOff x="2677500" y="3362408"/>
            <a:chExt cx="2304720" cy="57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008BD923-16F2-60FD-AE34-51371EEFEA0C}"/>
                    </a:ext>
                  </a:extLst>
                </p14:cNvPr>
                <p14:cNvContentPartPr/>
                <p14:nvPr/>
              </p14:nvContentPartPr>
              <p14:xfrm>
                <a:off x="2700180" y="3403808"/>
                <a:ext cx="22680" cy="9756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008BD923-16F2-60FD-AE34-51371EEFEA0C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2691180" y="3395168"/>
                  <a:ext cx="403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DE0393E3-2B98-4F76-A44C-F6CB047D0E36}"/>
                    </a:ext>
                  </a:extLst>
                </p14:cNvPr>
                <p14:cNvContentPartPr/>
                <p14:nvPr/>
              </p14:nvContentPartPr>
              <p14:xfrm>
                <a:off x="2683980" y="3584528"/>
                <a:ext cx="168480" cy="540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DE0393E3-2B98-4F76-A44C-F6CB047D0E36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2675340" y="3575888"/>
                  <a:ext cx="1861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D2ADA2F3-B38A-C7A4-28B1-48750C76EE3C}"/>
                    </a:ext>
                  </a:extLst>
                </p14:cNvPr>
                <p14:cNvContentPartPr/>
                <p14:nvPr/>
              </p14:nvContentPartPr>
              <p14:xfrm>
                <a:off x="2745180" y="3719888"/>
                <a:ext cx="44640" cy="12996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D2ADA2F3-B38A-C7A4-28B1-48750C76EE3C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2736540" y="3710888"/>
                  <a:ext cx="622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EAA324F3-FFAB-1755-EDD2-8E20DA3AEFD3}"/>
                    </a:ext>
                  </a:extLst>
                </p14:cNvPr>
                <p14:cNvContentPartPr/>
                <p14:nvPr/>
              </p14:nvContentPartPr>
              <p14:xfrm>
                <a:off x="2677500" y="3677408"/>
                <a:ext cx="133200" cy="266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EAA324F3-FFAB-1755-EDD2-8E20DA3AEFD3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2668860" y="3668768"/>
                  <a:ext cx="1508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2A0F9D1F-045F-6F2E-27E7-CCB7E27891D2}"/>
                    </a:ext>
                  </a:extLst>
                </p14:cNvPr>
                <p14:cNvContentPartPr/>
                <p14:nvPr/>
              </p14:nvContentPartPr>
              <p14:xfrm>
                <a:off x="2841660" y="3818168"/>
                <a:ext cx="140040" cy="8388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2A0F9D1F-045F-6F2E-27E7-CCB7E27891D2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2833020" y="3809528"/>
                  <a:ext cx="1576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3866685A-1AF2-45DB-C0E7-45BC10FA078B}"/>
                    </a:ext>
                  </a:extLst>
                </p14:cNvPr>
                <p14:cNvContentPartPr/>
                <p14:nvPr/>
              </p14:nvContentPartPr>
              <p14:xfrm>
                <a:off x="3073860" y="3493088"/>
                <a:ext cx="324000" cy="21204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3866685A-1AF2-45DB-C0E7-45BC10FA078B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3065220" y="3484448"/>
                  <a:ext cx="3416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452C9BDD-F64B-7B7E-9FA6-972EE4A5707B}"/>
                    </a:ext>
                  </a:extLst>
                </p14:cNvPr>
                <p14:cNvContentPartPr/>
                <p14:nvPr/>
              </p14:nvContentPartPr>
              <p14:xfrm>
                <a:off x="3184740" y="3787208"/>
                <a:ext cx="47160" cy="1472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452C9BDD-F64B-7B7E-9FA6-972EE4A5707B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3175740" y="3778208"/>
                  <a:ext cx="648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81509B8F-70D5-9A59-1409-D56AB8065726}"/>
                    </a:ext>
                  </a:extLst>
                </p14:cNvPr>
                <p14:cNvContentPartPr/>
                <p14:nvPr/>
              </p14:nvContentPartPr>
              <p14:xfrm>
                <a:off x="3222180" y="3865328"/>
                <a:ext cx="134280" cy="734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81509B8F-70D5-9A59-1409-D56AB8065726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3213540" y="3856328"/>
                  <a:ext cx="1519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E42917E3-9141-7309-9581-4183E680DEE4}"/>
                    </a:ext>
                  </a:extLst>
                </p14:cNvPr>
                <p14:cNvContentPartPr/>
                <p14:nvPr/>
              </p14:nvContentPartPr>
              <p14:xfrm>
                <a:off x="3542220" y="3463568"/>
                <a:ext cx="308520" cy="2703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E42917E3-9141-7309-9581-4183E680DEE4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3533220" y="3454568"/>
                  <a:ext cx="3261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B06C65A5-EE3C-0994-50E5-2CD50487BEC9}"/>
                    </a:ext>
                  </a:extLst>
                </p14:cNvPr>
                <p14:cNvContentPartPr/>
                <p14:nvPr/>
              </p14:nvContentPartPr>
              <p14:xfrm>
                <a:off x="3611700" y="3497048"/>
                <a:ext cx="160560" cy="24300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B06C65A5-EE3C-0994-50E5-2CD50487BEC9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3602700" y="3488048"/>
                  <a:ext cx="1782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3FCEC54D-DBD2-6EF8-C2AB-01F534E7A861}"/>
                    </a:ext>
                  </a:extLst>
                </p14:cNvPr>
                <p14:cNvContentPartPr/>
                <p14:nvPr/>
              </p14:nvContentPartPr>
              <p14:xfrm>
                <a:off x="3885300" y="3694328"/>
                <a:ext cx="117000" cy="9972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3FCEC54D-DBD2-6EF8-C2AB-01F534E7A861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3876300" y="3685328"/>
                  <a:ext cx="1346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86634253-E51E-B8F5-2B55-D239FCD7616B}"/>
                    </a:ext>
                  </a:extLst>
                </p14:cNvPr>
                <p14:cNvContentPartPr/>
                <p14:nvPr/>
              </p14:nvContentPartPr>
              <p14:xfrm>
                <a:off x="4093380" y="3431888"/>
                <a:ext cx="124920" cy="3405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86634253-E51E-B8F5-2B55-D239FCD7616B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4084380" y="3423248"/>
                  <a:ext cx="14256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FF3A8E2C-9D90-842F-2E3D-A379808ABCC2}"/>
                    </a:ext>
                  </a:extLst>
                </p14:cNvPr>
                <p14:cNvContentPartPr/>
                <p14:nvPr/>
              </p14:nvContentPartPr>
              <p14:xfrm>
                <a:off x="4278420" y="3633128"/>
                <a:ext cx="96480" cy="23688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FF3A8E2C-9D90-842F-2E3D-A379808ABCC2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4269780" y="3624128"/>
                  <a:ext cx="1141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DF548E07-064C-0E79-B77D-350E2045B3CE}"/>
                    </a:ext>
                  </a:extLst>
                </p14:cNvPr>
                <p14:cNvContentPartPr/>
                <p14:nvPr/>
              </p14:nvContentPartPr>
              <p14:xfrm>
                <a:off x="4261500" y="3506768"/>
                <a:ext cx="9360" cy="648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DF548E07-064C-0E79-B77D-350E2045B3CE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4252500" y="3497768"/>
                  <a:ext cx="27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4D2FB6B9-310F-09FB-A9E8-9DA434F0C818}"/>
                    </a:ext>
                  </a:extLst>
                </p14:cNvPr>
                <p14:cNvContentPartPr/>
                <p14:nvPr/>
              </p14:nvContentPartPr>
              <p14:xfrm>
                <a:off x="4399740" y="3380408"/>
                <a:ext cx="109440" cy="3769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4D2FB6B9-310F-09FB-A9E8-9DA434F0C818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4391100" y="3371408"/>
                  <a:ext cx="12708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50263E46-AEE7-7BB2-DBD3-1D8BAE23D7DA}"/>
                    </a:ext>
                  </a:extLst>
                </p14:cNvPr>
                <p14:cNvContentPartPr/>
                <p14:nvPr/>
              </p14:nvContentPartPr>
              <p14:xfrm>
                <a:off x="4553100" y="3362408"/>
                <a:ext cx="205560" cy="12384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50263E46-AEE7-7BB2-DBD3-1D8BAE23D7DA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4544460" y="3353768"/>
                  <a:ext cx="2232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8406E068-87A8-4B05-0832-7CE23ADA0947}"/>
                    </a:ext>
                  </a:extLst>
                </p14:cNvPr>
                <p14:cNvContentPartPr/>
                <p14:nvPr/>
              </p14:nvContentPartPr>
              <p14:xfrm>
                <a:off x="4795380" y="3425408"/>
                <a:ext cx="130320" cy="871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8406E068-87A8-4B05-0832-7CE23ADA0947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4786380" y="3416408"/>
                  <a:ext cx="1479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0715DD1B-31E1-0659-8C0D-3B18BAD20355}"/>
                    </a:ext>
                  </a:extLst>
                </p14:cNvPr>
                <p14:cNvContentPartPr/>
                <p14:nvPr/>
              </p14:nvContentPartPr>
              <p14:xfrm>
                <a:off x="4577220" y="3588848"/>
                <a:ext cx="379440" cy="169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0715DD1B-31E1-0659-8C0D-3B18BAD20355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4568580" y="3580208"/>
                  <a:ext cx="3970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0D6F06DE-381F-560B-0A79-EFEB85308E77}"/>
                    </a:ext>
                  </a:extLst>
                </p14:cNvPr>
                <p14:cNvContentPartPr/>
                <p14:nvPr/>
              </p14:nvContentPartPr>
              <p14:xfrm>
                <a:off x="4735980" y="3703328"/>
                <a:ext cx="52920" cy="9216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0D6F06DE-381F-560B-0A79-EFEB85308E77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4726980" y="3694328"/>
                  <a:ext cx="705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26F8772E-B037-4D0C-1399-288E4C3FFCA5}"/>
                    </a:ext>
                  </a:extLst>
                </p14:cNvPr>
                <p14:cNvContentPartPr/>
                <p14:nvPr/>
              </p14:nvContentPartPr>
              <p14:xfrm>
                <a:off x="4634460" y="3664808"/>
                <a:ext cx="187200" cy="648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26F8772E-B037-4D0C-1399-288E4C3FFCA5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4625460" y="3655808"/>
                  <a:ext cx="2048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5B29B814-D657-89C7-5E32-FF4EAF37E755}"/>
                    </a:ext>
                  </a:extLst>
                </p14:cNvPr>
                <p14:cNvContentPartPr/>
                <p14:nvPr/>
              </p14:nvContentPartPr>
              <p14:xfrm>
                <a:off x="4852260" y="3776408"/>
                <a:ext cx="129960" cy="6336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5B29B814-D657-89C7-5E32-FF4EAF37E755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4843620" y="3767768"/>
                  <a:ext cx="14760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6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397BB82A-8903-2465-401B-9D954661C211}"/>
                  </a:ext>
                </a:extLst>
              </p14:cNvPr>
              <p14:cNvContentPartPr/>
              <p14:nvPr/>
            </p14:nvContentPartPr>
            <p14:xfrm>
              <a:off x="5148900" y="3604328"/>
              <a:ext cx="93240" cy="21960"/>
            </p14:xfrm>
          </p:contentPart>
        </mc:Choice>
        <mc:Fallback xmlns=""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397BB82A-8903-2465-401B-9D954661C211}"/>
                  </a:ext>
                </a:extLst>
              </p:cNvPr>
              <p:cNvPicPr/>
              <p:nvPr/>
            </p:nvPicPr>
            <p:blipFill>
              <a:blip r:embed="rId627"/>
              <a:stretch>
                <a:fillRect/>
              </a:stretch>
            </p:blipFill>
            <p:spPr>
              <a:xfrm>
                <a:off x="5140260" y="3595688"/>
                <a:ext cx="11088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8" name="Group 347">
            <a:extLst>
              <a:ext uri="{FF2B5EF4-FFF2-40B4-BE49-F238E27FC236}">
                <a16:creationId xmlns:a16="http://schemas.microsoft.com/office/drawing/2014/main" id="{4B9B9D4F-992A-7EC1-2746-FA1369ABA7D8}"/>
              </a:ext>
            </a:extLst>
          </p:cNvPr>
          <p:cNvGrpSpPr/>
          <p:nvPr/>
        </p:nvGrpSpPr>
        <p:grpSpPr>
          <a:xfrm>
            <a:off x="5387580" y="3314528"/>
            <a:ext cx="816840" cy="536400"/>
            <a:chOff x="5387580" y="3314528"/>
            <a:chExt cx="816840" cy="53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9C6D5BF2-5B04-81B3-F74A-3CA2D223B366}"/>
                    </a:ext>
                  </a:extLst>
                </p14:cNvPr>
                <p14:cNvContentPartPr/>
                <p14:nvPr/>
              </p14:nvContentPartPr>
              <p14:xfrm>
                <a:off x="5387580" y="3391568"/>
                <a:ext cx="135000" cy="10440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9C6D5BF2-5B04-81B3-F74A-3CA2D223B366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5378580" y="3382928"/>
                  <a:ext cx="1526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B803FB41-3EC4-8E71-928E-5DAD201F207E}"/>
                    </a:ext>
                  </a:extLst>
                </p14:cNvPr>
                <p14:cNvContentPartPr/>
                <p14:nvPr/>
              </p14:nvContentPartPr>
              <p14:xfrm>
                <a:off x="5548500" y="3423608"/>
                <a:ext cx="61920" cy="565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B803FB41-3EC4-8E71-928E-5DAD201F207E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5539860" y="3414968"/>
                  <a:ext cx="795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530ADFF3-2A6A-102C-CA07-FE92EB83E0BB}"/>
                    </a:ext>
                  </a:extLst>
                </p14:cNvPr>
                <p14:cNvContentPartPr/>
                <p14:nvPr/>
              </p14:nvContentPartPr>
              <p14:xfrm>
                <a:off x="5600700" y="3397688"/>
                <a:ext cx="40680" cy="7056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530ADFF3-2A6A-102C-CA07-FE92EB83E0BB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5591700" y="3388688"/>
                  <a:ext cx="583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68DC9F60-A5F0-98CC-52BB-D4ADF79B7961}"/>
                    </a:ext>
                  </a:extLst>
                </p14:cNvPr>
                <p14:cNvContentPartPr/>
                <p14:nvPr/>
              </p14:nvContentPartPr>
              <p14:xfrm>
                <a:off x="5482620" y="3360968"/>
                <a:ext cx="170280" cy="1116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68DC9F60-A5F0-98CC-52BB-D4ADF79B7961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5473620" y="3351968"/>
                  <a:ext cx="187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75F2F147-0969-D996-61AC-600B15A6C5E3}"/>
                    </a:ext>
                  </a:extLst>
                </p14:cNvPr>
                <p14:cNvContentPartPr/>
                <p14:nvPr/>
              </p14:nvContentPartPr>
              <p14:xfrm>
                <a:off x="5751180" y="3314528"/>
                <a:ext cx="66240" cy="15804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75F2F147-0969-D996-61AC-600B15A6C5E3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5742540" y="3305528"/>
                  <a:ext cx="838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90514AEA-69D4-7BFB-EDDA-4DAEDCF5495C}"/>
                    </a:ext>
                  </a:extLst>
                </p14:cNvPr>
                <p14:cNvContentPartPr/>
                <p14:nvPr/>
              </p14:nvContentPartPr>
              <p14:xfrm>
                <a:off x="5796900" y="3379688"/>
                <a:ext cx="173160" cy="7776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90514AEA-69D4-7BFB-EDDA-4DAEDCF5495C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5788260" y="3371048"/>
                  <a:ext cx="1908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72998AC7-D301-2318-95B3-1C54CB797751}"/>
                    </a:ext>
                  </a:extLst>
                </p14:cNvPr>
                <p14:cNvContentPartPr/>
                <p14:nvPr/>
              </p14:nvContentPartPr>
              <p14:xfrm>
                <a:off x="5486580" y="3574448"/>
                <a:ext cx="416520" cy="2160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72998AC7-D301-2318-95B3-1C54CB797751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5477580" y="3565448"/>
                  <a:ext cx="4341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7EDB6B23-9271-27B8-49A9-574C04D66BF4}"/>
                    </a:ext>
                  </a:extLst>
                </p14:cNvPr>
                <p14:cNvContentPartPr/>
                <p14:nvPr/>
              </p14:nvContentPartPr>
              <p14:xfrm>
                <a:off x="5665140" y="3691088"/>
                <a:ext cx="35640" cy="10656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7EDB6B23-9271-27B8-49A9-574C04D66BF4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5656140" y="3682088"/>
                  <a:ext cx="532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7CDB5F60-034B-0F42-6264-A457AF625A0C}"/>
                    </a:ext>
                  </a:extLst>
                </p14:cNvPr>
                <p14:cNvContentPartPr/>
                <p14:nvPr/>
              </p14:nvContentPartPr>
              <p14:xfrm>
                <a:off x="5571180" y="3664808"/>
                <a:ext cx="174960" cy="1440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7CDB5F60-034B-0F42-6264-A457AF625A0C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5562540" y="3655808"/>
                  <a:ext cx="1926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DF44BE95-37EE-E3EE-2148-42B85BDAA97D}"/>
                    </a:ext>
                  </a:extLst>
                </p14:cNvPr>
                <p14:cNvContentPartPr/>
                <p14:nvPr/>
              </p14:nvContentPartPr>
              <p14:xfrm>
                <a:off x="5761620" y="3787208"/>
                <a:ext cx="109080" cy="6372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DF44BE95-37EE-E3EE-2148-42B85BDAA97D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5752620" y="3778208"/>
                  <a:ext cx="1267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5C475363-4DA6-BF63-8FE7-BAB07194D270}"/>
                    </a:ext>
                  </a:extLst>
                </p14:cNvPr>
                <p14:cNvContentPartPr/>
                <p14:nvPr/>
              </p14:nvContentPartPr>
              <p14:xfrm>
                <a:off x="6011100" y="3401648"/>
                <a:ext cx="115920" cy="28872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5C475363-4DA6-BF63-8FE7-BAB07194D270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6002100" y="3393008"/>
                  <a:ext cx="1335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22B4448B-C987-4547-910C-4FBA5C723AD2}"/>
                    </a:ext>
                  </a:extLst>
                </p14:cNvPr>
                <p14:cNvContentPartPr/>
                <p14:nvPr/>
              </p14:nvContentPartPr>
              <p14:xfrm>
                <a:off x="6104340" y="3360248"/>
                <a:ext cx="100080" cy="32004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22B4448B-C987-4547-910C-4FBA5C723AD2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6095700" y="3351608"/>
                  <a:ext cx="117720" cy="33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DA31B000-EDB5-6BAC-63C6-2EAE30329DA2}"/>
              </a:ext>
            </a:extLst>
          </p:cNvPr>
          <p:cNvGrpSpPr/>
          <p:nvPr/>
        </p:nvGrpSpPr>
        <p:grpSpPr>
          <a:xfrm>
            <a:off x="6794820" y="2627648"/>
            <a:ext cx="1252080" cy="259920"/>
            <a:chOff x="6794820" y="2627648"/>
            <a:chExt cx="1252080" cy="25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719D1192-0AB1-F9B3-12DE-CD74E1E756A8}"/>
                    </a:ext>
                  </a:extLst>
                </p14:cNvPr>
                <p14:cNvContentPartPr/>
                <p14:nvPr/>
              </p14:nvContentPartPr>
              <p14:xfrm>
                <a:off x="6794820" y="2727368"/>
                <a:ext cx="194760" cy="8856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719D1192-0AB1-F9B3-12DE-CD74E1E756A8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6786180" y="2718728"/>
                  <a:ext cx="2124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45558F03-1FA0-D710-14B9-EFE7D6364014}"/>
                    </a:ext>
                  </a:extLst>
                </p14:cNvPr>
                <p14:cNvContentPartPr/>
                <p14:nvPr/>
              </p14:nvContentPartPr>
              <p14:xfrm>
                <a:off x="7101900" y="2840408"/>
                <a:ext cx="40320" cy="471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45558F03-1FA0-D710-14B9-EFE7D6364014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7092900" y="2831768"/>
                  <a:ext cx="579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ECA4827F-D0E9-638D-A011-19C7AF4AEA29}"/>
                    </a:ext>
                  </a:extLst>
                </p14:cNvPr>
                <p14:cNvContentPartPr/>
                <p14:nvPr/>
              </p14:nvContentPartPr>
              <p14:xfrm>
                <a:off x="7230420" y="2782448"/>
                <a:ext cx="74520" cy="288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ECA4827F-D0E9-638D-A011-19C7AF4AEA29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7221780" y="2773448"/>
                  <a:ext cx="921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470C84D3-8F8A-13F3-7197-DAB6B6E37BA9}"/>
                    </a:ext>
                  </a:extLst>
                </p14:cNvPr>
                <p14:cNvContentPartPr/>
                <p14:nvPr/>
              </p14:nvContentPartPr>
              <p14:xfrm>
                <a:off x="7211340" y="2729528"/>
                <a:ext cx="78120" cy="360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470C84D3-8F8A-13F3-7197-DAB6B6E37BA9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7202340" y="2720528"/>
                  <a:ext cx="957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F00F4EF1-40AE-BA31-3620-D5216BA6088E}"/>
                    </a:ext>
                  </a:extLst>
                </p14:cNvPr>
                <p14:cNvContentPartPr/>
                <p14:nvPr/>
              </p14:nvContentPartPr>
              <p14:xfrm>
                <a:off x="7382700" y="2627648"/>
                <a:ext cx="270360" cy="19980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F00F4EF1-40AE-BA31-3620-D5216BA6088E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7373700" y="2618648"/>
                  <a:ext cx="2880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0A218780-D591-AB12-32A8-2EBA768F7851}"/>
                    </a:ext>
                  </a:extLst>
                </p14:cNvPr>
                <p14:cNvContentPartPr/>
                <p14:nvPr/>
              </p14:nvContentPartPr>
              <p14:xfrm>
                <a:off x="7839900" y="2727368"/>
                <a:ext cx="40320" cy="8856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0A218780-D591-AB12-32A8-2EBA768F7851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7830900" y="2718728"/>
                  <a:ext cx="579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16CF28B5-783D-B1A5-13F5-16F1738AD812}"/>
                    </a:ext>
                  </a:extLst>
                </p14:cNvPr>
                <p14:cNvContentPartPr/>
                <p14:nvPr/>
              </p14:nvContentPartPr>
              <p14:xfrm>
                <a:off x="7718220" y="2657528"/>
                <a:ext cx="194400" cy="792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16CF28B5-783D-B1A5-13F5-16F1738AD812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7709580" y="2648888"/>
                  <a:ext cx="2120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3D92E9C4-F0D8-C22A-DE4A-6EC05467C6DB}"/>
                    </a:ext>
                  </a:extLst>
                </p14:cNvPr>
                <p14:cNvContentPartPr/>
                <p14:nvPr/>
              </p14:nvContentPartPr>
              <p14:xfrm>
                <a:off x="8013060" y="2810528"/>
                <a:ext cx="33840" cy="6228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3D92E9C4-F0D8-C22A-DE4A-6EC05467C6DB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8004420" y="2801888"/>
                  <a:ext cx="5148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5DC89E0C-0DFE-1504-E22F-3B19563928E0}"/>
              </a:ext>
            </a:extLst>
          </p:cNvPr>
          <p:cNvGrpSpPr/>
          <p:nvPr/>
        </p:nvGrpSpPr>
        <p:grpSpPr>
          <a:xfrm>
            <a:off x="6915780" y="3387248"/>
            <a:ext cx="1286640" cy="260280"/>
            <a:chOff x="6915780" y="3387248"/>
            <a:chExt cx="1286640" cy="26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0FDBDBA2-F82A-6DAC-99A8-68634ECEFF54}"/>
                    </a:ext>
                  </a:extLst>
                </p14:cNvPr>
                <p14:cNvContentPartPr/>
                <p14:nvPr/>
              </p14:nvContentPartPr>
              <p14:xfrm>
                <a:off x="6915780" y="3476528"/>
                <a:ext cx="187200" cy="10188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0FDBDBA2-F82A-6DAC-99A8-68634ECEFF54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6907140" y="3467528"/>
                  <a:ext cx="2048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08DB4DEB-22B3-37D4-1237-25DCD9139771}"/>
                    </a:ext>
                  </a:extLst>
                </p14:cNvPr>
                <p14:cNvContentPartPr/>
                <p14:nvPr/>
              </p14:nvContentPartPr>
              <p14:xfrm>
                <a:off x="7174620" y="3550688"/>
                <a:ext cx="119520" cy="9684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08DB4DEB-22B3-37D4-1237-25DCD9139771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7165980" y="3542048"/>
                  <a:ext cx="1371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4FD69460-81E3-EA4A-0FE6-6E38E8E142B9}"/>
                    </a:ext>
                  </a:extLst>
                </p14:cNvPr>
                <p14:cNvContentPartPr/>
                <p14:nvPr/>
              </p14:nvContentPartPr>
              <p14:xfrm>
                <a:off x="7377660" y="3512888"/>
                <a:ext cx="93600" cy="1476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4FD69460-81E3-EA4A-0FE6-6E38E8E142B9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7368660" y="3504248"/>
                  <a:ext cx="1112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38D044B3-015C-0B08-2AE9-4E069A6B57C9}"/>
                    </a:ext>
                  </a:extLst>
                </p14:cNvPr>
                <p14:cNvContentPartPr/>
                <p14:nvPr/>
              </p14:nvContentPartPr>
              <p14:xfrm>
                <a:off x="7361820" y="3464288"/>
                <a:ext cx="78120" cy="1152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38D044B3-015C-0B08-2AE9-4E069A6B57C9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7353180" y="3455648"/>
                  <a:ext cx="95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456FA764-E4C3-F0A4-EE9B-5C75E7193F0E}"/>
                    </a:ext>
                  </a:extLst>
                </p14:cNvPr>
                <p14:cNvContentPartPr/>
                <p14:nvPr/>
              </p14:nvContentPartPr>
              <p14:xfrm>
                <a:off x="7590060" y="3427208"/>
                <a:ext cx="228960" cy="13860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456FA764-E4C3-F0A4-EE9B-5C75E7193F0E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7581060" y="3418208"/>
                  <a:ext cx="2466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18BD3400-90B4-B312-9755-7509331506DE}"/>
                    </a:ext>
                  </a:extLst>
                </p14:cNvPr>
                <p14:cNvContentPartPr/>
                <p14:nvPr/>
              </p14:nvContentPartPr>
              <p14:xfrm>
                <a:off x="7942860" y="3423608"/>
                <a:ext cx="58680" cy="11520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18BD3400-90B4-B312-9755-7509331506DE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7934220" y="3414968"/>
                  <a:ext cx="763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18A726F2-E193-830A-C037-A327BE984154}"/>
                    </a:ext>
                  </a:extLst>
                </p14:cNvPr>
                <p14:cNvContentPartPr/>
                <p14:nvPr/>
              </p14:nvContentPartPr>
              <p14:xfrm>
                <a:off x="7854300" y="3387248"/>
                <a:ext cx="193680" cy="1080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18A726F2-E193-830A-C037-A327BE984154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7845300" y="3378608"/>
                  <a:ext cx="211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1C4E76A6-9A28-1E66-FEAF-F8D9F9F07FA8}"/>
                    </a:ext>
                  </a:extLst>
                </p14:cNvPr>
                <p14:cNvContentPartPr/>
                <p14:nvPr/>
              </p14:nvContentPartPr>
              <p14:xfrm>
                <a:off x="8083980" y="3543488"/>
                <a:ext cx="118440" cy="8352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1C4E76A6-9A28-1E66-FEAF-F8D9F9F07FA8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8074980" y="3534488"/>
                  <a:ext cx="13608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DEDA898B-8F11-5749-6DB2-AEA729E33AC5}"/>
              </a:ext>
            </a:extLst>
          </p:cNvPr>
          <p:cNvGrpSpPr/>
          <p:nvPr/>
        </p:nvGrpSpPr>
        <p:grpSpPr>
          <a:xfrm>
            <a:off x="3765060" y="2197448"/>
            <a:ext cx="1477440" cy="276480"/>
            <a:chOff x="3765060" y="2197448"/>
            <a:chExt cx="147744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C555DB24-65B6-EB77-7E49-0F756332380A}"/>
                    </a:ext>
                  </a:extLst>
                </p14:cNvPr>
                <p14:cNvContentPartPr/>
                <p14:nvPr/>
              </p14:nvContentPartPr>
              <p14:xfrm>
                <a:off x="3855420" y="2364848"/>
                <a:ext cx="150480" cy="7560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C555DB24-65B6-EB77-7E49-0F756332380A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3846780" y="2355848"/>
                  <a:ext cx="1681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0D008FDB-0AD9-CD44-C349-E1DCE4D40CBD}"/>
                    </a:ext>
                  </a:extLst>
                </p14:cNvPr>
                <p14:cNvContentPartPr/>
                <p14:nvPr/>
              </p14:nvContentPartPr>
              <p14:xfrm>
                <a:off x="3765060" y="2394008"/>
                <a:ext cx="142560" cy="7992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0D008FDB-0AD9-CD44-C349-E1DCE4D40CBD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3756060" y="2385008"/>
                  <a:ext cx="1602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6B00D1B2-A040-080D-2C74-B9984C2AE04E}"/>
                    </a:ext>
                  </a:extLst>
                </p14:cNvPr>
                <p14:cNvContentPartPr/>
                <p14:nvPr/>
              </p14:nvContentPartPr>
              <p14:xfrm>
                <a:off x="4177620" y="2213648"/>
                <a:ext cx="98280" cy="20196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6B00D1B2-A040-080D-2C74-B9984C2AE04E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4168980" y="2205008"/>
                  <a:ext cx="115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97121DCA-957D-E57C-A61C-1C0AF45E1DD1}"/>
                    </a:ext>
                  </a:extLst>
                </p14:cNvPr>
                <p14:cNvContentPartPr/>
                <p14:nvPr/>
              </p14:nvContentPartPr>
              <p14:xfrm>
                <a:off x="4144500" y="2337488"/>
                <a:ext cx="100440" cy="1620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97121DCA-957D-E57C-A61C-1C0AF45E1DD1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4135860" y="2328488"/>
                  <a:ext cx="1180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C323888C-9EE6-9BA6-695D-4266452E5E27}"/>
                    </a:ext>
                  </a:extLst>
                </p14:cNvPr>
                <p14:cNvContentPartPr/>
                <p14:nvPr/>
              </p14:nvContentPartPr>
              <p14:xfrm>
                <a:off x="4317300" y="2348288"/>
                <a:ext cx="9000" cy="2016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C323888C-9EE6-9BA6-695D-4266452E5E27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4308300" y="2339288"/>
                  <a:ext cx="266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FCEFF991-BE31-B11E-FDA5-9B593FCB4036}"/>
                    </a:ext>
                  </a:extLst>
                </p14:cNvPr>
                <p14:cNvContentPartPr/>
                <p14:nvPr/>
              </p14:nvContentPartPr>
              <p14:xfrm>
                <a:off x="4317300" y="2233808"/>
                <a:ext cx="6840" cy="1188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FCEFF991-BE31-B11E-FDA5-9B593FCB4036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4308300" y="2225168"/>
                  <a:ext cx="244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5CEC899E-4271-5CE8-11DF-38DFB1F45C1C}"/>
                    </a:ext>
                  </a:extLst>
                </p14:cNvPr>
                <p14:cNvContentPartPr/>
                <p14:nvPr/>
              </p14:nvContentPartPr>
              <p14:xfrm>
                <a:off x="4402980" y="2301488"/>
                <a:ext cx="96480" cy="6336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5CEC899E-4271-5CE8-11DF-38DFB1F45C1C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4394340" y="2292488"/>
                  <a:ext cx="1141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47F3C5C5-76A0-0229-218E-524F1840B41C}"/>
                    </a:ext>
                  </a:extLst>
                </p14:cNvPr>
                <p14:cNvContentPartPr/>
                <p14:nvPr/>
              </p14:nvContentPartPr>
              <p14:xfrm>
                <a:off x="4530420" y="2212928"/>
                <a:ext cx="141840" cy="14760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47F3C5C5-76A0-0229-218E-524F1840B41C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4521420" y="2204288"/>
                  <a:ext cx="1594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B2DF62A3-A818-D7ED-4867-B4B6185ABDDD}"/>
                    </a:ext>
                  </a:extLst>
                </p14:cNvPr>
                <p14:cNvContentPartPr/>
                <p14:nvPr/>
              </p14:nvContentPartPr>
              <p14:xfrm>
                <a:off x="4592700" y="2197448"/>
                <a:ext cx="14760" cy="2448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B2DF62A3-A818-D7ED-4867-B4B6185ABDDD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4583700" y="2188808"/>
                  <a:ext cx="324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BC8134D8-0592-5829-C91A-0014B48FC1D2}"/>
                    </a:ext>
                  </a:extLst>
                </p14:cNvPr>
                <p14:cNvContentPartPr/>
                <p14:nvPr/>
              </p14:nvContentPartPr>
              <p14:xfrm>
                <a:off x="4712220" y="2218328"/>
                <a:ext cx="61920" cy="11736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BC8134D8-0592-5829-C91A-0014B48FC1D2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4703220" y="2209328"/>
                  <a:ext cx="795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A6B09806-CC3D-8917-9D27-B13ADF80A81C}"/>
                    </a:ext>
                  </a:extLst>
                </p14:cNvPr>
                <p14:cNvContentPartPr/>
                <p14:nvPr/>
              </p14:nvContentPartPr>
              <p14:xfrm>
                <a:off x="4696380" y="2306528"/>
                <a:ext cx="157680" cy="756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A6B09806-CC3D-8917-9D27-B13ADF80A81C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4687740" y="2297888"/>
                  <a:ext cx="1753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F603BBCE-FB0B-A1DC-415D-C8E5B68D5222}"/>
                    </a:ext>
                  </a:extLst>
                </p14:cNvPr>
                <p14:cNvContentPartPr/>
                <p14:nvPr/>
              </p14:nvContentPartPr>
              <p14:xfrm>
                <a:off x="4805460" y="2285648"/>
                <a:ext cx="54360" cy="687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F603BBCE-FB0B-A1DC-415D-C8E5B68D5222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4796820" y="2277008"/>
                  <a:ext cx="720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118ABD74-E4C9-0409-7A5D-34C91510F08C}"/>
                    </a:ext>
                  </a:extLst>
                </p14:cNvPr>
                <p14:cNvContentPartPr/>
                <p14:nvPr/>
              </p14:nvContentPartPr>
              <p14:xfrm>
                <a:off x="4818060" y="2210768"/>
                <a:ext cx="8640" cy="792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118ABD74-E4C9-0409-7A5D-34C91510F08C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4809060" y="2202128"/>
                  <a:ext cx="262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621B875D-BE05-BA02-126F-06785652F506}"/>
                    </a:ext>
                  </a:extLst>
                </p14:cNvPr>
                <p14:cNvContentPartPr/>
                <p14:nvPr/>
              </p14:nvContentPartPr>
              <p14:xfrm>
                <a:off x="4925700" y="2274488"/>
                <a:ext cx="63000" cy="3816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621B875D-BE05-BA02-126F-06785652F506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4917060" y="2265488"/>
                  <a:ext cx="806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1B2D3217-0057-AFE0-2C56-50AE13AB8975}"/>
                    </a:ext>
                  </a:extLst>
                </p14:cNvPr>
                <p14:cNvContentPartPr/>
                <p14:nvPr/>
              </p14:nvContentPartPr>
              <p14:xfrm>
                <a:off x="5029020" y="2278448"/>
                <a:ext cx="76320" cy="2484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1B2D3217-0057-AFE0-2C56-50AE13AB8975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5020020" y="2269448"/>
                  <a:ext cx="939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DBB9627D-DF9E-BDE4-21E1-311D3003649E}"/>
                    </a:ext>
                  </a:extLst>
                </p14:cNvPr>
                <p14:cNvContentPartPr/>
                <p14:nvPr/>
              </p14:nvContentPartPr>
              <p14:xfrm>
                <a:off x="5168340" y="2222648"/>
                <a:ext cx="74160" cy="10944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DBB9627D-DF9E-BDE4-21E1-311D3003649E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5159340" y="2213648"/>
                  <a:ext cx="9180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BA0905DA-14C7-1D15-00E4-6904D572AB06}"/>
              </a:ext>
            </a:extLst>
          </p:cNvPr>
          <p:cNvGrpSpPr/>
          <p:nvPr/>
        </p:nvGrpSpPr>
        <p:grpSpPr>
          <a:xfrm>
            <a:off x="2363940" y="4447448"/>
            <a:ext cx="103680" cy="67680"/>
            <a:chOff x="2363940" y="4447448"/>
            <a:chExt cx="103680" cy="6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ED8F6BEC-C5BF-B1FC-8FDE-60D724F24AAA}"/>
                    </a:ext>
                  </a:extLst>
                </p14:cNvPr>
                <p14:cNvContentPartPr/>
                <p14:nvPr/>
              </p14:nvContentPartPr>
              <p14:xfrm>
                <a:off x="2363940" y="4503968"/>
                <a:ext cx="103680" cy="1116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ED8F6BEC-C5BF-B1FC-8FDE-60D724F24AAA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2354940" y="4495328"/>
                  <a:ext cx="121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34CB4568-6CCC-E11B-2CED-FBEE4A138144}"/>
                    </a:ext>
                  </a:extLst>
                </p14:cNvPr>
                <p14:cNvContentPartPr/>
                <p14:nvPr/>
              </p14:nvContentPartPr>
              <p14:xfrm>
                <a:off x="2379780" y="4447448"/>
                <a:ext cx="83160" cy="1044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34CB4568-6CCC-E11B-2CED-FBEE4A138144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2370780" y="4438448"/>
                  <a:ext cx="100800" cy="2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20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EA89B8DF-1D81-059F-16FE-024FF6BEFCB5}"/>
                  </a:ext>
                </a:extLst>
              </p14:cNvPr>
              <p14:cNvContentPartPr/>
              <p14:nvPr/>
            </p14:nvContentPartPr>
            <p14:xfrm>
              <a:off x="2794860" y="4187528"/>
              <a:ext cx="47160" cy="124560"/>
            </p14:xfrm>
          </p:contentPart>
        </mc:Choice>
        <mc:Fallback xmlns=""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EA89B8DF-1D81-059F-16FE-024FF6BEFCB5}"/>
                  </a:ext>
                </a:extLst>
              </p:cNvPr>
              <p:cNvPicPr/>
              <p:nvPr/>
            </p:nvPicPr>
            <p:blipFill>
              <a:blip r:embed="rId721"/>
              <a:stretch>
                <a:fillRect/>
              </a:stretch>
            </p:blipFill>
            <p:spPr>
              <a:xfrm>
                <a:off x="2786220" y="4178528"/>
                <a:ext cx="6480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2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F8E942C1-B39B-735A-50B5-E80020ADD277}"/>
                  </a:ext>
                </a:extLst>
              </p14:cNvPr>
              <p14:cNvContentPartPr/>
              <p14:nvPr/>
            </p14:nvContentPartPr>
            <p14:xfrm>
              <a:off x="2708820" y="4447088"/>
              <a:ext cx="372240" cy="19080"/>
            </p14:xfrm>
          </p:contentPart>
        </mc:Choice>
        <mc:Fallback xmlns=""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F8E942C1-B39B-735A-50B5-E80020ADD277}"/>
                  </a:ext>
                </a:extLst>
              </p:cNvPr>
              <p:cNvPicPr/>
              <p:nvPr/>
            </p:nvPicPr>
            <p:blipFill>
              <a:blip r:embed="rId723"/>
              <a:stretch>
                <a:fillRect/>
              </a:stretch>
            </p:blipFill>
            <p:spPr>
              <a:xfrm>
                <a:off x="2700180" y="4438448"/>
                <a:ext cx="389880" cy="3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5" name="Group 394">
            <a:extLst>
              <a:ext uri="{FF2B5EF4-FFF2-40B4-BE49-F238E27FC236}">
                <a16:creationId xmlns:a16="http://schemas.microsoft.com/office/drawing/2014/main" id="{01DFBBA3-18C5-4287-ACE7-BB07C500924C}"/>
              </a:ext>
            </a:extLst>
          </p:cNvPr>
          <p:cNvGrpSpPr/>
          <p:nvPr/>
        </p:nvGrpSpPr>
        <p:grpSpPr>
          <a:xfrm>
            <a:off x="2697660" y="4554368"/>
            <a:ext cx="485280" cy="209160"/>
            <a:chOff x="2697660" y="4554368"/>
            <a:chExt cx="48528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D2747279-CBE4-CAFA-415E-3D519B72099A}"/>
                    </a:ext>
                  </a:extLst>
                </p14:cNvPr>
                <p14:cNvContentPartPr/>
                <p14:nvPr/>
              </p14:nvContentPartPr>
              <p14:xfrm>
                <a:off x="2697660" y="4594328"/>
                <a:ext cx="218520" cy="15408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D2747279-CBE4-CAFA-415E-3D519B72099A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2688660" y="4585328"/>
                  <a:ext cx="2361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3DBF70E8-8166-5AD4-CD54-B0C4BCCCC4B9}"/>
                    </a:ext>
                  </a:extLst>
                </p14:cNvPr>
                <p14:cNvContentPartPr/>
                <p14:nvPr/>
              </p14:nvContentPartPr>
              <p14:xfrm>
                <a:off x="3007980" y="4634288"/>
                <a:ext cx="64440" cy="8388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3DBF70E8-8166-5AD4-CD54-B0C4BCCCC4B9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2999340" y="4625288"/>
                  <a:ext cx="820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73D3D399-B925-5475-C24C-C82B7A82E8B4}"/>
                    </a:ext>
                  </a:extLst>
                </p14:cNvPr>
                <p14:cNvContentPartPr/>
                <p14:nvPr/>
              </p14:nvContentPartPr>
              <p14:xfrm>
                <a:off x="2889180" y="4554368"/>
                <a:ext cx="186840" cy="4896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73D3D399-B925-5475-C24C-C82B7A82E8B4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2880540" y="4545368"/>
                  <a:ext cx="2044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60357775-3377-B51B-6AC6-7F5EB619C96C}"/>
                    </a:ext>
                  </a:extLst>
                </p14:cNvPr>
                <p14:cNvContentPartPr/>
                <p14:nvPr/>
              </p14:nvContentPartPr>
              <p14:xfrm>
                <a:off x="3153420" y="4707008"/>
                <a:ext cx="29520" cy="5652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60357775-3377-B51B-6AC6-7F5EB619C96C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3144780" y="4698008"/>
                  <a:ext cx="47160" cy="7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32AE2625-B8E8-4B18-624E-9FB9B2883467}"/>
              </a:ext>
            </a:extLst>
          </p:cNvPr>
          <p:cNvGrpSpPr/>
          <p:nvPr/>
        </p:nvGrpSpPr>
        <p:grpSpPr>
          <a:xfrm>
            <a:off x="10042020" y="2658248"/>
            <a:ext cx="1095480" cy="252360"/>
            <a:chOff x="10042020" y="2658248"/>
            <a:chExt cx="1095480" cy="25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4F89B5FB-82AF-3B05-63EC-0FD0E6D98C36}"/>
                    </a:ext>
                  </a:extLst>
                </p14:cNvPr>
                <p14:cNvContentPartPr/>
                <p14:nvPr/>
              </p14:nvContentPartPr>
              <p14:xfrm>
                <a:off x="10163340" y="2710808"/>
                <a:ext cx="48240" cy="12240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4F89B5FB-82AF-3B05-63EC-0FD0E6D98C36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10154340" y="2702168"/>
                  <a:ext cx="658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88B3B25F-3E65-4252-87EB-C6FCA9774C3D}"/>
                    </a:ext>
                  </a:extLst>
                </p14:cNvPr>
                <p14:cNvContentPartPr/>
                <p14:nvPr/>
              </p14:nvContentPartPr>
              <p14:xfrm>
                <a:off x="10042020" y="2674088"/>
                <a:ext cx="207360" cy="1188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88B3B25F-3E65-4252-87EB-C6FCA9774C3D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10033020" y="2665448"/>
                  <a:ext cx="2250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D3AEDBEF-F896-AB0F-ADD3-A9EB0589B3C1}"/>
                    </a:ext>
                  </a:extLst>
                </p14:cNvPr>
                <p14:cNvContentPartPr/>
                <p14:nvPr/>
              </p14:nvContentPartPr>
              <p14:xfrm>
                <a:off x="10271340" y="2826008"/>
                <a:ext cx="131760" cy="8460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D3AEDBEF-F896-AB0F-ADD3-A9EB0589B3C1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10262340" y="2817368"/>
                  <a:ext cx="1494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48ECBDB5-BACF-41F2-FAC7-6AB825ECF23B}"/>
                    </a:ext>
                  </a:extLst>
                </p14:cNvPr>
                <p14:cNvContentPartPr/>
                <p14:nvPr/>
              </p14:nvContentPartPr>
              <p14:xfrm>
                <a:off x="10463220" y="2815928"/>
                <a:ext cx="62640" cy="540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48ECBDB5-BACF-41F2-FAC7-6AB825ECF23B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10454580" y="2807288"/>
                  <a:ext cx="80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A1B0346E-9D7D-5251-18B7-4F2BF342220E}"/>
                    </a:ext>
                  </a:extLst>
                </p14:cNvPr>
                <p14:cNvContentPartPr/>
                <p14:nvPr/>
              </p14:nvContentPartPr>
              <p14:xfrm>
                <a:off x="10431180" y="2750408"/>
                <a:ext cx="95040" cy="1368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A1B0346E-9D7D-5251-18B7-4F2BF342220E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10422180" y="2741768"/>
                  <a:ext cx="1126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D558B89F-A234-8663-3E89-C331C31C6ED1}"/>
                    </a:ext>
                  </a:extLst>
                </p14:cNvPr>
                <p14:cNvContentPartPr/>
                <p14:nvPr/>
              </p14:nvContentPartPr>
              <p14:xfrm>
                <a:off x="10639980" y="2686328"/>
                <a:ext cx="210240" cy="15336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D558B89F-A234-8663-3E89-C331C31C6ED1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10630980" y="2677328"/>
                  <a:ext cx="2278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D1697A0F-946B-37CA-EF77-4BD7A6122A0A}"/>
                    </a:ext>
                  </a:extLst>
                </p14:cNvPr>
                <p14:cNvContentPartPr/>
                <p14:nvPr/>
              </p14:nvContentPartPr>
              <p14:xfrm>
                <a:off x="10931220" y="2701448"/>
                <a:ext cx="70200" cy="12024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D1697A0F-946B-37CA-EF77-4BD7A6122A0A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10922220" y="2692808"/>
                  <a:ext cx="878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067EE56D-FFE0-F760-4A29-4FB720A957EA}"/>
                    </a:ext>
                  </a:extLst>
                </p14:cNvPr>
                <p14:cNvContentPartPr/>
                <p14:nvPr/>
              </p14:nvContentPartPr>
              <p14:xfrm>
                <a:off x="10835100" y="2658248"/>
                <a:ext cx="174240" cy="2808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067EE56D-FFE0-F760-4A29-4FB720A957EA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10826100" y="2649608"/>
                  <a:ext cx="1918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02F92DEB-EA4C-936E-2EBC-2E9C15A5FC3C}"/>
                    </a:ext>
                  </a:extLst>
                </p14:cNvPr>
                <p14:cNvContentPartPr/>
                <p14:nvPr/>
              </p14:nvContentPartPr>
              <p14:xfrm>
                <a:off x="11097180" y="2826008"/>
                <a:ext cx="40320" cy="5184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02F92DEB-EA4C-936E-2EBC-2E9C15A5FC3C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11088540" y="2817368"/>
                  <a:ext cx="579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B42D1BDF-D490-6398-EEE6-38E148706077}"/>
                    </a:ext>
                  </a:extLst>
                </p14:cNvPr>
                <p14:cNvContentPartPr/>
                <p14:nvPr/>
              </p14:nvContentPartPr>
              <p14:xfrm>
                <a:off x="10775340" y="2685968"/>
                <a:ext cx="6480" cy="1260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B42D1BDF-D490-6398-EEE6-38E148706077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0766340" y="2676968"/>
                  <a:ext cx="2412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9B7EEF0A-51EE-E801-A394-8B06245DF9D5}"/>
              </a:ext>
            </a:extLst>
          </p:cNvPr>
          <p:cNvGrpSpPr/>
          <p:nvPr/>
        </p:nvGrpSpPr>
        <p:grpSpPr>
          <a:xfrm>
            <a:off x="10209060" y="3101408"/>
            <a:ext cx="620280" cy="245520"/>
            <a:chOff x="10209060" y="3101408"/>
            <a:chExt cx="620280" cy="24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1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FE315624-FDC7-DB59-CB19-8D2035668301}"/>
                    </a:ext>
                  </a:extLst>
                </p14:cNvPr>
                <p14:cNvContentPartPr/>
                <p14:nvPr/>
              </p14:nvContentPartPr>
              <p14:xfrm>
                <a:off x="10245060" y="3215888"/>
                <a:ext cx="15840" cy="4608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FE315624-FDC7-DB59-CB19-8D2035668301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10236060" y="3206888"/>
                  <a:ext cx="334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3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C96FF38D-89AF-FDBF-F926-148F62A77CBE}"/>
                    </a:ext>
                  </a:extLst>
                </p14:cNvPr>
                <p14:cNvContentPartPr/>
                <p14:nvPr/>
              </p14:nvContentPartPr>
              <p14:xfrm>
                <a:off x="10209060" y="3111848"/>
                <a:ext cx="4320" cy="648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C96FF38D-89AF-FDBF-F926-148F62A77CBE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200060" y="3103208"/>
                  <a:ext cx="219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D96B52B6-AF99-8594-2A82-01C9EAA2FF49}"/>
                    </a:ext>
                  </a:extLst>
                </p14:cNvPr>
                <p14:cNvContentPartPr/>
                <p14:nvPr/>
              </p14:nvContentPartPr>
              <p14:xfrm>
                <a:off x="10315260" y="3101408"/>
                <a:ext cx="103680" cy="24552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D96B52B6-AF99-8594-2A82-01C9EAA2FF49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10306260" y="3092768"/>
                  <a:ext cx="1213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7596C693-4029-677A-3B98-4A6BCC04249C}"/>
                    </a:ext>
                  </a:extLst>
                </p14:cNvPr>
                <p14:cNvContentPartPr/>
                <p14:nvPr/>
              </p14:nvContentPartPr>
              <p14:xfrm>
                <a:off x="10364580" y="3273128"/>
                <a:ext cx="360" cy="36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7596C693-4029-677A-3B98-4A6BCC04249C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355940" y="326412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7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E7AD38CE-6C4F-F869-EFA9-90A18689BBC2}"/>
                    </a:ext>
                  </a:extLst>
                </p14:cNvPr>
                <p14:cNvContentPartPr/>
                <p14:nvPr/>
              </p14:nvContentPartPr>
              <p14:xfrm>
                <a:off x="10494540" y="3173768"/>
                <a:ext cx="188280" cy="7992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E7AD38CE-6C4F-F869-EFA9-90A18689BBC2}"/>
                    </a:ext>
                  </a:extLst>
                </p:cNvPr>
                <p:cNvPicPr/>
                <p:nvPr/>
              </p:nvPicPr>
              <p:blipFill>
                <a:blip r:embed="rId758"/>
                <a:stretch>
                  <a:fillRect/>
                </a:stretch>
              </p:blipFill>
              <p:spPr>
                <a:xfrm>
                  <a:off x="10485900" y="3164768"/>
                  <a:ext cx="2059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9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22A829D9-F20D-DF22-33B0-002DFD9B741B}"/>
                    </a:ext>
                  </a:extLst>
                </p14:cNvPr>
                <p14:cNvContentPartPr/>
                <p14:nvPr/>
              </p14:nvContentPartPr>
              <p14:xfrm>
                <a:off x="10733580" y="3171248"/>
                <a:ext cx="95760" cy="9324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22A829D9-F20D-DF22-33B0-002DFD9B741B}"/>
                    </a:ext>
                  </a:extLst>
                </p:cNvPr>
                <p:cNvPicPr/>
                <p:nvPr/>
              </p:nvPicPr>
              <p:blipFill>
                <a:blip r:embed="rId760"/>
                <a:stretch>
                  <a:fillRect/>
                </a:stretch>
              </p:blipFill>
              <p:spPr>
                <a:xfrm>
                  <a:off x="10724580" y="3162248"/>
                  <a:ext cx="11340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372F2F77-8328-A076-04B1-EB8E54788EE4}"/>
              </a:ext>
            </a:extLst>
          </p:cNvPr>
          <p:cNvGrpSpPr/>
          <p:nvPr/>
        </p:nvGrpSpPr>
        <p:grpSpPr>
          <a:xfrm>
            <a:off x="11015100" y="3064688"/>
            <a:ext cx="603720" cy="203760"/>
            <a:chOff x="11015100" y="3064688"/>
            <a:chExt cx="603720" cy="2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1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AB21D2F9-71A4-89F9-167C-7A6A39277DE4}"/>
                    </a:ext>
                  </a:extLst>
                </p14:cNvPr>
                <p14:cNvContentPartPr/>
                <p14:nvPr/>
              </p14:nvContentPartPr>
              <p14:xfrm>
                <a:off x="11015100" y="3064688"/>
                <a:ext cx="93240" cy="17856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AB21D2F9-71A4-89F9-167C-7A6A39277DE4}"/>
                    </a:ext>
                  </a:extLst>
                </p:cNvPr>
                <p:cNvPicPr/>
                <p:nvPr/>
              </p:nvPicPr>
              <p:blipFill>
                <a:blip r:embed="rId762"/>
                <a:stretch>
                  <a:fillRect/>
                </a:stretch>
              </p:blipFill>
              <p:spPr>
                <a:xfrm>
                  <a:off x="11006100" y="3056048"/>
                  <a:ext cx="1108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3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66998B12-3F60-B667-710E-5E736B0CF5F6}"/>
                    </a:ext>
                  </a:extLst>
                </p14:cNvPr>
                <p14:cNvContentPartPr/>
                <p14:nvPr/>
              </p14:nvContentPartPr>
              <p14:xfrm>
                <a:off x="11155500" y="3162608"/>
                <a:ext cx="77760" cy="10584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66998B12-3F60-B667-710E-5E736B0CF5F6}"/>
                    </a:ext>
                  </a:extLst>
                </p:cNvPr>
                <p:cNvPicPr/>
                <p:nvPr/>
              </p:nvPicPr>
              <p:blipFill>
                <a:blip r:embed="rId764"/>
                <a:stretch>
                  <a:fillRect/>
                </a:stretch>
              </p:blipFill>
              <p:spPr>
                <a:xfrm>
                  <a:off x="11146860" y="3153968"/>
                  <a:ext cx="954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5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20E7A080-6D97-E10A-B7A0-4BE43A0F6D55}"/>
                    </a:ext>
                  </a:extLst>
                </p14:cNvPr>
                <p14:cNvContentPartPr/>
                <p14:nvPr/>
              </p14:nvContentPartPr>
              <p14:xfrm>
                <a:off x="11253060" y="3200048"/>
                <a:ext cx="171360" cy="5220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20E7A080-6D97-E10A-B7A0-4BE43A0F6D55}"/>
                    </a:ext>
                  </a:extLst>
                </p:cNvPr>
                <p:cNvPicPr/>
                <p:nvPr/>
              </p:nvPicPr>
              <p:blipFill>
                <a:blip r:embed="rId766"/>
                <a:stretch>
                  <a:fillRect/>
                </a:stretch>
              </p:blipFill>
              <p:spPr>
                <a:xfrm>
                  <a:off x="11244420" y="3191048"/>
                  <a:ext cx="1890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7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B816FF05-E61A-EA67-52CD-3A8275C87A46}"/>
                    </a:ext>
                  </a:extLst>
                </p14:cNvPr>
                <p14:cNvContentPartPr/>
                <p14:nvPr/>
              </p14:nvContentPartPr>
              <p14:xfrm>
                <a:off x="11476620" y="3195008"/>
                <a:ext cx="142200" cy="4212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B816FF05-E61A-EA67-52CD-3A8275C87A46}"/>
                    </a:ext>
                  </a:extLst>
                </p:cNvPr>
                <p:cNvPicPr/>
                <p:nvPr/>
              </p:nvPicPr>
              <p:blipFill>
                <a:blip r:embed="rId768"/>
                <a:stretch>
                  <a:fillRect/>
                </a:stretch>
              </p:blipFill>
              <p:spPr>
                <a:xfrm>
                  <a:off x="11467620" y="3186368"/>
                  <a:ext cx="15984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7" name="Group 426">
            <a:extLst>
              <a:ext uri="{FF2B5EF4-FFF2-40B4-BE49-F238E27FC236}">
                <a16:creationId xmlns:a16="http://schemas.microsoft.com/office/drawing/2014/main" id="{9047DCB8-E642-2E7E-4015-0644A2CD5AC3}"/>
              </a:ext>
            </a:extLst>
          </p:cNvPr>
          <p:cNvGrpSpPr/>
          <p:nvPr/>
        </p:nvGrpSpPr>
        <p:grpSpPr>
          <a:xfrm>
            <a:off x="10332540" y="3395888"/>
            <a:ext cx="1584720" cy="297720"/>
            <a:chOff x="10332540" y="3395888"/>
            <a:chExt cx="1584720" cy="29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9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C021C0CC-137F-56A6-B228-B3E9D7B4667E}"/>
                    </a:ext>
                  </a:extLst>
                </p14:cNvPr>
                <p14:cNvContentPartPr/>
                <p14:nvPr/>
              </p14:nvContentPartPr>
              <p14:xfrm>
                <a:off x="10332540" y="3507128"/>
                <a:ext cx="122760" cy="10008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C021C0CC-137F-56A6-B228-B3E9D7B4667E}"/>
                    </a:ext>
                  </a:extLst>
                </p:cNvPr>
                <p:cNvPicPr/>
                <p:nvPr/>
              </p:nvPicPr>
              <p:blipFill>
                <a:blip r:embed="rId770"/>
                <a:stretch>
                  <a:fillRect/>
                </a:stretch>
              </p:blipFill>
              <p:spPr>
                <a:xfrm>
                  <a:off x="10323540" y="3498128"/>
                  <a:ext cx="1404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1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5E906891-3F7C-678D-C277-04DC447EB3A5}"/>
                    </a:ext>
                  </a:extLst>
                </p14:cNvPr>
                <p14:cNvContentPartPr/>
                <p14:nvPr/>
              </p14:nvContentPartPr>
              <p14:xfrm>
                <a:off x="10479420" y="3542048"/>
                <a:ext cx="321480" cy="4752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5E906891-3F7C-678D-C277-04DC447EB3A5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10470780" y="3533048"/>
                  <a:ext cx="3391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3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E63A8E46-5ECA-260A-9EFE-B32274F955D0}"/>
                    </a:ext>
                  </a:extLst>
                </p14:cNvPr>
                <p14:cNvContentPartPr/>
                <p14:nvPr/>
              </p14:nvContentPartPr>
              <p14:xfrm>
                <a:off x="10857780" y="3536648"/>
                <a:ext cx="64080" cy="13356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E63A8E46-5ECA-260A-9EFE-B32274F955D0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10848780" y="3527648"/>
                  <a:ext cx="817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5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FBA6FF8E-B6AE-C1DB-A328-BF9D11EFA10E}"/>
                    </a:ext>
                  </a:extLst>
                </p14:cNvPr>
                <p14:cNvContentPartPr/>
                <p14:nvPr/>
              </p14:nvContentPartPr>
              <p14:xfrm>
                <a:off x="10961820" y="3395888"/>
                <a:ext cx="242640" cy="20484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FBA6FF8E-B6AE-C1DB-A328-BF9D11EFA10E}"/>
                    </a:ext>
                  </a:extLst>
                </p:cNvPr>
                <p:cNvPicPr/>
                <p:nvPr/>
              </p:nvPicPr>
              <p:blipFill>
                <a:blip r:embed="rId776"/>
                <a:stretch>
                  <a:fillRect/>
                </a:stretch>
              </p:blipFill>
              <p:spPr>
                <a:xfrm>
                  <a:off x="10953180" y="3387248"/>
                  <a:ext cx="2602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7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3A4C878C-754F-7C0F-9499-96D987BC90FE}"/>
                    </a:ext>
                  </a:extLst>
                </p14:cNvPr>
                <p14:cNvContentPartPr/>
                <p14:nvPr/>
              </p14:nvContentPartPr>
              <p14:xfrm>
                <a:off x="11357100" y="3402728"/>
                <a:ext cx="119880" cy="16272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3A4C878C-754F-7C0F-9499-96D987BC90FE}"/>
                    </a:ext>
                  </a:extLst>
                </p:cNvPr>
                <p:cNvPicPr/>
                <p:nvPr/>
              </p:nvPicPr>
              <p:blipFill>
                <a:blip r:embed="rId778"/>
                <a:stretch>
                  <a:fillRect/>
                </a:stretch>
              </p:blipFill>
              <p:spPr>
                <a:xfrm>
                  <a:off x="11348100" y="3394088"/>
                  <a:ext cx="1375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9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903DC3FD-CF75-5D3F-2D16-5F835F8200A8}"/>
                    </a:ext>
                  </a:extLst>
                </p14:cNvPr>
                <p14:cNvContentPartPr/>
                <p14:nvPr/>
              </p14:nvContentPartPr>
              <p14:xfrm>
                <a:off x="11509740" y="3502088"/>
                <a:ext cx="97920" cy="19152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903DC3FD-CF75-5D3F-2D16-5F835F8200A8}"/>
                    </a:ext>
                  </a:extLst>
                </p:cNvPr>
                <p:cNvPicPr/>
                <p:nvPr/>
              </p:nvPicPr>
              <p:blipFill>
                <a:blip r:embed="rId780"/>
                <a:stretch>
                  <a:fillRect/>
                </a:stretch>
              </p:blipFill>
              <p:spPr>
                <a:xfrm>
                  <a:off x="11500740" y="3493088"/>
                  <a:ext cx="1155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1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575A3428-4DB6-ADB0-E90B-B7CA79420884}"/>
                    </a:ext>
                  </a:extLst>
                </p14:cNvPr>
                <p14:cNvContentPartPr/>
                <p14:nvPr/>
              </p14:nvContentPartPr>
              <p14:xfrm>
                <a:off x="11711340" y="3400568"/>
                <a:ext cx="205920" cy="16920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575A3428-4DB6-ADB0-E90B-B7CA79420884}"/>
                    </a:ext>
                  </a:extLst>
                </p:cNvPr>
                <p:cNvPicPr/>
                <p:nvPr/>
              </p:nvPicPr>
              <p:blipFill>
                <a:blip r:embed="rId782"/>
                <a:stretch>
                  <a:fillRect/>
                </a:stretch>
              </p:blipFill>
              <p:spPr>
                <a:xfrm>
                  <a:off x="11702700" y="3391928"/>
                  <a:ext cx="22356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3" name="Group 432">
            <a:extLst>
              <a:ext uri="{FF2B5EF4-FFF2-40B4-BE49-F238E27FC236}">
                <a16:creationId xmlns:a16="http://schemas.microsoft.com/office/drawing/2014/main" id="{69B49477-A947-8342-0C0A-715DCD51F289}"/>
              </a:ext>
            </a:extLst>
          </p:cNvPr>
          <p:cNvGrpSpPr/>
          <p:nvPr/>
        </p:nvGrpSpPr>
        <p:grpSpPr>
          <a:xfrm>
            <a:off x="3335220" y="4322168"/>
            <a:ext cx="361440" cy="483840"/>
            <a:chOff x="3335220" y="4322168"/>
            <a:chExt cx="361440" cy="48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3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50C32600-025F-A4FA-FABA-BC1C236D0A1F}"/>
                    </a:ext>
                  </a:extLst>
                </p14:cNvPr>
                <p14:cNvContentPartPr/>
                <p14:nvPr/>
              </p14:nvContentPartPr>
              <p14:xfrm>
                <a:off x="3335220" y="4322168"/>
                <a:ext cx="361440" cy="23580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50C32600-025F-A4FA-FABA-BC1C236D0A1F}"/>
                    </a:ext>
                  </a:extLst>
                </p:cNvPr>
                <p:cNvPicPr/>
                <p:nvPr/>
              </p:nvPicPr>
              <p:blipFill>
                <a:blip r:embed="rId784"/>
                <a:stretch>
                  <a:fillRect/>
                </a:stretch>
              </p:blipFill>
              <p:spPr>
                <a:xfrm>
                  <a:off x="3326580" y="4313168"/>
                  <a:ext cx="3790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5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C40134FA-B94B-0D23-0359-44C1E9D41BA2}"/>
                    </a:ext>
                  </a:extLst>
                </p14:cNvPr>
                <p14:cNvContentPartPr/>
                <p14:nvPr/>
              </p14:nvContentPartPr>
              <p14:xfrm>
                <a:off x="3446100" y="4631408"/>
                <a:ext cx="133200" cy="16560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C40134FA-B94B-0D23-0359-44C1E9D41BA2}"/>
                    </a:ext>
                  </a:extLst>
                </p:cNvPr>
                <p:cNvPicPr/>
                <p:nvPr/>
              </p:nvPicPr>
              <p:blipFill>
                <a:blip r:embed="rId786"/>
                <a:stretch>
                  <a:fillRect/>
                </a:stretch>
              </p:blipFill>
              <p:spPr>
                <a:xfrm>
                  <a:off x="3437460" y="4622408"/>
                  <a:ext cx="1508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7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59B838B3-01CD-9318-06FD-5C73B5A861BF}"/>
                    </a:ext>
                  </a:extLst>
                </p14:cNvPr>
                <p14:cNvContentPartPr/>
                <p14:nvPr/>
              </p14:nvContentPartPr>
              <p14:xfrm>
                <a:off x="3423420" y="4627448"/>
                <a:ext cx="57600" cy="14148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59B838B3-01CD-9318-06FD-5C73B5A861BF}"/>
                    </a:ext>
                  </a:extLst>
                </p:cNvPr>
                <p:cNvPicPr/>
                <p:nvPr/>
              </p:nvPicPr>
              <p:blipFill>
                <a:blip r:embed="rId788"/>
                <a:stretch>
                  <a:fillRect/>
                </a:stretch>
              </p:blipFill>
              <p:spPr>
                <a:xfrm>
                  <a:off x="3414780" y="4618448"/>
                  <a:ext cx="752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9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8A4BA47B-FDCC-9985-909F-6973DB7E7962}"/>
                    </a:ext>
                  </a:extLst>
                </p14:cNvPr>
                <p14:cNvContentPartPr/>
                <p14:nvPr/>
              </p14:nvContentPartPr>
              <p14:xfrm>
                <a:off x="3522420" y="4805648"/>
                <a:ext cx="360" cy="36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8A4BA47B-FDCC-9985-909F-6973DB7E7962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513420" y="47966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2" name="Group 441">
            <a:extLst>
              <a:ext uri="{FF2B5EF4-FFF2-40B4-BE49-F238E27FC236}">
                <a16:creationId xmlns:a16="http://schemas.microsoft.com/office/drawing/2014/main" id="{69E8D669-8710-165E-8E35-0F94320EF2F9}"/>
              </a:ext>
            </a:extLst>
          </p:cNvPr>
          <p:cNvGrpSpPr/>
          <p:nvPr/>
        </p:nvGrpSpPr>
        <p:grpSpPr>
          <a:xfrm>
            <a:off x="3891420" y="4251968"/>
            <a:ext cx="835920" cy="429120"/>
            <a:chOff x="3891420" y="4251968"/>
            <a:chExt cx="835920" cy="42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47C3A3AF-FADA-0BC0-B832-97008E4E5D50}"/>
                    </a:ext>
                  </a:extLst>
                </p14:cNvPr>
                <p14:cNvContentPartPr/>
                <p14:nvPr/>
              </p14:nvContentPartPr>
              <p14:xfrm>
                <a:off x="3891420" y="4350608"/>
                <a:ext cx="177120" cy="19980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47C3A3AF-FADA-0BC0-B832-97008E4E5D50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3882420" y="4341968"/>
                  <a:ext cx="1947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70634F61-322C-C238-ECD2-311D32719834}"/>
                    </a:ext>
                  </a:extLst>
                </p14:cNvPr>
                <p14:cNvContentPartPr/>
                <p14:nvPr/>
              </p14:nvContentPartPr>
              <p14:xfrm>
                <a:off x="3927420" y="4341248"/>
                <a:ext cx="86400" cy="23580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70634F61-322C-C238-ECD2-311D32719834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3918780" y="4332248"/>
                  <a:ext cx="1040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4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9982E1F9-D148-F490-E9FE-4D766DB8A543}"/>
                    </a:ext>
                  </a:extLst>
                </p14:cNvPr>
                <p14:cNvContentPartPr/>
                <p14:nvPr/>
              </p14:nvContentPartPr>
              <p14:xfrm>
                <a:off x="4129740" y="4535288"/>
                <a:ext cx="125640" cy="8352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9982E1F9-D148-F490-E9FE-4D766DB8A543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4120740" y="4526648"/>
                  <a:ext cx="1432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6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2D9EA76E-E7ED-F816-7707-4196A55F36DB}"/>
                    </a:ext>
                  </a:extLst>
                </p14:cNvPr>
                <p14:cNvContentPartPr/>
                <p14:nvPr/>
              </p14:nvContentPartPr>
              <p14:xfrm>
                <a:off x="4292100" y="4272848"/>
                <a:ext cx="108000" cy="34596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2D9EA76E-E7ED-F816-7707-4196A55F36DB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4283100" y="4263848"/>
                  <a:ext cx="12564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8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3DC65541-C26A-3F00-9DCA-75C88CEDAA62}"/>
                    </a:ext>
                  </a:extLst>
                </p14:cNvPr>
                <p14:cNvContentPartPr/>
                <p14:nvPr/>
              </p14:nvContentPartPr>
              <p14:xfrm>
                <a:off x="4467060" y="4471928"/>
                <a:ext cx="95400" cy="20916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3DC65541-C26A-3F00-9DCA-75C88CEDAA62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4458060" y="4463288"/>
                  <a:ext cx="1130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0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0E7429B8-6BC9-7817-EA07-4E49453908DD}"/>
                    </a:ext>
                  </a:extLst>
                </p14:cNvPr>
                <p14:cNvContentPartPr/>
                <p14:nvPr/>
              </p14:nvContentPartPr>
              <p14:xfrm>
                <a:off x="4473180" y="4357808"/>
                <a:ext cx="1440" cy="144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0E7429B8-6BC9-7817-EA07-4E49453908DD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464180" y="4348808"/>
                  <a:ext cx="190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1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10B4CFF8-E9A9-77BD-B75F-E69ADD095D96}"/>
                    </a:ext>
                  </a:extLst>
                </p14:cNvPr>
                <p14:cNvContentPartPr/>
                <p14:nvPr/>
              </p14:nvContentPartPr>
              <p14:xfrm>
                <a:off x="4593060" y="4251968"/>
                <a:ext cx="134280" cy="34992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10B4CFF8-E9A9-77BD-B75F-E69ADD095D96}"/>
                    </a:ext>
                  </a:extLst>
                </p:cNvPr>
                <p:cNvPicPr/>
                <p:nvPr/>
              </p:nvPicPr>
              <p:blipFill>
                <a:blip r:embed="rId802"/>
                <a:stretch>
                  <a:fillRect/>
                </a:stretch>
              </p:blipFill>
              <p:spPr>
                <a:xfrm>
                  <a:off x="4584420" y="4242968"/>
                  <a:ext cx="151920" cy="36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823676CE-8B29-9A4E-2BBA-CCBDC36B4228}"/>
              </a:ext>
            </a:extLst>
          </p:cNvPr>
          <p:cNvGrpSpPr/>
          <p:nvPr/>
        </p:nvGrpSpPr>
        <p:grpSpPr>
          <a:xfrm>
            <a:off x="4753980" y="4094288"/>
            <a:ext cx="1870560" cy="667440"/>
            <a:chOff x="4753980" y="4094288"/>
            <a:chExt cx="1870560" cy="66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3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686806D8-06E4-EBFF-22CF-06D24406A734}"/>
                    </a:ext>
                  </a:extLst>
                </p14:cNvPr>
                <p14:cNvContentPartPr/>
                <p14:nvPr/>
              </p14:nvContentPartPr>
              <p14:xfrm>
                <a:off x="4791060" y="4255208"/>
                <a:ext cx="181800" cy="9252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686806D8-06E4-EBFF-22CF-06D24406A734}"/>
                    </a:ext>
                  </a:extLst>
                </p:cNvPr>
                <p:cNvPicPr/>
                <p:nvPr/>
              </p:nvPicPr>
              <p:blipFill>
                <a:blip r:embed="rId804"/>
                <a:stretch>
                  <a:fillRect/>
                </a:stretch>
              </p:blipFill>
              <p:spPr>
                <a:xfrm>
                  <a:off x="4782420" y="4246208"/>
                  <a:ext cx="1994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5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3A45782B-015C-8BD0-1E21-EE1581B0E454}"/>
                    </a:ext>
                  </a:extLst>
                </p14:cNvPr>
                <p14:cNvContentPartPr/>
                <p14:nvPr/>
              </p14:nvContentPartPr>
              <p14:xfrm>
                <a:off x="5034060" y="4293008"/>
                <a:ext cx="109080" cy="7236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3A45782B-015C-8BD0-1E21-EE1581B0E454}"/>
                    </a:ext>
                  </a:extLst>
                </p:cNvPr>
                <p:cNvPicPr/>
                <p:nvPr/>
              </p:nvPicPr>
              <p:blipFill>
                <a:blip r:embed="rId806"/>
                <a:stretch>
                  <a:fillRect/>
                </a:stretch>
              </p:blipFill>
              <p:spPr>
                <a:xfrm>
                  <a:off x="5025420" y="4284008"/>
                  <a:ext cx="1267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7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868F1276-98C2-1339-2931-5D5901D12F77}"/>
                    </a:ext>
                  </a:extLst>
                </p14:cNvPr>
                <p14:cNvContentPartPr/>
                <p14:nvPr/>
              </p14:nvContentPartPr>
              <p14:xfrm>
                <a:off x="4753980" y="4436288"/>
                <a:ext cx="462960" cy="2700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868F1276-98C2-1339-2931-5D5901D12F77}"/>
                    </a:ext>
                  </a:extLst>
                </p:cNvPr>
                <p:cNvPicPr/>
                <p:nvPr/>
              </p:nvPicPr>
              <p:blipFill>
                <a:blip r:embed="rId808"/>
                <a:stretch>
                  <a:fillRect/>
                </a:stretch>
              </p:blipFill>
              <p:spPr>
                <a:xfrm>
                  <a:off x="4745340" y="4427288"/>
                  <a:ext cx="4806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9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6F107D6B-95BD-DB63-59FE-2B01B2143544}"/>
                    </a:ext>
                  </a:extLst>
                </p14:cNvPr>
                <p14:cNvContentPartPr/>
                <p14:nvPr/>
              </p14:nvContentPartPr>
              <p14:xfrm>
                <a:off x="4847220" y="4580288"/>
                <a:ext cx="202680" cy="14364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6F107D6B-95BD-DB63-59FE-2B01B2143544}"/>
                    </a:ext>
                  </a:extLst>
                </p:cNvPr>
                <p:cNvPicPr/>
                <p:nvPr/>
              </p:nvPicPr>
              <p:blipFill>
                <a:blip r:embed="rId810"/>
                <a:stretch>
                  <a:fillRect/>
                </a:stretch>
              </p:blipFill>
              <p:spPr>
                <a:xfrm>
                  <a:off x="4838220" y="4571648"/>
                  <a:ext cx="2203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1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6AD27745-3B20-38BC-C496-623B6909322C}"/>
                    </a:ext>
                  </a:extLst>
                </p14:cNvPr>
                <p14:cNvContentPartPr/>
                <p14:nvPr/>
              </p14:nvContentPartPr>
              <p14:xfrm>
                <a:off x="5125140" y="4605848"/>
                <a:ext cx="59760" cy="9468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6AD27745-3B20-38BC-C496-623B6909322C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5116500" y="4596848"/>
                  <a:ext cx="77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3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5F1C6F15-6367-8770-3440-DB365587811C}"/>
                    </a:ext>
                  </a:extLst>
                </p14:cNvPr>
                <p14:cNvContentPartPr/>
                <p14:nvPr/>
              </p14:nvContentPartPr>
              <p14:xfrm>
                <a:off x="5008140" y="4557968"/>
                <a:ext cx="203400" cy="2484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5F1C6F15-6367-8770-3440-DB365587811C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4999140" y="4549328"/>
                  <a:ext cx="2210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5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56D7D322-D7C0-C44B-E8F9-B529D2642814}"/>
                    </a:ext>
                  </a:extLst>
                </p14:cNvPr>
                <p14:cNvContentPartPr/>
                <p14:nvPr/>
              </p14:nvContentPartPr>
              <p14:xfrm>
                <a:off x="5273820" y="4686128"/>
                <a:ext cx="25920" cy="5076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56D7D322-D7C0-C44B-E8F9-B529D2642814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5264820" y="4677128"/>
                  <a:ext cx="435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7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7755D7EB-EEA3-BCAE-9255-BE54732378C4}"/>
                    </a:ext>
                  </a:extLst>
                </p14:cNvPr>
                <p14:cNvContentPartPr/>
                <p14:nvPr/>
              </p14:nvContentPartPr>
              <p14:xfrm>
                <a:off x="5397660" y="4410368"/>
                <a:ext cx="130320" cy="1116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7755D7EB-EEA3-BCAE-9255-BE54732378C4}"/>
                    </a:ext>
                  </a:extLst>
                </p:cNvPr>
                <p:cNvPicPr/>
                <p:nvPr/>
              </p:nvPicPr>
              <p:blipFill>
                <a:blip r:embed="rId818"/>
                <a:stretch>
                  <a:fillRect/>
                </a:stretch>
              </p:blipFill>
              <p:spPr>
                <a:xfrm>
                  <a:off x="5389020" y="4401368"/>
                  <a:ext cx="147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9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820024B8-7614-3753-1A84-605B352BD820}"/>
                    </a:ext>
                  </a:extLst>
                </p14:cNvPr>
                <p14:cNvContentPartPr/>
                <p14:nvPr/>
              </p14:nvContentPartPr>
              <p14:xfrm>
                <a:off x="5662980" y="4201928"/>
                <a:ext cx="117360" cy="11088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820024B8-7614-3753-1A84-605B352BD820}"/>
                    </a:ext>
                  </a:extLst>
                </p:cNvPr>
                <p:cNvPicPr/>
                <p:nvPr/>
              </p:nvPicPr>
              <p:blipFill>
                <a:blip r:embed="rId820"/>
                <a:stretch>
                  <a:fillRect/>
                </a:stretch>
              </p:blipFill>
              <p:spPr>
                <a:xfrm>
                  <a:off x="5653980" y="4193288"/>
                  <a:ext cx="1350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1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DFACF140-E8C0-244E-ED14-385D58DAE92A}"/>
                    </a:ext>
                  </a:extLst>
                </p14:cNvPr>
                <p14:cNvContentPartPr/>
                <p14:nvPr/>
              </p14:nvContentPartPr>
              <p14:xfrm>
                <a:off x="5849820" y="4270328"/>
                <a:ext cx="51480" cy="5904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DFACF140-E8C0-244E-ED14-385D58DAE92A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5841180" y="4261688"/>
                  <a:ext cx="691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3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DAD0186E-37C9-0788-3C28-5C53BC784D4F}"/>
                    </a:ext>
                  </a:extLst>
                </p14:cNvPr>
                <p14:cNvContentPartPr/>
                <p14:nvPr/>
              </p14:nvContentPartPr>
              <p14:xfrm>
                <a:off x="5907060" y="4249808"/>
                <a:ext cx="40680" cy="6300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DAD0186E-37C9-0788-3C28-5C53BC784D4F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5898060" y="4240808"/>
                  <a:ext cx="583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5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F0043ED3-87BB-5D55-9E6B-2EC921FDE1B3}"/>
                    </a:ext>
                  </a:extLst>
                </p14:cNvPr>
                <p14:cNvContentPartPr/>
                <p14:nvPr/>
              </p14:nvContentPartPr>
              <p14:xfrm>
                <a:off x="5808420" y="4193648"/>
                <a:ext cx="135360" cy="2592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F0043ED3-87BB-5D55-9E6B-2EC921FDE1B3}"/>
                    </a:ext>
                  </a:extLst>
                </p:cNvPr>
                <p:cNvPicPr/>
                <p:nvPr/>
              </p:nvPicPr>
              <p:blipFill>
                <a:blip r:embed="rId826"/>
                <a:stretch>
                  <a:fillRect/>
                </a:stretch>
              </p:blipFill>
              <p:spPr>
                <a:xfrm>
                  <a:off x="5799780" y="4185008"/>
                  <a:ext cx="1530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7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BDEC94DA-C159-D321-09C0-3B762203333F}"/>
                    </a:ext>
                  </a:extLst>
                </p14:cNvPr>
                <p14:cNvContentPartPr/>
                <p14:nvPr/>
              </p14:nvContentPartPr>
              <p14:xfrm>
                <a:off x="6030540" y="4094288"/>
                <a:ext cx="141480" cy="21816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BDEC94DA-C159-D321-09C0-3B762203333F}"/>
                    </a:ext>
                  </a:extLst>
                </p:cNvPr>
                <p:cNvPicPr/>
                <p:nvPr/>
              </p:nvPicPr>
              <p:blipFill>
                <a:blip r:embed="rId828"/>
                <a:stretch>
                  <a:fillRect/>
                </a:stretch>
              </p:blipFill>
              <p:spPr>
                <a:xfrm>
                  <a:off x="6021540" y="4085288"/>
                  <a:ext cx="1591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9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5B220BD2-13AD-FB23-AE42-4E45705DB905}"/>
                    </a:ext>
                  </a:extLst>
                </p14:cNvPr>
                <p14:cNvContentPartPr/>
                <p14:nvPr/>
              </p14:nvContentPartPr>
              <p14:xfrm>
                <a:off x="5736060" y="4405328"/>
                <a:ext cx="498960" cy="1836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5B220BD2-13AD-FB23-AE42-4E45705DB905}"/>
                    </a:ext>
                  </a:extLst>
                </p:cNvPr>
                <p:cNvPicPr/>
                <p:nvPr/>
              </p:nvPicPr>
              <p:blipFill>
                <a:blip r:embed="rId830"/>
                <a:stretch>
                  <a:fillRect/>
                </a:stretch>
              </p:blipFill>
              <p:spPr>
                <a:xfrm>
                  <a:off x="5727060" y="4396328"/>
                  <a:ext cx="5166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1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A5BE8999-2148-24F7-F202-B1A5F91CF67C}"/>
                    </a:ext>
                  </a:extLst>
                </p14:cNvPr>
                <p14:cNvContentPartPr/>
                <p14:nvPr/>
              </p14:nvContentPartPr>
              <p14:xfrm>
                <a:off x="5818140" y="4581368"/>
                <a:ext cx="168840" cy="13968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A5BE8999-2148-24F7-F202-B1A5F91CF67C}"/>
                    </a:ext>
                  </a:extLst>
                </p:cNvPr>
                <p:cNvPicPr/>
                <p:nvPr/>
              </p:nvPicPr>
              <p:blipFill>
                <a:blip r:embed="rId832"/>
                <a:stretch>
                  <a:fillRect/>
                </a:stretch>
              </p:blipFill>
              <p:spPr>
                <a:xfrm>
                  <a:off x="5809500" y="4572728"/>
                  <a:ext cx="1864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3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B95E52B9-D229-7934-07F1-590F6C9EB4AC}"/>
                    </a:ext>
                  </a:extLst>
                </p14:cNvPr>
                <p14:cNvContentPartPr/>
                <p14:nvPr/>
              </p14:nvContentPartPr>
              <p14:xfrm>
                <a:off x="6067980" y="4639328"/>
                <a:ext cx="48960" cy="7056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B95E52B9-D229-7934-07F1-590F6C9EB4AC}"/>
                    </a:ext>
                  </a:extLst>
                </p:cNvPr>
                <p:cNvPicPr/>
                <p:nvPr/>
              </p:nvPicPr>
              <p:blipFill>
                <a:blip r:embed="rId834"/>
                <a:stretch>
                  <a:fillRect/>
                </a:stretch>
              </p:blipFill>
              <p:spPr>
                <a:xfrm>
                  <a:off x="6059340" y="4630688"/>
                  <a:ext cx="666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5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154120E7-AD7F-115A-BD86-D3C0AF08D77A}"/>
                    </a:ext>
                  </a:extLst>
                </p14:cNvPr>
                <p14:cNvContentPartPr/>
                <p14:nvPr/>
              </p14:nvContentPartPr>
              <p14:xfrm>
                <a:off x="5981220" y="4575968"/>
                <a:ext cx="139320" cy="3240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154120E7-AD7F-115A-BD86-D3C0AF08D77A}"/>
                    </a:ext>
                  </a:extLst>
                </p:cNvPr>
                <p:cNvPicPr/>
                <p:nvPr/>
              </p:nvPicPr>
              <p:blipFill>
                <a:blip r:embed="rId836"/>
                <a:stretch>
                  <a:fillRect/>
                </a:stretch>
              </p:blipFill>
              <p:spPr>
                <a:xfrm>
                  <a:off x="5972220" y="4567328"/>
                  <a:ext cx="1569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7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EEB5FDE4-5938-5D9C-9FE2-08C8334A6D66}"/>
                    </a:ext>
                  </a:extLst>
                </p14:cNvPr>
                <p14:cNvContentPartPr/>
                <p14:nvPr/>
              </p14:nvContentPartPr>
              <p14:xfrm>
                <a:off x="6190380" y="4700168"/>
                <a:ext cx="43560" cy="6156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EEB5FDE4-5938-5D9C-9FE2-08C8334A6D66}"/>
                    </a:ext>
                  </a:extLst>
                </p:cNvPr>
                <p:cNvPicPr/>
                <p:nvPr/>
              </p:nvPicPr>
              <p:blipFill>
                <a:blip r:embed="rId838"/>
                <a:stretch>
                  <a:fillRect/>
                </a:stretch>
              </p:blipFill>
              <p:spPr>
                <a:xfrm>
                  <a:off x="6181740" y="4691168"/>
                  <a:ext cx="612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9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5E5D24C9-3CE6-4C2B-635B-9D7D99C1709B}"/>
                    </a:ext>
                  </a:extLst>
                </p14:cNvPr>
                <p14:cNvContentPartPr/>
                <p14:nvPr/>
              </p14:nvContentPartPr>
              <p14:xfrm>
                <a:off x="6104340" y="4602968"/>
                <a:ext cx="360" cy="36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5E5D24C9-3CE6-4C2B-635B-9D7D99C1709B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095700" y="459432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0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836EA8CB-6763-AA23-4611-71CF8DE73E6B}"/>
                    </a:ext>
                  </a:extLst>
                </p14:cNvPr>
                <p14:cNvContentPartPr/>
                <p14:nvPr/>
              </p14:nvContentPartPr>
              <p14:xfrm>
                <a:off x="6327900" y="4261688"/>
                <a:ext cx="156240" cy="29448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836EA8CB-6763-AA23-4611-71CF8DE73E6B}"/>
                    </a:ext>
                  </a:extLst>
                </p:cNvPr>
                <p:cNvPicPr/>
                <p:nvPr/>
              </p:nvPicPr>
              <p:blipFill>
                <a:blip r:embed="rId841"/>
                <a:stretch>
                  <a:fillRect/>
                </a:stretch>
              </p:blipFill>
              <p:spPr>
                <a:xfrm>
                  <a:off x="6318900" y="4253048"/>
                  <a:ext cx="1738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2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FDE3BE7D-814D-E0F2-4644-C262C70F5F71}"/>
                    </a:ext>
                  </a:extLst>
                </p14:cNvPr>
                <p14:cNvContentPartPr/>
                <p14:nvPr/>
              </p14:nvContentPartPr>
              <p14:xfrm>
                <a:off x="6404580" y="4183568"/>
                <a:ext cx="219960" cy="42048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FDE3BE7D-814D-E0F2-4644-C262C70F5F71}"/>
                    </a:ext>
                  </a:extLst>
                </p:cNvPr>
                <p:cNvPicPr/>
                <p:nvPr/>
              </p:nvPicPr>
              <p:blipFill>
                <a:blip r:embed="rId843"/>
                <a:stretch>
                  <a:fillRect/>
                </a:stretch>
              </p:blipFill>
              <p:spPr>
                <a:xfrm>
                  <a:off x="6395940" y="4174928"/>
                  <a:ext cx="237600" cy="43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6" name="Group 475">
            <a:extLst>
              <a:ext uri="{FF2B5EF4-FFF2-40B4-BE49-F238E27FC236}">
                <a16:creationId xmlns:a16="http://schemas.microsoft.com/office/drawing/2014/main" id="{ADD26713-3E36-3AB7-8151-D4BC46AB5EF6}"/>
              </a:ext>
            </a:extLst>
          </p:cNvPr>
          <p:cNvGrpSpPr/>
          <p:nvPr/>
        </p:nvGrpSpPr>
        <p:grpSpPr>
          <a:xfrm>
            <a:off x="7948260" y="4390568"/>
            <a:ext cx="426960" cy="239040"/>
            <a:chOff x="7948260" y="4390568"/>
            <a:chExt cx="42696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4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955C5EC5-8CA0-27B7-6F36-4D03B5EA5162}"/>
                    </a:ext>
                  </a:extLst>
                </p14:cNvPr>
                <p14:cNvContentPartPr/>
                <p14:nvPr/>
              </p14:nvContentPartPr>
              <p14:xfrm>
                <a:off x="7948260" y="4390568"/>
                <a:ext cx="145440" cy="21420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955C5EC5-8CA0-27B7-6F36-4D03B5EA5162}"/>
                    </a:ext>
                  </a:extLst>
                </p:cNvPr>
                <p:cNvPicPr/>
                <p:nvPr/>
              </p:nvPicPr>
              <p:blipFill>
                <a:blip r:embed="rId845"/>
                <a:stretch>
                  <a:fillRect/>
                </a:stretch>
              </p:blipFill>
              <p:spPr>
                <a:xfrm>
                  <a:off x="7939620" y="4381928"/>
                  <a:ext cx="1630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6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3D6ED59D-A9D7-5984-7F90-E432FA761C71}"/>
                    </a:ext>
                  </a:extLst>
                </p14:cNvPr>
                <p14:cNvContentPartPr/>
                <p14:nvPr/>
              </p14:nvContentPartPr>
              <p14:xfrm>
                <a:off x="8109180" y="4489568"/>
                <a:ext cx="123480" cy="13500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3D6ED59D-A9D7-5984-7F90-E432FA761C71}"/>
                    </a:ext>
                  </a:extLst>
                </p:cNvPr>
                <p:cNvPicPr/>
                <p:nvPr/>
              </p:nvPicPr>
              <p:blipFill>
                <a:blip r:embed="rId847"/>
                <a:stretch>
                  <a:fillRect/>
                </a:stretch>
              </p:blipFill>
              <p:spPr>
                <a:xfrm>
                  <a:off x="8100540" y="4480928"/>
                  <a:ext cx="1411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8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D5F259DF-889B-7BCC-4C85-92749983B01C}"/>
                    </a:ext>
                  </a:extLst>
                </p14:cNvPr>
                <p14:cNvContentPartPr/>
                <p14:nvPr/>
              </p14:nvContentPartPr>
              <p14:xfrm>
                <a:off x="8280900" y="4414328"/>
                <a:ext cx="93240" cy="21528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D5F259DF-889B-7BCC-4C85-92749983B01C}"/>
                    </a:ext>
                  </a:extLst>
                </p:cNvPr>
                <p:cNvPicPr/>
                <p:nvPr/>
              </p:nvPicPr>
              <p:blipFill>
                <a:blip r:embed="rId849"/>
                <a:stretch>
                  <a:fillRect/>
                </a:stretch>
              </p:blipFill>
              <p:spPr>
                <a:xfrm>
                  <a:off x="8272260" y="4405328"/>
                  <a:ext cx="1108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0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B9189EA5-93AB-5A1A-4E1D-67F5C03CE942}"/>
                    </a:ext>
                  </a:extLst>
                </p14:cNvPr>
                <p14:cNvContentPartPr/>
                <p14:nvPr/>
              </p14:nvContentPartPr>
              <p14:xfrm>
                <a:off x="8240940" y="4514048"/>
                <a:ext cx="134280" cy="1116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B9189EA5-93AB-5A1A-4E1D-67F5C03CE942}"/>
                    </a:ext>
                  </a:extLst>
                </p:cNvPr>
                <p:cNvPicPr/>
                <p:nvPr/>
              </p:nvPicPr>
              <p:blipFill>
                <a:blip r:embed="rId851"/>
                <a:stretch>
                  <a:fillRect/>
                </a:stretch>
              </p:blipFill>
              <p:spPr>
                <a:xfrm>
                  <a:off x="8232300" y="4505408"/>
                  <a:ext cx="151920" cy="2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52">
            <p14:nvContentPartPr>
              <p14:cNvPr id="477" name="Ink 476">
                <a:extLst>
                  <a:ext uri="{FF2B5EF4-FFF2-40B4-BE49-F238E27FC236}">
                    <a16:creationId xmlns:a16="http://schemas.microsoft.com/office/drawing/2014/main" id="{517D90A7-FD1F-28B1-984E-82C5603EA345}"/>
                  </a:ext>
                </a:extLst>
              </p14:cNvPr>
              <p14:cNvContentPartPr/>
              <p14:nvPr/>
            </p14:nvContentPartPr>
            <p14:xfrm>
              <a:off x="8618580" y="4356008"/>
              <a:ext cx="137520" cy="285120"/>
            </p14:xfrm>
          </p:contentPart>
        </mc:Choice>
        <mc:Fallback xmlns="">
          <p:pic>
            <p:nvPicPr>
              <p:cNvPr id="477" name="Ink 476">
                <a:extLst>
                  <a:ext uri="{FF2B5EF4-FFF2-40B4-BE49-F238E27FC236}">
                    <a16:creationId xmlns:a16="http://schemas.microsoft.com/office/drawing/2014/main" id="{517D90A7-FD1F-28B1-984E-82C5603EA345}"/>
                  </a:ext>
                </a:extLst>
              </p:cNvPr>
              <p:cNvPicPr/>
              <p:nvPr/>
            </p:nvPicPr>
            <p:blipFill>
              <a:blip r:embed="rId853"/>
              <a:stretch>
                <a:fillRect/>
              </a:stretch>
            </p:blipFill>
            <p:spPr>
              <a:xfrm>
                <a:off x="8609580" y="4347368"/>
                <a:ext cx="155160" cy="30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87" name="Group 486">
            <a:extLst>
              <a:ext uri="{FF2B5EF4-FFF2-40B4-BE49-F238E27FC236}">
                <a16:creationId xmlns:a16="http://schemas.microsoft.com/office/drawing/2014/main" id="{8D525F29-EBF4-03F7-A905-4A7F4D6FDA41}"/>
              </a:ext>
            </a:extLst>
          </p:cNvPr>
          <p:cNvGrpSpPr/>
          <p:nvPr/>
        </p:nvGrpSpPr>
        <p:grpSpPr>
          <a:xfrm>
            <a:off x="8905860" y="4358888"/>
            <a:ext cx="1014120" cy="232560"/>
            <a:chOff x="8905860" y="4358888"/>
            <a:chExt cx="101412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4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70696270-2012-122D-20F5-83D6B51D9683}"/>
                    </a:ext>
                  </a:extLst>
                </p14:cNvPr>
                <p14:cNvContentPartPr/>
                <p14:nvPr/>
              </p14:nvContentPartPr>
              <p14:xfrm>
                <a:off x="8915940" y="4545368"/>
                <a:ext cx="114120" cy="612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70696270-2012-122D-20F5-83D6B51D9683}"/>
                    </a:ext>
                  </a:extLst>
                </p:cNvPr>
                <p:cNvPicPr/>
                <p:nvPr/>
              </p:nvPicPr>
              <p:blipFill>
                <a:blip r:embed="rId855"/>
                <a:stretch>
                  <a:fillRect/>
                </a:stretch>
              </p:blipFill>
              <p:spPr>
                <a:xfrm>
                  <a:off x="8906940" y="4536728"/>
                  <a:ext cx="1317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6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C2202859-FC3D-863E-FCCF-DFCDFE6AB7F2}"/>
                    </a:ext>
                  </a:extLst>
                </p14:cNvPr>
                <p14:cNvContentPartPr/>
                <p14:nvPr/>
              </p14:nvContentPartPr>
              <p14:xfrm>
                <a:off x="8905860" y="4496768"/>
                <a:ext cx="103320" cy="792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C2202859-FC3D-863E-FCCF-DFCDFE6AB7F2}"/>
                    </a:ext>
                  </a:extLst>
                </p:cNvPr>
                <p:cNvPicPr/>
                <p:nvPr/>
              </p:nvPicPr>
              <p:blipFill>
                <a:blip r:embed="rId857"/>
                <a:stretch>
                  <a:fillRect/>
                </a:stretch>
              </p:blipFill>
              <p:spPr>
                <a:xfrm>
                  <a:off x="8896860" y="4488128"/>
                  <a:ext cx="1209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8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AE1C3C52-CAB7-AD4F-35BA-693625D18BF6}"/>
                    </a:ext>
                  </a:extLst>
                </p14:cNvPr>
                <p14:cNvContentPartPr/>
                <p14:nvPr/>
              </p14:nvContentPartPr>
              <p14:xfrm>
                <a:off x="9153180" y="4504328"/>
                <a:ext cx="44640" cy="8712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AE1C3C52-CAB7-AD4F-35BA-693625D18BF6}"/>
                    </a:ext>
                  </a:extLst>
                </p:cNvPr>
                <p:cNvPicPr/>
                <p:nvPr/>
              </p:nvPicPr>
              <p:blipFill>
                <a:blip r:embed="rId859"/>
                <a:stretch>
                  <a:fillRect/>
                </a:stretch>
              </p:blipFill>
              <p:spPr>
                <a:xfrm>
                  <a:off x="9144540" y="4495328"/>
                  <a:ext cx="622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0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570165A8-E97B-6F11-36D5-2F4DDD7FD578}"/>
                    </a:ext>
                  </a:extLst>
                </p14:cNvPr>
                <p14:cNvContentPartPr/>
                <p14:nvPr/>
              </p14:nvContentPartPr>
              <p14:xfrm>
                <a:off x="9116100" y="4374368"/>
                <a:ext cx="2160" cy="216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570165A8-E97B-6F11-36D5-2F4DDD7FD578}"/>
                    </a:ext>
                  </a:extLst>
                </p:cNvPr>
                <p:cNvPicPr/>
                <p:nvPr/>
              </p:nvPicPr>
              <p:blipFill>
                <a:blip r:embed="rId861"/>
                <a:stretch>
                  <a:fillRect/>
                </a:stretch>
              </p:blipFill>
              <p:spPr>
                <a:xfrm>
                  <a:off x="9107100" y="4365728"/>
                  <a:ext cx="198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2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56DC949C-82DC-20BE-CB87-61C7B74DF3F0}"/>
                    </a:ext>
                  </a:extLst>
                </p14:cNvPr>
                <p14:cNvContentPartPr/>
                <p14:nvPr/>
              </p14:nvContentPartPr>
              <p14:xfrm>
                <a:off x="9331020" y="4462568"/>
                <a:ext cx="41400" cy="9828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56DC949C-82DC-20BE-CB87-61C7B74DF3F0}"/>
                    </a:ext>
                  </a:extLst>
                </p:cNvPr>
                <p:cNvPicPr/>
                <p:nvPr/>
              </p:nvPicPr>
              <p:blipFill>
                <a:blip r:embed="rId863"/>
                <a:stretch>
                  <a:fillRect/>
                </a:stretch>
              </p:blipFill>
              <p:spPr>
                <a:xfrm>
                  <a:off x="9322020" y="4453928"/>
                  <a:ext cx="590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4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0883647F-375D-C205-1105-A3E710099814}"/>
                    </a:ext>
                  </a:extLst>
                </p14:cNvPr>
                <p14:cNvContentPartPr/>
                <p14:nvPr/>
              </p14:nvContentPartPr>
              <p14:xfrm>
                <a:off x="9289620" y="4509368"/>
                <a:ext cx="135000" cy="576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0883647F-375D-C205-1105-A3E710099814}"/>
                    </a:ext>
                  </a:extLst>
                </p:cNvPr>
                <p:cNvPicPr/>
                <p:nvPr/>
              </p:nvPicPr>
              <p:blipFill>
                <a:blip r:embed="rId865"/>
                <a:stretch>
                  <a:fillRect/>
                </a:stretch>
              </p:blipFill>
              <p:spPr>
                <a:xfrm>
                  <a:off x="9280980" y="4500368"/>
                  <a:ext cx="152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6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02BDD912-4923-25AD-3E85-F3B7746DCCFA}"/>
                    </a:ext>
                  </a:extLst>
                </p14:cNvPr>
                <p14:cNvContentPartPr/>
                <p14:nvPr/>
              </p14:nvContentPartPr>
              <p14:xfrm>
                <a:off x="9481500" y="4358888"/>
                <a:ext cx="81720" cy="21240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02BDD912-4923-25AD-3E85-F3B7746DCCFA}"/>
                    </a:ext>
                  </a:extLst>
                </p:cNvPr>
                <p:cNvPicPr/>
                <p:nvPr/>
              </p:nvPicPr>
              <p:blipFill>
                <a:blip r:embed="rId867"/>
                <a:stretch>
                  <a:fillRect/>
                </a:stretch>
              </p:blipFill>
              <p:spPr>
                <a:xfrm>
                  <a:off x="9472860" y="4349888"/>
                  <a:ext cx="993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8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C2EA95C6-2B46-C9C2-CF4A-B6C102A9C0C4}"/>
                    </a:ext>
                  </a:extLst>
                </p14:cNvPr>
                <p14:cNvContentPartPr/>
                <p14:nvPr/>
              </p14:nvContentPartPr>
              <p14:xfrm>
                <a:off x="9585900" y="4504328"/>
                <a:ext cx="109080" cy="6768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C2EA95C6-2B46-C9C2-CF4A-B6C102A9C0C4}"/>
                    </a:ext>
                  </a:extLst>
                </p:cNvPr>
                <p:cNvPicPr/>
                <p:nvPr/>
              </p:nvPicPr>
              <p:blipFill>
                <a:blip r:embed="rId869"/>
                <a:stretch>
                  <a:fillRect/>
                </a:stretch>
              </p:blipFill>
              <p:spPr>
                <a:xfrm>
                  <a:off x="9576900" y="4495328"/>
                  <a:ext cx="1267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0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97C34AA5-4BB6-5308-BA38-065B26C1DBBE}"/>
                    </a:ext>
                  </a:extLst>
                </p14:cNvPr>
                <p14:cNvContentPartPr/>
                <p14:nvPr/>
              </p14:nvContentPartPr>
              <p14:xfrm>
                <a:off x="9694260" y="4400648"/>
                <a:ext cx="225720" cy="18432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97C34AA5-4BB6-5308-BA38-065B26C1DBBE}"/>
                    </a:ext>
                  </a:extLst>
                </p:cNvPr>
                <p:cNvPicPr/>
                <p:nvPr/>
              </p:nvPicPr>
              <p:blipFill>
                <a:blip r:embed="rId871"/>
                <a:stretch>
                  <a:fillRect/>
                </a:stretch>
              </p:blipFill>
              <p:spPr>
                <a:xfrm>
                  <a:off x="9685620" y="4391648"/>
                  <a:ext cx="24336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C06F5C51-D2D1-95F8-1464-48620F851D4C}"/>
              </a:ext>
            </a:extLst>
          </p:cNvPr>
          <p:cNvGrpSpPr/>
          <p:nvPr/>
        </p:nvGrpSpPr>
        <p:grpSpPr>
          <a:xfrm>
            <a:off x="10275660" y="4375448"/>
            <a:ext cx="1543680" cy="311400"/>
            <a:chOff x="10275660" y="4375448"/>
            <a:chExt cx="1543680" cy="31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2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365E31F7-D825-4D09-2DC5-C52F5BE456BE}"/>
                    </a:ext>
                  </a:extLst>
                </p14:cNvPr>
                <p14:cNvContentPartPr/>
                <p14:nvPr/>
              </p14:nvContentPartPr>
              <p14:xfrm>
                <a:off x="10275660" y="4375448"/>
                <a:ext cx="21960" cy="972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365E31F7-D825-4D09-2DC5-C52F5BE456BE}"/>
                    </a:ext>
                  </a:extLst>
                </p:cNvPr>
                <p:cNvPicPr/>
                <p:nvPr/>
              </p:nvPicPr>
              <p:blipFill>
                <a:blip r:embed="rId873"/>
                <a:stretch>
                  <a:fillRect/>
                </a:stretch>
              </p:blipFill>
              <p:spPr>
                <a:xfrm>
                  <a:off x="10267020" y="4366808"/>
                  <a:ext cx="396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4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A5013D01-78C6-51AC-F24D-7FE7306E7807}"/>
                    </a:ext>
                  </a:extLst>
                </p14:cNvPr>
                <p14:cNvContentPartPr/>
                <p14:nvPr/>
              </p14:nvContentPartPr>
              <p14:xfrm>
                <a:off x="10286820" y="4493888"/>
                <a:ext cx="43920" cy="7812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A5013D01-78C6-51AC-F24D-7FE7306E7807}"/>
                    </a:ext>
                  </a:extLst>
                </p:cNvPr>
                <p:cNvPicPr/>
                <p:nvPr/>
              </p:nvPicPr>
              <p:blipFill>
                <a:blip r:embed="rId875"/>
                <a:stretch>
                  <a:fillRect/>
                </a:stretch>
              </p:blipFill>
              <p:spPr>
                <a:xfrm>
                  <a:off x="10277820" y="4485248"/>
                  <a:ext cx="615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6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6C3FA6DF-ECC5-A76F-268E-0DD59BFE8624}"/>
                    </a:ext>
                  </a:extLst>
                </p14:cNvPr>
                <p14:cNvContentPartPr/>
                <p14:nvPr/>
              </p14:nvContentPartPr>
              <p14:xfrm>
                <a:off x="10444140" y="4545728"/>
                <a:ext cx="71640" cy="1116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6C3FA6DF-ECC5-A76F-268E-0DD59BFE8624}"/>
                    </a:ext>
                  </a:extLst>
                </p:cNvPr>
                <p:cNvPicPr/>
                <p:nvPr/>
              </p:nvPicPr>
              <p:blipFill>
                <a:blip r:embed="rId877"/>
                <a:stretch>
                  <a:fillRect/>
                </a:stretch>
              </p:blipFill>
              <p:spPr>
                <a:xfrm>
                  <a:off x="10435500" y="4536728"/>
                  <a:ext cx="89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8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B4900CA3-EB9D-14C7-DB14-137FBA7D14A0}"/>
                    </a:ext>
                  </a:extLst>
                </p14:cNvPr>
                <p14:cNvContentPartPr/>
                <p14:nvPr/>
              </p14:nvContentPartPr>
              <p14:xfrm>
                <a:off x="10461780" y="4489928"/>
                <a:ext cx="23040" cy="432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B4900CA3-EB9D-14C7-DB14-137FBA7D14A0}"/>
                    </a:ext>
                  </a:extLst>
                </p:cNvPr>
                <p:cNvPicPr/>
                <p:nvPr/>
              </p:nvPicPr>
              <p:blipFill>
                <a:blip r:embed="rId879"/>
                <a:stretch>
                  <a:fillRect/>
                </a:stretch>
              </p:blipFill>
              <p:spPr>
                <a:xfrm>
                  <a:off x="10452780" y="4480928"/>
                  <a:ext cx="406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0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55237FF2-5B5B-9E6C-9545-11EEAE3E3284}"/>
                    </a:ext>
                  </a:extLst>
                </p14:cNvPr>
                <p14:cNvContentPartPr/>
                <p14:nvPr/>
              </p14:nvContentPartPr>
              <p14:xfrm>
                <a:off x="10565460" y="4482728"/>
                <a:ext cx="137880" cy="11592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55237FF2-5B5B-9E6C-9545-11EEAE3E3284}"/>
                    </a:ext>
                  </a:extLst>
                </p:cNvPr>
                <p:cNvPicPr/>
                <p:nvPr/>
              </p:nvPicPr>
              <p:blipFill>
                <a:blip r:embed="rId881"/>
                <a:stretch>
                  <a:fillRect/>
                </a:stretch>
              </p:blipFill>
              <p:spPr>
                <a:xfrm>
                  <a:off x="10556460" y="4473728"/>
                  <a:ext cx="1555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2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BCAF3F96-1A8F-76E3-A747-B2D050E74A72}"/>
                    </a:ext>
                  </a:extLst>
                </p14:cNvPr>
                <p14:cNvContentPartPr/>
                <p14:nvPr/>
              </p14:nvContentPartPr>
              <p14:xfrm>
                <a:off x="10719900" y="4634288"/>
                <a:ext cx="55800" cy="3888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BCAF3F96-1A8F-76E3-A747-B2D050E74A72}"/>
                    </a:ext>
                  </a:extLst>
                </p:cNvPr>
                <p:cNvPicPr/>
                <p:nvPr/>
              </p:nvPicPr>
              <p:blipFill>
                <a:blip r:embed="rId883"/>
                <a:stretch>
                  <a:fillRect/>
                </a:stretch>
              </p:blipFill>
              <p:spPr>
                <a:xfrm>
                  <a:off x="10710900" y="4625288"/>
                  <a:ext cx="734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4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AA6AFE67-77D5-2BA9-2375-C3CDADEF0CFA}"/>
                    </a:ext>
                  </a:extLst>
                </p14:cNvPr>
                <p14:cNvContentPartPr/>
                <p14:nvPr/>
              </p14:nvContentPartPr>
              <p14:xfrm>
                <a:off x="10795860" y="4473008"/>
                <a:ext cx="34920" cy="10872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AA6AFE67-77D5-2BA9-2375-C3CDADEF0CFA}"/>
                    </a:ext>
                  </a:extLst>
                </p:cNvPr>
                <p:cNvPicPr/>
                <p:nvPr/>
              </p:nvPicPr>
              <p:blipFill>
                <a:blip r:embed="rId885"/>
                <a:stretch>
                  <a:fillRect/>
                </a:stretch>
              </p:blipFill>
              <p:spPr>
                <a:xfrm>
                  <a:off x="10787220" y="4464368"/>
                  <a:ext cx="525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6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53BCD332-8B2D-1D5A-D24A-9EE78E53965A}"/>
                    </a:ext>
                  </a:extLst>
                </p14:cNvPr>
                <p14:cNvContentPartPr/>
                <p14:nvPr/>
              </p14:nvContentPartPr>
              <p14:xfrm>
                <a:off x="10874700" y="4623848"/>
                <a:ext cx="56880" cy="6300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53BCD332-8B2D-1D5A-D24A-9EE78E53965A}"/>
                    </a:ext>
                  </a:extLst>
                </p:cNvPr>
                <p:cNvPicPr/>
                <p:nvPr/>
              </p:nvPicPr>
              <p:blipFill>
                <a:blip r:embed="rId887"/>
                <a:stretch>
                  <a:fillRect/>
                </a:stretch>
              </p:blipFill>
              <p:spPr>
                <a:xfrm>
                  <a:off x="10865700" y="4614848"/>
                  <a:ext cx="745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8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F243D2AC-FF2E-5B6E-9CB7-A081E67CF94F}"/>
                    </a:ext>
                  </a:extLst>
                </p14:cNvPr>
                <p14:cNvContentPartPr/>
                <p14:nvPr/>
              </p14:nvContentPartPr>
              <p14:xfrm>
                <a:off x="11055780" y="4577048"/>
                <a:ext cx="360" cy="36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F243D2AC-FF2E-5B6E-9CB7-A081E67CF94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046780" y="45680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9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D345409A-0EF6-BE77-B525-88293D42B3C1}"/>
                    </a:ext>
                  </a:extLst>
                </p14:cNvPr>
                <p14:cNvContentPartPr/>
                <p14:nvPr/>
              </p14:nvContentPartPr>
              <p14:xfrm>
                <a:off x="11138940" y="4566608"/>
                <a:ext cx="73080" cy="1800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D345409A-0EF6-BE77-B525-88293D42B3C1}"/>
                    </a:ext>
                  </a:extLst>
                </p:cNvPr>
                <p:cNvPicPr/>
                <p:nvPr/>
              </p:nvPicPr>
              <p:blipFill>
                <a:blip r:embed="rId890"/>
                <a:stretch>
                  <a:fillRect/>
                </a:stretch>
              </p:blipFill>
              <p:spPr>
                <a:xfrm>
                  <a:off x="11129940" y="4557968"/>
                  <a:ext cx="907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1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6B1746F1-1E72-FD8B-4428-7B9B1BB7682C}"/>
                    </a:ext>
                  </a:extLst>
                </p14:cNvPr>
                <p14:cNvContentPartPr/>
                <p14:nvPr/>
              </p14:nvContentPartPr>
              <p14:xfrm>
                <a:off x="11307420" y="4634288"/>
                <a:ext cx="65520" cy="1476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6B1746F1-1E72-FD8B-4428-7B9B1BB7682C}"/>
                    </a:ext>
                  </a:extLst>
                </p:cNvPr>
                <p:cNvPicPr/>
                <p:nvPr/>
              </p:nvPicPr>
              <p:blipFill>
                <a:blip r:embed="rId892"/>
                <a:stretch>
                  <a:fillRect/>
                </a:stretch>
              </p:blipFill>
              <p:spPr>
                <a:xfrm>
                  <a:off x="11298780" y="4625288"/>
                  <a:ext cx="831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3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CFB6C6D7-6C56-6691-C590-530C88B3182B}"/>
                    </a:ext>
                  </a:extLst>
                </p14:cNvPr>
                <p14:cNvContentPartPr/>
                <p14:nvPr/>
              </p14:nvContentPartPr>
              <p14:xfrm>
                <a:off x="11393460" y="4425488"/>
                <a:ext cx="176400" cy="14184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CFB6C6D7-6C56-6691-C590-530C88B3182B}"/>
                    </a:ext>
                  </a:extLst>
                </p:cNvPr>
                <p:cNvPicPr/>
                <p:nvPr/>
              </p:nvPicPr>
              <p:blipFill>
                <a:blip r:embed="rId894"/>
                <a:stretch>
                  <a:fillRect/>
                </a:stretch>
              </p:blipFill>
              <p:spPr>
                <a:xfrm>
                  <a:off x="11384460" y="4416848"/>
                  <a:ext cx="1940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5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5C236A0E-D7F2-05B8-1B49-6DA77FF31828}"/>
                    </a:ext>
                  </a:extLst>
                </p14:cNvPr>
                <p14:cNvContentPartPr/>
                <p14:nvPr/>
              </p14:nvContentPartPr>
              <p14:xfrm>
                <a:off x="11617380" y="4518368"/>
                <a:ext cx="72720" cy="2808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5C236A0E-D7F2-05B8-1B49-6DA77FF31828}"/>
                    </a:ext>
                  </a:extLst>
                </p:cNvPr>
                <p:cNvPicPr/>
                <p:nvPr/>
              </p:nvPicPr>
              <p:blipFill>
                <a:blip r:embed="rId896"/>
                <a:stretch>
                  <a:fillRect/>
                </a:stretch>
              </p:blipFill>
              <p:spPr>
                <a:xfrm>
                  <a:off x="11608740" y="4509368"/>
                  <a:ext cx="903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7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2B9C3E11-C916-0539-4A04-6FF7703B1DEB}"/>
                    </a:ext>
                  </a:extLst>
                </p14:cNvPr>
                <p14:cNvContentPartPr/>
                <p14:nvPr/>
              </p14:nvContentPartPr>
              <p14:xfrm>
                <a:off x="11767500" y="4462568"/>
                <a:ext cx="51840" cy="14040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2B9C3E11-C916-0539-4A04-6FF7703B1DEB}"/>
                    </a:ext>
                  </a:extLst>
                </p:cNvPr>
                <p:cNvPicPr/>
                <p:nvPr/>
              </p:nvPicPr>
              <p:blipFill>
                <a:blip r:embed="rId898"/>
                <a:stretch>
                  <a:fillRect/>
                </a:stretch>
              </p:blipFill>
              <p:spPr>
                <a:xfrm>
                  <a:off x="11758860" y="4453928"/>
                  <a:ext cx="6948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9A87CC4D-3104-68E0-92FA-869EE09D4E08}"/>
              </a:ext>
            </a:extLst>
          </p:cNvPr>
          <p:cNvGrpSpPr/>
          <p:nvPr/>
        </p:nvGrpSpPr>
        <p:grpSpPr>
          <a:xfrm>
            <a:off x="10318860" y="4795208"/>
            <a:ext cx="1030320" cy="230040"/>
            <a:chOff x="10318860" y="4795208"/>
            <a:chExt cx="1030320" cy="23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9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56FBBD97-719E-84C3-846E-D482BC39692C}"/>
                    </a:ext>
                  </a:extLst>
                </p14:cNvPr>
                <p14:cNvContentPartPr/>
                <p14:nvPr/>
              </p14:nvContentPartPr>
              <p14:xfrm>
                <a:off x="11019420" y="4795208"/>
                <a:ext cx="31320" cy="16560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56FBBD97-719E-84C3-846E-D482BC39692C}"/>
                    </a:ext>
                  </a:extLst>
                </p:cNvPr>
                <p:cNvPicPr/>
                <p:nvPr/>
              </p:nvPicPr>
              <p:blipFill>
                <a:blip r:embed="rId900"/>
                <a:stretch>
                  <a:fillRect/>
                </a:stretch>
              </p:blipFill>
              <p:spPr>
                <a:xfrm>
                  <a:off x="11010420" y="4786568"/>
                  <a:ext cx="489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1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AFC3AB05-5CB6-6790-F082-81DC02114980}"/>
                    </a:ext>
                  </a:extLst>
                </p14:cNvPr>
                <p14:cNvContentPartPr/>
                <p14:nvPr/>
              </p14:nvContentPartPr>
              <p14:xfrm>
                <a:off x="11066580" y="4893848"/>
                <a:ext cx="90000" cy="6552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AFC3AB05-5CB6-6790-F082-81DC02114980}"/>
                    </a:ext>
                  </a:extLst>
                </p:cNvPr>
                <p:cNvPicPr/>
                <p:nvPr/>
              </p:nvPicPr>
              <p:blipFill>
                <a:blip r:embed="rId902"/>
                <a:stretch>
                  <a:fillRect/>
                </a:stretch>
              </p:blipFill>
              <p:spPr>
                <a:xfrm>
                  <a:off x="11057940" y="4885208"/>
                  <a:ext cx="1076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3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0CE46392-9437-14B2-5DA3-CE72DCCDF004}"/>
                    </a:ext>
                  </a:extLst>
                </p14:cNvPr>
                <p14:cNvContentPartPr/>
                <p14:nvPr/>
              </p14:nvContentPartPr>
              <p14:xfrm>
                <a:off x="10794420" y="4903568"/>
                <a:ext cx="129960" cy="8532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0CE46392-9437-14B2-5DA3-CE72DCCDF004}"/>
                    </a:ext>
                  </a:extLst>
                </p:cNvPr>
                <p:cNvPicPr/>
                <p:nvPr/>
              </p:nvPicPr>
              <p:blipFill>
                <a:blip r:embed="rId904"/>
                <a:stretch>
                  <a:fillRect/>
                </a:stretch>
              </p:blipFill>
              <p:spPr>
                <a:xfrm>
                  <a:off x="10785780" y="4894928"/>
                  <a:ext cx="1476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5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90B5DDF6-3C3C-0DD8-0590-F6B8D07395C8}"/>
                    </a:ext>
                  </a:extLst>
                </p14:cNvPr>
                <p14:cNvContentPartPr/>
                <p14:nvPr/>
              </p14:nvContentPartPr>
              <p14:xfrm>
                <a:off x="11251980" y="4867928"/>
                <a:ext cx="97200" cy="8172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90B5DDF6-3C3C-0DD8-0590-F6B8D07395C8}"/>
                    </a:ext>
                  </a:extLst>
                </p:cNvPr>
                <p:cNvPicPr/>
                <p:nvPr/>
              </p:nvPicPr>
              <p:blipFill>
                <a:blip r:embed="rId906"/>
                <a:stretch>
                  <a:fillRect/>
                </a:stretch>
              </p:blipFill>
              <p:spPr>
                <a:xfrm>
                  <a:off x="11243340" y="4859288"/>
                  <a:ext cx="1148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7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E5AB2FAA-96B1-2110-8D70-80F6C606A2C7}"/>
                    </a:ext>
                  </a:extLst>
                </p14:cNvPr>
                <p14:cNvContentPartPr/>
                <p14:nvPr/>
              </p14:nvContentPartPr>
              <p14:xfrm>
                <a:off x="10318860" y="4973048"/>
                <a:ext cx="108720" cy="1980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E5AB2FAA-96B1-2110-8D70-80F6C606A2C7}"/>
                    </a:ext>
                  </a:extLst>
                </p:cNvPr>
                <p:cNvPicPr/>
                <p:nvPr/>
              </p:nvPicPr>
              <p:blipFill>
                <a:blip r:embed="rId908"/>
                <a:stretch>
                  <a:fillRect/>
                </a:stretch>
              </p:blipFill>
              <p:spPr>
                <a:xfrm>
                  <a:off x="10310220" y="4964048"/>
                  <a:ext cx="1263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9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C1B76423-72AA-596B-4545-358CF577BF51}"/>
                    </a:ext>
                  </a:extLst>
                </p14:cNvPr>
                <p14:cNvContentPartPr/>
                <p14:nvPr/>
              </p14:nvContentPartPr>
              <p14:xfrm>
                <a:off x="10514340" y="4919768"/>
                <a:ext cx="178200" cy="10548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C1B76423-72AA-596B-4545-358CF577BF51}"/>
                    </a:ext>
                  </a:extLst>
                </p:cNvPr>
                <p:cNvPicPr/>
                <p:nvPr/>
              </p:nvPicPr>
              <p:blipFill>
                <a:blip r:embed="rId910"/>
                <a:stretch>
                  <a:fillRect/>
                </a:stretch>
              </p:blipFill>
              <p:spPr>
                <a:xfrm>
                  <a:off x="10505700" y="4910768"/>
                  <a:ext cx="19584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4" name="Group 513">
            <a:extLst>
              <a:ext uri="{FF2B5EF4-FFF2-40B4-BE49-F238E27FC236}">
                <a16:creationId xmlns:a16="http://schemas.microsoft.com/office/drawing/2014/main" id="{79C313FD-19FD-5BE4-18FB-8BA8671A0E1F}"/>
              </a:ext>
            </a:extLst>
          </p:cNvPr>
          <p:cNvGrpSpPr/>
          <p:nvPr/>
        </p:nvGrpSpPr>
        <p:grpSpPr>
          <a:xfrm>
            <a:off x="11482020" y="4873328"/>
            <a:ext cx="234720" cy="119520"/>
            <a:chOff x="11482020" y="4873328"/>
            <a:chExt cx="234720" cy="11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1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B4517E30-4A9D-0035-2454-9E11A4AA3B78}"/>
                    </a:ext>
                  </a:extLst>
                </p14:cNvPr>
                <p14:cNvContentPartPr/>
                <p14:nvPr/>
              </p14:nvContentPartPr>
              <p14:xfrm>
                <a:off x="11482020" y="4873328"/>
                <a:ext cx="217440" cy="11592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B4517E30-4A9D-0035-2454-9E11A4AA3B78}"/>
                    </a:ext>
                  </a:extLst>
                </p:cNvPr>
                <p:cNvPicPr/>
                <p:nvPr/>
              </p:nvPicPr>
              <p:blipFill>
                <a:blip r:embed="rId912"/>
                <a:stretch>
                  <a:fillRect/>
                </a:stretch>
              </p:blipFill>
              <p:spPr>
                <a:xfrm>
                  <a:off x="11473020" y="4864688"/>
                  <a:ext cx="2350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3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A0280641-6D51-47CE-3E26-96E76369517F}"/>
                    </a:ext>
                  </a:extLst>
                </p14:cNvPr>
                <p14:cNvContentPartPr/>
                <p14:nvPr/>
              </p14:nvContentPartPr>
              <p14:xfrm>
                <a:off x="11632500" y="4899248"/>
                <a:ext cx="84240" cy="9360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A0280641-6D51-47CE-3E26-96E76369517F}"/>
                    </a:ext>
                  </a:extLst>
                </p:cNvPr>
                <p:cNvPicPr/>
                <p:nvPr/>
              </p:nvPicPr>
              <p:blipFill>
                <a:blip r:embed="rId914"/>
                <a:stretch>
                  <a:fillRect/>
                </a:stretch>
              </p:blipFill>
              <p:spPr>
                <a:xfrm>
                  <a:off x="11623500" y="4890248"/>
                  <a:ext cx="10188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5" name="Group 524">
            <a:extLst>
              <a:ext uri="{FF2B5EF4-FFF2-40B4-BE49-F238E27FC236}">
                <a16:creationId xmlns:a16="http://schemas.microsoft.com/office/drawing/2014/main" id="{35291638-ABAE-2A45-3B3A-ECC7EA4D1A4D}"/>
              </a:ext>
            </a:extLst>
          </p:cNvPr>
          <p:cNvGrpSpPr/>
          <p:nvPr/>
        </p:nvGrpSpPr>
        <p:grpSpPr>
          <a:xfrm>
            <a:off x="1065060" y="5049728"/>
            <a:ext cx="1185480" cy="478800"/>
            <a:chOff x="1065060" y="5049728"/>
            <a:chExt cx="1185480" cy="47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5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3B87308E-22B9-1DFE-3EF7-165E2D2EA937}"/>
                    </a:ext>
                  </a:extLst>
                </p14:cNvPr>
                <p14:cNvContentPartPr/>
                <p14:nvPr/>
              </p14:nvContentPartPr>
              <p14:xfrm>
                <a:off x="1065060" y="5214968"/>
                <a:ext cx="215640" cy="23256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3B87308E-22B9-1DFE-3EF7-165E2D2EA937}"/>
                    </a:ext>
                  </a:extLst>
                </p:cNvPr>
                <p:cNvPicPr/>
                <p:nvPr/>
              </p:nvPicPr>
              <p:blipFill>
                <a:blip r:embed="rId916"/>
                <a:stretch>
                  <a:fillRect/>
                </a:stretch>
              </p:blipFill>
              <p:spPr>
                <a:xfrm>
                  <a:off x="1056060" y="5206328"/>
                  <a:ext cx="2332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7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BEB3A70B-C623-5BB9-5C81-17C5DAFAD724}"/>
                    </a:ext>
                  </a:extLst>
                </p14:cNvPr>
                <p14:cNvContentPartPr/>
                <p14:nvPr/>
              </p14:nvContentPartPr>
              <p14:xfrm>
                <a:off x="1137780" y="5235848"/>
                <a:ext cx="77760" cy="25020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BEB3A70B-C623-5BB9-5C81-17C5DAFAD724}"/>
                    </a:ext>
                  </a:extLst>
                </p:cNvPr>
                <p:cNvPicPr/>
                <p:nvPr/>
              </p:nvPicPr>
              <p:blipFill>
                <a:blip r:embed="rId918"/>
                <a:stretch>
                  <a:fillRect/>
                </a:stretch>
              </p:blipFill>
              <p:spPr>
                <a:xfrm>
                  <a:off x="1128780" y="5227208"/>
                  <a:ext cx="954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9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C446A36C-967B-55B8-542E-409F28981322}"/>
                    </a:ext>
                  </a:extLst>
                </p14:cNvPr>
                <p14:cNvContentPartPr/>
                <p14:nvPr/>
              </p14:nvContentPartPr>
              <p14:xfrm>
                <a:off x="1319580" y="5425568"/>
                <a:ext cx="117360" cy="10296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C446A36C-967B-55B8-542E-409F28981322}"/>
                    </a:ext>
                  </a:extLst>
                </p:cNvPr>
                <p:cNvPicPr/>
                <p:nvPr/>
              </p:nvPicPr>
              <p:blipFill>
                <a:blip r:embed="rId920"/>
                <a:stretch>
                  <a:fillRect/>
                </a:stretch>
              </p:blipFill>
              <p:spPr>
                <a:xfrm>
                  <a:off x="1310580" y="5416928"/>
                  <a:ext cx="1350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1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B9D78255-4E2B-2262-3D17-77A28FF03283}"/>
                    </a:ext>
                  </a:extLst>
                </p14:cNvPr>
                <p14:cNvContentPartPr/>
                <p14:nvPr/>
              </p14:nvContentPartPr>
              <p14:xfrm>
                <a:off x="1438380" y="5185448"/>
                <a:ext cx="104400" cy="28044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B9D78255-4E2B-2262-3D17-77A28FF03283}"/>
                    </a:ext>
                  </a:extLst>
                </p:cNvPr>
                <p:cNvPicPr/>
                <p:nvPr/>
              </p:nvPicPr>
              <p:blipFill>
                <a:blip r:embed="rId922"/>
                <a:stretch>
                  <a:fillRect/>
                </a:stretch>
              </p:blipFill>
              <p:spPr>
                <a:xfrm>
                  <a:off x="1429740" y="5176448"/>
                  <a:ext cx="12204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3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3D9C4D9C-C8F2-61CE-EE25-490963480819}"/>
                    </a:ext>
                  </a:extLst>
                </p14:cNvPr>
                <p14:cNvContentPartPr/>
                <p14:nvPr/>
              </p14:nvContentPartPr>
              <p14:xfrm>
                <a:off x="1531620" y="5329808"/>
                <a:ext cx="146880" cy="11664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3D9C4D9C-C8F2-61CE-EE25-490963480819}"/>
                    </a:ext>
                  </a:extLst>
                </p:cNvPr>
                <p:cNvPicPr/>
                <p:nvPr/>
              </p:nvPicPr>
              <p:blipFill>
                <a:blip r:embed="rId924"/>
                <a:stretch>
                  <a:fillRect/>
                </a:stretch>
              </p:blipFill>
              <p:spPr>
                <a:xfrm>
                  <a:off x="1522620" y="5320808"/>
                  <a:ext cx="1645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5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FEAFAD27-906A-DEE5-F39C-F440003EB85B}"/>
                    </a:ext>
                  </a:extLst>
                </p14:cNvPr>
                <p14:cNvContentPartPr/>
                <p14:nvPr/>
              </p14:nvContentPartPr>
              <p14:xfrm>
                <a:off x="1641420" y="5174648"/>
                <a:ext cx="89280" cy="19836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FEAFAD27-906A-DEE5-F39C-F440003EB85B}"/>
                    </a:ext>
                  </a:extLst>
                </p:cNvPr>
                <p:cNvPicPr/>
                <p:nvPr/>
              </p:nvPicPr>
              <p:blipFill>
                <a:blip r:embed="rId926"/>
                <a:stretch>
                  <a:fillRect/>
                </a:stretch>
              </p:blipFill>
              <p:spPr>
                <a:xfrm>
                  <a:off x="1632780" y="5165648"/>
                  <a:ext cx="1069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7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4B2438CB-FC8E-AA8D-035D-211FEF20DECF}"/>
                    </a:ext>
                  </a:extLst>
                </p14:cNvPr>
                <p14:cNvContentPartPr/>
                <p14:nvPr/>
              </p14:nvContentPartPr>
              <p14:xfrm>
                <a:off x="1589580" y="5049728"/>
                <a:ext cx="2160" cy="108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4B2438CB-FC8E-AA8D-035D-211FEF20DEC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580940" y="5041088"/>
                  <a:ext cx="198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8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D314C29F-DEA0-1ABA-AFB5-B613B83D4417}"/>
                    </a:ext>
                  </a:extLst>
                </p14:cNvPr>
                <p14:cNvContentPartPr/>
                <p14:nvPr/>
              </p14:nvContentPartPr>
              <p14:xfrm>
                <a:off x="1740420" y="5101928"/>
                <a:ext cx="196920" cy="10944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D314C29F-DEA0-1ABA-AFB5-B613B83D4417}"/>
                    </a:ext>
                  </a:extLst>
                </p:cNvPr>
                <p:cNvPicPr/>
                <p:nvPr/>
              </p:nvPicPr>
              <p:blipFill>
                <a:blip r:embed="rId929"/>
                <a:stretch>
                  <a:fillRect/>
                </a:stretch>
              </p:blipFill>
              <p:spPr>
                <a:xfrm>
                  <a:off x="1731420" y="5092928"/>
                  <a:ext cx="2145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0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720E6D13-0AF7-1303-999B-C7172AFAFA4B}"/>
                    </a:ext>
                  </a:extLst>
                </p14:cNvPr>
                <p14:cNvContentPartPr/>
                <p14:nvPr/>
              </p14:nvContentPartPr>
              <p14:xfrm>
                <a:off x="1989540" y="5202368"/>
                <a:ext cx="119160" cy="6732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720E6D13-0AF7-1303-999B-C7172AFAFA4B}"/>
                    </a:ext>
                  </a:extLst>
                </p:cNvPr>
                <p:cNvPicPr/>
                <p:nvPr/>
              </p:nvPicPr>
              <p:blipFill>
                <a:blip r:embed="rId931"/>
                <a:stretch>
                  <a:fillRect/>
                </a:stretch>
              </p:blipFill>
              <p:spPr>
                <a:xfrm>
                  <a:off x="1980900" y="5193368"/>
                  <a:ext cx="1368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2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681530DD-96E2-A329-AB93-1AD262188D35}"/>
                    </a:ext>
                  </a:extLst>
                </p14:cNvPr>
                <p14:cNvContentPartPr/>
                <p14:nvPr/>
              </p14:nvContentPartPr>
              <p14:xfrm>
                <a:off x="2062260" y="5096528"/>
                <a:ext cx="188280" cy="39240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681530DD-96E2-A329-AB93-1AD262188D35}"/>
                    </a:ext>
                  </a:extLst>
                </p:cNvPr>
                <p:cNvPicPr/>
                <p:nvPr/>
              </p:nvPicPr>
              <p:blipFill>
                <a:blip r:embed="rId933"/>
                <a:stretch>
                  <a:fillRect/>
                </a:stretch>
              </p:blipFill>
              <p:spPr>
                <a:xfrm>
                  <a:off x="2053620" y="5087888"/>
                  <a:ext cx="205920" cy="41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A17FFE7E-1EC5-77AF-3784-C49A4B8DEE58}"/>
              </a:ext>
            </a:extLst>
          </p:cNvPr>
          <p:cNvGrpSpPr/>
          <p:nvPr/>
        </p:nvGrpSpPr>
        <p:grpSpPr>
          <a:xfrm>
            <a:off x="2431260" y="5303528"/>
            <a:ext cx="109440" cy="74520"/>
            <a:chOff x="2431260" y="5303528"/>
            <a:chExt cx="109440" cy="7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4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AE2FE64F-3BC7-DE2C-F8D9-F1B2B32C6D3A}"/>
                    </a:ext>
                  </a:extLst>
                </p14:cNvPr>
                <p14:cNvContentPartPr/>
                <p14:nvPr/>
              </p14:nvContentPartPr>
              <p14:xfrm>
                <a:off x="2437020" y="5361488"/>
                <a:ext cx="103680" cy="1656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AE2FE64F-3BC7-DE2C-F8D9-F1B2B32C6D3A}"/>
                    </a:ext>
                  </a:extLst>
                </p:cNvPr>
                <p:cNvPicPr/>
                <p:nvPr/>
              </p:nvPicPr>
              <p:blipFill>
                <a:blip r:embed="rId935"/>
                <a:stretch>
                  <a:fillRect/>
                </a:stretch>
              </p:blipFill>
              <p:spPr>
                <a:xfrm>
                  <a:off x="2428380" y="5352848"/>
                  <a:ext cx="121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6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44C471C7-D5E8-4581-EF16-1CD1CC972001}"/>
                    </a:ext>
                  </a:extLst>
                </p14:cNvPr>
                <p14:cNvContentPartPr/>
                <p14:nvPr/>
              </p14:nvContentPartPr>
              <p14:xfrm>
                <a:off x="2431260" y="5303528"/>
                <a:ext cx="78120" cy="1692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44C471C7-D5E8-4581-EF16-1CD1CC972001}"/>
                    </a:ext>
                  </a:extLst>
                </p:cNvPr>
                <p:cNvPicPr/>
                <p:nvPr/>
              </p:nvPicPr>
              <p:blipFill>
                <a:blip r:embed="rId937"/>
                <a:stretch>
                  <a:fillRect/>
                </a:stretch>
              </p:blipFill>
              <p:spPr>
                <a:xfrm>
                  <a:off x="2422620" y="5294528"/>
                  <a:ext cx="95760" cy="3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38">
            <p14:nvContentPartPr>
              <p14:cNvPr id="529" name="Ink 528">
                <a:extLst>
                  <a:ext uri="{FF2B5EF4-FFF2-40B4-BE49-F238E27FC236}">
                    <a16:creationId xmlns:a16="http://schemas.microsoft.com/office/drawing/2014/main" id="{BE3FD057-6F42-F34A-F333-410F7E597A21}"/>
                  </a:ext>
                </a:extLst>
              </p14:cNvPr>
              <p14:cNvContentPartPr/>
              <p14:nvPr/>
            </p14:nvContentPartPr>
            <p14:xfrm>
              <a:off x="2795220" y="5060168"/>
              <a:ext cx="56880" cy="119160"/>
            </p14:xfrm>
          </p:contentPart>
        </mc:Choice>
        <mc:Fallback xmlns="">
          <p:pic>
            <p:nvPicPr>
              <p:cNvPr id="529" name="Ink 528">
                <a:extLst>
                  <a:ext uri="{FF2B5EF4-FFF2-40B4-BE49-F238E27FC236}">
                    <a16:creationId xmlns:a16="http://schemas.microsoft.com/office/drawing/2014/main" id="{BE3FD057-6F42-F34A-F333-410F7E597A21}"/>
                  </a:ext>
                </a:extLst>
              </p:cNvPr>
              <p:cNvPicPr/>
              <p:nvPr/>
            </p:nvPicPr>
            <p:blipFill>
              <a:blip r:embed="rId939"/>
              <a:stretch>
                <a:fillRect/>
              </a:stretch>
            </p:blipFill>
            <p:spPr>
              <a:xfrm>
                <a:off x="2786220" y="5051168"/>
                <a:ext cx="7452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0">
            <p14:nvContentPartPr>
              <p14:cNvPr id="530" name="Ink 529">
                <a:extLst>
                  <a:ext uri="{FF2B5EF4-FFF2-40B4-BE49-F238E27FC236}">
                    <a16:creationId xmlns:a16="http://schemas.microsoft.com/office/drawing/2014/main" id="{84036697-4759-397B-9AD8-F4B4826F9ABA}"/>
                  </a:ext>
                </a:extLst>
              </p14:cNvPr>
              <p14:cNvContentPartPr/>
              <p14:nvPr/>
            </p14:nvContentPartPr>
            <p14:xfrm>
              <a:off x="2716740" y="5304248"/>
              <a:ext cx="301320" cy="11880"/>
            </p14:xfrm>
          </p:contentPart>
        </mc:Choice>
        <mc:Fallback xmlns="">
          <p:pic>
            <p:nvPicPr>
              <p:cNvPr id="530" name="Ink 529">
                <a:extLst>
                  <a:ext uri="{FF2B5EF4-FFF2-40B4-BE49-F238E27FC236}">
                    <a16:creationId xmlns:a16="http://schemas.microsoft.com/office/drawing/2014/main" id="{84036697-4759-397B-9AD8-F4B4826F9ABA}"/>
                  </a:ext>
                </a:extLst>
              </p:cNvPr>
              <p:cNvPicPr/>
              <p:nvPr/>
            </p:nvPicPr>
            <p:blipFill>
              <a:blip r:embed="rId941"/>
              <a:stretch>
                <a:fillRect/>
              </a:stretch>
            </p:blipFill>
            <p:spPr>
              <a:xfrm>
                <a:off x="2708100" y="5295608"/>
                <a:ext cx="31896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2">
            <p14:nvContentPartPr>
              <p14:cNvPr id="531" name="Ink 530">
                <a:extLst>
                  <a:ext uri="{FF2B5EF4-FFF2-40B4-BE49-F238E27FC236}">
                    <a16:creationId xmlns:a16="http://schemas.microsoft.com/office/drawing/2014/main" id="{270C69BB-87B3-C1B6-9E0C-6725BF39AED0}"/>
                  </a:ext>
                </a:extLst>
              </p14:cNvPr>
              <p14:cNvContentPartPr/>
              <p14:nvPr/>
            </p14:nvContentPartPr>
            <p14:xfrm>
              <a:off x="2786220" y="5409728"/>
              <a:ext cx="208080" cy="127080"/>
            </p14:xfrm>
          </p:contentPart>
        </mc:Choice>
        <mc:Fallback xmlns="">
          <p:pic>
            <p:nvPicPr>
              <p:cNvPr id="531" name="Ink 530">
                <a:extLst>
                  <a:ext uri="{FF2B5EF4-FFF2-40B4-BE49-F238E27FC236}">
                    <a16:creationId xmlns:a16="http://schemas.microsoft.com/office/drawing/2014/main" id="{270C69BB-87B3-C1B6-9E0C-6725BF39AED0}"/>
                  </a:ext>
                </a:extLst>
              </p:cNvPr>
              <p:cNvPicPr/>
              <p:nvPr/>
            </p:nvPicPr>
            <p:blipFill>
              <a:blip r:embed="rId943"/>
              <a:stretch>
                <a:fillRect/>
              </a:stretch>
            </p:blipFill>
            <p:spPr>
              <a:xfrm>
                <a:off x="2777580" y="5401088"/>
                <a:ext cx="22572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4">
            <p14:nvContentPartPr>
              <p14:cNvPr id="532" name="Ink 531">
                <a:extLst>
                  <a:ext uri="{FF2B5EF4-FFF2-40B4-BE49-F238E27FC236}">
                    <a16:creationId xmlns:a16="http://schemas.microsoft.com/office/drawing/2014/main" id="{1A8905EB-6EA4-1FDE-0BCD-4533CB654B96}"/>
                  </a:ext>
                </a:extLst>
              </p14:cNvPr>
              <p14:cNvContentPartPr/>
              <p14:nvPr/>
            </p14:nvContentPartPr>
            <p14:xfrm>
              <a:off x="3191580" y="5168888"/>
              <a:ext cx="286200" cy="183600"/>
            </p14:xfrm>
          </p:contentPart>
        </mc:Choice>
        <mc:Fallback xmlns="">
          <p:pic>
            <p:nvPicPr>
              <p:cNvPr id="532" name="Ink 531">
                <a:extLst>
                  <a:ext uri="{FF2B5EF4-FFF2-40B4-BE49-F238E27FC236}">
                    <a16:creationId xmlns:a16="http://schemas.microsoft.com/office/drawing/2014/main" id="{1A8905EB-6EA4-1FDE-0BCD-4533CB654B96}"/>
                  </a:ext>
                </a:extLst>
              </p:cNvPr>
              <p:cNvPicPr/>
              <p:nvPr/>
            </p:nvPicPr>
            <p:blipFill>
              <a:blip r:embed="rId945"/>
              <a:stretch>
                <a:fillRect/>
              </a:stretch>
            </p:blipFill>
            <p:spPr>
              <a:xfrm>
                <a:off x="3182580" y="5159888"/>
                <a:ext cx="303840" cy="20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38" name="Group 537">
            <a:extLst>
              <a:ext uri="{FF2B5EF4-FFF2-40B4-BE49-F238E27FC236}">
                <a16:creationId xmlns:a16="http://schemas.microsoft.com/office/drawing/2014/main" id="{204BED2E-C219-08BC-952C-34E62954E7C6}"/>
              </a:ext>
            </a:extLst>
          </p:cNvPr>
          <p:cNvGrpSpPr/>
          <p:nvPr/>
        </p:nvGrpSpPr>
        <p:grpSpPr>
          <a:xfrm>
            <a:off x="3208500" y="5442488"/>
            <a:ext cx="433800" cy="152640"/>
            <a:chOff x="3208500" y="5442488"/>
            <a:chExt cx="433800" cy="15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6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9723F84B-785F-D317-3C2D-90DD2AA6B9F1}"/>
                    </a:ext>
                  </a:extLst>
                </p14:cNvPr>
                <p14:cNvContentPartPr/>
                <p14:nvPr/>
              </p14:nvContentPartPr>
              <p14:xfrm>
                <a:off x="3229740" y="5532848"/>
                <a:ext cx="50760" cy="6228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9723F84B-785F-D317-3C2D-90DD2AA6B9F1}"/>
                    </a:ext>
                  </a:extLst>
                </p:cNvPr>
                <p:cNvPicPr/>
                <p:nvPr/>
              </p:nvPicPr>
              <p:blipFill>
                <a:blip r:embed="rId947"/>
                <a:stretch>
                  <a:fillRect/>
                </a:stretch>
              </p:blipFill>
              <p:spPr>
                <a:xfrm>
                  <a:off x="3220740" y="5523848"/>
                  <a:ext cx="68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8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ADE7E7AC-9FE0-7E04-BE0B-E7833DD5A69A}"/>
                    </a:ext>
                  </a:extLst>
                </p14:cNvPr>
                <p14:cNvContentPartPr/>
                <p14:nvPr/>
              </p14:nvContentPartPr>
              <p14:xfrm>
                <a:off x="3208500" y="5442488"/>
                <a:ext cx="59400" cy="792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ADE7E7AC-9FE0-7E04-BE0B-E7833DD5A69A}"/>
                    </a:ext>
                  </a:extLst>
                </p:cNvPr>
                <p:cNvPicPr/>
                <p:nvPr/>
              </p:nvPicPr>
              <p:blipFill>
                <a:blip r:embed="rId949"/>
                <a:stretch>
                  <a:fillRect/>
                </a:stretch>
              </p:blipFill>
              <p:spPr>
                <a:xfrm>
                  <a:off x="3199860" y="5433488"/>
                  <a:ext cx="770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0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7C12983D-F5BD-5F3C-A71E-61F371A40CFF}"/>
                    </a:ext>
                  </a:extLst>
                </p14:cNvPr>
                <p14:cNvContentPartPr/>
                <p14:nvPr/>
              </p14:nvContentPartPr>
              <p14:xfrm>
                <a:off x="3350700" y="5543288"/>
                <a:ext cx="83520" cy="576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7C12983D-F5BD-5F3C-A71E-61F371A40CFF}"/>
                    </a:ext>
                  </a:extLst>
                </p:cNvPr>
                <p:cNvPicPr/>
                <p:nvPr/>
              </p:nvPicPr>
              <p:blipFill>
                <a:blip r:embed="rId951"/>
                <a:stretch>
                  <a:fillRect/>
                </a:stretch>
              </p:blipFill>
              <p:spPr>
                <a:xfrm>
                  <a:off x="3342060" y="5534288"/>
                  <a:ext cx="101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2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00D44BF0-4428-33FD-D33F-563F461E7242}"/>
                    </a:ext>
                  </a:extLst>
                </p14:cNvPr>
                <p14:cNvContentPartPr/>
                <p14:nvPr/>
              </p14:nvContentPartPr>
              <p14:xfrm>
                <a:off x="3333780" y="5475608"/>
                <a:ext cx="95400" cy="576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00D44BF0-4428-33FD-D33F-563F461E7242}"/>
                    </a:ext>
                  </a:extLst>
                </p:cNvPr>
                <p:cNvPicPr/>
                <p:nvPr/>
              </p:nvPicPr>
              <p:blipFill>
                <a:blip r:embed="rId953"/>
                <a:stretch>
                  <a:fillRect/>
                </a:stretch>
              </p:blipFill>
              <p:spPr>
                <a:xfrm>
                  <a:off x="3325140" y="5466608"/>
                  <a:ext cx="113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4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4B8C6F00-CE99-3551-C007-5751A9AC4AB6}"/>
                    </a:ext>
                  </a:extLst>
                </p14:cNvPr>
                <p14:cNvContentPartPr/>
                <p14:nvPr/>
              </p14:nvContentPartPr>
              <p14:xfrm>
                <a:off x="3519900" y="5490728"/>
                <a:ext cx="122400" cy="8532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4B8C6F00-CE99-3551-C007-5751A9AC4AB6}"/>
                    </a:ext>
                  </a:extLst>
                </p:cNvPr>
                <p:cNvPicPr/>
                <p:nvPr/>
              </p:nvPicPr>
              <p:blipFill>
                <a:blip r:embed="rId955"/>
                <a:stretch>
                  <a:fillRect/>
                </a:stretch>
              </p:blipFill>
              <p:spPr>
                <a:xfrm>
                  <a:off x="3511260" y="5481728"/>
                  <a:ext cx="14004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2" name="Group 541">
            <a:extLst>
              <a:ext uri="{FF2B5EF4-FFF2-40B4-BE49-F238E27FC236}">
                <a16:creationId xmlns:a16="http://schemas.microsoft.com/office/drawing/2014/main" id="{C05E617B-B6A7-44D2-5A83-8BB0D6DB7633}"/>
              </a:ext>
            </a:extLst>
          </p:cNvPr>
          <p:cNvGrpSpPr/>
          <p:nvPr/>
        </p:nvGrpSpPr>
        <p:grpSpPr>
          <a:xfrm>
            <a:off x="3148020" y="4963328"/>
            <a:ext cx="409680" cy="123840"/>
            <a:chOff x="3148020" y="4963328"/>
            <a:chExt cx="409680" cy="12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6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C0B3B307-EFB0-3518-3A27-5B7E4821E3BC}"/>
                    </a:ext>
                  </a:extLst>
                </p14:cNvPr>
                <p14:cNvContentPartPr/>
                <p14:nvPr/>
              </p14:nvContentPartPr>
              <p14:xfrm>
                <a:off x="3148020" y="4963328"/>
                <a:ext cx="153720" cy="12384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C0B3B307-EFB0-3518-3A27-5B7E4821E3BC}"/>
                    </a:ext>
                  </a:extLst>
                </p:cNvPr>
                <p:cNvPicPr/>
                <p:nvPr/>
              </p:nvPicPr>
              <p:blipFill>
                <a:blip r:embed="rId957"/>
                <a:stretch>
                  <a:fillRect/>
                </a:stretch>
              </p:blipFill>
              <p:spPr>
                <a:xfrm>
                  <a:off x="3139380" y="4954688"/>
                  <a:ext cx="1713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8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7757B592-73D8-4B0F-74BE-6DFC280D1DDF}"/>
                    </a:ext>
                  </a:extLst>
                </p14:cNvPr>
                <p14:cNvContentPartPr/>
                <p14:nvPr/>
              </p14:nvContentPartPr>
              <p14:xfrm>
                <a:off x="3395340" y="5022008"/>
                <a:ext cx="65160" cy="720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7757B592-73D8-4B0F-74BE-6DFC280D1DDF}"/>
                    </a:ext>
                  </a:extLst>
                </p:cNvPr>
                <p:cNvPicPr/>
                <p:nvPr/>
              </p:nvPicPr>
              <p:blipFill>
                <a:blip r:embed="rId959"/>
                <a:stretch>
                  <a:fillRect/>
                </a:stretch>
              </p:blipFill>
              <p:spPr>
                <a:xfrm>
                  <a:off x="3386700" y="5013368"/>
                  <a:ext cx="828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0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A7C41174-B257-5B94-7CBC-D256036F372D}"/>
                    </a:ext>
                  </a:extLst>
                </p14:cNvPr>
                <p14:cNvContentPartPr/>
                <p14:nvPr/>
              </p14:nvContentPartPr>
              <p14:xfrm>
                <a:off x="3518820" y="4979528"/>
                <a:ext cx="38880" cy="6264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A7C41174-B257-5B94-7CBC-D256036F372D}"/>
                    </a:ext>
                  </a:extLst>
                </p:cNvPr>
                <p:cNvPicPr/>
                <p:nvPr/>
              </p:nvPicPr>
              <p:blipFill>
                <a:blip r:embed="rId961"/>
                <a:stretch>
                  <a:fillRect/>
                </a:stretch>
              </p:blipFill>
              <p:spPr>
                <a:xfrm>
                  <a:off x="3509820" y="4970528"/>
                  <a:ext cx="56520" cy="8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62">
            <p14:nvContentPartPr>
              <p14:cNvPr id="543" name="Ink 542">
                <a:extLst>
                  <a:ext uri="{FF2B5EF4-FFF2-40B4-BE49-F238E27FC236}">
                    <a16:creationId xmlns:a16="http://schemas.microsoft.com/office/drawing/2014/main" id="{A7ED9813-8873-9225-7BD3-4308FF8ED883}"/>
                  </a:ext>
                </a:extLst>
              </p14:cNvPr>
              <p14:cNvContentPartPr/>
              <p14:nvPr/>
            </p14:nvContentPartPr>
            <p14:xfrm>
              <a:off x="3827340" y="5088608"/>
              <a:ext cx="48240" cy="107640"/>
            </p14:xfrm>
          </p:contentPart>
        </mc:Choice>
        <mc:Fallback xmlns="">
          <p:pic>
            <p:nvPicPr>
              <p:cNvPr id="543" name="Ink 542">
                <a:extLst>
                  <a:ext uri="{FF2B5EF4-FFF2-40B4-BE49-F238E27FC236}">
                    <a16:creationId xmlns:a16="http://schemas.microsoft.com/office/drawing/2014/main" id="{A7ED9813-8873-9225-7BD3-4308FF8ED883}"/>
                  </a:ext>
                </a:extLst>
              </p:cNvPr>
              <p:cNvPicPr/>
              <p:nvPr/>
            </p:nvPicPr>
            <p:blipFill>
              <a:blip r:embed="rId963"/>
              <a:stretch>
                <a:fillRect/>
              </a:stretch>
            </p:blipFill>
            <p:spPr>
              <a:xfrm>
                <a:off x="3818340" y="5079608"/>
                <a:ext cx="6588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4">
            <p14:nvContentPartPr>
              <p14:cNvPr id="544" name="Ink 543">
                <a:extLst>
                  <a:ext uri="{FF2B5EF4-FFF2-40B4-BE49-F238E27FC236}">
                    <a16:creationId xmlns:a16="http://schemas.microsoft.com/office/drawing/2014/main" id="{F59A9BD3-D0E9-4940-07C5-B55574DC96DC}"/>
                  </a:ext>
                </a:extLst>
              </p14:cNvPr>
              <p14:cNvContentPartPr/>
              <p14:nvPr/>
            </p14:nvContentPartPr>
            <p14:xfrm>
              <a:off x="3762180" y="5298488"/>
              <a:ext cx="243720" cy="9720"/>
            </p14:xfrm>
          </p:contentPart>
        </mc:Choice>
        <mc:Fallback xmlns="">
          <p:pic>
            <p:nvPicPr>
              <p:cNvPr id="544" name="Ink 543">
                <a:extLst>
                  <a:ext uri="{FF2B5EF4-FFF2-40B4-BE49-F238E27FC236}">
                    <a16:creationId xmlns:a16="http://schemas.microsoft.com/office/drawing/2014/main" id="{F59A9BD3-D0E9-4940-07C5-B55574DC96DC}"/>
                  </a:ext>
                </a:extLst>
              </p:cNvPr>
              <p:cNvPicPr/>
              <p:nvPr/>
            </p:nvPicPr>
            <p:blipFill>
              <a:blip r:embed="rId965"/>
              <a:stretch>
                <a:fillRect/>
              </a:stretch>
            </p:blipFill>
            <p:spPr>
              <a:xfrm>
                <a:off x="3753540" y="5289488"/>
                <a:ext cx="261360" cy="2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48" name="Group 547">
            <a:extLst>
              <a:ext uri="{FF2B5EF4-FFF2-40B4-BE49-F238E27FC236}">
                <a16:creationId xmlns:a16="http://schemas.microsoft.com/office/drawing/2014/main" id="{790CFDE8-646D-4238-21B4-DBDDE4B45C31}"/>
              </a:ext>
            </a:extLst>
          </p:cNvPr>
          <p:cNvGrpSpPr/>
          <p:nvPr/>
        </p:nvGrpSpPr>
        <p:grpSpPr>
          <a:xfrm>
            <a:off x="3756420" y="5416208"/>
            <a:ext cx="254520" cy="163080"/>
            <a:chOff x="3756420" y="5416208"/>
            <a:chExt cx="254520" cy="16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6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01D2D188-0E3E-FFEA-8D94-400B10F3374C}"/>
                    </a:ext>
                  </a:extLst>
                </p14:cNvPr>
                <p14:cNvContentPartPr/>
                <p14:nvPr/>
              </p14:nvContentPartPr>
              <p14:xfrm>
                <a:off x="3854700" y="5444648"/>
                <a:ext cx="47520" cy="9000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01D2D188-0E3E-FFEA-8D94-400B10F3374C}"/>
                    </a:ext>
                  </a:extLst>
                </p:cNvPr>
                <p:cNvPicPr/>
                <p:nvPr/>
              </p:nvPicPr>
              <p:blipFill>
                <a:blip r:embed="rId967"/>
                <a:stretch>
                  <a:fillRect/>
                </a:stretch>
              </p:blipFill>
              <p:spPr>
                <a:xfrm>
                  <a:off x="3846060" y="5436008"/>
                  <a:ext cx="651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8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AC069409-D49B-0AA8-1134-002CF41672D8}"/>
                    </a:ext>
                  </a:extLst>
                </p14:cNvPr>
                <p14:cNvContentPartPr/>
                <p14:nvPr/>
              </p14:nvContentPartPr>
              <p14:xfrm>
                <a:off x="3756420" y="5416208"/>
                <a:ext cx="176760" cy="10080"/>
              </p14:xfrm>
            </p:contentPart>
          </mc:Choice>
          <mc:Fallback xmlns=""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AC069409-D49B-0AA8-1134-002CF41672D8}"/>
                    </a:ext>
                  </a:extLst>
                </p:cNvPr>
                <p:cNvPicPr/>
                <p:nvPr/>
              </p:nvPicPr>
              <p:blipFill>
                <a:blip r:embed="rId969"/>
                <a:stretch>
                  <a:fillRect/>
                </a:stretch>
              </p:blipFill>
              <p:spPr>
                <a:xfrm>
                  <a:off x="3747420" y="5407568"/>
                  <a:ext cx="1944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0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0C63B90E-2E3F-F57C-4B37-F3BA69CABA06}"/>
                    </a:ext>
                  </a:extLst>
                </p14:cNvPr>
                <p14:cNvContentPartPr/>
                <p14:nvPr/>
              </p14:nvContentPartPr>
              <p14:xfrm>
                <a:off x="3995100" y="5517368"/>
                <a:ext cx="15840" cy="61920"/>
              </p14:xfrm>
            </p:contentPart>
          </mc:Choice>
          <mc:Fallback xmlns=""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0C63B90E-2E3F-F57C-4B37-F3BA69CABA06}"/>
                    </a:ext>
                  </a:extLst>
                </p:cNvPr>
                <p:cNvPicPr/>
                <p:nvPr/>
              </p:nvPicPr>
              <p:blipFill>
                <a:blip r:embed="rId971"/>
                <a:stretch>
                  <a:fillRect/>
                </a:stretch>
              </p:blipFill>
              <p:spPr>
                <a:xfrm>
                  <a:off x="3986460" y="5508728"/>
                  <a:ext cx="33480" cy="7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72">
            <p14:nvContentPartPr>
              <p14:cNvPr id="549" name="Ink 548">
                <a:extLst>
                  <a:ext uri="{FF2B5EF4-FFF2-40B4-BE49-F238E27FC236}">
                    <a16:creationId xmlns:a16="http://schemas.microsoft.com/office/drawing/2014/main" id="{4DD6FFD4-DA64-F38E-3A98-8FD1F52CE3D3}"/>
                  </a:ext>
                </a:extLst>
              </p14:cNvPr>
              <p14:cNvContentPartPr/>
              <p14:nvPr/>
            </p14:nvContentPartPr>
            <p14:xfrm>
              <a:off x="4247820" y="5173928"/>
              <a:ext cx="293760" cy="189360"/>
            </p14:xfrm>
          </p:contentPart>
        </mc:Choice>
        <mc:Fallback xmlns="">
          <p:pic>
            <p:nvPicPr>
              <p:cNvPr id="549" name="Ink 548">
                <a:extLst>
                  <a:ext uri="{FF2B5EF4-FFF2-40B4-BE49-F238E27FC236}">
                    <a16:creationId xmlns:a16="http://schemas.microsoft.com/office/drawing/2014/main" id="{4DD6FFD4-DA64-F38E-3A98-8FD1F52CE3D3}"/>
                  </a:ext>
                </a:extLst>
              </p:cNvPr>
              <p:cNvPicPr/>
              <p:nvPr/>
            </p:nvPicPr>
            <p:blipFill>
              <a:blip r:embed="rId973"/>
              <a:stretch>
                <a:fillRect/>
              </a:stretch>
            </p:blipFill>
            <p:spPr>
              <a:xfrm>
                <a:off x="4239180" y="5164928"/>
                <a:ext cx="311400" cy="20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52" name="Group 551">
            <a:extLst>
              <a:ext uri="{FF2B5EF4-FFF2-40B4-BE49-F238E27FC236}">
                <a16:creationId xmlns:a16="http://schemas.microsoft.com/office/drawing/2014/main" id="{89B9C74A-78F4-14A9-04B4-017A43F84E2E}"/>
              </a:ext>
            </a:extLst>
          </p:cNvPr>
          <p:cNvGrpSpPr/>
          <p:nvPr/>
        </p:nvGrpSpPr>
        <p:grpSpPr>
          <a:xfrm>
            <a:off x="4297140" y="5464088"/>
            <a:ext cx="207360" cy="152280"/>
            <a:chOff x="4297140" y="5464088"/>
            <a:chExt cx="207360" cy="15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4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1F8A476E-EC46-DFC8-F9AE-B802930B6064}"/>
                    </a:ext>
                  </a:extLst>
                </p14:cNvPr>
                <p14:cNvContentPartPr/>
                <p14:nvPr/>
              </p14:nvContentPartPr>
              <p14:xfrm>
                <a:off x="4297140" y="5464088"/>
                <a:ext cx="50760" cy="151560"/>
              </p14:xfrm>
            </p:contentPart>
          </mc:Choice>
          <mc:Fallback xmlns=""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1F8A476E-EC46-DFC8-F9AE-B802930B6064}"/>
                    </a:ext>
                  </a:extLst>
                </p:cNvPr>
                <p:cNvPicPr/>
                <p:nvPr/>
              </p:nvPicPr>
              <p:blipFill>
                <a:blip r:embed="rId975"/>
                <a:stretch>
                  <a:fillRect/>
                </a:stretch>
              </p:blipFill>
              <p:spPr>
                <a:xfrm>
                  <a:off x="4288140" y="5455448"/>
                  <a:ext cx="684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6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C81DF877-AA88-8CCE-071C-B55D6E71B3A6}"/>
                    </a:ext>
                  </a:extLst>
                </p14:cNvPr>
                <p14:cNvContentPartPr/>
                <p14:nvPr/>
              </p14:nvContentPartPr>
              <p14:xfrm>
                <a:off x="4361940" y="5537528"/>
                <a:ext cx="142560" cy="7884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C81DF877-AA88-8CCE-071C-B55D6E71B3A6}"/>
                    </a:ext>
                  </a:extLst>
                </p:cNvPr>
                <p:cNvPicPr/>
                <p:nvPr/>
              </p:nvPicPr>
              <p:blipFill>
                <a:blip r:embed="rId977"/>
                <a:stretch>
                  <a:fillRect/>
                </a:stretch>
              </p:blipFill>
              <p:spPr>
                <a:xfrm>
                  <a:off x="4353300" y="5528528"/>
                  <a:ext cx="16020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0" name="Group 559">
            <a:extLst>
              <a:ext uri="{FF2B5EF4-FFF2-40B4-BE49-F238E27FC236}">
                <a16:creationId xmlns:a16="http://schemas.microsoft.com/office/drawing/2014/main" id="{B466D5E1-848E-CE0A-6E8B-08788FE3BA88}"/>
              </a:ext>
            </a:extLst>
          </p:cNvPr>
          <p:cNvGrpSpPr/>
          <p:nvPr/>
        </p:nvGrpSpPr>
        <p:grpSpPr>
          <a:xfrm>
            <a:off x="4737060" y="5056568"/>
            <a:ext cx="822240" cy="426240"/>
            <a:chOff x="4737060" y="5056568"/>
            <a:chExt cx="822240" cy="42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8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58FB6005-C7B8-C829-7E92-7FDABF3FD993}"/>
                    </a:ext>
                  </a:extLst>
                </p14:cNvPr>
                <p14:cNvContentPartPr/>
                <p14:nvPr/>
              </p14:nvContentPartPr>
              <p14:xfrm>
                <a:off x="4737060" y="5167448"/>
                <a:ext cx="299520" cy="236520"/>
              </p14:xfrm>
            </p:contentPart>
          </mc:Choice>
          <mc:Fallback xmlns=""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58FB6005-C7B8-C829-7E92-7FDABF3FD993}"/>
                    </a:ext>
                  </a:extLst>
                </p:cNvPr>
                <p:cNvPicPr/>
                <p:nvPr/>
              </p:nvPicPr>
              <p:blipFill>
                <a:blip r:embed="rId979"/>
                <a:stretch>
                  <a:fillRect/>
                </a:stretch>
              </p:blipFill>
              <p:spPr>
                <a:xfrm>
                  <a:off x="4728420" y="5158808"/>
                  <a:ext cx="31716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0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2D1DF09F-DD6A-C7AF-59FC-BA3C578AC02A}"/>
                    </a:ext>
                  </a:extLst>
                </p14:cNvPr>
                <p14:cNvContentPartPr/>
                <p14:nvPr/>
              </p14:nvContentPartPr>
              <p14:xfrm>
                <a:off x="4811580" y="5174648"/>
                <a:ext cx="119160" cy="264600"/>
              </p14:xfrm>
            </p:contentPart>
          </mc:Choice>
          <mc:Fallback xmlns=""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2D1DF09F-DD6A-C7AF-59FC-BA3C578AC02A}"/>
                    </a:ext>
                  </a:extLst>
                </p:cNvPr>
                <p:cNvPicPr/>
                <p:nvPr/>
              </p:nvPicPr>
              <p:blipFill>
                <a:blip r:embed="rId981"/>
                <a:stretch>
                  <a:fillRect/>
                </a:stretch>
              </p:blipFill>
              <p:spPr>
                <a:xfrm>
                  <a:off x="4802580" y="5165648"/>
                  <a:ext cx="1368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2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9B342243-698F-6710-5053-01D659597681}"/>
                    </a:ext>
                  </a:extLst>
                </p14:cNvPr>
                <p14:cNvContentPartPr/>
                <p14:nvPr/>
              </p14:nvContentPartPr>
              <p14:xfrm>
                <a:off x="5065740" y="5376608"/>
                <a:ext cx="114120" cy="73800"/>
              </p14:xfrm>
            </p:contentPart>
          </mc:Choice>
          <mc:Fallback xmlns=""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9B342243-698F-6710-5053-01D659597681}"/>
                    </a:ext>
                  </a:extLst>
                </p:cNvPr>
                <p:cNvPicPr/>
                <p:nvPr/>
              </p:nvPicPr>
              <p:blipFill>
                <a:blip r:embed="rId983"/>
                <a:stretch>
                  <a:fillRect/>
                </a:stretch>
              </p:blipFill>
              <p:spPr>
                <a:xfrm>
                  <a:off x="5057100" y="5367608"/>
                  <a:ext cx="1317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4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80407E3E-2FFA-1608-B2DA-768AD5D9BEDB}"/>
                    </a:ext>
                  </a:extLst>
                </p14:cNvPr>
                <p14:cNvContentPartPr/>
                <p14:nvPr/>
              </p14:nvContentPartPr>
              <p14:xfrm>
                <a:off x="5173020" y="5076008"/>
                <a:ext cx="138600" cy="324000"/>
              </p14:xfrm>
            </p:contentPart>
          </mc:Choice>
          <mc:Fallback xmlns=""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80407E3E-2FFA-1608-B2DA-768AD5D9BEDB}"/>
                    </a:ext>
                  </a:extLst>
                </p:cNvPr>
                <p:cNvPicPr/>
                <p:nvPr/>
              </p:nvPicPr>
              <p:blipFill>
                <a:blip r:embed="rId985"/>
                <a:stretch>
                  <a:fillRect/>
                </a:stretch>
              </p:blipFill>
              <p:spPr>
                <a:xfrm>
                  <a:off x="5164380" y="5067368"/>
                  <a:ext cx="1562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6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D005D877-11BC-67EB-F407-F137217EF0FE}"/>
                    </a:ext>
                  </a:extLst>
                </p14:cNvPr>
                <p14:cNvContentPartPr/>
                <p14:nvPr/>
              </p14:nvContentPartPr>
              <p14:xfrm>
                <a:off x="5336460" y="5287688"/>
                <a:ext cx="101880" cy="195120"/>
              </p14:xfrm>
            </p:contentPart>
          </mc:Choice>
          <mc:Fallback xmlns=""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D005D877-11BC-67EB-F407-F137217EF0FE}"/>
                    </a:ext>
                  </a:extLst>
                </p:cNvPr>
                <p:cNvPicPr/>
                <p:nvPr/>
              </p:nvPicPr>
              <p:blipFill>
                <a:blip r:embed="rId987"/>
                <a:stretch>
                  <a:fillRect/>
                </a:stretch>
              </p:blipFill>
              <p:spPr>
                <a:xfrm>
                  <a:off x="5327820" y="5279048"/>
                  <a:ext cx="1195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8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5D1B1D8B-3794-4D5C-0A31-8D9B284BA135}"/>
                    </a:ext>
                  </a:extLst>
                </p14:cNvPr>
                <p14:cNvContentPartPr/>
                <p14:nvPr/>
              </p14:nvContentPartPr>
              <p14:xfrm>
                <a:off x="5327460" y="5148368"/>
                <a:ext cx="8640" cy="9720"/>
              </p14:xfrm>
            </p:contentPart>
          </mc:Choice>
          <mc:Fallback xmlns=""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5D1B1D8B-3794-4D5C-0A31-8D9B284BA135}"/>
                    </a:ext>
                  </a:extLst>
                </p:cNvPr>
                <p:cNvPicPr/>
                <p:nvPr/>
              </p:nvPicPr>
              <p:blipFill>
                <a:blip r:embed="rId989"/>
                <a:stretch>
                  <a:fillRect/>
                </a:stretch>
              </p:blipFill>
              <p:spPr>
                <a:xfrm>
                  <a:off x="5318460" y="5139728"/>
                  <a:ext cx="262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0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8D8163AC-A5BC-D5DB-665B-0AB5533EA010}"/>
                    </a:ext>
                  </a:extLst>
                </p14:cNvPr>
                <p14:cNvContentPartPr/>
                <p14:nvPr/>
              </p14:nvContentPartPr>
              <p14:xfrm>
                <a:off x="5428260" y="5056568"/>
                <a:ext cx="131040" cy="314280"/>
              </p14:xfrm>
            </p:contentPart>
          </mc:Choice>
          <mc:Fallback xmlns=""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8D8163AC-A5BC-D5DB-665B-0AB5533EA010}"/>
                    </a:ext>
                  </a:extLst>
                </p:cNvPr>
                <p:cNvPicPr/>
                <p:nvPr/>
              </p:nvPicPr>
              <p:blipFill>
                <a:blip r:embed="rId991"/>
                <a:stretch>
                  <a:fillRect/>
                </a:stretch>
              </p:blipFill>
              <p:spPr>
                <a:xfrm>
                  <a:off x="5419620" y="5047928"/>
                  <a:ext cx="148680" cy="33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92">
            <p14:nvContentPartPr>
              <p14:cNvPr id="583" name="Ink 582">
                <a:extLst>
                  <a:ext uri="{FF2B5EF4-FFF2-40B4-BE49-F238E27FC236}">
                    <a16:creationId xmlns:a16="http://schemas.microsoft.com/office/drawing/2014/main" id="{31F8B6C3-2EF5-DBEA-F17F-8E1CA5266331}"/>
                  </a:ext>
                </a:extLst>
              </p14:cNvPr>
              <p14:cNvContentPartPr/>
              <p14:nvPr/>
            </p14:nvContentPartPr>
            <p14:xfrm>
              <a:off x="5668020" y="5025968"/>
              <a:ext cx="199440" cy="66240"/>
            </p14:xfrm>
          </p:contentPart>
        </mc:Choice>
        <mc:Fallback xmlns="">
          <p:pic>
            <p:nvPicPr>
              <p:cNvPr id="583" name="Ink 582">
                <a:extLst>
                  <a:ext uri="{FF2B5EF4-FFF2-40B4-BE49-F238E27FC236}">
                    <a16:creationId xmlns:a16="http://schemas.microsoft.com/office/drawing/2014/main" id="{31F8B6C3-2EF5-DBEA-F17F-8E1CA5266331}"/>
                  </a:ext>
                </a:extLst>
              </p:cNvPr>
              <p:cNvPicPr/>
              <p:nvPr/>
            </p:nvPicPr>
            <p:blipFill>
              <a:blip r:embed="rId993"/>
              <a:stretch>
                <a:fillRect/>
              </a:stretch>
            </p:blipFill>
            <p:spPr>
              <a:xfrm>
                <a:off x="5659020" y="5017328"/>
                <a:ext cx="217080" cy="8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88" name="Group 587">
            <a:extLst>
              <a:ext uri="{FF2B5EF4-FFF2-40B4-BE49-F238E27FC236}">
                <a16:creationId xmlns:a16="http://schemas.microsoft.com/office/drawing/2014/main" id="{B92F86DD-58DE-9C11-E5D6-B51784C553EE}"/>
              </a:ext>
            </a:extLst>
          </p:cNvPr>
          <p:cNvGrpSpPr/>
          <p:nvPr/>
        </p:nvGrpSpPr>
        <p:grpSpPr>
          <a:xfrm>
            <a:off x="5632380" y="5070248"/>
            <a:ext cx="441360" cy="161640"/>
            <a:chOff x="5632380" y="5070248"/>
            <a:chExt cx="441360" cy="16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4">
              <p14:nvContentPartPr>
                <p14:cNvPr id="586" name="Ink 585">
                  <a:extLst>
                    <a:ext uri="{FF2B5EF4-FFF2-40B4-BE49-F238E27FC236}">
                      <a16:creationId xmlns:a16="http://schemas.microsoft.com/office/drawing/2014/main" id="{7E72064D-E7E4-0887-574B-D2281CA74E3F}"/>
                    </a:ext>
                  </a:extLst>
                </p14:cNvPr>
                <p14:cNvContentPartPr/>
                <p14:nvPr/>
              </p14:nvContentPartPr>
              <p14:xfrm>
                <a:off x="5917500" y="5070248"/>
                <a:ext cx="140400" cy="68760"/>
              </p14:xfrm>
            </p:contentPart>
          </mc:Choice>
          <mc:Fallback xmlns="">
            <p:pic>
              <p:nvPicPr>
                <p:cNvPr id="586" name="Ink 585">
                  <a:extLst>
                    <a:ext uri="{FF2B5EF4-FFF2-40B4-BE49-F238E27FC236}">
                      <a16:creationId xmlns:a16="http://schemas.microsoft.com/office/drawing/2014/main" id="{7E72064D-E7E4-0887-574B-D2281CA74E3F}"/>
                    </a:ext>
                  </a:extLst>
                </p:cNvPr>
                <p:cNvPicPr/>
                <p:nvPr/>
              </p:nvPicPr>
              <p:blipFill>
                <a:blip r:embed="rId995"/>
                <a:stretch>
                  <a:fillRect/>
                </a:stretch>
              </p:blipFill>
              <p:spPr>
                <a:xfrm>
                  <a:off x="5908500" y="5061248"/>
                  <a:ext cx="1580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6">
              <p14:nvContentPartPr>
                <p14:cNvPr id="587" name="Ink 586">
                  <a:extLst>
                    <a:ext uri="{FF2B5EF4-FFF2-40B4-BE49-F238E27FC236}">
                      <a16:creationId xmlns:a16="http://schemas.microsoft.com/office/drawing/2014/main" id="{E5CCD78F-0578-151C-BC15-7A3A45699FF0}"/>
                    </a:ext>
                  </a:extLst>
                </p14:cNvPr>
                <p14:cNvContentPartPr/>
                <p14:nvPr/>
              </p14:nvContentPartPr>
              <p14:xfrm>
                <a:off x="5632380" y="5210648"/>
                <a:ext cx="441360" cy="21240"/>
              </p14:xfrm>
            </p:contentPart>
          </mc:Choice>
          <mc:Fallback xmlns="">
            <p:pic>
              <p:nvPicPr>
                <p:cNvPr id="587" name="Ink 586">
                  <a:extLst>
                    <a:ext uri="{FF2B5EF4-FFF2-40B4-BE49-F238E27FC236}">
                      <a16:creationId xmlns:a16="http://schemas.microsoft.com/office/drawing/2014/main" id="{E5CCD78F-0578-151C-BC15-7A3A45699FF0}"/>
                    </a:ext>
                  </a:extLst>
                </p:cNvPr>
                <p:cNvPicPr/>
                <p:nvPr/>
              </p:nvPicPr>
              <p:blipFill>
                <a:blip r:embed="rId997"/>
                <a:stretch>
                  <a:fillRect/>
                </a:stretch>
              </p:blipFill>
              <p:spPr>
                <a:xfrm>
                  <a:off x="5623380" y="5201648"/>
                  <a:ext cx="45900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74FE4E04-76E3-335C-36C4-6B0750262B34}"/>
              </a:ext>
            </a:extLst>
          </p:cNvPr>
          <p:cNvGrpSpPr/>
          <p:nvPr/>
        </p:nvGrpSpPr>
        <p:grpSpPr>
          <a:xfrm>
            <a:off x="5693940" y="5342408"/>
            <a:ext cx="457200" cy="216720"/>
            <a:chOff x="5693940" y="5342408"/>
            <a:chExt cx="457200" cy="21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8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C7538A1D-7DF7-3A89-C562-92B0992E5CDB}"/>
                    </a:ext>
                  </a:extLst>
                </p14:cNvPr>
                <p14:cNvContentPartPr/>
                <p14:nvPr/>
              </p14:nvContentPartPr>
              <p14:xfrm>
                <a:off x="5693940" y="5351768"/>
                <a:ext cx="178920" cy="149040"/>
              </p14:xfrm>
            </p:contentPart>
          </mc:Choice>
          <mc:Fallback xmlns=""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C7538A1D-7DF7-3A89-C562-92B0992E5CDB}"/>
                    </a:ext>
                  </a:extLst>
                </p:cNvPr>
                <p:cNvPicPr/>
                <p:nvPr/>
              </p:nvPicPr>
              <p:blipFill>
                <a:blip r:embed="rId999"/>
                <a:stretch>
                  <a:fillRect/>
                </a:stretch>
              </p:blipFill>
              <p:spPr>
                <a:xfrm>
                  <a:off x="5685300" y="5342768"/>
                  <a:ext cx="1965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0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D35527E0-8E81-5B32-42D1-32B14732EAD9}"/>
                    </a:ext>
                  </a:extLst>
                </p14:cNvPr>
                <p14:cNvContentPartPr/>
                <p14:nvPr/>
              </p14:nvContentPartPr>
              <p14:xfrm>
                <a:off x="5979780" y="5387408"/>
                <a:ext cx="48600" cy="91440"/>
              </p14:xfrm>
            </p:contentPart>
          </mc:Choice>
          <mc:Fallback xmlns=""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D35527E0-8E81-5B32-42D1-32B14732EAD9}"/>
                    </a:ext>
                  </a:extLst>
                </p:cNvPr>
                <p:cNvPicPr/>
                <p:nvPr/>
              </p:nvPicPr>
              <p:blipFill>
                <a:blip r:embed="rId1001"/>
                <a:stretch>
                  <a:fillRect/>
                </a:stretch>
              </p:blipFill>
              <p:spPr>
                <a:xfrm>
                  <a:off x="5971140" y="5378768"/>
                  <a:ext cx="662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2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1A513024-B1C8-6026-9281-EAFFD46379F4}"/>
                    </a:ext>
                  </a:extLst>
                </p14:cNvPr>
                <p14:cNvContentPartPr/>
                <p14:nvPr/>
              </p14:nvContentPartPr>
              <p14:xfrm>
                <a:off x="5905620" y="5342408"/>
                <a:ext cx="162720" cy="25200"/>
              </p14:xfrm>
            </p:contentPart>
          </mc:Choice>
          <mc:Fallback xmlns=""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1A513024-B1C8-6026-9281-EAFFD46379F4}"/>
                    </a:ext>
                  </a:extLst>
                </p:cNvPr>
                <p:cNvPicPr/>
                <p:nvPr/>
              </p:nvPicPr>
              <p:blipFill>
                <a:blip r:embed="rId1003"/>
                <a:stretch>
                  <a:fillRect/>
                </a:stretch>
              </p:blipFill>
              <p:spPr>
                <a:xfrm>
                  <a:off x="5896980" y="5333768"/>
                  <a:ext cx="1803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4">
              <p14:nvContentPartPr>
                <p14:cNvPr id="592" name="Ink 591">
                  <a:extLst>
                    <a:ext uri="{FF2B5EF4-FFF2-40B4-BE49-F238E27FC236}">
                      <a16:creationId xmlns:a16="http://schemas.microsoft.com/office/drawing/2014/main" id="{34E87460-9A4D-1C0F-074B-024AD1999A0C}"/>
                    </a:ext>
                  </a:extLst>
                </p14:cNvPr>
                <p14:cNvContentPartPr/>
                <p14:nvPr/>
              </p14:nvContentPartPr>
              <p14:xfrm>
                <a:off x="6130620" y="5496488"/>
                <a:ext cx="20520" cy="62640"/>
              </p14:xfrm>
            </p:contentPart>
          </mc:Choice>
          <mc:Fallback xmlns="">
            <p:pic>
              <p:nvPicPr>
                <p:cNvPr id="592" name="Ink 591">
                  <a:extLst>
                    <a:ext uri="{FF2B5EF4-FFF2-40B4-BE49-F238E27FC236}">
                      <a16:creationId xmlns:a16="http://schemas.microsoft.com/office/drawing/2014/main" id="{34E87460-9A4D-1C0F-074B-024AD1999A0C}"/>
                    </a:ext>
                  </a:extLst>
                </p:cNvPr>
                <p:cNvPicPr/>
                <p:nvPr/>
              </p:nvPicPr>
              <p:blipFill>
                <a:blip r:embed="rId1005"/>
                <a:stretch>
                  <a:fillRect/>
                </a:stretch>
              </p:blipFill>
              <p:spPr>
                <a:xfrm>
                  <a:off x="6121620" y="5487848"/>
                  <a:ext cx="3816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2" name="Group 601">
            <a:extLst>
              <a:ext uri="{FF2B5EF4-FFF2-40B4-BE49-F238E27FC236}">
                <a16:creationId xmlns:a16="http://schemas.microsoft.com/office/drawing/2014/main" id="{5BA1A256-EE04-BC6E-EF37-1F90BD88EA8C}"/>
              </a:ext>
            </a:extLst>
          </p:cNvPr>
          <p:cNvGrpSpPr/>
          <p:nvPr/>
        </p:nvGrpSpPr>
        <p:grpSpPr>
          <a:xfrm>
            <a:off x="6337620" y="5034248"/>
            <a:ext cx="788760" cy="271080"/>
            <a:chOff x="6337620" y="5034248"/>
            <a:chExt cx="788760" cy="27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6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26F977B2-2B90-C264-9F74-C2184F7F403A}"/>
                    </a:ext>
                  </a:extLst>
                </p14:cNvPr>
                <p14:cNvContentPartPr/>
                <p14:nvPr/>
              </p14:nvContentPartPr>
              <p14:xfrm>
                <a:off x="6337620" y="5247728"/>
                <a:ext cx="104760" cy="9360"/>
              </p14:xfrm>
            </p:contentPart>
          </mc:Choice>
          <mc:Fallback xmlns=""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26F977B2-2B90-C264-9F74-C2184F7F403A}"/>
                    </a:ext>
                  </a:extLst>
                </p:cNvPr>
                <p:cNvPicPr/>
                <p:nvPr/>
              </p:nvPicPr>
              <p:blipFill>
                <a:blip r:embed="rId1007"/>
                <a:stretch>
                  <a:fillRect/>
                </a:stretch>
              </p:blipFill>
              <p:spPr>
                <a:xfrm>
                  <a:off x="6328980" y="5238728"/>
                  <a:ext cx="1224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8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1A0524BC-F16B-3ED2-F08E-82EDF527F307}"/>
                    </a:ext>
                  </a:extLst>
                </p14:cNvPr>
                <p14:cNvContentPartPr/>
                <p14:nvPr/>
              </p14:nvContentPartPr>
              <p14:xfrm>
                <a:off x="6561540" y="5064128"/>
                <a:ext cx="187200" cy="127440"/>
              </p14:xfrm>
            </p:contentPart>
          </mc:Choice>
          <mc:Fallback xmlns=""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1A0524BC-F16B-3ED2-F08E-82EDF527F307}"/>
                    </a:ext>
                  </a:extLst>
                </p:cNvPr>
                <p:cNvPicPr/>
                <p:nvPr/>
              </p:nvPicPr>
              <p:blipFill>
                <a:blip r:embed="rId1009"/>
                <a:stretch>
                  <a:fillRect/>
                </a:stretch>
              </p:blipFill>
              <p:spPr>
                <a:xfrm>
                  <a:off x="6552900" y="5055128"/>
                  <a:ext cx="2048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0">
              <p14:nvContentPartPr>
                <p14:cNvPr id="596" name="Ink 595">
                  <a:extLst>
                    <a:ext uri="{FF2B5EF4-FFF2-40B4-BE49-F238E27FC236}">
                      <a16:creationId xmlns:a16="http://schemas.microsoft.com/office/drawing/2014/main" id="{E01DE0E5-00C8-923C-A899-81C9FFC1B082}"/>
                    </a:ext>
                  </a:extLst>
                </p14:cNvPr>
                <p14:cNvContentPartPr/>
                <p14:nvPr/>
              </p14:nvContentPartPr>
              <p14:xfrm>
                <a:off x="6825420" y="5132888"/>
                <a:ext cx="37080" cy="74520"/>
              </p14:xfrm>
            </p:contentPart>
          </mc:Choice>
          <mc:Fallback xmlns="">
            <p:pic>
              <p:nvPicPr>
                <p:cNvPr id="596" name="Ink 595">
                  <a:extLst>
                    <a:ext uri="{FF2B5EF4-FFF2-40B4-BE49-F238E27FC236}">
                      <a16:creationId xmlns:a16="http://schemas.microsoft.com/office/drawing/2014/main" id="{E01DE0E5-00C8-923C-A899-81C9FFC1B082}"/>
                    </a:ext>
                  </a:extLst>
                </p:cNvPr>
                <p:cNvPicPr/>
                <p:nvPr/>
              </p:nvPicPr>
              <p:blipFill>
                <a:blip r:embed="rId1011"/>
                <a:stretch>
                  <a:fillRect/>
                </a:stretch>
              </p:blipFill>
              <p:spPr>
                <a:xfrm>
                  <a:off x="6816780" y="5124248"/>
                  <a:ext cx="547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2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1435978D-1F0A-2081-C35E-95A12410246C}"/>
                    </a:ext>
                  </a:extLst>
                </p14:cNvPr>
                <p14:cNvContentPartPr/>
                <p14:nvPr/>
              </p14:nvContentPartPr>
              <p14:xfrm>
                <a:off x="6873300" y="5117408"/>
                <a:ext cx="78480" cy="84600"/>
              </p14:xfrm>
            </p:contentPart>
          </mc:Choice>
          <mc:Fallback xmlns=""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1435978D-1F0A-2081-C35E-95A12410246C}"/>
                    </a:ext>
                  </a:extLst>
                </p:cNvPr>
                <p:cNvPicPr/>
                <p:nvPr/>
              </p:nvPicPr>
              <p:blipFill>
                <a:blip r:embed="rId1013"/>
                <a:stretch>
                  <a:fillRect/>
                </a:stretch>
              </p:blipFill>
              <p:spPr>
                <a:xfrm>
                  <a:off x="6864660" y="5108408"/>
                  <a:ext cx="961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4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5DB3A2A6-7765-8C4F-2B94-E2EBCF271079}"/>
                    </a:ext>
                  </a:extLst>
                </p14:cNvPr>
                <p14:cNvContentPartPr/>
                <p14:nvPr/>
              </p14:nvContentPartPr>
              <p14:xfrm>
                <a:off x="6780420" y="5076728"/>
                <a:ext cx="145080" cy="14760"/>
              </p14:xfrm>
            </p:contentPart>
          </mc:Choice>
          <mc:Fallback xmlns=""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5DB3A2A6-7765-8C4F-2B94-E2EBCF271079}"/>
                    </a:ext>
                  </a:extLst>
                </p:cNvPr>
                <p:cNvPicPr/>
                <p:nvPr/>
              </p:nvPicPr>
              <p:blipFill>
                <a:blip r:embed="rId1015"/>
                <a:stretch>
                  <a:fillRect/>
                </a:stretch>
              </p:blipFill>
              <p:spPr>
                <a:xfrm>
                  <a:off x="6771780" y="5068088"/>
                  <a:ext cx="1627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6">
              <p14:nvContentPartPr>
                <p14:cNvPr id="599" name="Ink 598">
                  <a:extLst>
                    <a:ext uri="{FF2B5EF4-FFF2-40B4-BE49-F238E27FC236}">
                      <a16:creationId xmlns:a16="http://schemas.microsoft.com/office/drawing/2014/main" id="{8B4E2A36-DFC4-266A-76DE-404AFA3F10C6}"/>
                    </a:ext>
                  </a:extLst>
                </p14:cNvPr>
                <p14:cNvContentPartPr/>
                <p14:nvPr/>
              </p14:nvContentPartPr>
              <p14:xfrm>
                <a:off x="7039620" y="5122448"/>
                <a:ext cx="57240" cy="59760"/>
              </p14:xfrm>
            </p:contentPart>
          </mc:Choice>
          <mc:Fallback xmlns="">
            <p:pic>
              <p:nvPicPr>
                <p:cNvPr id="599" name="Ink 598">
                  <a:extLst>
                    <a:ext uri="{FF2B5EF4-FFF2-40B4-BE49-F238E27FC236}">
                      <a16:creationId xmlns:a16="http://schemas.microsoft.com/office/drawing/2014/main" id="{8B4E2A36-DFC4-266A-76DE-404AFA3F10C6}"/>
                    </a:ext>
                  </a:extLst>
                </p:cNvPr>
                <p:cNvPicPr/>
                <p:nvPr/>
              </p:nvPicPr>
              <p:blipFill>
                <a:blip r:embed="rId1017"/>
                <a:stretch>
                  <a:fillRect/>
                </a:stretch>
              </p:blipFill>
              <p:spPr>
                <a:xfrm>
                  <a:off x="7030980" y="5113808"/>
                  <a:ext cx="748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8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7499ADB9-4511-65A6-6068-DFBA5D59B1AC}"/>
                    </a:ext>
                  </a:extLst>
                </p14:cNvPr>
                <p14:cNvContentPartPr/>
                <p14:nvPr/>
              </p14:nvContentPartPr>
              <p14:xfrm>
                <a:off x="7027380" y="5034248"/>
                <a:ext cx="12600" cy="6480"/>
              </p14:xfrm>
            </p:contentPart>
          </mc:Choice>
          <mc:Fallback xmlns=""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7499ADB9-4511-65A6-6068-DFBA5D59B1AC}"/>
                    </a:ext>
                  </a:extLst>
                </p:cNvPr>
                <p:cNvPicPr/>
                <p:nvPr/>
              </p:nvPicPr>
              <p:blipFill>
                <a:blip r:embed="rId1019"/>
                <a:stretch>
                  <a:fillRect/>
                </a:stretch>
              </p:blipFill>
              <p:spPr>
                <a:xfrm>
                  <a:off x="7018740" y="5025248"/>
                  <a:ext cx="302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0">
              <p14:nvContentPartPr>
                <p14:cNvPr id="601" name="Ink 600">
                  <a:extLst>
                    <a:ext uri="{FF2B5EF4-FFF2-40B4-BE49-F238E27FC236}">
                      <a16:creationId xmlns:a16="http://schemas.microsoft.com/office/drawing/2014/main" id="{469FCE8C-B3B0-C0C1-FB6E-ED9330BCACBA}"/>
                    </a:ext>
                  </a:extLst>
                </p14:cNvPr>
                <p14:cNvContentPartPr/>
                <p14:nvPr/>
              </p14:nvContentPartPr>
              <p14:xfrm>
                <a:off x="6614460" y="5293808"/>
                <a:ext cx="511920" cy="11520"/>
              </p14:xfrm>
            </p:contentPart>
          </mc:Choice>
          <mc:Fallback xmlns="">
            <p:pic>
              <p:nvPicPr>
                <p:cNvPr id="601" name="Ink 600">
                  <a:extLst>
                    <a:ext uri="{FF2B5EF4-FFF2-40B4-BE49-F238E27FC236}">
                      <a16:creationId xmlns:a16="http://schemas.microsoft.com/office/drawing/2014/main" id="{469FCE8C-B3B0-C0C1-FB6E-ED9330BCACBA}"/>
                    </a:ext>
                  </a:extLst>
                </p:cNvPr>
                <p:cNvPicPr/>
                <p:nvPr/>
              </p:nvPicPr>
              <p:blipFill>
                <a:blip r:embed="rId1021"/>
                <a:stretch>
                  <a:fillRect/>
                </a:stretch>
              </p:blipFill>
              <p:spPr>
                <a:xfrm>
                  <a:off x="6605460" y="5285168"/>
                  <a:ext cx="52956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7" name="Group 606">
            <a:extLst>
              <a:ext uri="{FF2B5EF4-FFF2-40B4-BE49-F238E27FC236}">
                <a16:creationId xmlns:a16="http://schemas.microsoft.com/office/drawing/2014/main" id="{97FD6699-D0DC-62F0-D253-8BF2C58B965F}"/>
              </a:ext>
            </a:extLst>
          </p:cNvPr>
          <p:cNvGrpSpPr/>
          <p:nvPr/>
        </p:nvGrpSpPr>
        <p:grpSpPr>
          <a:xfrm>
            <a:off x="6661980" y="5381648"/>
            <a:ext cx="415800" cy="196920"/>
            <a:chOff x="6661980" y="5381648"/>
            <a:chExt cx="415800" cy="19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2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42ACC4FC-4F03-2341-65B1-4CBC5915E26F}"/>
                    </a:ext>
                  </a:extLst>
                </p14:cNvPr>
                <p14:cNvContentPartPr/>
                <p14:nvPr/>
              </p14:nvContentPartPr>
              <p14:xfrm>
                <a:off x="6661980" y="5419808"/>
                <a:ext cx="166680" cy="127800"/>
              </p14:xfrm>
            </p:contentPart>
          </mc:Choice>
          <mc:Fallback xmlns=""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42ACC4FC-4F03-2341-65B1-4CBC5915E26F}"/>
                    </a:ext>
                  </a:extLst>
                </p:cNvPr>
                <p:cNvPicPr/>
                <p:nvPr/>
              </p:nvPicPr>
              <p:blipFill>
                <a:blip r:embed="rId1023"/>
                <a:stretch>
                  <a:fillRect/>
                </a:stretch>
              </p:blipFill>
              <p:spPr>
                <a:xfrm>
                  <a:off x="6652980" y="5411168"/>
                  <a:ext cx="1843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4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E1AC2AB3-6351-0B5F-8E1B-38435AAB1998}"/>
                    </a:ext>
                  </a:extLst>
                </p14:cNvPr>
                <p14:cNvContentPartPr/>
                <p14:nvPr/>
              </p14:nvContentPartPr>
              <p14:xfrm>
                <a:off x="6920100" y="5460128"/>
                <a:ext cx="39240" cy="68400"/>
              </p14:xfrm>
            </p:contentPart>
          </mc:Choice>
          <mc:Fallback xmlns=""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E1AC2AB3-6351-0B5F-8E1B-38435AAB1998}"/>
                    </a:ext>
                  </a:extLst>
                </p:cNvPr>
                <p:cNvPicPr/>
                <p:nvPr/>
              </p:nvPicPr>
              <p:blipFill>
                <a:blip r:embed="rId1025"/>
                <a:stretch>
                  <a:fillRect/>
                </a:stretch>
              </p:blipFill>
              <p:spPr>
                <a:xfrm>
                  <a:off x="6911460" y="5451488"/>
                  <a:ext cx="568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6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254F99A1-F57E-61C6-B304-4D20B7813B56}"/>
                    </a:ext>
                  </a:extLst>
                </p14:cNvPr>
                <p14:cNvContentPartPr/>
                <p14:nvPr/>
              </p14:nvContentPartPr>
              <p14:xfrm>
                <a:off x="6805980" y="5381648"/>
                <a:ext cx="177120" cy="27000"/>
              </p14:xfrm>
            </p:contentPart>
          </mc:Choice>
          <mc:Fallback xmlns=""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254F99A1-F57E-61C6-B304-4D20B7813B56}"/>
                    </a:ext>
                  </a:extLst>
                </p:cNvPr>
                <p:cNvPicPr/>
                <p:nvPr/>
              </p:nvPicPr>
              <p:blipFill>
                <a:blip r:embed="rId1027"/>
                <a:stretch>
                  <a:fillRect/>
                </a:stretch>
              </p:blipFill>
              <p:spPr>
                <a:xfrm>
                  <a:off x="6796980" y="5372648"/>
                  <a:ext cx="1947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8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D9F0A26E-9108-3225-8BAB-4BF5D7D5315A}"/>
                    </a:ext>
                  </a:extLst>
                </p14:cNvPr>
                <p14:cNvContentPartPr/>
                <p14:nvPr/>
              </p14:nvContentPartPr>
              <p14:xfrm>
                <a:off x="7050060" y="5527808"/>
                <a:ext cx="27720" cy="50760"/>
              </p14:xfrm>
            </p:contentPart>
          </mc:Choice>
          <mc:Fallback xmlns=""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D9F0A26E-9108-3225-8BAB-4BF5D7D5315A}"/>
                    </a:ext>
                  </a:extLst>
                </p:cNvPr>
                <p:cNvPicPr/>
                <p:nvPr/>
              </p:nvPicPr>
              <p:blipFill>
                <a:blip r:embed="rId1029"/>
                <a:stretch>
                  <a:fillRect/>
                </a:stretch>
              </p:blipFill>
              <p:spPr>
                <a:xfrm>
                  <a:off x="7041060" y="5518808"/>
                  <a:ext cx="45360" cy="6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30">
            <p14:nvContentPartPr>
              <p14:cNvPr id="608" name="Ink 607">
                <a:extLst>
                  <a:ext uri="{FF2B5EF4-FFF2-40B4-BE49-F238E27FC236}">
                    <a16:creationId xmlns:a16="http://schemas.microsoft.com/office/drawing/2014/main" id="{1A5C5923-B5AD-6CAF-4233-7BFD8D614AD8}"/>
                  </a:ext>
                </a:extLst>
              </p14:cNvPr>
              <p14:cNvContentPartPr/>
              <p14:nvPr/>
            </p14:nvContentPartPr>
            <p14:xfrm>
              <a:off x="7299180" y="5269688"/>
              <a:ext cx="83520" cy="18720"/>
            </p14:xfrm>
          </p:contentPart>
        </mc:Choice>
        <mc:Fallback xmlns="">
          <p:pic>
            <p:nvPicPr>
              <p:cNvPr id="608" name="Ink 607">
                <a:extLst>
                  <a:ext uri="{FF2B5EF4-FFF2-40B4-BE49-F238E27FC236}">
                    <a16:creationId xmlns:a16="http://schemas.microsoft.com/office/drawing/2014/main" id="{1A5C5923-B5AD-6CAF-4233-7BFD8D614AD8}"/>
                  </a:ext>
                </a:extLst>
              </p:cNvPr>
              <p:cNvPicPr/>
              <p:nvPr/>
            </p:nvPicPr>
            <p:blipFill>
              <a:blip r:embed="rId1031"/>
              <a:stretch>
                <a:fillRect/>
              </a:stretch>
            </p:blipFill>
            <p:spPr>
              <a:xfrm>
                <a:off x="7290540" y="5261048"/>
                <a:ext cx="101160" cy="3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17" name="Group 616">
            <a:extLst>
              <a:ext uri="{FF2B5EF4-FFF2-40B4-BE49-F238E27FC236}">
                <a16:creationId xmlns:a16="http://schemas.microsoft.com/office/drawing/2014/main" id="{4D12580B-DCF8-9EA7-05E2-23CB879C8ED5}"/>
              </a:ext>
            </a:extLst>
          </p:cNvPr>
          <p:cNvGrpSpPr/>
          <p:nvPr/>
        </p:nvGrpSpPr>
        <p:grpSpPr>
          <a:xfrm>
            <a:off x="7484220" y="5017688"/>
            <a:ext cx="827280" cy="165600"/>
            <a:chOff x="7484220" y="5017688"/>
            <a:chExt cx="827280" cy="16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2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FA508283-D82A-4BBB-4F57-58807210779D}"/>
                    </a:ext>
                  </a:extLst>
                </p14:cNvPr>
                <p14:cNvContentPartPr/>
                <p14:nvPr/>
              </p14:nvContentPartPr>
              <p14:xfrm>
                <a:off x="7484220" y="5054048"/>
                <a:ext cx="139320" cy="116640"/>
              </p14:xfrm>
            </p:contentPart>
          </mc:Choice>
          <mc:Fallback xmlns=""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FA508283-D82A-4BBB-4F57-58807210779D}"/>
                    </a:ext>
                  </a:extLst>
                </p:cNvPr>
                <p:cNvPicPr/>
                <p:nvPr/>
              </p:nvPicPr>
              <p:blipFill>
                <a:blip r:embed="rId1033"/>
                <a:stretch>
                  <a:fillRect/>
                </a:stretch>
              </p:blipFill>
              <p:spPr>
                <a:xfrm>
                  <a:off x="7475220" y="5045408"/>
                  <a:ext cx="156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4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DBE1F0FA-4DE3-1824-D9C1-933A0F083667}"/>
                    </a:ext>
                  </a:extLst>
                </p14:cNvPr>
                <p14:cNvContentPartPr/>
                <p14:nvPr/>
              </p14:nvContentPartPr>
              <p14:xfrm>
                <a:off x="7681500" y="5106968"/>
                <a:ext cx="48960" cy="71280"/>
              </p14:xfrm>
            </p:contentPart>
          </mc:Choice>
          <mc:Fallback xmlns=""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DBE1F0FA-4DE3-1824-D9C1-933A0F083667}"/>
                    </a:ext>
                  </a:extLst>
                </p:cNvPr>
                <p:cNvPicPr/>
                <p:nvPr/>
              </p:nvPicPr>
              <p:blipFill>
                <a:blip r:embed="rId1035"/>
                <a:stretch>
                  <a:fillRect/>
                </a:stretch>
              </p:blipFill>
              <p:spPr>
                <a:xfrm>
                  <a:off x="7672860" y="5097968"/>
                  <a:ext cx="666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6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08B25012-A355-0F90-7FE0-E2B7BDA3B07C}"/>
                    </a:ext>
                  </a:extLst>
                </p14:cNvPr>
                <p14:cNvContentPartPr/>
                <p14:nvPr/>
              </p14:nvContentPartPr>
              <p14:xfrm>
                <a:off x="7735860" y="5101928"/>
                <a:ext cx="57600" cy="67680"/>
              </p14:xfrm>
            </p:contentPart>
          </mc:Choice>
          <mc:Fallback xmlns=""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08B25012-A355-0F90-7FE0-E2B7BDA3B07C}"/>
                    </a:ext>
                  </a:extLst>
                </p:cNvPr>
                <p:cNvPicPr/>
                <p:nvPr/>
              </p:nvPicPr>
              <p:blipFill>
                <a:blip r:embed="rId1037"/>
                <a:stretch>
                  <a:fillRect/>
                </a:stretch>
              </p:blipFill>
              <p:spPr>
                <a:xfrm>
                  <a:off x="7726860" y="5092928"/>
                  <a:ext cx="752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8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D655B001-7973-C966-DF89-D5F5500DA972}"/>
                    </a:ext>
                  </a:extLst>
                </p14:cNvPr>
                <p14:cNvContentPartPr/>
                <p14:nvPr/>
              </p14:nvContentPartPr>
              <p14:xfrm>
                <a:off x="7632180" y="5038928"/>
                <a:ext cx="129960" cy="21600"/>
              </p14:xfrm>
            </p:contentPart>
          </mc:Choice>
          <mc:Fallback xmlns=""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D655B001-7973-C966-DF89-D5F5500DA972}"/>
                    </a:ext>
                  </a:extLst>
                </p:cNvPr>
                <p:cNvPicPr/>
                <p:nvPr/>
              </p:nvPicPr>
              <p:blipFill>
                <a:blip r:embed="rId1039"/>
                <a:stretch>
                  <a:fillRect/>
                </a:stretch>
              </p:blipFill>
              <p:spPr>
                <a:xfrm>
                  <a:off x="7623540" y="5030288"/>
                  <a:ext cx="1476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0">
              <p14:nvContentPartPr>
                <p14:cNvPr id="613" name="Ink 612">
                  <a:extLst>
                    <a:ext uri="{FF2B5EF4-FFF2-40B4-BE49-F238E27FC236}">
                      <a16:creationId xmlns:a16="http://schemas.microsoft.com/office/drawing/2014/main" id="{7D1696E4-4613-8036-3F19-CBF34EE4E556}"/>
                    </a:ext>
                  </a:extLst>
                </p14:cNvPr>
                <p14:cNvContentPartPr/>
                <p14:nvPr/>
              </p14:nvContentPartPr>
              <p14:xfrm>
                <a:off x="7849980" y="5018768"/>
                <a:ext cx="68040" cy="149760"/>
              </p14:xfrm>
            </p:contentPart>
          </mc:Choice>
          <mc:Fallback xmlns="">
            <p:pic>
              <p:nvPicPr>
                <p:cNvPr id="613" name="Ink 612">
                  <a:extLst>
                    <a:ext uri="{FF2B5EF4-FFF2-40B4-BE49-F238E27FC236}">
                      <a16:creationId xmlns:a16="http://schemas.microsoft.com/office/drawing/2014/main" id="{7D1696E4-4613-8036-3F19-CBF34EE4E556}"/>
                    </a:ext>
                  </a:extLst>
                </p:cNvPr>
                <p:cNvPicPr/>
                <p:nvPr/>
              </p:nvPicPr>
              <p:blipFill>
                <a:blip r:embed="rId1041"/>
                <a:stretch>
                  <a:fillRect/>
                </a:stretch>
              </p:blipFill>
              <p:spPr>
                <a:xfrm>
                  <a:off x="7841340" y="5009768"/>
                  <a:ext cx="856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2">
              <p14:nvContentPartPr>
                <p14:cNvPr id="614" name="Ink 613">
                  <a:extLst>
                    <a:ext uri="{FF2B5EF4-FFF2-40B4-BE49-F238E27FC236}">
                      <a16:creationId xmlns:a16="http://schemas.microsoft.com/office/drawing/2014/main" id="{709ED82A-BD8E-6AB0-257E-D2C0D0B96E9B}"/>
                    </a:ext>
                  </a:extLst>
                </p14:cNvPr>
                <p14:cNvContentPartPr/>
                <p14:nvPr/>
              </p14:nvContentPartPr>
              <p14:xfrm>
                <a:off x="7910820" y="5083208"/>
                <a:ext cx="114120" cy="61560"/>
              </p14:xfrm>
            </p:contentPart>
          </mc:Choice>
          <mc:Fallback xmlns="">
            <p:pic>
              <p:nvPicPr>
                <p:cNvPr id="614" name="Ink 613">
                  <a:extLst>
                    <a:ext uri="{FF2B5EF4-FFF2-40B4-BE49-F238E27FC236}">
                      <a16:creationId xmlns:a16="http://schemas.microsoft.com/office/drawing/2014/main" id="{709ED82A-BD8E-6AB0-257E-D2C0D0B96E9B}"/>
                    </a:ext>
                  </a:extLst>
                </p:cNvPr>
                <p:cNvPicPr/>
                <p:nvPr/>
              </p:nvPicPr>
              <p:blipFill>
                <a:blip r:embed="rId1043"/>
                <a:stretch>
                  <a:fillRect/>
                </a:stretch>
              </p:blipFill>
              <p:spPr>
                <a:xfrm>
                  <a:off x="7901820" y="5074568"/>
                  <a:ext cx="1317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4">
              <p14:nvContentPartPr>
                <p14:cNvPr id="616" name="Ink 615">
                  <a:extLst>
                    <a:ext uri="{FF2B5EF4-FFF2-40B4-BE49-F238E27FC236}">
                      <a16:creationId xmlns:a16="http://schemas.microsoft.com/office/drawing/2014/main" id="{C9FE9F87-BE1B-D70C-14F2-59F92D11F365}"/>
                    </a:ext>
                  </a:extLst>
                </p14:cNvPr>
                <p14:cNvContentPartPr/>
                <p14:nvPr/>
              </p14:nvContentPartPr>
              <p14:xfrm>
                <a:off x="8076420" y="5017688"/>
                <a:ext cx="235080" cy="165600"/>
              </p14:xfrm>
            </p:contentPart>
          </mc:Choice>
          <mc:Fallback xmlns="">
            <p:pic>
              <p:nvPicPr>
                <p:cNvPr id="616" name="Ink 615">
                  <a:extLst>
                    <a:ext uri="{FF2B5EF4-FFF2-40B4-BE49-F238E27FC236}">
                      <a16:creationId xmlns:a16="http://schemas.microsoft.com/office/drawing/2014/main" id="{C9FE9F87-BE1B-D70C-14F2-59F92D11F365}"/>
                    </a:ext>
                  </a:extLst>
                </p:cNvPr>
                <p:cNvPicPr/>
                <p:nvPr/>
              </p:nvPicPr>
              <p:blipFill>
                <a:blip r:embed="rId1045"/>
                <a:stretch>
                  <a:fillRect/>
                </a:stretch>
              </p:blipFill>
              <p:spPr>
                <a:xfrm>
                  <a:off x="8067780" y="5009048"/>
                  <a:ext cx="252720" cy="18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46">
            <p14:nvContentPartPr>
              <p14:cNvPr id="618" name="Ink 617">
                <a:extLst>
                  <a:ext uri="{FF2B5EF4-FFF2-40B4-BE49-F238E27FC236}">
                    <a16:creationId xmlns:a16="http://schemas.microsoft.com/office/drawing/2014/main" id="{2691942A-46E8-9322-7EF1-4B5F2AA27AF1}"/>
                  </a:ext>
                </a:extLst>
              </p14:cNvPr>
              <p14:cNvContentPartPr/>
              <p14:nvPr/>
            </p14:nvContentPartPr>
            <p14:xfrm>
              <a:off x="7555500" y="5262488"/>
              <a:ext cx="791280" cy="25560"/>
            </p14:xfrm>
          </p:contentPart>
        </mc:Choice>
        <mc:Fallback xmlns="">
          <p:pic>
            <p:nvPicPr>
              <p:cNvPr id="618" name="Ink 617">
                <a:extLst>
                  <a:ext uri="{FF2B5EF4-FFF2-40B4-BE49-F238E27FC236}">
                    <a16:creationId xmlns:a16="http://schemas.microsoft.com/office/drawing/2014/main" id="{2691942A-46E8-9322-7EF1-4B5F2AA27AF1}"/>
                  </a:ext>
                </a:extLst>
              </p:cNvPr>
              <p:cNvPicPr/>
              <p:nvPr/>
            </p:nvPicPr>
            <p:blipFill>
              <a:blip r:embed="rId1047"/>
              <a:stretch>
                <a:fillRect/>
              </a:stretch>
            </p:blipFill>
            <p:spPr>
              <a:xfrm>
                <a:off x="7546860" y="5253848"/>
                <a:ext cx="808920" cy="4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24" name="Group 623">
            <a:extLst>
              <a:ext uri="{FF2B5EF4-FFF2-40B4-BE49-F238E27FC236}">
                <a16:creationId xmlns:a16="http://schemas.microsoft.com/office/drawing/2014/main" id="{83ADB958-622D-8DBB-2CA8-42679889AB25}"/>
              </a:ext>
            </a:extLst>
          </p:cNvPr>
          <p:cNvGrpSpPr/>
          <p:nvPr/>
        </p:nvGrpSpPr>
        <p:grpSpPr>
          <a:xfrm>
            <a:off x="7708500" y="5371208"/>
            <a:ext cx="472320" cy="148320"/>
            <a:chOff x="7708500" y="5371208"/>
            <a:chExt cx="472320" cy="14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8">
              <p14:nvContentPartPr>
                <p14:cNvPr id="619" name="Ink 618">
                  <a:extLst>
                    <a:ext uri="{FF2B5EF4-FFF2-40B4-BE49-F238E27FC236}">
                      <a16:creationId xmlns:a16="http://schemas.microsoft.com/office/drawing/2014/main" id="{2C552758-EE24-1C37-116E-517E47C7CC76}"/>
                    </a:ext>
                  </a:extLst>
                </p14:cNvPr>
                <p14:cNvContentPartPr/>
                <p14:nvPr/>
              </p14:nvContentPartPr>
              <p14:xfrm>
                <a:off x="7708500" y="5378768"/>
                <a:ext cx="207720" cy="140760"/>
              </p14:xfrm>
            </p:contentPart>
          </mc:Choice>
          <mc:Fallback xmlns="">
            <p:pic>
              <p:nvPicPr>
                <p:cNvPr id="619" name="Ink 618">
                  <a:extLst>
                    <a:ext uri="{FF2B5EF4-FFF2-40B4-BE49-F238E27FC236}">
                      <a16:creationId xmlns:a16="http://schemas.microsoft.com/office/drawing/2014/main" id="{2C552758-EE24-1C37-116E-517E47C7CC76}"/>
                    </a:ext>
                  </a:extLst>
                </p:cNvPr>
                <p:cNvPicPr/>
                <p:nvPr/>
              </p:nvPicPr>
              <p:blipFill>
                <a:blip r:embed="rId1049"/>
                <a:stretch>
                  <a:fillRect/>
                </a:stretch>
              </p:blipFill>
              <p:spPr>
                <a:xfrm>
                  <a:off x="7699860" y="5369768"/>
                  <a:ext cx="2253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0">
              <p14:nvContentPartPr>
                <p14:cNvPr id="620" name="Ink 619">
                  <a:extLst>
                    <a:ext uri="{FF2B5EF4-FFF2-40B4-BE49-F238E27FC236}">
                      <a16:creationId xmlns:a16="http://schemas.microsoft.com/office/drawing/2014/main" id="{02D376A7-026B-E21A-FB9B-9EA6157EEFE4}"/>
                    </a:ext>
                  </a:extLst>
                </p14:cNvPr>
                <p14:cNvContentPartPr/>
                <p14:nvPr/>
              </p14:nvContentPartPr>
              <p14:xfrm>
                <a:off x="8018100" y="5426288"/>
                <a:ext cx="43560" cy="76320"/>
              </p14:xfrm>
            </p:contentPart>
          </mc:Choice>
          <mc:Fallback xmlns="">
            <p:pic>
              <p:nvPicPr>
                <p:cNvPr id="620" name="Ink 619">
                  <a:extLst>
                    <a:ext uri="{FF2B5EF4-FFF2-40B4-BE49-F238E27FC236}">
                      <a16:creationId xmlns:a16="http://schemas.microsoft.com/office/drawing/2014/main" id="{02D376A7-026B-E21A-FB9B-9EA6157EEFE4}"/>
                    </a:ext>
                  </a:extLst>
                </p:cNvPr>
                <p:cNvPicPr/>
                <p:nvPr/>
              </p:nvPicPr>
              <p:blipFill>
                <a:blip r:embed="rId1051"/>
                <a:stretch>
                  <a:fillRect/>
                </a:stretch>
              </p:blipFill>
              <p:spPr>
                <a:xfrm>
                  <a:off x="8009460" y="5417648"/>
                  <a:ext cx="612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2">
              <p14:nvContentPartPr>
                <p14:cNvPr id="621" name="Ink 620">
                  <a:extLst>
                    <a:ext uri="{FF2B5EF4-FFF2-40B4-BE49-F238E27FC236}">
                      <a16:creationId xmlns:a16="http://schemas.microsoft.com/office/drawing/2014/main" id="{714BA91E-280E-76AD-5707-8EE2931F8F69}"/>
                    </a:ext>
                  </a:extLst>
                </p14:cNvPr>
                <p14:cNvContentPartPr/>
                <p14:nvPr/>
              </p14:nvContentPartPr>
              <p14:xfrm>
                <a:off x="7959780" y="5371208"/>
                <a:ext cx="129600" cy="25560"/>
              </p14:xfrm>
            </p:contentPart>
          </mc:Choice>
          <mc:Fallback xmlns="">
            <p:pic>
              <p:nvPicPr>
                <p:cNvPr id="621" name="Ink 620">
                  <a:extLst>
                    <a:ext uri="{FF2B5EF4-FFF2-40B4-BE49-F238E27FC236}">
                      <a16:creationId xmlns:a16="http://schemas.microsoft.com/office/drawing/2014/main" id="{714BA91E-280E-76AD-5707-8EE2931F8F69}"/>
                    </a:ext>
                  </a:extLst>
                </p:cNvPr>
                <p:cNvPicPr/>
                <p:nvPr/>
              </p:nvPicPr>
              <p:blipFill>
                <a:blip r:embed="rId1053"/>
                <a:stretch>
                  <a:fillRect/>
                </a:stretch>
              </p:blipFill>
              <p:spPr>
                <a:xfrm>
                  <a:off x="7951140" y="5362568"/>
                  <a:ext cx="1472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4">
              <p14:nvContentPartPr>
                <p14:cNvPr id="622" name="Ink 621">
                  <a:extLst>
                    <a:ext uri="{FF2B5EF4-FFF2-40B4-BE49-F238E27FC236}">
                      <a16:creationId xmlns:a16="http://schemas.microsoft.com/office/drawing/2014/main" id="{76906881-6EED-1CA5-0ECC-65869BC974A8}"/>
                    </a:ext>
                  </a:extLst>
                </p14:cNvPr>
                <p14:cNvContentPartPr/>
                <p14:nvPr/>
              </p14:nvContentPartPr>
              <p14:xfrm>
                <a:off x="7829100" y="5408288"/>
                <a:ext cx="5760" cy="24840"/>
              </p14:xfrm>
            </p:contentPart>
          </mc:Choice>
          <mc:Fallback xmlns="">
            <p:pic>
              <p:nvPicPr>
                <p:cNvPr id="622" name="Ink 621">
                  <a:extLst>
                    <a:ext uri="{FF2B5EF4-FFF2-40B4-BE49-F238E27FC236}">
                      <a16:creationId xmlns:a16="http://schemas.microsoft.com/office/drawing/2014/main" id="{76906881-6EED-1CA5-0ECC-65869BC974A8}"/>
                    </a:ext>
                  </a:extLst>
                </p:cNvPr>
                <p:cNvPicPr/>
                <p:nvPr/>
              </p:nvPicPr>
              <p:blipFill>
                <a:blip r:embed="rId1055"/>
                <a:stretch>
                  <a:fillRect/>
                </a:stretch>
              </p:blipFill>
              <p:spPr>
                <a:xfrm>
                  <a:off x="7820460" y="5399288"/>
                  <a:ext cx="234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6">
              <p14:nvContentPartPr>
                <p14:cNvPr id="623" name="Ink 622">
                  <a:extLst>
                    <a:ext uri="{FF2B5EF4-FFF2-40B4-BE49-F238E27FC236}">
                      <a16:creationId xmlns:a16="http://schemas.microsoft.com/office/drawing/2014/main" id="{22E82D06-8A81-A6AA-0C00-540EA3E1C57D}"/>
                    </a:ext>
                  </a:extLst>
                </p14:cNvPr>
                <p14:cNvContentPartPr/>
                <p14:nvPr/>
              </p14:nvContentPartPr>
              <p14:xfrm>
                <a:off x="8153460" y="5475968"/>
                <a:ext cx="27360" cy="39240"/>
              </p14:xfrm>
            </p:contentPart>
          </mc:Choice>
          <mc:Fallback xmlns="">
            <p:pic>
              <p:nvPicPr>
                <p:cNvPr id="623" name="Ink 622">
                  <a:extLst>
                    <a:ext uri="{FF2B5EF4-FFF2-40B4-BE49-F238E27FC236}">
                      <a16:creationId xmlns:a16="http://schemas.microsoft.com/office/drawing/2014/main" id="{22E82D06-8A81-A6AA-0C00-540EA3E1C57D}"/>
                    </a:ext>
                  </a:extLst>
                </p:cNvPr>
                <p:cNvPicPr/>
                <p:nvPr/>
              </p:nvPicPr>
              <p:blipFill>
                <a:blip r:embed="rId1057"/>
                <a:stretch>
                  <a:fillRect/>
                </a:stretch>
              </p:blipFill>
              <p:spPr>
                <a:xfrm>
                  <a:off x="8144820" y="5466968"/>
                  <a:ext cx="4500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7" name="Group 626">
            <a:extLst>
              <a:ext uri="{FF2B5EF4-FFF2-40B4-BE49-F238E27FC236}">
                <a16:creationId xmlns:a16="http://schemas.microsoft.com/office/drawing/2014/main" id="{A48BF3B4-4C9B-A871-5A99-1C4AFCC999C5}"/>
              </a:ext>
            </a:extLst>
          </p:cNvPr>
          <p:cNvGrpSpPr/>
          <p:nvPr/>
        </p:nvGrpSpPr>
        <p:grpSpPr>
          <a:xfrm>
            <a:off x="8468460" y="5008328"/>
            <a:ext cx="286920" cy="431280"/>
            <a:chOff x="8468460" y="5008328"/>
            <a:chExt cx="286920" cy="43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8">
              <p14:nvContentPartPr>
                <p14:cNvPr id="625" name="Ink 624">
                  <a:extLst>
                    <a:ext uri="{FF2B5EF4-FFF2-40B4-BE49-F238E27FC236}">
                      <a16:creationId xmlns:a16="http://schemas.microsoft.com/office/drawing/2014/main" id="{206E0536-1FFE-94F5-8CD0-61FF25ADB751}"/>
                    </a:ext>
                  </a:extLst>
                </p14:cNvPr>
                <p14:cNvContentPartPr/>
                <p14:nvPr/>
              </p14:nvContentPartPr>
              <p14:xfrm>
                <a:off x="8468460" y="5070968"/>
                <a:ext cx="161640" cy="343440"/>
              </p14:xfrm>
            </p:contentPart>
          </mc:Choice>
          <mc:Fallback xmlns="">
            <p:pic>
              <p:nvPicPr>
                <p:cNvPr id="625" name="Ink 624">
                  <a:extLst>
                    <a:ext uri="{FF2B5EF4-FFF2-40B4-BE49-F238E27FC236}">
                      <a16:creationId xmlns:a16="http://schemas.microsoft.com/office/drawing/2014/main" id="{206E0536-1FFE-94F5-8CD0-61FF25ADB751}"/>
                    </a:ext>
                  </a:extLst>
                </p:cNvPr>
                <p:cNvPicPr/>
                <p:nvPr/>
              </p:nvPicPr>
              <p:blipFill>
                <a:blip r:embed="rId1059"/>
                <a:stretch>
                  <a:fillRect/>
                </a:stretch>
              </p:blipFill>
              <p:spPr>
                <a:xfrm>
                  <a:off x="8459460" y="5062328"/>
                  <a:ext cx="17928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0">
              <p14:nvContentPartPr>
                <p14:cNvPr id="626" name="Ink 625">
                  <a:extLst>
                    <a:ext uri="{FF2B5EF4-FFF2-40B4-BE49-F238E27FC236}">
                      <a16:creationId xmlns:a16="http://schemas.microsoft.com/office/drawing/2014/main" id="{BB4D5F53-3B6C-6CEB-FAE3-66620B4482B3}"/>
                    </a:ext>
                  </a:extLst>
                </p14:cNvPr>
                <p14:cNvContentPartPr/>
                <p14:nvPr/>
              </p14:nvContentPartPr>
              <p14:xfrm>
                <a:off x="8546220" y="5008328"/>
                <a:ext cx="209160" cy="431280"/>
              </p14:xfrm>
            </p:contentPart>
          </mc:Choice>
          <mc:Fallback xmlns="">
            <p:pic>
              <p:nvPicPr>
                <p:cNvPr id="626" name="Ink 625">
                  <a:extLst>
                    <a:ext uri="{FF2B5EF4-FFF2-40B4-BE49-F238E27FC236}">
                      <a16:creationId xmlns:a16="http://schemas.microsoft.com/office/drawing/2014/main" id="{BB4D5F53-3B6C-6CEB-FAE3-66620B4482B3}"/>
                    </a:ext>
                  </a:extLst>
                </p:cNvPr>
                <p:cNvPicPr/>
                <p:nvPr/>
              </p:nvPicPr>
              <p:blipFill>
                <a:blip r:embed="rId1061"/>
                <a:stretch>
                  <a:fillRect/>
                </a:stretch>
              </p:blipFill>
              <p:spPr>
                <a:xfrm>
                  <a:off x="8537580" y="4999328"/>
                  <a:ext cx="226800" cy="44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62">
            <p14:nvContentPartPr>
              <p14:cNvPr id="628" name="Ink 627">
                <a:extLst>
                  <a:ext uri="{FF2B5EF4-FFF2-40B4-BE49-F238E27FC236}">
                    <a16:creationId xmlns:a16="http://schemas.microsoft.com/office/drawing/2014/main" id="{02E714A9-3F7B-4F63-C1E8-5AB37294DE6E}"/>
                  </a:ext>
                </a:extLst>
              </p14:cNvPr>
              <p14:cNvContentPartPr/>
              <p14:nvPr/>
            </p14:nvContentPartPr>
            <p14:xfrm>
              <a:off x="8108460" y="4953968"/>
              <a:ext cx="173160" cy="223200"/>
            </p14:xfrm>
          </p:contentPart>
        </mc:Choice>
        <mc:Fallback xmlns="">
          <p:pic>
            <p:nvPicPr>
              <p:cNvPr id="628" name="Ink 627">
                <a:extLst>
                  <a:ext uri="{FF2B5EF4-FFF2-40B4-BE49-F238E27FC236}">
                    <a16:creationId xmlns:a16="http://schemas.microsoft.com/office/drawing/2014/main" id="{02E714A9-3F7B-4F63-C1E8-5AB37294DE6E}"/>
                  </a:ext>
                </a:extLst>
              </p:cNvPr>
              <p:cNvPicPr/>
              <p:nvPr/>
            </p:nvPicPr>
            <p:blipFill>
              <a:blip r:embed="rId1063"/>
              <a:stretch>
                <a:fillRect/>
              </a:stretch>
            </p:blipFill>
            <p:spPr>
              <a:xfrm>
                <a:off x="8099460" y="4945328"/>
                <a:ext cx="19080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4">
            <p14:nvContentPartPr>
              <p14:cNvPr id="629" name="Ink 628">
                <a:extLst>
                  <a:ext uri="{FF2B5EF4-FFF2-40B4-BE49-F238E27FC236}">
                    <a16:creationId xmlns:a16="http://schemas.microsoft.com/office/drawing/2014/main" id="{45F3C793-18D1-3B68-7E21-4CD8C4CA7315}"/>
                  </a:ext>
                </a:extLst>
              </p14:cNvPr>
              <p14:cNvContentPartPr/>
              <p14:nvPr/>
            </p14:nvContentPartPr>
            <p14:xfrm>
              <a:off x="7751700" y="5375168"/>
              <a:ext cx="135720" cy="145080"/>
            </p14:xfrm>
          </p:contentPart>
        </mc:Choice>
        <mc:Fallback xmlns="">
          <p:pic>
            <p:nvPicPr>
              <p:cNvPr id="629" name="Ink 628">
                <a:extLst>
                  <a:ext uri="{FF2B5EF4-FFF2-40B4-BE49-F238E27FC236}">
                    <a16:creationId xmlns:a16="http://schemas.microsoft.com/office/drawing/2014/main" id="{45F3C793-18D1-3B68-7E21-4CD8C4CA7315}"/>
                  </a:ext>
                </a:extLst>
              </p:cNvPr>
              <p:cNvPicPr/>
              <p:nvPr/>
            </p:nvPicPr>
            <p:blipFill>
              <a:blip r:embed="rId1065"/>
              <a:stretch>
                <a:fillRect/>
              </a:stretch>
            </p:blipFill>
            <p:spPr>
              <a:xfrm>
                <a:off x="7742700" y="5366528"/>
                <a:ext cx="153360" cy="16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632" name="Group 631">
            <a:extLst>
              <a:ext uri="{FF2B5EF4-FFF2-40B4-BE49-F238E27FC236}">
                <a16:creationId xmlns:a16="http://schemas.microsoft.com/office/drawing/2014/main" id="{5AB361F5-82D9-C0B5-B6EA-BBECCD0F1D63}"/>
              </a:ext>
            </a:extLst>
          </p:cNvPr>
          <p:cNvGrpSpPr/>
          <p:nvPr/>
        </p:nvGrpSpPr>
        <p:grpSpPr>
          <a:xfrm>
            <a:off x="2471940" y="5969168"/>
            <a:ext cx="120600" cy="78480"/>
            <a:chOff x="2471940" y="5969168"/>
            <a:chExt cx="120600" cy="7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6">
              <p14:nvContentPartPr>
                <p14:cNvPr id="630" name="Ink 629">
                  <a:extLst>
                    <a:ext uri="{FF2B5EF4-FFF2-40B4-BE49-F238E27FC236}">
                      <a16:creationId xmlns:a16="http://schemas.microsoft.com/office/drawing/2014/main" id="{9811FEDD-E63A-7D7F-7FF0-5B9F595D3455}"/>
                    </a:ext>
                  </a:extLst>
                </p14:cNvPr>
                <p14:cNvContentPartPr/>
                <p14:nvPr/>
              </p14:nvContentPartPr>
              <p14:xfrm>
                <a:off x="2471940" y="6036488"/>
                <a:ext cx="110520" cy="11160"/>
              </p14:xfrm>
            </p:contentPart>
          </mc:Choice>
          <mc:Fallback xmlns="">
            <p:pic>
              <p:nvPicPr>
                <p:cNvPr id="630" name="Ink 629">
                  <a:extLst>
                    <a:ext uri="{FF2B5EF4-FFF2-40B4-BE49-F238E27FC236}">
                      <a16:creationId xmlns:a16="http://schemas.microsoft.com/office/drawing/2014/main" id="{9811FEDD-E63A-7D7F-7FF0-5B9F595D3455}"/>
                    </a:ext>
                  </a:extLst>
                </p:cNvPr>
                <p:cNvPicPr/>
                <p:nvPr/>
              </p:nvPicPr>
              <p:blipFill>
                <a:blip r:embed="rId1067"/>
                <a:stretch>
                  <a:fillRect/>
                </a:stretch>
              </p:blipFill>
              <p:spPr>
                <a:xfrm>
                  <a:off x="2462940" y="6027848"/>
                  <a:ext cx="1281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8">
              <p14:nvContentPartPr>
                <p14:cNvPr id="631" name="Ink 630">
                  <a:extLst>
                    <a:ext uri="{FF2B5EF4-FFF2-40B4-BE49-F238E27FC236}">
                      <a16:creationId xmlns:a16="http://schemas.microsoft.com/office/drawing/2014/main" id="{46C8D766-E887-8F22-2A79-8E3A68F9E674}"/>
                    </a:ext>
                  </a:extLst>
                </p14:cNvPr>
                <p14:cNvContentPartPr/>
                <p14:nvPr/>
              </p14:nvContentPartPr>
              <p14:xfrm>
                <a:off x="2485980" y="5969168"/>
                <a:ext cx="106560" cy="5760"/>
              </p14:xfrm>
            </p:contentPart>
          </mc:Choice>
          <mc:Fallback xmlns="">
            <p:pic>
              <p:nvPicPr>
                <p:cNvPr id="631" name="Ink 630">
                  <a:extLst>
                    <a:ext uri="{FF2B5EF4-FFF2-40B4-BE49-F238E27FC236}">
                      <a16:creationId xmlns:a16="http://schemas.microsoft.com/office/drawing/2014/main" id="{46C8D766-E887-8F22-2A79-8E3A68F9E674}"/>
                    </a:ext>
                  </a:extLst>
                </p:cNvPr>
                <p:cNvPicPr/>
                <p:nvPr/>
              </p:nvPicPr>
              <p:blipFill>
                <a:blip r:embed="rId1069"/>
                <a:stretch>
                  <a:fillRect/>
                </a:stretch>
              </p:blipFill>
              <p:spPr>
                <a:xfrm>
                  <a:off x="2477340" y="5960528"/>
                  <a:ext cx="12420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6" name="Group 635">
            <a:extLst>
              <a:ext uri="{FF2B5EF4-FFF2-40B4-BE49-F238E27FC236}">
                <a16:creationId xmlns:a16="http://schemas.microsoft.com/office/drawing/2014/main" id="{DA717007-941C-2FE2-987D-D782568D4897}"/>
              </a:ext>
            </a:extLst>
          </p:cNvPr>
          <p:cNvGrpSpPr/>
          <p:nvPr/>
        </p:nvGrpSpPr>
        <p:grpSpPr>
          <a:xfrm>
            <a:off x="2861100" y="5728328"/>
            <a:ext cx="131760" cy="157680"/>
            <a:chOff x="2861100" y="5728328"/>
            <a:chExt cx="131760" cy="15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0">
              <p14:nvContentPartPr>
                <p14:cNvPr id="633" name="Ink 632">
                  <a:extLst>
                    <a:ext uri="{FF2B5EF4-FFF2-40B4-BE49-F238E27FC236}">
                      <a16:creationId xmlns:a16="http://schemas.microsoft.com/office/drawing/2014/main" id="{3E0F78DF-02B4-5C1D-2A1D-C242D692C976}"/>
                    </a:ext>
                  </a:extLst>
                </p14:cNvPr>
                <p14:cNvContentPartPr/>
                <p14:nvPr/>
              </p14:nvContentPartPr>
              <p14:xfrm>
                <a:off x="2869740" y="5728328"/>
                <a:ext cx="22320" cy="87120"/>
              </p14:xfrm>
            </p:contentPart>
          </mc:Choice>
          <mc:Fallback xmlns="">
            <p:pic>
              <p:nvPicPr>
                <p:cNvPr id="633" name="Ink 632">
                  <a:extLst>
                    <a:ext uri="{FF2B5EF4-FFF2-40B4-BE49-F238E27FC236}">
                      <a16:creationId xmlns:a16="http://schemas.microsoft.com/office/drawing/2014/main" id="{3E0F78DF-02B4-5C1D-2A1D-C242D692C976}"/>
                    </a:ext>
                  </a:extLst>
                </p:cNvPr>
                <p:cNvPicPr/>
                <p:nvPr/>
              </p:nvPicPr>
              <p:blipFill>
                <a:blip r:embed="rId1071"/>
                <a:stretch>
                  <a:fillRect/>
                </a:stretch>
              </p:blipFill>
              <p:spPr>
                <a:xfrm>
                  <a:off x="2861100" y="5719328"/>
                  <a:ext cx="399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2">
              <p14:nvContentPartPr>
                <p14:cNvPr id="634" name="Ink 633">
                  <a:extLst>
                    <a:ext uri="{FF2B5EF4-FFF2-40B4-BE49-F238E27FC236}">
                      <a16:creationId xmlns:a16="http://schemas.microsoft.com/office/drawing/2014/main" id="{D1FDA4D1-086F-D44B-E7E4-4BACB60C1CD4}"/>
                    </a:ext>
                  </a:extLst>
                </p14:cNvPr>
                <p14:cNvContentPartPr/>
                <p14:nvPr/>
              </p14:nvContentPartPr>
              <p14:xfrm>
                <a:off x="2861100" y="5860448"/>
                <a:ext cx="131760" cy="25560"/>
              </p14:xfrm>
            </p:contentPart>
          </mc:Choice>
          <mc:Fallback xmlns="">
            <p:pic>
              <p:nvPicPr>
                <p:cNvPr id="634" name="Ink 633">
                  <a:extLst>
                    <a:ext uri="{FF2B5EF4-FFF2-40B4-BE49-F238E27FC236}">
                      <a16:creationId xmlns:a16="http://schemas.microsoft.com/office/drawing/2014/main" id="{D1FDA4D1-086F-D44B-E7E4-4BACB60C1CD4}"/>
                    </a:ext>
                  </a:extLst>
                </p:cNvPr>
                <p:cNvPicPr/>
                <p:nvPr/>
              </p:nvPicPr>
              <p:blipFill>
                <a:blip r:embed="rId1073"/>
                <a:stretch>
                  <a:fillRect/>
                </a:stretch>
              </p:blipFill>
              <p:spPr>
                <a:xfrm>
                  <a:off x="2852100" y="5851448"/>
                  <a:ext cx="149400" cy="4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74">
            <p14:nvContentPartPr>
              <p14:cNvPr id="635" name="Ink 634">
                <a:extLst>
                  <a:ext uri="{FF2B5EF4-FFF2-40B4-BE49-F238E27FC236}">
                    <a16:creationId xmlns:a16="http://schemas.microsoft.com/office/drawing/2014/main" id="{3AE1BC8B-C98B-815E-49C9-782410418AE2}"/>
                  </a:ext>
                </a:extLst>
              </p14:cNvPr>
              <p14:cNvContentPartPr/>
              <p14:nvPr/>
            </p14:nvContentPartPr>
            <p14:xfrm>
              <a:off x="2856780" y="6002288"/>
              <a:ext cx="197640" cy="108000"/>
            </p14:xfrm>
          </p:contentPart>
        </mc:Choice>
        <mc:Fallback xmlns="">
          <p:pic>
            <p:nvPicPr>
              <p:cNvPr id="635" name="Ink 634">
                <a:extLst>
                  <a:ext uri="{FF2B5EF4-FFF2-40B4-BE49-F238E27FC236}">
                    <a16:creationId xmlns:a16="http://schemas.microsoft.com/office/drawing/2014/main" id="{3AE1BC8B-C98B-815E-49C9-782410418AE2}"/>
                  </a:ext>
                </a:extLst>
              </p:cNvPr>
              <p:cNvPicPr/>
              <p:nvPr/>
            </p:nvPicPr>
            <p:blipFill>
              <a:blip r:embed="rId1075"/>
              <a:stretch>
                <a:fillRect/>
              </a:stretch>
            </p:blipFill>
            <p:spPr>
              <a:xfrm>
                <a:off x="2848140" y="5993648"/>
                <a:ext cx="21528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6">
            <p14:nvContentPartPr>
              <p14:cNvPr id="637" name="Ink 636">
                <a:extLst>
                  <a:ext uri="{FF2B5EF4-FFF2-40B4-BE49-F238E27FC236}">
                    <a16:creationId xmlns:a16="http://schemas.microsoft.com/office/drawing/2014/main" id="{5E4AE2BF-B89E-19B1-915F-8AB1ACFE1B34}"/>
                  </a:ext>
                </a:extLst>
              </p14:cNvPr>
              <p14:cNvContentPartPr/>
              <p14:nvPr/>
            </p14:nvContentPartPr>
            <p14:xfrm>
              <a:off x="3282660" y="5814728"/>
              <a:ext cx="297000" cy="181800"/>
            </p14:xfrm>
          </p:contentPart>
        </mc:Choice>
        <mc:Fallback xmlns="">
          <p:pic>
            <p:nvPicPr>
              <p:cNvPr id="637" name="Ink 636">
                <a:extLst>
                  <a:ext uri="{FF2B5EF4-FFF2-40B4-BE49-F238E27FC236}">
                    <a16:creationId xmlns:a16="http://schemas.microsoft.com/office/drawing/2014/main" id="{5E4AE2BF-B89E-19B1-915F-8AB1ACFE1B34}"/>
                  </a:ext>
                </a:extLst>
              </p:cNvPr>
              <p:cNvPicPr/>
              <p:nvPr/>
            </p:nvPicPr>
            <p:blipFill>
              <a:blip r:embed="rId1077"/>
              <a:stretch>
                <a:fillRect/>
              </a:stretch>
            </p:blipFill>
            <p:spPr>
              <a:xfrm>
                <a:off x="3274020" y="5806088"/>
                <a:ext cx="314640" cy="19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47" name="Group 646">
            <a:extLst>
              <a:ext uri="{FF2B5EF4-FFF2-40B4-BE49-F238E27FC236}">
                <a16:creationId xmlns:a16="http://schemas.microsoft.com/office/drawing/2014/main" id="{D8D145E1-565C-29C1-C178-360029DFAA21}"/>
              </a:ext>
            </a:extLst>
          </p:cNvPr>
          <p:cNvGrpSpPr/>
          <p:nvPr/>
        </p:nvGrpSpPr>
        <p:grpSpPr>
          <a:xfrm>
            <a:off x="3290940" y="6099128"/>
            <a:ext cx="389160" cy="136080"/>
            <a:chOff x="3290940" y="6099128"/>
            <a:chExt cx="389160" cy="13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8">
              <p14:nvContentPartPr>
                <p14:cNvPr id="638" name="Ink 637">
                  <a:extLst>
                    <a:ext uri="{FF2B5EF4-FFF2-40B4-BE49-F238E27FC236}">
                      <a16:creationId xmlns:a16="http://schemas.microsoft.com/office/drawing/2014/main" id="{BE2B6829-F367-593C-6300-147735191FEC}"/>
                    </a:ext>
                  </a:extLst>
                </p14:cNvPr>
                <p14:cNvContentPartPr/>
                <p14:nvPr/>
              </p14:nvContentPartPr>
              <p14:xfrm>
                <a:off x="3290940" y="6166808"/>
                <a:ext cx="59400" cy="68400"/>
              </p14:xfrm>
            </p:contentPart>
          </mc:Choice>
          <mc:Fallback xmlns="">
            <p:pic>
              <p:nvPicPr>
                <p:cNvPr id="638" name="Ink 637">
                  <a:extLst>
                    <a:ext uri="{FF2B5EF4-FFF2-40B4-BE49-F238E27FC236}">
                      <a16:creationId xmlns:a16="http://schemas.microsoft.com/office/drawing/2014/main" id="{BE2B6829-F367-593C-6300-147735191FEC}"/>
                    </a:ext>
                  </a:extLst>
                </p:cNvPr>
                <p:cNvPicPr/>
                <p:nvPr/>
              </p:nvPicPr>
              <p:blipFill>
                <a:blip r:embed="rId1079"/>
                <a:stretch>
                  <a:fillRect/>
                </a:stretch>
              </p:blipFill>
              <p:spPr>
                <a:xfrm>
                  <a:off x="3282300" y="6158168"/>
                  <a:ext cx="770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0">
              <p14:nvContentPartPr>
                <p14:cNvPr id="639" name="Ink 638">
                  <a:extLst>
                    <a:ext uri="{FF2B5EF4-FFF2-40B4-BE49-F238E27FC236}">
                      <a16:creationId xmlns:a16="http://schemas.microsoft.com/office/drawing/2014/main" id="{A3F6561A-0BD5-168E-4332-DE4BD05BE0D3}"/>
                    </a:ext>
                  </a:extLst>
                </p14:cNvPr>
                <p14:cNvContentPartPr/>
                <p14:nvPr/>
              </p14:nvContentPartPr>
              <p14:xfrm>
                <a:off x="3296700" y="6099128"/>
                <a:ext cx="18360" cy="5760"/>
              </p14:xfrm>
            </p:contentPart>
          </mc:Choice>
          <mc:Fallback xmlns="">
            <p:pic>
              <p:nvPicPr>
                <p:cNvPr id="639" name="Ink 638">
                  <a:extLst>
                    <a:ext uri="{FF2B5EF4-FFF2-40B4-BE49-F238E27FC236}">
                      <a16:creationId xmlns:a16="http://schemas.microsoft.com/office/drawing/2014/main" id="{A3F6561A-0BD5-168E-4332-DE4BD05BE0D3}"/>
                    </a:ext>
                  </a:extLst>
                </p:cNvPr>
                <p:cNvPicPr/>
                <p:nvPr/>
              </p:nvPicPr>
              <p:blipFill>
                <a:blip r:embed="rId1081"/>
                <a:stretch>
                  <a:fillRect/>
                </a:stretch>
              </p:blipFill>
              <p:spPr>
                <a:xfrm>
                  <a:off x="3287700" y="6090488"/>
                  <a:ext cx="36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2">
              <p14:nvContentPartPr>
                <p14:cNvPr id="640" name="Ink 639">
                  <a:extLst>
                    <a:ext uri="{FF2B5EF4-FFF2-40B4-BE49-F238E27FC236}">
                      <a16:creationId xmlns:a16="http://schemas.microsoft.com/office/drawing/2014/main" id="{1A7BB1F7-0BBA-775E-F1A1-59E8A2DAEADD}"/>
                    </a:ext>
                  </a:extLst>
                </p14:cNvPr>
                <p14:cNvContentPartPr/>
                <p14:nvPr/>
              </p14:nvContentPartPr>
              <p14:xfrm>
                <a:off x="3413340" y="6185168"/>
                <a:ext cx="104040" cy="7920"/>
              </p14:xfrm>
            </p:contentPart>
          </mc:Choice>
          <mc:Fallback xmlns="">
            <p:pic>
              <p:nvPicPr>
                <p:cNvPr id="640" name="Ink 639">
                  <a:extLst>
                    <a:ext uri="{FF2B5EF4-FFF2-40B4-BE49-F238E27FC236}">
                      <a16:creationId xmlns:a16="http://schemas.microsoft.com/office/drawing/2014/main" id="{1A7BB1F7-0BBA-775E-F1A1-59E8A2DAEADD}"/>
                    </a:ext>
                  </a:extLst>
                </p:cNvPr>
                <p:cNvPicPr/>
                <p:nvPr/>
              </p:nvPicPr>
              <p:blipFill>
                <a:blip r:embed="rId1083"/>
                <a:stretch>
                  <a:fillRect/>
                </a:stretch>
              </p:blipFill>
              <p:spPr>
                <a:xfrm>
                  <a:off x="3404700" y="6176528"/>
                  <a:ext cx="1216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4">
              <p14:nvContentPartPr>
                <p14:cNvPr id="641" name="Ink 640">
                  <a:extLst>
                    <a:ext uri="{FF2B5EF4-FFF2-40B4-BE49-F238E27FC236}">
                      <a16:creationId xmlns:a16="http://schemas.microsoft.com/office/drawing/2014/main" id="{23890646-B911-6AEE-B633-E5E687CA6C5C}"/>
                    </a:ext>
                  </a:extLst>
                </p14:cNvPr>
                <p14:cNvContentPartPr/>
                <p14:nvPr/>
              </p14:nvContentPartPr>
              <p14:xfrm>
                <a:off x="3391380" y="6135128"/>
                <a:ext cx="115920" cy="16560"/>
              </p14:xfrm>
            </p:contentPart>
          </mc:Choice>
          <mc:Fallback xmlns="">
            <p:pic>
              <p:nvPicPr>
                <p:cNvPr id="641" name="Ink 640">
                  <a:extLst>
                    <a:ext uri="{FF2B5EF4-FFF2-40B4-BE49-F238E27FC236}">
                      <a16:creationId xmlns:a16="http://schemas.microsoft.com/office/drawing/2014/main" id="{23890646-B911-6AEE-B633-E5E687CA6C5C}"/>
                    </a:ext>
                  </a:extLst>
                </p:cNvPr>
                <p:cNvPicPr/>
                <p:nvPr/>
              </p:nvPicPr>
              <p:blipFill>
                <a:blip r:embed="rId1085"/>
                <a:stretch>
                  <a:fillRect/>
                </a:stretch>
              </p:blipFill>
              <p:spPr>
                <a:xfrm>
                  <a:off x="3382380" y="6126128"/>
                  <a:ext cx="1335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6">
              <p14:nvContentPartPr>
                <p14:cNvPr id="642" name="Ink 641">
                  <a:extLst>
                    <a:ext uri="{FF2B5EF4-FFF2-40B4-BE49-F238E27FC236}">
                      <a16:creationId xmlns:a16="http://schemas.microsoft.com/office/drawing/2014/main" id="{F006E390-6461-ECB3-5FBD-E70368F223F4}"/>
                    </a:ext>
                  </a:extLst>
                </p14:cNvPr>
                <p14:cNvContentPartPr/>
                <p14:nvPr/>
              </p14:nvContentPartPr>
              <p14:xfrm>
                <a:off x="3574980" y="6136928"/>
                <a:ext cx="105120" cy="72360"/>
              </p14:xfrm>
            </p:contentPart>
          </mc:Choice>
          <mc:Fallback xmlns="">
            <p:pic>
              <p:nvPicPr>
                <p:cNvPr id="642" name="Ink 641">
                  <a:extLst>
                    <a:ext uri="{FF2B5EF4-FFF2-40B4-BE49-F238E27FC236}">
                      <a16:creationId xmlns:a16="http://schemas.microsoft.com/office/drawing/2014/main" id="{F006E390-6461-ECB3-5FBD-E70368F223F4}"/>
                    </a:ext>
                  </a:extLst>
                </p:cNvPr>
                <p:cNvPicPr/>
                <p:nvPr/>
              </p:nvPicPr>
              <p:blipFill>
                <a:blip r:embed="rId1087"/>
                <a:stretch>
                  <a:fillRect/>
                </a:stretch>
              </p:blipFill>
              <p:spPr>
                <a:xfrm>
                  <a:off x="3566340" y="6127928"/>
                  <a:ext cx="12276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6" name="Group 645">
            <a:extLst>
              <a:ext uri="{FF2B5EF4-FFF2-40B4-BE49-F238E27FC236}">
                <a16:creationId xmlns:a16="http://schemas.microsoft.com/office/drawing/2014/main" id="{B29C425E-84BE-E5B0-D943-D4C2F74F5100}"/>
              </a:ext>
            </a:extLst>
          </p:cNvPr>
          <p:cNvGrpSpPr/>
          <p:nvPr/>
        </p:nvGrpSpPr>
        <p:grpSpPr>
          <a:xfrm>
            <a:off x="3289140" y="5674328"/>
            <a:ext cx="351720" cy="81000"/>
            <a:chOff x="3289140" y="5674328"/>
            <a:chExt cx="351720" cy="8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8">
              <p14:nvContentPartPr>
                <p14:cNvPr id="643" name="Ink 642">
                  <a:extLst>
                    <a:ext uri="{FF2B5EF4-FFF2-40B4-BE49-F238E27FC236}">
                      <a16:creationId xmlns:a16="http://schemas.microsoft.com/office/drawing/2014/main" id="{0E6F03E3-5532-9717-AAAA-7989A5EF60B0}"/>
                    </a:ext>
                  </a:extLst>
                </p14:cNvPr>
                <p14:cNvContentPartPr/>
                <p14:nvPr/>
              </p14:nvContentPartPr>
              <p14:xfrm>
                <a:off x="3289140" y="5674328"/>
                <a:ext cx="136440" cy="81000"/>
              </p14:xfrm>
            </p:contentPart>
          </mc:Choice>
          <mc:Fallback xmlns="">
            <p:pic>
              <p:nvPicPr>
                <p:cNvPr id="643" name="Ink 642">
                  <a:extLst>
                    <a:ext uri="{FF2B5EF4-FFF2-40B4-BE49-F238E27FC236}">
                      <a16:creationId xmlns:a16="http://schemas.microsoft.com/office/drawing/2014/main" id="{0E6F03E3-5532-9717-AAAA-7989A5EF60B0}"/>
                    </a:ext>
                  </a:extLst>
                </p:cNvPr>
                <p:cNvPicPr/>
                <p:nvPr/>
              </p:nvPicPr>
              <p:blipFill>
                <a:blip r:embed="rId1089"/>
                <a:stretch>
                  <a:fillRect/>
                </a:stretch>
              </p:blipFill>
              <p:spPr>
                <a:xfrm>
                  <a:off x="3280500" y="5665328"/>
                  <a:ext cx="1540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0">
              <p14:nvContentPartPr>
                <p14:cNvPr id="644" name="Ink 643">
                  <a:extLst>
                    <a:ext uri="{FF2B5EF4-FFF2-40B4-BE49-F238E27FC236}">
                      <a16:creationId xmlns:a16="http://schemas.microsoft.com/office/drawing/2014/main" id="{8C9C2879-2BAC-6751-D4CE-A30D3E4C759B}"/>
                    </a:ext>
                  </a:extLst>
                </p14:cNvPr>
                <p14:cNvContentPartPr/>
                <p14:nvPr/>
              </p14:nvContentPartPr>
              <p14:xfrm>
                <a:off x="3480660" y="5727968"/>
                <a:ext cx="63000" cy="7200"/>
              </p14:xfrm>
            </p:contentPart>
          </mc:Choice>
          <mc:Fallback xmlns="">
            <p:pic>
              <p:nvPicPr>
                <p:cNvPr id="644" name="Ink 643">
                  <a:extLst>
                    <a:ext uri="{FF2B5EF4-FFF2-40B4-BE49-F238E27FC236}">
                      <a16:creationId xmlns:a16="http://schemas.microsoft.com/office/drawing/2014/main" id="{8C9C2879-2BAC-6751-D4CE-A30D3E4C759B}"/>
                    </a:ext>
                  </a:extLst>
                </p:cNvPr>
                <p:cNvPicPr/>
                <p:nvPr/>
              </p:nvPicPr>
              <p:blipFill>
                <a:blip r:embed="rId1091"/>
                <a:stretch>
                  <a:fillRect/>
                </a:stretch>
              </p:blipFill>
              <p:spPr>
                <a:xfrm>
                  <a:off x="3471660" y="5719328"/>
                  <a:ext cx="806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2">
              <p14:nvContentPartPr>
                <p14:cNvPr id="645" name="Ink 644">
                  <a:extLst>
                    <a:ext uri="{FF2B5EF4-FFF2-40B4-BE49-F238E27FC236}">
                      <a16:creationId xmlns:a16="http://schemas.microsoft.com/office/drawing/2014/main" id="{CCBEFB9D-A050-D3EC-7BA5-0EB598276AF1}"/>
                    </a:ext>
                  </a:extLst>
                </p14:cNvPr>
                <p14:cNvContentPartPr/>
                <p14:nvPr/>
              </p14:nvContentPartPr>
              <p14:xfrm>
                <a:off x="3595140" y="5683688"/>
                <a:ext cx="45720" cy="63360"/>
              </p14:xfrm>
            </p:contentPart>
          </mc:Choice>
          <mc:Fallback xmlns="">
            <p:pic>
              <p:nvPicPr>
                <p:cNvPr id="645" name="Ink 644">
                  <a:extLst>
                    <a:ext uri="{FF2B5EF4-FFF2-40B4-BE49-F238E27FC236}">
                      <a16:creationId xmlns:a16="http://schemas.microsoft.com/office/drawing/2014/main" id="{CCBEFB9D-A050-D3EC-7BA5-0EB598276AF1}"/>
                    </a:ext>
                  </a:extLst>
                </p:cNvPr>
                <p:cNvPicPr/>
                <p:nvPr/>
              </p:nvPicPr>
              <p:blipFill>
                <a:blip r:embed="rId1093"/>
                <a:stretch>
                  <a:fillRect/>
                </a:stretch>
              </p:blipFill>
              <p:spPr>
                <a:xfrm>
                  <a:off x="3586140" y="5674688"/>
                  <a:ext cx="6336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4" name="Group 653">
            <a:extLst>
              <a:ext uri="{FF2B5EF4-FFF2-40B4-BE49-F238E27FC236}">
                <a16:creationId xmlns:a16="http://schemas.microsoft.com/office/drawing/2014/main" id="{3CC28C0F-FF8B-4457-3E4F-58FEE28E3FC4}"/>
              </a:ext>
            </a:extLst>
          </p:cNvPr>
          <p:cNvGrpSpPr/>
          <p:nvPr/>
        </p:nvGrpSpPr>
        <p:grpSpPr>
          <a:xfrm>
            <a:off x="3933900" y="5737688"/>
            <a:ext cx="155160" cy="158400"/>
            <a:chOff x="3933900" y="5737688"/>
            <a:chExt cx="155160" cy="15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4">
              <p14:nvContentPartPr>
                <p14:cNvPr id="648" name="Ink 647">
                  <a:extLst>
                    <a:ext uri="{FF2B5EF4-FFF2-40B4-BE49-F238E27FC236}">
                      <a16:creationId xmlns:a16="http://schemas.microsoft.com/office/drawing/2014/main" id="{378C7118-AAFE-9683-97A9-812D2C7EC574}"/>
                    </a:ext>
                  </a:extLst>
                </p14:cNvPr>
                <p14:cNvContentPartPr/>
                <p14:nvPr/>
              </p14:nvContentPartPr>
              <p14:xfrm>
                <a:off x="3937860" y="5737688"/>
                <a:ext cx="39960" cy="72000"/>
              </p14:xfrm>
            </p:contentPart>
          </mc:Choice>
          <mc:Fallback xmlns="">
            <p:pic>
              <p:nvPicPr>
                <p:cNvPr id="648" name="Ink 647">
                  <a:extLst>
                    <a:ext uri="{FF2B5EF4-FFF2-40B4-BE49-F238E27FC236}">
                      <a16:creationId xmlns:a16="http://schemas.microsoft.com/office/drawing/2014/main" id="{378C7118-AAFE-9683-97A9-812D2C7EC574}"/>
                    </a:ext>
                  </a:extLst>
                </p:cNvPr>
                <p:cNvPicPr/>
                <p:nvPr/>
              </p:nvPicPr>
              <p:blipFill>
                <a:blip r:embed="rId1095"/>
                <a:stretch>
                  <a:fillRect/>
                </a:stretch>
              </p:blipFill>
              <p:spPr>
                <a:xfrm>
                  <a:off x="3929220" y="5729048"/>
                  <a:ext cx="576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6">
              <p14:nvContentPartPr>
                <p14:cNvPr id="649" name="Ink 648">
                  <a:extLst>
                    <a:ext uri="{FF2B5EF4-FFF2-40B4-BE49-F238E27FC236}">
                      <a16:creationId xmlns:a16="http://schemas.microsoft.com/office/drawing/2014/main" id="{9A778545-67DB-6743-9A2E-D2839F7689C2}"/>
                    </a:ext>
                  </a:extLst>
                </p14:cNvPr>
                <p14:cNvContentPartPr/>
                <p14:nvPr/>
              </p14:nvContentPartPr>
              <p14:xfrm>
                <a:off x="3933900" y="5880968"/>
                <a:ext cx="155160" cy="15120"/>
              </p14:xfrm>
            </p:contentPart>
          </mc:Choice>
          <mc:Fallback xmlns="">
            <p:pic>
              <p:nvPicPr>
                <p:cNvPr id="649" name="Ink 648">
                  <a:extLst>
                    <a:ext uri="{FF2B5EF4-FFF2-40B4-BE49-F238E27FC236}">
                      <a16:creationId xmlns:a16="http://schemas.microsoft.com/office/drawing/2014/main" id="{9A778545-67DB-6743-9A2E-D2839F7689C2}"/>
                    </a:ext>
                  </a:extLst>
                </p:cNvPr>
                <p:cNvPicPr/>
                <p:nvPr/>
              </p:nvPicPr>
              <p:blipFill>
                <a:blip r:embed="rId1097"/>
                <a:stretch>
                  <a:fillRect/>
                </a:stretch>
              </p:blipFill>
              <p:spPr>
                <a:xfrm>
                  <a:off x="3924900" y="5871968"/>
                  <a:ext cx="17280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3" name="Group 652">
            <a:extLst>
              <a:ext uri="{FF2B5EF4-FFF2-40B4-BE49-F238E27FC236}">
                <a16:creationId xmlns:a16="http://schemas.microsoft.com/office/drawing/2014/main" id="{11B203BE-F48F-15E0-EC55-6A0AF38A19DF}"/>
              </a:ext>
            </a:extLst>
          </p:cNvPr>
          <p:cNvGrpSpPr/>
          <p:nvPr/>
        </p:nvGrpSpPr>
        <p:grpSpPr>
          <a:xfrm>
            <a:off x="3938580" y="5981768"/>
            <a:ext cx="217800" cy="181440"/>
            <a:chOff x="3938580" y="5981768"/>
            <a:chExt cx="217800" cy="18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8">
              <p14:nvContentPartPr>
                <p14:cNvPr id="650" name="Ink 649">
                  <a:extLst>
                    <a:ext uri="{FF2B5EF4-FFF2-40B4-BE49-F238E27FC236}">
                      <a16:creationId xmlns:a16="http://schemas.microsoft.com/office/drawing/2014/main" id="{AF5F8CB5-2F6E-8DB2-5E17-B737817C26AE}"/>
                    </a:ext>
                  </a:extLst>
                </p14:cNvPr>
                <p14:cNvContentPartPr/>
                <p14:nvPr/>
              </p14:nvContentPartPr>
              <p14:xfrm>
                <a:off x="3995100" y="5990048"/>
                <a:ext cx="24480" cy="103680"/>
              </p14:xfrm>
            </p:contentPart>
          </mc:Choice>
          <mc:Fallback xmlns="">
            <p:pic>
              <p:nvPicPr>
                <p:cNvPr id="650" name="Ink 649">
                  <a:extLst>
                    <a:ext uri="{FF2B5EF4-FFF2-40B4-BE49-F238E27FC236}">
                      <a16:creationId xmlns:a16="http://schemas.microsoft.com/office/drawing/2014/main" id="{AF5F8CB5-2F6E-8DB2-5E17-B737817C26AE}"/>
                    </a:ext>
                  </a:extLst>
                </p:cNvPr>
                <p:cNvPicPr/>
                <p:nvPr/>
              </p:nvPicPr>
              <p:blipFill>
                <a:blip r:embed="rId1099"/>
                <a:stretch>
                  <a:fillRect/>
                </a:stretch>
              </p:blipFill>
              <p:spPr>
                <a:xfrm>
                  <a:off x="3986460" y="5981408"/>
                  <a:ext cx="421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0">
              <p14:nvContentPartPr>
                <p14:cNvPr id="651" name="Ink 650">
                  <a:extLst>
                    <a:ext uri="{FF2B5EF4-FFF2-40B4-BE49-F238E27FC236}">
                      <a16:creationId xmlns:a16="http://schemas.microsoft.com/office/drawing/2014/main" id="{B1B33222-3FDB-C73D-4C8A-871F4B021A8C}"/>
                    </a:ext>
                  </a:extLst>
                </p14:cNvPr>
                <p14:cNvContentPartPr/>
                <p14:nvPr/>
              </p14:nvContentPartPr>
              <p14:xfrm>
                <a:off x="3938580" y="5981768"/>
                <a:ext cx="119160" cy="14040"/>
              </p14:xfrm>
            </p:contentPart>
          </mc:Choice>
          <mc:Fallback xmlns="">
            <p:pic>
              <p:nvPicPr>
                <p:cNvPr id="651" name="Ink 650">
                  <a:extLst>
                    <a:ext uri="{FF2B5EF4-FFF2-40B4-BE49-F238E27FC236}">
                      <a16:creationId xmlns:a16="http://schemas.microsoft.com/office/drawing/2014/main" id="{B1B33222-3FDB-C73D-4C8A-871F4B021A8C}"/>
                    </a:ext>
                  </a:extLst>
                </p:cNvPr>
                <p:cNvPicPr/>
                <p:nvPr/>
              </p:nvPicPr>
              <p:blipFill>
                <a:blip r:embed="rId1101"/>
                <a:stretch>
                  <a:fillRect/>
                </a:stretch>
              </p:blipFill>
              <p:spPr>
                <a:xfrm>
                  <a:off x="3929940" y="5972768"/>
                  <a:ext cx="1368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2">
              <p14:nvContentPartPr>
                <p14:cNvPr id="652" name="Ink 651">
                  <a:extLst>
                    <a:ext uri="{FF2B5EF4-FFF2-40B4-BE49-F238E27FC236}">
                      <a16:creationId xmlns:a16="http://schemas.microsoft.com/office/drawing/2014/main" id="{A41BD40F-86D0-4457-9CD5-6BA8C3DE773D}"/>
                    </a:ext>
                  </a:extLst>
                </p14:cNvPr>
                <p14:cNvContentPartPr/>
                <p14:nvPr/>
              </p14:nvContentPartPr>
              <p14:xfrm>
                <a:off x="4119660" y="6104528"/>
                <a:ext cx="36720" cy="58680"/>
              </p14:xfrm>
            </p:contentPart>
          </mc:Choice>
          <mc:Fallback xmlns="">
            <p:pic>
              <p:nvPicPr>
                <p:cNvPr id="652" name="Ink 651">
                  <a:extLst>
                    <a:ext uri="{FF2B5EF4-FFF2-40B4-BE49-F238E27FC236}">
                      <a16:creationId xmlns:a16="http://schemas.microsoft.com/office/drawing/2014/main" id="{A41BD40F-86D0-4457-9CD5-6BA8C3DE773D}"/>
                    </a:ext>
                  </a:extLst>
                </p:cNvPr>
                <p:cNvPicPr/>
                <p:nvPr/>
              </p:nvPicPr>
              <p:blipFill>
                <a:blip r:embed="rId1103"/>
                <a:stretch>
                  <a:fillRect/>
                </a:stretch>
              </p:blipFill>
              <p:spPr>
                <a:xfrm>
                  <a:off x="4111020" y="6095528"/>
                  <a:ext cx="54360" cy="7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4">
            <p14:nvContentPartPr>
              <p14:cNvPr id="655" name="Ink 654">
                <a:extLst>
                  <a:ext uri="{FF2B5EF4-FFF2-40B4-BE49-F238E27FC236}">
                    <a16:creationId xmlns:a16="http://schemas.microsoft.com/office/drawing/2014/main" id="{795E5441-A620-228C-BAB4-9710F0359158}"/>
                  </a:ext>
                </a:extLst>
              </p14:cNvPr>
              <p14:cNvContentPartPr/>
              <p14:nvPr/>
            </p14:nvContentPartPr>
            <p14:xfrm>
              <a:off x="4293540" y="5776928"/>
              <a:ext cx="300240" cy="205920"/>
            </p14:xfrm>
          </p:contentPart>
        </mc:Choice>
        <mc:Fallback xmlns="">
          <p:pic>
            <p:nvPicPr>
              <p:cNvPr id="655" name="Ink 654">
                <a:extLst>
                  <a:ext uri="{FF2B5EF4-FFF2-40B4-BE49-F238E27FC236}">
                    <a16:creationId xmlns:a16="http://schemas.microsoft.com/office/drawing/2014/main" id="{795E5441-A620-228C-BAB4-9710F0359158}"/>
                  </a:ext>
                </a:extLst>
              </p:cNvPr>
              <p:cNvPicPr/>
              <p:nvPr/>
            </p:nvPicPr>
            <p:blipFill>
              <a:blip r:embed="rId1105"/>
              <a:stretch>
                <a:fillRect/>
              </a:stretch>
            </p:blipFill>
            <p:spPr>
              <a:xfrm>
                <a:off x="4284540" y="5767928"/>
                <a:ext cx="317880" cy="22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58" name="Group 657">
            <a:extLst>
              <a:ext uri="{FF2B5EF4-FFF2-40B4-BE49-F238E27FC236}">
                <a16:creationId xmlns:a16="http://schemas.microsoft.com/office/drawing/2014/main" id="{9B9DBC67-B6E5-438F-C204-9FB8DE050A73}"/>
              </a:ext>
            </a:extLst>
          </p:cNvPr>
          <p:cNvGrpSpPr/>
          <p:nvPr/>
        </p:nvGrpSpPr>
        <p:grpSpPr>
          <a:xfrm>
            <a:off x="4398300" y="6085808"/>
            <a:ext cx="181080" cy="133200"/>
            <a:chOff x="4398300" y="6085808"/>
            <a:chExt cx="181080" cy="13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6">
              <p14:nvContentPartPr>
                <p14:cNvPr id="656" name="Ink 655">
                  <a:extLst>
                    <a:ext uri="{FF2B5EF4-FFF2-40B4-BE49-F238E27FC236}">
                      <a16:creationId xmlns:a16="http://schemas.microsoft.com/office/drawing/2014/main" id="{B8318253-13A4-3A95-E2B6-796576E6670E}"/>
                    </a:ext>
                  </a:extLst>
                </p14:cNvPr>
                <p14:cNvContentPartPr/>
                <p14:nvPr/>
              </p14:nvContentPartPr>
              <p14:xfrm>
                <a:off x="4398300" y="6085808"/>
                <a:ext cx="23040" cy="122400"/>
              </p14:xfrm>
            </p:contentPart>
          </mc:Choice>
          <mc:Fallback xmlns="">
            <p:pic>
              <p:nvPicPr>
                <p:cNvPr id="656" name="Ink 655">
                  <a:extLst>
                    <a:ext uri="{FF2B5EF4-FFF2-40B4-BE49-F238E27FC236}">
                      <a16:creationId xmlns:a16="http://schemas.microsoft.com/office/drawing/2014/main" id="{B8318253-13A4-3A95-E2B6-796576E6670E}"/>
                    </a:ext>
                  </a:extLst>
                </p:cNvPr>
                <p:cNvPicPr/>
                <p:nvPr/>
              </p:nvPicPr>
              <p:blipFill>
                <a:blip r:embed="rId1107"/>
                <a:stretch>
                  <a:fillRect/>
                </a:stretch>
              </p:blipFill>
              <p:spPr>
                <a:xfrm>
                  <a:off x="4389660" y="6077168"/>
                  <a:ext cx="406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8">
              <p14:nvContentPartPr>
                <p14:cNvPr id="657" name="Ink 656">
                  <a:extLst>
                    <a:ext uri="{FF2B5EF4-FFF2-40B4-BE49-F238E27FC236}">
                      <a16:creationId xmlns:a16="http://schemas.microsoft.com/office/drawing/2014/main" id="{9D227DC2-44A4-3900-F7EE-1AEAF13634D8}"/>
                    </a:ext>
                  </a:extLst>
                </p14:cNvPr>
                <p14:cNvContentPartPr/>
                <p14:nvPr/>
              </p14:nvContentPartPr>
              <p14:xfrm>
                <a:off x="4435380" y="6156368"/>
                <a:ext cx="144000" cy="62640"/>
              </p14:xfrm>
            </p:contentPart>
          </mc:Choice>
          <mc:Fallback xmlns="">
            <p:pic>
              <p:nvPicPr>
                <p:cNvPr id="657" name="Ink 656">
                  <a:extLst>
                    <a:ext uri="{FF2B5EF4-FFF2-40B4-BE49-F238E27FC236}">
                      <a16:creationId xmlns:a16="http://schemas.microsoft.com/office/drawing/2014/main" id="{9D227DC2-44A4-3900-F7EE-1AEAF13634D8}"/>
                    </a:ext>
                  </a:extLst>
                </p:cNvPr>
                <p:cNvPicPr/>
                <p:nvPr/>
              </p:nvPicPr>
              <p:blipFill>
                <a:blip r:embed="rId1109"/>
                <a:stretch>
                  <a:fillRect/>
                </a:stretch>
              </p:blipFill>
              <p:spPr>
                <a:xfrm>
                  <a:off x="4426380" y="6147728"/>
                  <a:ext cx="16164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1" name="Group 680">
            <a:extLst>
              <a:ext uri="{FF2B5EF4-FFF2-40B4-BE49-F238E27FC236}">
                <a16:creationId xmlns:a16="http://schemas.microsoft.com/office/drawing/2014/main" id="{18EE0DE2-2387-C626-55B7-CFCFE6594173}"/>
              </a:ext>
            </a:extLst>
          </p:cNvPr>
          <p:cNvGrpSpPr/>
          <p:nvPr/>
        </p:nvGrpSpPr>
        <p:grpSpPr>
          <a:xfrm>
            <a:off x="4794300" y="5667488"/>
            <a:ext cx="1954080" cy="462600"/>
            <a:chOff x="4794300" y="5667488"/>
            <a:chExt cx="1954080" cy="46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0">
              <p14:nvContentPartPr>
                <p14:cNvPr id="659" name="Ink 658">
                  <a:extLst>
                    <a:ext uri="{FF2B5EF4-FFF2-40B4-BE49-F238E27FC236}">
                      <a16:creationId xmlns:a16="http://schemas.microsoft.com/office/drawing/2014/main" id="{A1E4E352-D0B8-9E80-450C-C5344C7A4E74}"/>
                    </a:ext>
                  </a:extLst>
                </p14:cNvPr>
                <p14:cNvContentPartPr/>
                <p14:nvPr/>
              </p14:nvContentPartPr>
              <p14:xfrm>
                <a:off x="4794300" y="5761808"/>
                <a:ext cx="231480" cy="222480"/>
              </p14:xfrm>
            </p:contentPart>
          </mc:Choice>
          <mc:Fallback xmlns="">
            <p:pic>
              <p:nvPicPr>
                <p:cNvPr id="659" name="Ink 658">
                  <a:extLst>
                    <a:ext uri="{FF2B5EF4-FFF2-40B4-BE49-F238E27FC236}">
                      <a16:creationId xmlns:a16="http://schemas.microsoft.com/office/drawing/2014/main" id="{A1E4E352-D0B8-9E80-450C-C5344C7A4E74}"/>
                    </a:ext>
                  </a:extLst>
                </p:cNvPr>
                <p:cNvPicPr/>
                <p:nvPr/>
              </p:nvPicPr>
              <p:blipFill>
                <a:blip r:embed="rId1111"/>
                <a:stretch>
                  <a:fillRect/>
                </a:stretch>
              </p:blipFill>
              <p:spPr>
                <a:xfrm>
                  <a:off x="4785660" y="5752808"/>
                  <a:ext cx="2491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2">
              <p14:nvContentPartPr>
                <p14:cNvPr id="660" name="Ink 659">
                  <a:extLst>
                    <a:ext uri="{FF2B5EF4-FFF2-40B4-BE49-F238E27FC236}">
                      <a16:creationId xmlns:a16="http://schemas.microsoft.com/office/drawing/2014/main" id="{C874C70E-ED61-CD73-A10C-D057AA482FD2}"/>
                    </a:ext>
                  </a:extLst>
                </p14:cNvPr>
                <p14:cNvContentPartPr/>
                <p14:nvPr/>
              </p14:nvContentPartPr>
              <p14:xfrm>
                <a:off x="4851180" y="5780168"/>
                <a:ext cx="115920" cy="214920"/>
              </p14:xfrm>
            </p:contentPart>
          </mc:Choice>
          <mc:Fallback xmlns="">
            <p:pic>
              <p:nvPicPr>
                <p:cNvPr id="660" name="Ink 659">
                  <a:extLst>
                    <a:ext uri="{FF2B5EF4-FFF2-40B4-BE49-F238E27FC236}">
                      <a16:creationId xmlns:a16="http://schemas.microsoft.com/office/drawing/2014/main" id="{C874C70E-ED61-CD73-A10C-D057AA482FD2}"/>
                    </a:ext>
                  </a:extLst>
                </p:cNvPr>
                <p:cNvPicPr/>
                <p:nvPr/>
              </p:nvPicPr>
              <p:blipFill>
                <a:blip r:embed="rId1113"/>
                <a:stretch>
                  <a:fillRect/>
                </a:stretch>
              </p:blipFill>
              <p:spPr>
                <a:xfrm>
                  <a:off x="4842540" y="5771528"/>
                  <a:ext cx="1335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4">
              <p14:nvContentPartPr>
                <p14:cNvPr id="661" name="Ink 660">
                  <a:extLst>
                    <a:ext uri="{FF2B5EF4-FFF2-40B4-BE49-F238E27FC236}">
                      <a16:creationId xmlns:a16="http://schemas.microsoft.com/office/drawing/2014/main" id="{15414E6F-6C52-D6FF-94D9-C83341837136}"/>
                    </a:ext>
                  </a:extLst>
                </p14:cNvPr>
                <p14:cNvContentPartPr/>
                <p14:nvPr/>
              </p14:nvContentPartPr>
              <p14:xfrm>
                <a:off x="5088060" y="5953328"/>
                <a:ext cx="136800" cy="90000"/>
              </p14:xfrm>
            </p:contentPart>
          </mc:Choice>
          <mc:Fallback xmlns="">
            <p:pic>
              <p:nvPicPr>
                <p:cNvPr id="661" name="Ink 660">
                  <a:extLst>
                    <a:ext uri="{FF2B5EF4-FFF2-40B4-BE49-F238E27FC236}">
                      <a16:creationId xmlns:a16="http://schemas.microsoft.com/office/drawing/2014/main" id="{15414E6F-6C52-D6FF-94D9-C83341837136}"/>
                    </a:ext>
                  </a:extLst>
                </p:cNvPr>
                <p:cNvPicPr/>
                <p:nvPr/>
              </p:nvPicPr>
              <p:blipFill>
                <a:blip r:embed="rId1115"/>
                <a:stretch>
                  <a:fillRect/>
                </a:stretch>
              </p:blipFill>
              <p:spPr>
                <a:xfrm>
                  <a:off x="5079060" y="5944328"/>
                  <a:ext cx="1544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6">
              <p14:nvContentPartPr>
                <p14:cNvPr id="662" name="Ink 661">
                  <a:extLst>
                    <a:ext uri="{FF2B5EF4-FFF2-40B4-BE49-F238E27FC236}">
                      <a16:creationId xmlns:a16="http://schemas.microsoft.com/office/drawing/2014/main" id="{ED704283-A699-EFEB-71A5-26438BE854A8}"/>
                    </a:ext>
                  </a:extLst>
                </p14:cNvPr>
                <p14:cNvContentPartPr/>
                <p14:nvPr/>
              </p14:nvContentPartPr>
              <p14:xfrm>
                <a:off x="5252940" y="5688728"/>
                <a:ext cx="95760" cy="309240"/>
              </p14:xfrm>
            </p:contentPart>
          </mc:Choice>
          <mc:Fallback xmlns="">
            <p:pic>
              <p:nvPicPr>
                <p:cNvPr id="662" name="Ink 661">
                  <a:extLst>
                    <a:ext uri="{FF2B5EF4-FFF2-40B4-BE49-F238E27FC236}">
                      <a16:creationId xmlns:a16="http://schemas.microsoft.com/office/drawing/2014/main" id="{ED704283-A699-EFEB-71A5-26438BE854A8}"/>
                    </a:ext>
                  </a:extLst>
                </p:cNvPr>
                <p:cNvPicPr/>
                <p:nvPr/>
              </p:nvPicPr>
              <p:blipFill>
                <a:blip r:embed="rId1117"/>
                <a:stretch>
                  <a:fillRect/>
                </a:stretch>
              </p:blipFill>
              <p:spPr>
                <a:xfrm>
                  <a:off x="5244300" y="5680088"/>
                  <a:ext cx="11340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8">
              <p14:nvContentPartPr>
                <p14:cNvPr id="663" name="Ink 662">
                  <a:extLst>
                    <a:ext uri="{FF2B5EF4-FFF2-40B4-BE49-F238E27FC236}">
                      <a16:creationId xmlns:a16="http://schemas.microsoft.com/office/drawing/2014/main" id="{66A4EE19-73BE-FD58-BB6D-C7EFE94F45AC}"/>
                    </a:ext>
                  </a:extLst>
                </p14:cNvPr>
                <p14:cNvContentPartPr/>
                <p14:nvPr/>
              </p14:nvContentPartPr>
              <p14:xfrm>
                <a:off x="5377860" y="5874848"/>
                <a:ext cx="109080" cy="203760"/>
              </p14:xfrm>
            </p:contentPart>
          </mc:Choice>
          <mc:Fallback xmlns="">
            <p:pic>
              <p:nvPicPr>
                <p:cNvPr id="663" name="Ink 662">
                  <a:extLst>
                    <a:ext uri="{FF2B5EF4-FFF2-40B4-BE49-F238E27FC236}">
                      <a16:creationId xmlns:a16="http://schemas.microsoft.com/office/drawing/2014/main" id="{66A4EE19-73BE-FD58-BB6D-C7EFE94F45AC}"/>
                    </a:ext>
                  </a:extLst>
                </p:cNvPr>
                <p:cNvPicPr/>
                <p:nvPr/>
              </p:nvPicPr>
              <p:blipFill>
                <a:blip r:embed="rId1119"/>
                <a:stretch>
                  <a:fillRect/>
                </a:stretch>
              </p:blipFill>
              <p:spPr>
                <a:xfrm>
                  <a:off x="5368860" y="5866208"/>
                  <a:ext cx="1267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0">
              <p14:nvContentPartPr>
                <p14:cNvPr id="664" name="Ink 663">
                  <a:extLst>
                    <a:ext uri="{FF2B5EF4-FFF2-40B4-BE49-F238E27FC236}">
                      <a16:creationId xmlns:a16="http://schemas.microsoft.com/office/drawing/2014/main" id="{EE7C7B59-D7E7-4226-CB60-CB66BB9AE2E6}"/>
                    </a:ext>
                  </a:extLst>
                </p14:cNvPr>
                <p14:cNvContentPartPr/>
                <p14:nvPr/>
              </p14:nvContentPartPr>
              <p14:xfrm>
                <a:off x="5389020" y="5775848"/>
                <a:ext cx="9000" cy="6120"/>
              </p14:xfrm>
            </p:contentPart>
          </mc:Choice>
          <mc:Fallback xmlns="">
            <p:pic>
              <p:nvPicPr>
                <p:cNvPr id="664" name="Ink 663">
                  <a:extLst>
                    <a:ext uri="{FF2B5EF4-FFF2-40B4-BE49-F238E27FC236}">
                      <a16:creationId xmlns:a16="http://schemas.microsoft.com/office/drawing/2014/main" id="{EE7C7B59-D7E7-4226-CB60-CB66BB9AE2E6}"/>
                    </a:ext>
                  </a:extLst>
                </p:cNvPr>
                <p:cNvPicPr/>
                <p:nvPr/>
              </p:nvPicPr>
              <p:blipFill>
                <a:blip r:embed="rId1121"/>
                <a:stretch>
                  <a:fillRect/>
                </a:stretch>
              </p:blipFill>
              <p:spPr>
                <a:xfrm>
                  <a:off x="5380380" y="5767208"/>
                  <a:ext cx="266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2">
              <p14:nvContentPartPr>
                <p14:cNvPr id="666" name="Ink 665">
                  <a:extLst>
                    <a:ext uri="{FF2B5EF4-FFF2-40B4-BE49-F238E27FC236}">
                      <a16:creationId xmlns:a16="http://schemas.microsoft.com/office/drawing/2014/main" id="{5DE1A94C-47B8-92AE-0201-8B0CA1986502}"/>
                    </a:ext>
                  </a:extLst>
                </p14:cNvPr>
                <p14:cNvContentPartPr/>
                <p14:nvPr/>
              </p14:nvContentPartPr>
              <p14:xfrm>
                <a:off x="5516460" y="5667488"/>
                <a:ext cx="111600" cy="373680"/>
              </p14:xfrm>
            </p:contentPart>
          </mc:Choice>
          <mc:Fallback xmlns="">
            <p:pic>
              <p:nvPicPr>
                <p:cNvPr id="666" name="Ink 665">
                  <a:extLst>
                    <a:ext uri="{FF2B5EF4-FFF2-40B4-BE49-F238E27FC236}">
                      <a16:creationId xmlns:a16="http://schemas.microsoft.com/office/drawing/2014/main" id="{5DE1A94C-47B8-92AE-0201-8B0CA1986502}"/>
                    </a:ext>
                  </a:extLst>
                </p:cNvPr>
                <p:cNvPicPr/>
                <p:nvPr/>
              </p:nvPicPr>
              <p:blipFill>
                <a:blip r:embed="rId1123"/>
                <a:stretch>
                  <a:fillRect/>
                </a:stretch>
              </p:blipFill>
              <p:spPr>
                <a:xfrm>
                  <a:off x="5507820" y="5658488"/>
                  <a:ext cx="12924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4">
              <p14:nvContentPartPr>
                <p14:cNvPr id="668" name="Ink 667">
                  <a:extLst>
                    <a:ext uri="{FF2B5EF4-FFF2-40B4-BE49-F238E27FC236}">
                      <a16:creationId xmlns:a16="http://schemas.microsoft.com/office/drawing/2014/main" id="{F5F3890E-4407-F380-3A0A-7248FBB2DEE5}"/>
                    </a:ext>
                  </a:extLst>
                </p14:cNvPr>
                <p14:cNvContentPartPr/>
                <p14:nvPr/>
              </p14:nvContentPartPr>
              <p14:xfrm>
                <a:off x="5682420" y="5750648"/>
                <a:ext cx="189000" cy="79920"/>
              </p14:xfrm>
            </p:contentPart>
          </mc:Choice>
          <mc:Fallback xmlns="">
            <p:pic>
              <p:nvPicPr>
                <p:cNvPr id="668" name="Ink 667">
                  <a:extLst>
                    <a:ext uri="{FF2B5EF4-FFF2-40B4-BE49-F238E27FC236}">
                      <a16:creationId xmlns:a16="http://schemas.microsoft.com/office/drawing/2014/main" id="{F5F3890E-4407-F380-3A0A-7248FBB2DEE5}"/>
                    </a:ext>
                  </a:extLst>
                </p:cNvPr>
                <p:cNvPicPr/>
                <p:nvPr/>
              </p:nvPicPr>
              <p:blipFill>
                <a:blip r:embed="rId1125"/>
                <a:stretch>
                  <a:fillRect/>
                </a:stretch>
              </p:blipFill>
              <p:spPr>
                <a:xfrm>
                  <a:off x="5673780" y="5742008"/>
                  <a:ext cx="2066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6">
              <p14:nvContentPartPr>
                <p14:cNvPr id="669" name="Ink 668">
                  <a:extLst>
                    <a:ext uri="{FF2B5EF4-FFF2-40B4-BE49-F238E27FC236}">
                      <a16:creationId xmlns:a16="http://schemas.microsoft.com/office/drawing/2014/main" id="{1FA13CD2-9EB6-50ED-9C55-551987D1F0D5}"/>
                    </a:ext>
                  </a:extLst>
                </p14:cNvPr>
                <p14:cNvContentPartPr/>
                <p14:nvPr/>
              </p14:nvContentPartPr>
              <p14:xfrm>
                <a:off x="5902020" y="5783048"/>
                <a:ext cx="136800" cy="80640"/>
              </p14:xfrm>
            </p:contentPart>
          </mc:Choice>
          <mc:Fallback xmlns="">
            <p:pic>
              <p:nvPicPr>
                <p:cNvPr id="669" name="Ink 668">
                  <a:extLst>
                    <a:ext uri="{FF2B5EF4-FFF2-40B4-BE49-F238E27FC236}">
                      <a16:creationId xmlns:a16="http://schemas.microsoft.com/office/drawing/2014/main" id="{1FA13CD2-9EB6-50ED-9C55-551987D1F0D5}"/>
                    </a:ext>
                  </a:extLst>
                </p:cNvPr>
                <p:cNvPicPr/>
                <p:nvPr/>
              </p:nvPicPr>
              <p:blipFill>
                <a:blip r:embed="rId1127"/>
                <a:stretch>
                  <a:fillRect/>
                </a:stretch>
              </p:blipFill>
              <p:spPr>
                <a:xfrm>
                  <a:off x="5893020" y="5774408"/>
                  <a:ext cx="1544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8">
              <p14:nvContentPartPr>
                <p14:cNvPr id="671" name="Ink 670">
                  <a:extLst>
                    <a:ext uri="{FF2B5EF4-FFF2-40B4-BE49-F238E27FC236}">
                      <a16:creationId xmlns:a16="http://schemas.microsoft.com/office/drawing/2014/main" id="{0726FACC-0A57-D2C1-C2CD-8EE3DEAD106E}"/>
                    </a:ext>
                  </a:extLst>
                </p14:cNvPr>
                <p14:cNvContentPartPr/>
                <p14:nvPr/>
              </p14:nvContentPartPr>
              <p14:xfrm>
                <a:off x="6070860" y="5776928"/>
                <a:ext cx="127440" cy="5760"/>
              </p14:xfrm>
            </p:contentPart>
          </mc:Choice>
          <mc:Fallback xmlns="">
            <p:pic>
              <p:nvPicPr>
                <p:cNvPr id="671" name="Ink 670">
                  <a:extLst>
                    <a:ext uri="{FF2B5EF4-FFF2-40B4-BE49-F238E27FC236}">
                      <a16:creationId xmlns:a16="http://schemas.microsoft.com/office/drawing/2014/main" id="{0726FACC-0A57-D2C1-C2CD-8EE3DEAD106E}"/>
                    </a:ext>
                  </a:extLst>
                </p:cNvPr>
                <p:cNvPicPr/>
                <p:nvPr/>
              </p:nvPicPr>
              <p:blipFill>
                <a:blip r:embed="rId1129"/>
                <a:stretch>
                  <a:fillRect/>
                </a:stretch>
              </p:blipFill>
              <p:spPr>
                <a:xfrm>
                  <a:off x="6061860" y="5768288"/>
                  <a:ext cx="145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0">
              <p14:nvContentPartPr>
                <p14:cNvPr id="672" name="Ink 671">
                  <a:extLst>
                    <a:ext uri="{FF2B5EF4-FFF2-40B4-BE49-F238E27FC236}">
                      <a16:creationId xmlns:a16="http://schemas.microsoft.com/office/drawing/2014/main" id="{ECE2DA8B-3A91-1DF8-626B-C4D622D4A61F}"/>
                    </a:ext>
                  </a:extLst>
                </p14:cNvPr>
                <p14:cNvContentPartPr/>
                <p14:nvPr/>
              </p14:nvContentPartPr>
              <p14:xfrm>
                <a:off x="6234300" y="5720408"/>
                <a:ext cx="159480" cy="99000"/>
              </p14:xfrm>
            </p:contentPart>
          </mc:Choice>
          <mc:Fallback xmlns="">
            <p:pic>
              <p:nvPicPr>
                <p:cNvPr id="672" name="Ink 671">
                  <a:extLst>
                    <a:ext uri="{FF2B5EF4-FFF2-40B4-BE49-F238E27FC236}">
                      <a16:creationId xmlns:a16="http://schemas.microsoft.com/office/drawing/2014/main" id="{ECE2DA8B-3A91-1DF8-626B-C4D622D4A61F}"/>
                    </a:ext>
                  </a:extLst>
                </p:cNvPr>
                <p:cNvPicPr/>
                <p:nvPr/>
              </p:nvPicPr>
              <p:blipFill>
                <a:blip r:embed="rId1131"/>
                <a:stretch>
                  <a:fillRect/>
                </a:stretch>
              </p:blipFill>
              <p:spPr>
                <a:xfrm>
                  <a:off x="6225660" y="5711408"/>
                  <a:ext cx="1771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2">
              <p14:nvContentPartPr>
                <p14:cNvPr id="673" name="Ink 672">
                  <a:extLst>
                    <a:ext uri="{FF2B5EF4-FFF2-40B4-BE49-F238E27FC236}">
                      <a16:creationId xmlns:a16="http://schemas.microsoft.com/office/drawing/2014/main" id="{C5F987B6-443A-D110-E803-F99126AF85FB}"/>
                    </a:ext>
                  </a:extLst>
                </p14:cNvPr>
                <p14:cNvContentPartPr/>
                <p14:nvPr/>
              </p14:nvContentPartPr>
              <p14:xfrm>
                <a:off x="6436980" y="5761448"/>
                <a:ext cx="65520" cy="51480"/>
              </p14:xfrm>
            </p:contentPart>
          </mc:Choice>
          <mc:Fallback xmlns="">
            <p:pic>
              <p:nvPicPr>
                <p:cNvPr id="673" name="Ink 672">
                  <a:extLst>
                    <a:ext uri="{FF2B5EF4-FFF2-40B4-BE49-F238E27FC236}">
                      <a16:creationId xmlns:a16="http://schemas.microsoft.com/office/drawing/2014/main" id="{C5F987B6-443A-D110-E803-F99126AF85FB}"/>
                    </a:ext>
                  </a:extLst>
                </p:cNvPr>
                <p:cNvPicPr/>
                <p:nvPr/>
              </p:nvPicPr>
              <p:blipFill>
                <a:blip r:embed="rId1133"/>
                <a:stretch>
                  <a:fillRect/>
                </a:stretch>
              </p:blipFill>
              <p:spPr>
                <a:xfrm>
                  <a:off x="6428340" y="5752808"/>
                  <a:ext cx="831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4">
              <p14:nvContentPartPr>
                <p14:cNvPr id="674" name="Ink 673">
                  <a:extLst>
                    <a:ext uri="{FF2B5EF4-FFF2-40B4-BE49-F238E27FC236}">
                      <a16:creationId xmlns:a16="http://schemas.microsoft.com/office/drawing/2014/main" id="{50FCF49A-C43C-248C-1EBF-467372513E68}"/>
                    </a:ext>
                  </a:extLst>
                </p14:cNvPr>
                <p14:cNvContentPartPr/>
                <p14:nvPr/>
              </p14:nvContentPartPr>
              <p14:xfrm>
                <a:off x="6509700" y="5745968"/>
                <a:ext cx="96480" cy="73080"/>
              </p14:xfrm>
            </p:contentPart>
          </mc:Choice>
          <mc:Fallback xmlns="">
            <p:pic>
              <p:nvPicPr>
                <p:cNvPr id="674" name="Ink 673">
                  <a:extLst>
                    <a:ext uri="{FF2B5EF4-FFF2-40B4-BE49-F238E27FC236}">
                      <a16:creationId xmlns:a16="http://schemas.microsoft.com/office/drawing/2014/main" id="{50FCF49A-C43C-248C-1EBF-467372513E68}"/>
                    </a:ext>
                  </a:extLst>
                </p:cNvPr>
                <p:cNvPicPr/>
                <p:nvPr/>
              </p:nvPicPr>
              <p:blipFill>
                <a:blip r:embed="rId1135"/>
                <a:stretch>
                  <a:fillRect/>
                </a:stretch>
              </p:blipFill>
              <p:spPr>
                <a:xfrm>
                  <a:off x="6501060" y="5737328"/>
                  <a:ext cx="1141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6">
              <p14:nvContentPartPr>
                <p14:cNvPr id="675" name="Ink 674">
                  <a:extLst>
                    <a:ext uri="{FF2B5EF4-FFF2-40B4-BE49-F238E27FC236}">
                      <a16:creationId xmlns:a16="http://schemas.microsoft.com/office/drawing/2014/main" id="{64E64D1D-FF1F-43B0-A1AB-60281B73D527}"/>
                    </a:ext>
                  </a:extLst>
                </p14:cNvPr>
                <p14:cNvContentPartPr/>
                <p14:nvPr/>
              </p14:nvContentPartPr>
              <p14:xfrm>
                <a:off x="6381180" y="5698448"/>
                <a:ext cx="196200" cy="33120"/>
              </p14:xfrm>
            </p:contentPart>
          </mc:Choice>
          <mc:Fallback xmlns="">
            <p:pic>
              <p:nvPicPr>
                <p:cNvPr id="675" name="Ink 674">
                  <a:extLst>
                    <a:ext uri="{FF2B5EF4-FFF2-40B4-BE49-F238E27FC236}">
                      <a16:creationId xmlns:a16="http://schemas.microsoft.com/office/drawing/2014/main" id="{64E64D1D-FF1F-43B0-A1AB-60281B73D527}"/>
                    </a:ext>
                  </a:extLst>
                </p:cNvPr>
                <p:cNvPicPr/>
                <p:nvPr/>
              </p:nvPicPr>
              <p:blipFill>
                <a:blip r:embed="rId1137"/>
                <a:stretch>
                  <a:fillRect/>
                </a:stretch>
              </p:blipFill>
              <p:spPr>
                <a:xfrm>
                  <a:off x="6372540" y="5689808"/>
                  <a:ext cx="2138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8">
              <p14:nvContentPartPr>
                <p14:cNvPr id="676" name="Ink 675">
                  <a:extLst>
                    <a:ext uri="{FF2B5EF4-FFF2-40B4-BE49-F238E27FC236}">
                      <a16:creationId xmlns:a16="http://schemas.microsoft.com/office/drawing/2014/main" id="{8BCA83E6-4C06-E4CA-54C8-939F387D08AB}"/>
                    </a:ext>
                  </a:extLst>
                </p14:cNvPr>
                <p14:cNvContentPartPr/>
                <p14:nvPr/>
              </p14:nvContentPartPr>
              <p14:xfrm>
                <a:off x="6690060" y="5766848"/>
                <a:ext cx="58320" cy="62280"/>
              </p14:xfrm>
            </p:contentPart>
          </mc:Choice>
          <mc:Fallback xmlns="">
            <p:pic>
              <p:nvPicPr>
                <p:cNvPr id="676" name="Ink 675">
                  <a:extLst>
                    <a:ext uri="{FF2B5EF4-FFF2-40B4-BE49-F238E27FC236}">
                      <a16:creationId xmlns:a16="http://schemas.microsoft.com/office/drawing/2014/main" id="{8BCA83E6-4C06-E4CA-54C8-939F387D08AB}"/>
                    </a:ext>
                  </a:extLst>
                </p:cNvPr>
                <p:cNvPicPr/>
                <p:nvPr/>
              </p:nvPicPr>
              <p:blipFill>
                <a:blip r:embed="rId1139"/>
                <a:stretch>
                  <a:fillRect/>
                </a:stretch>
              </p:blipFill>
              <p:spPr>
                <a:xfrm>
                  <a:off x="6681420" y="5757848"/>
                  <a:ext cx="759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0">
              <p14:nvContentPartPr>
                <p14:cNvPr id="677" name="Ink 676">
                  <a:extLst>
                    <a:ext uri="{FF2B5EF4-FFF2-40B4-BE49-F238E27FC236}">
                      <a16:creationId xmlns:a16="http://schemas.microsoft.com/office/drawing/2014/main" id="{0DF490BE-9519-ECDD-942C-96A399400050}"/>
                    </a:ext>
                  </a:extLst>
                </p14:cNvPr>
                <p14:cNvContentPartPr/>
                <p14:nvPr/>
              </p14:nvContentPartPr>
              <p14:xfrm>
                <a:off x="6663420" y="5678288"/>
                <a:ext cx="12960" cy="11880"/>
              </p14:xfrm>
            </p:contentPart>
          </mc:Choice>
          <mc:Fallback xmlns="">
            <p:pic>
              <p:nvPicPr>
                <p:cNvPr id="677" name="Ink 676">
                  <a:extLst>
                    <a:ext uri="{FF2B5EF4-FFF2-40B4-BE49-F238E27FC236}">
                      <a16:creationId xmlns:a16="http://schemas.microsoft.com/office/drawing/2014/main" id="{0DF490BE-9519-ECDD-942C-96A399400050}"/>
                    </a:ext>
                  </a:extLst>
                </p:cNvPr>
                <p:cNvPicPr/>
                <p:nvPr/>
              </p:nvPicPr>
              <p:blipFill>
                <a:blip r:embed="rId1141"/>
                <a:stretch>
                  <a:fillRect/>
                </a:stretch>
              </p:blipFill>
              <p:spPr>
                <a:xfrm>
                  <a:off x="6654420" y="5669648"/>
                  <a:ext cx="306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2">
              <p14:nvContentPartPr>
                <p14:cNvPr id="679" name="Ink 678">
                  <a:extLst>
                    <a:ext uri="{FF2B5EF4-FFF2-40B4-BE49-F238E27FC236}">
                      <a16:creationId xmlns:a16="http://schemas.microsoft.com/office/drawing/2014/main" id="{A5986990-2A70-4FEE-1E10-5459AB837979}"/>
                    </a:ext>
                  </a:extLst>
                </p14:cNvPr>
                <p14:cNvContentPartPr/>
                <p14:nvPr/>
              </p14:nvContentPartPr>
              <p14:xfrm>
                <a:off x="5705100" y="5891408"/>
                <a:ext cx="976680" cy="36360"/>
              </p14:xfrm>
            </p:contentPart>
          </mc:Choice>
          <mc:Fallback xmlns="">
            <p:pic>
              <p:nvPicPr>
                <p:cNvPr id="679" name="Ink 678">
                  <a:extLst>
                    <a:ext uri="{FF2B5EF4-FFF2-40B4-BE49-F238E27FC236}">
                      <a16:creationId xmlns:a16="http://schemas.microsoft.com/office/drawing/2014/main" id="{A5986990-2A70-4FEE-1E10-5459AB837979}"/>
                    </a:ext>
                  </a:extLst>
                </p:cNvPr>
                <p:cNvPicPr/>
                <p:nvPr/>
              </p:nvPicPr>
              <p:blipFill>
                <a:blip r:embed="rId1143"/>
                <a:stretch>
                  <a:fillRect/>
                </a:stretch>
              </p:blipFill>
              <p:spPr>
                <a:xfrm>
                  <a:off x="5696100" y="5882768"/>
                  <a:ext cx="9943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4">
              <p14:nvContentPartPr>
                <p14:cNvPr id="680" name="Ink 679">
                  <a:extLst>
                    <a:ext uri="{FF2B5EF4-FFF2-40B4-BE49-F238E27FC236}">
                      <a16:creationId xmlns:a16="http://schemas.microsoft.com/office/drawing/2014/main" id="{BF5B533E-F320-336F-CB40-42AAF84D3C00}"/>
                    </a:ext>
                  </a:extLst>
                </p14:cNvPr>
                <p14:cNvContentPartPr/>
                <p14:nvPr/>
              </p14:nvContentPartPr>
              <p14:xfrm>
                <a:off x="6047460" y="6022808"/>
                <a:ext cx="232200" cy="107280"/>
              </p14:xfrm>
            </p:contentPart>
          </mc:Choice>
          <mc:Fallback xmlns="">
            <p:pic>
              <p:nvPicPr>
                <p:cNvPr id="680" name="Ink 679">
                  <a:extLst>
                    <a:ext uri="{FF2B5EF4-FFF2-40B4-BE49-F238E27FC236}">
                      <a16:creationId xmlns:a16="http://schemas.microsoft.com/office/drawing/2014/main" id="{BF5B533E-F320-336F-CB40-42AAF84D3C00}"/>
                    </a:ext>
                  </a:extLst>
                </p:cNvPr>
                <p:cNvPicPr/>
                <p:nvPr/>
              </p:nvPicPr>
              <p:blipFill>
                <a:blip r:embed="rId1145"/>
                <a:stretch>
                  <a:fillRect/>
                </a:stretch>
              </p:blipFill>
              <p:spPr>
                <a:xfrm>
                  <a:off x="6038460" y="6014168"/>
                  <a:ext cx="249840" cy="12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6">
            <p14:nvContentPartPr>
              <p14:cNvPr id="682" name="Ink 681">
                <a:extLst>
                  <a:ext uri="{FF2B5EF4-FFF2-40B4-BE49-F238E27FC236}">
                    <a16:creationId xmlns:a16="http://schemas.microsoft.com/office/drawing/2014/main" id="{CFB940A6-D519-F91F-0716-C7AD2CBD5A37}"/>
                  </a:ext>
                </a:extLst>
              </p14:cNvPr>
              <p14:cNvContentPartPr/>
              <p14:nvPr/>
            </p14:nvContentPartPr>
            <p14:xfrm>
              <a:off x="6894180" y="5891408"/>
              <a:ext cx="88560" cy="5760"/>
            </p14:xfrm>
          </p:contentPart>
        </mc:Choice>
        <mc:Fallback xmlns="">
          <p:pic>
            <p:nvPicPr>
              <p:cNvPr id="682" name="Ink 681">
                <a:extLst>
                  <a:ext uri="{FF2B5EF4-FFF2-40B4-BE49-F238E27FC236}">
                    <a16:creationId xmlns:a16="http://schemas.microsoft.com/office/drawing/2014/main" id="{CFB940A6-D519-F91F-0716-C7AD2CBD5A37}"/>
                  </a:ext>
                </a:extLst>
              </p:cNvPr>
              <p:cNvPicPr/>
              <p:nvPr/>
            </p:nvPicPr>
            <p:blipFill>
              <a:blip r:embed="rId1147"/>
              <a:stretch>
                <a:fillRect/>
              </a:stretch>
            </p:blipFill>
            <p:spPr>
              <a:xfrm>
                <a:off x="6885540" y="5882408"/>
                <a:ext cx="10620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697" name="Group 696">
            <a:extLst>
              <a:ext uri="{FF2B5EF4-FFF2-40B4-BE49-F238E27FC236}">
                <a16:creationId xmlns:a16="http://schemas.microsoft.com/office/drawing/2014/main" id="{1698C856-835A-63DB-9C6F-A514926F9548}"/>
              </a:ext>
            </a:extLst>
          </p:cNvPr>
          <p:cNvGrpSpPr/>
          <p:nvPr/>
        </p:nvGrpSpPr>
        <p:grpSpPr>
          <a:xfrm>
            <a:off x="7159140" y="5656328"/>
            <a:ext cx="1419840" cy="376200"/>
            <a:chOff x="7159140" y="5656328"/>
            <a:chExt cx="1419840" cy="37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8">
              <p14:nvContentPartPr>
                <p14:cNvPr id="683" name="Ink 682">
                  <a:extLst>
                    <a:ext uri="{FF2B5EF4-FFF2-40B4-BE49-F238E27FC236}">
                      <a16:creationId xmlns:a16="http://schemas.microsoft.com/office/drawing/2014/main" id="{376277EF-042D-E2AD-CA74-642797DB1061}"/>
                    </a:ext>
                  </a:extLst>
                </p14:cNvPr>
                <p14:cNvContentPartPr/>
                <p14:nvPr/>
              </p14:nvContentPartPr>
              <p14:xfrm>
                <a:off x="7159140" y="5792048"/>
                <a:ext cx="163080" cy="110160"/>
              </p14:xfrm>
            </p:contentPart>
          </mc:Choice>
          <mc:Fallback xmlns="">
            <p:pic>
              <p:nvPicPr>
                <p:cNvPr id="683" name="Ink 682">
                  <a:extLst>
                    <a:ext uri="{FF2B5EF4-FFF2-40B4-BE49-F238E27FC236}">
                      <a16:creationId xmlns:a16="http://schemas.microsoft.com/office/drawing/2014/main" id="{376277EF-042D-E2AD-CA74-642797DB1061}"/>
                    </a:ext>
                  </a:extLst>
                </p:cNvPr>
                <p:cNvPicPr/>
                <p:nvPr/>
              </p:nvPicPr>
              <p:blipFill>
                <a:blip r:embed="rId1149"/>
                <a:stretch>
                  <a:fillRect/>
                </a:stretch>
              </p:blipFill>
              <p:spPr>
                <a:xfrm>
                  <a:off x="7150500" y="5783048"/>
                  <a:ext cx="1807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0">
              <p14:nvContentPartPr>
                <p14:cNvPr id="684" name="Ink 683">
                  <a:extLst>
                    <a:ext uri="{FF2B5EF4-FFF2-40B4-BE49-F238E27FC236}">
                      <a16:creationId xmlns:a16="http://schemas.microsoft.com/office/drawing/2014/main" id="{7DA4CD5A-6C62-5FCB-3288-5F72547787C4}"/>
                    </a:ext>
                  </a:extLst>
                </p14:cNvPr>
                <p14:cNvContentPartPr/>
                <p14:nvPr/>
              </p14:nvContentPartPr>
              <p14:xfrm>
                <a:off x="7366860" y="5813648"/>
                <a:ext cx="43200" cy="60840"/>
              </p14:xfrm>
            </p:contentPart>
          </mc:Choice>
          <mc:Fallback xmlns="">
            <p:pic>
              <p:nvPicPr>
                <p:cNvPr id="684" name="Ink 683">
                  <a:extLst>
                    <a:ext uri="{FF2B5EF4-FFF2-40B4-BE49-F238E27FC236}">
                      <a16:creationId xmlns:a16="http://schemas.microsoft.com/office/drawing/2014/main" id="{7DA4CD5A-6C62-5FCB-3288-5F72547787C4}"/>
                    </a:ext>
                  </a:extLst>
                </p:cNvPr>
                <p:cNvPicPr/>
                <p:nvPr/>
              </p:nvPicPr>
              <p:blipFill>
                <a:blip r:embed="rId1151"/>
                <a:stretch>
                  <a:fillRect/>
                </a:stretch>
              </p:blipFill>
              <p:spPr>
                <a:xfrm>
                  <a:off x="7358220" y="5804648"/>
                  <a:ext cx="608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2">
              <p14:nvContentPartPr>
                <p14:cNvPr id="685" name="Ink 684">
                  <a:extLst>
                    <a:ext uri="{FF2B5EF4-FFF2-40B4-BE49-F238E27FC236}">
                      <a16:creationId xmlns:a16="http://schemas.microsoft.com/office/drawing/2014/main" id="{E1EB02E1-C1D3-4F77-1A6B-937E3AF3D91B}"/>
                    </a:ext>
                  </a:extLst>
                </p14:cNvPr>
                <p14:cNvContentPartPr/>
                <p14:nvPr/>
              </p14:nvContentPartPr>
              <p14:xfrm>
                <a:off x="7424100" y="5824088"/>
                <a:ext cx="78840" cy="69480"/>
              </p14:xfrm>
            </p:contentPart>
          </mc:Choice>
          <mc:Fallback xmlns="">
            <p:pic>
              <p:nvPicPr>
                <p:cNvPr id="685" name="Ink 684">
                  <a:extLst>
                    <a:ext uri="{FF2B5EF4-FFF2-40B4-BE49-F238E27FC236}">
                      <a16:creationId xmlns:a16="http://schemas.microsoft.com/office/drawing/2014/main" id="{E1EB02E1-C1D3-4F77-1A6B-937E3AF3D91B}"/>
                    </a:ext>
                  </a:extLst>
                </p:cNvPr>
                <p:cNvPicPr/>
                <p:nvPr/>
              </p:nvPicPr>
              <p:blipFill>
                <a:blip r:embed="rId1153"/>
                <a:stretch>
                  <a:fillRect/>
                </a:stretch>
              </p:blipFill>
              <p:spPr>
                <a:xfrm>
                  <a:off x="7415460" y="5815088"/>
                  <a:ext cx="964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4">
              <p14:nvContentPartPr>
                <p14:cNvPr id="686" name="Ink 685">
                  <a:extLst>
                    <a:ext uri="{FF2B5EF4-FFF2-40B4-BE49-F238E27FC236}">
                      <a16:creationId xmlns:a16="http://schemas.microsoft.com/office/drawing/2014/main" id="{6AC7F9B1-169F-B6EE-4ED7-0DE4FFEEF281}"/>
                    </a:ext>
                  </a:extLst>
                </p14:cNvPr>
                <p14:cNvContentPartPr/>
                <p14:nvPr/>
              </p14:nvContentPartPr>
              <p14:xfrm>
                <a:off x="7321500" y="5768288"/>
                <a:ext cx="134280" cy="24840"/>
              </p14:xfrm>
            </p:contentPart>
          </mc:Choice>
          <mc:Fallback xmlns="">
            <p:pic>
              <p:nvPicPr>
                <p:cNvPr id="686" name="Ink 685">
                  <a:extLst>
                    <a:ext uri="{FF2B5EF4-FFF2-40B4-BE49-F238E27FC236}">
                      <a16:creationId xmlns:a16="http://schemas.microsoft.com/office/drawing/2014/main" id="{6AC7F9B1-169F-B6EE-4ED7-0DE4FFEEF281}"/>
                    </a:ext>
                  </a:extLst>
                </p:cNvPr>
                <p:cNvPicPr/>
                <p:nvPr/>
              </p:nvPicPr>
              <p:blipFill>
                <a:blip r:embed="rId1155"/>
                <a:stretch>
                  <a:fillRect/>
                </a:stretch>
              </p:blipFill>
              <p:spPr>
                <a:xfrm>
                  <a:off x="7312500" y="5759648"/>
                  <a:ext cx="1519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6">
              <p14:nvContentPartPr>
                <p14:cNvPr id="687" name="Ink 686">
                  <a:extLst>
                    <a:ext uri="{FF2B5EF4-FFF2-40B4-BE49-F238E27FC236}">
                      <a16:creationId xmlns:a16="http://schemas.microsoft.com/office/drawing/2014/main" id="{3601630B-6709-E251-DC92-B4F87087021D}"/>
                    </a:ext>
                  </a:extLst>
                </p14:cNvPr>
                <p14:cNvContentPartPr/>
                <p14:nvPr/>
              </p14:nvContentPartPr>
              <p14:xfrm>
                <a:off x="7528140" y="5730488"/>
                <a:ext cx="73080" cy="158760"/>
              </p14:xfrm>
            </p:contentPart>
          </mc:Choice>
          <mc:Fallback xmlns="">
            <p:pic>
              <p:nvPicPr>
                <p:cNvPr id="687" name="Ink 686">
                  <a:extLst>
                    <a:ext uri="{FF2B5EF4-FFF2-40B4-BE49-F238E27FC236}">
                      <a16:creationId xmlns:a16="http://schemas.microsoft.com/office/drawing/2014/main" id="{3601630B-6709-E251-DC92-B4F87087021D}"/>
                    </a:ext>
                  </a:extLst>
                </p:cNvPr>
                <p:cNvPicPr/>
                <p:nvPr/>
              </p:nvPicPr>
              <p:blipFill>
                <a:blip r:embed="rId1157"/>
                <a:stretch>
                  <a:fillRect/>
                </a:stretch>
              </p:blipFill>
              <p:spPr>
                <a:xfrm>
                  <a:off x="7519140" y="5721488"/>
                  <a:ext cx="907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8">
              <p14:nvContentPartPr>
                <p14:cNvPr id="688" name="Ink 687">
                  <a:extLst>
                    <a:ext uri="{FF2B5EF4-FFF2-40B4-BE49-F238E27FC236}">
                      <a16:creationId xmlns:a16="http://schemas.microsoft.com/office/drawing/2014/main" id="{AA09AE63-D0C6-494C-BA06-CE16C20C835F}"/>
                    </a:ext>
                  </a:extLst>
                </p14:cNvPr>
                <p14:cNvContentPartPr/>
                <p14:nvPr/>
              </p14:nvContentPartPr>
              <p14:xfrm>
                <a:off x="7587540" y="5820128"/>
                <a:ext cx="111600" cy="63360"/>
              </p14:xfrm>
            </p:contentPart>
          </mc:Choice>
          <mc:Fallback xmlns="">
            <p:pic>
              <p:nvPicPr>
                <p:cNvPr id="688" name="Ink 687">
                  <a:extLst>
                    <a:ext uri="{FF2B5EF4-FFF2-40B4-BE49-F238E27FC236}">
                      <a16:creationId xmlns:a16="http://schemas.microsoft.com/office/drawing/2014/main" id="{AA09AE63-D0C6-494C-BA06-CE16C20C835F}"/>
                    </a:ext>
                  </a:extLst>
                </p:cNvPr>
                <p:cNvPicPr/>
                <p:nvPr/>
              </p:nvPicPr>
              <p:blipFill>
                <a:blip r:embed="rId1159"/>
                <a:stretch>
                  <a:fillRect/>
                </a:stretch>
              </p:blipFill>
              <p:spPr>
                <a:xfrm>
                  <a:off x="7578900" y="5811128"/>
                  <a:ext cx="1292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0">
              <p14:nvContentPartPr>
                <p14:cNvPr id="690" name="Ink 689">
                  <a:extLst>
                    <a:ext uri="{FF2B5EF4-FFF2-40B4-BE49-F238E27FC236}">
                      <a16:creationId xmlns:a16="http://schemas.microsoft.com/office/drawing/2014/main" id="{7632E962-7F8B-1FB6-4A9A-D25758596DD0}"/>
                    </a:ext>
                  </a:extLst>
                </p14:cNvPr>
                <p14:cNvContentPartPr/>
                <p14:nvPr/>
              </p14:nvContentPartPr>
              <p14:xfrm>
                <a:off x="7595460" y="5657048"/>
                <a:ext cx="217800" cy="373680"/>
              </p14:xfrm>
            </p:contentPart>
          </mc:Choice>
          <mc:Fallback xmlns="">
            <p:pic>
              <p:nvPicPr>
                <p:cNvPr id="690" name="Ink 689">
                  <a:extLst>
                    <a:ext uri="{FF2B5EF4-FFF2-40B4-BE49-F238E27FC236}">
                      <a16:creationId xmlns:a16="http://schemas.microsoft.com/office/drawing/2014/main" id="{7632E962-7F8B-1FB6-4A9A-D25758596DD0}"/>
                    </a:ext>
                  </a:extLst>
                </p:cNvPr>
                <p:cNvPicPr/>
                <p:nvPr/>
              </p:nvPicPr>
              <p:blipFill>
                <a:blip r:embed="rId1161"/>
                <a:stretch>
                  <a:fillRect/>
                </a:stretch>
              </p:blipFill>
              <p:spPr>
                <a:xfrm>
                  <a:off x="7586820" y="5648408"/>
                  <a:ext cx="23544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2">
              <p14:nvContentPartPr>
                <p14:cNvPr id="691" name="Ink 690">
                  <a:extLst>
                    <a:ext uri="{FF2B5EF4-FFF2-40B4-BE49-F238E27FC236}">
                      <a16:creationId xmlns:a16="http://schemas.microsoft.com/office/drawing/2014/main" id="{7CDEE89B-2D58-D843-A129-B4C914B8722C}"/>
                    </a:ext>
                  </a:extLst>
                </p14:cNvPr>
                <p14:cNvContentPartPr/>
                <p14:nvPr/>
              </p14:nvContentPartPr>
              <p14:xfrm>
                <a:off x="7857180" y="5702048"/>
                <a:ext cx="211680" cy="288000"/>
              </p14:xfrm>
            </p:contentPart>
          </mc:Choice>
          <mc:Fallback xmlns="">
            <p:pic>
              <p:nvPicPr>
                <p:cNvPr id="691" name="Ink 690">
                  <a:extLst>
                    <a:ext uri="{FF2B5EF4-FFF2-40B4-BE49-F238E27FC236}">
                      <a16:creationId xmlns:a16="http://schemas.microsoft.com/office/drawing/2014/main" id="{7CDEE89B-2D58-D843-A129-B4C914B8722C}"/>
                    </a:ext>
                  </a:extLst>
                </p:cNvPr>
                <p:cNvPicPr/>
                <p:nvPr/>
              </p:nvPicPr>
              <p:blipFill>
                <a:blip r:embed="rId1163"/>
                <a:stretch>
                  <a:fillRect/>
                </a:stretch>
              </p:blipFill>
              <p:spPr>
                <a:xfrm>
                  <a:off x="7848540" y="5693048"/>
                  <a:ext cx="2293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4">
              <p14:nvContentPartPr>
                <p14:cNvPr id="692" name="Ink 691">
                  <a:extLst>
                    <a:ext uri="{FF2B5EF4-FFF2-40B4-BE49-F238E27FC236}">
                      <a16:creationId xmlns:a16="http://schemas.microsoft.com/office/drawing/2014/main" id="{C5FFCEF9-D35B-2F73-6355-73ACE3630F51}"/>
                    </a:ext>
                  </a:extLst>
                </p14:cNvPr>
                <p14:cNvContentPartPr/>
                <p14:nvPr/>
              </p14:nvContentPartPr>
              <p14:xfrm>
                <a:off x="8118900" y="5857568"/>
                <a:ext cx="17640" cy="103320"/>
              </p14:xfrm>
            </p:contentPart>
          </mc:Choice>
          <mc:Fallback xmlns="">
            <p:pic>
              <p:nvPicPr>
                <p:cNvPr id="692" name="Ink 691">
                  <a:extLst>
                    <a:ext uri="{FF2B5EF4-FFF2-40B4-BE49-F238E27FC236}">
                      <a16:creationId xmlns:a16="http://schemas.microsoft.com/office/drawing/2014/main" id="{C5FFCEF9-D35B-2F73-6355-73ACE3630F51}"/>
                    </a:ext>
                  </a:extLst>
                </p:cNvPr>
                <p:cNvPicPr/>
                <p:nvPr/>
              </p:nvPicPr>
              <p:blipFill>
                <a:blip r:embed="rId1165"/>
                <a:stretch>
                  <a:fillRect/>
                </a:stretch>
              </p:blipFill>
              <p:spPr>
                <a:xfrm>
                  <a:off x="8110260" y="5848568"/>
                  <a:ext cx="352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6">
              <p14:nvContentPartPr>
                <p14:cNvPr id="693" name="Ink 692">
                  <a:extLst>
                    <a:ext uri="{FF2B5EF4-FFF2-40B4-BE49-F238E27FC236}">
                      <a16:creationId xmlns:a16="http://schemas.microsoft.com/office/drawing/2014/main" id="{B18FB69E-91B0-04D6-D6AB-05C264A3A697}"/>
                    </a:ext>
                  </a:extLst>
                </p14:cNvPr>
                <p14:cNvContentPartPr/>
                <p14:nvPr/>
              </p14:nvContentPartPr>
              <p14:xfrm>
                <a:off x="8002980" y="5840288"/>
                <a:ext cx="226800" cy="10080"/>
              </p14:xfrm>
            </p:contentPart>
          </mc:Choice>
          <mc:Fallback xmlns="">
            <p:pic>
              <p:nvPicPr>
                <p:cNvPr id="693" name="Ink 692">
                  <a:extLst>
                    <a:ext uri="{FF2B5EF4-FFF2-40B4-BE49-F238E27FC236}">
                      <a16:creationId xmlns:a16="http://schemas.microsoft.com/office/drawing/2014/main" id="{B18FB69E-91B0-04D6-D6AB-05C264A3A697}"/>
                    </a:ext>
                  </a:extLst>
                </p:cNvPr>
                <p:cNvPicPr/>
                <p:nvPr/>
              </p:nvPicPr>
              <p:blipFill>
                <a:blip r:embed="rId1167"/>
                <a:stretch>
                  <a:fillRect/>
                </a:stretch>
              </p:blipFill>
              <p:spPr>
                <a:xfrm>
                  <a:off x="7993980" y="5831288"/>
                  <a:ext cx="2444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8">
              <p14:nvContentPartPr>
                <p14:cNvPr id="694" name="Ink 693">
                  <a:extLst>
                    <a:ext uri="{FF2B5EF4-FFF2-40B4-BE49-F238E27FC236}">
                      <a16:creationId xmlns:a16="http://schemas.microsoft.com/office/drawing/2014/main" id="{65CDFB59-2808-8514-F43B-0F139716CFF8}"/>
                    </a:ext>
                  </a:extLst>
                </p14:cNvPr>
                <p14:cNvContentPartPr/>
                <p14:nvPr/>
              </p14:nvContentPartPr>
              <p14:xfrm>
                <a:off x="8217180" y="5964128"/>
                <a:ext cx="32760" cy="68400"/>
              </p14:xfrm>
            </p:contentPart>
          </mc:Choice>
          <mc:Fallback xmlns="">
            <p:pic>
              <p:nvPicPr>
                <p:cNvPr id="694" name="Ink 693">
                  <a:extLst>
                    <a:ext uri="{FF2B5EF4-FFF2-40B4-BE49-F238E27FC236}">
                      <a16:creationId xmlns:a16="http://schemas.microsoft.com/office/drawing/2014/main" id="{65CDFB59-2808-8514-F43B-0F139716CFF8}"/>
                    </a:ext>
                  </a:extLst>
                </p:cNvPr>
                <p:cNvPicPr/>
                <p:nvPr/>
              </p:nvPicPr>
              <p:blipFill>
                <a:blip r:embed="rId1169"/>
                <a:stretch>
                  <a:fillRect/>
                </a:stretch>
              </p:blipFill>
              <p:spPr>
                <a:xfrm>
                  <a:off x="8208180" y="5955488"/>
                  <a:ext cx="504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0">
              <p14:nvContentPartPr>
                <p14:cNvPr id="695" name="Ink 694">
                  <a:extLst>
                    <a:ext uri="{FF2B5EF4-FFF2-40B4-BE49-F238E27FC236}">
                      <a16:creationId xmlns:a16="http://schemas.microsoft.com/office/drawing/2014/main" id="{E6206465-9347-B271-E8AC-289D7FBA1804}"/>
                    </a:ext>
                  </a:extLst>
                </p14:cNvPr>
                <p14:cNvContentPartPr/>
                <p14:nvPr/>
              </p14:nvContentPartPr>
              <p14:xfrm>
                <a:off x="8291700" y="5695928"/>
                <a:ext cx="171720" cy="329760"/>
              </p14:xfrm>
            </p:contentPart>
          </mc:Choice>
          <mc:Fallback xmlns="">
            <p:pic>
              <p:nvPicPr>
                <p:cNvPr id="695" name="Ink 694">
                  <a:extLst>
                    <a:ext uri="{FF2B5EF4-FFF2-40B4-BE49-F238E27FC236}">
                      <a16:creationId xmlns:a16="http://schemas.microsoft.com/office/drawing/2014/main" id="{E6206465-9347-B271-E8AC-289D7FBA1804}"/>
                    </a:ext>
                  </a:extLst>
                </p:cNvPr>
                <p:cNvPicPr/>
                <p:nvPr/>
              </p:nvPicPr>
              <p:blipFill>
                <a:blip r:embed="rId1171"/>
                <a:stretch>
                  <a:fillRect/>
                </a:stretch>
              </p:blipFill>
              <p:spPr>
                <a:xfrm>
                  <a:off x="8283060" y="5687288"/>
                  <a:ext cx="18936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2">
              <p14:nvContentPartPr>
                <p14:cNvPr id="696" name="Ink 695">
                  <a:extLst>
                    <a:ext uri="{FF2B5EF4-FFF2-40B4-BE49-F238E27FC236}">
                      <a16:creationId xmlns:a16="http://schemas.microsoft.com/office/drawing/2014/main" id="{D8827C5B-79F3-C70E-6882-328A00D6421C}"/>
                    </a:ext>
                  </a:extLst>
                </p14:cNvPr>
                <p14:cNvContentPartPr/>
                <p14:nvPr/>
              </p14:nvContentPartPr>
              <p14:xfrm>
                <a:off x="8385300" y="5656328"/>
                <a:ext cx="193680" cy="367200"/>
              </p14:xfrm>
            </p:contentPart>
          </mc:Choice>
          <mc:Fallback xmlns="">
            <p:pic>
              <p:nvPicPr>
                <p:cNvPr id="696" name="Ink 695">
                  <a:extLst>
                    <a:ext uri="{FF2B5EF4-FFF2-40B4-BE49-F238E27FC236}">
                      <a16:creationId xmlns:a16="http://schemas.microsoft.com/office/drawing/2014/main" id="{D8827C5B-79F3-C70E-6882-328A00D6421C}"/>
                    </a:ext>
                  </a:extLst>
                </p:cNvPr>
                <p:cNvPicPr/>
                <p:nvPr/>
              </p:nvPicPr>
              <p:blipFill>
                <a:blip r:embed="rId1173"/>
                <a:stretch>
                  <a:fillRect/>
                </a:stretch>
              </p:blipFill>
              <p:spPr>
                <a:xfrm>
                  <a:off x="8376300" y="5647688"/>
                  <a:ext cx="211320" cy="38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2" name="Group 711">
            <a:extLst>
              <a:ext uri="{FF2B5EF4-FFF2-40B4-BE49-F238E27FC236}">
                <a16:creationId xmlns:a16="http://schemas.microsoft.com/office/drawing/2014/main" id="{EC54F809-50A4-17DB-BC5E-A7D275376506}"/>
              </a:ext>
            </a:extLst>
          </p:cNvPr>
          <p:cNvGrpSpPr/>
          <p:nvPr/>
        </p:nvGrpSpPr>
        <p:grpSpPr>
          <a:xfrm>
            <a:off x="3905460" y="6145928"/>
            <a:ext cx="4727880" cy="565560"/>
            <a:chOff x="3905460" y="6145928"/>
            <a:chExt cx="4727880" cy="56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74">
              <p14:nvContentPartPr>
                <p14:cNvPr id="698" name="Ink 697">
                  <a:extLst>
                    <a:ext uri="{FF2B5EF4-FFF2-40B4-BE49-F238E27FC236}">
                      <a16:creationId xmlns:a16="http://schemas.microsoft.com/office/drawing/2014/main" id="{0039DA6B-4A07-0441-C203-BF846D03B80B}"/>
                    </a:ext>
                  </a:extLst>
                </p14:cNvPr>
                <p14:cNvContentPartPr/>
                <p14:nvPr/>
              </p14:nvContentPartPr>
              <p14:xfrm>
                <a:off x="3905460" y="6145928"/>
                <a:ext cx="4727880" cy="203400"/>
              </p14:xfrm>
            </p:contentPart>
          </mc:Choice>
          <mc:Fallback xmlns="">
            <p:pic>
              <p:nvPicPr>
                <p:cNvPr id="698" name="Ink 697">
                  <a:extLst>
                    <a:ext uri="{FF2B5EF4-FFF2-40B4-BE49-F238E27FC236}">
                      <a16:creationId xmlns:a16="http://schemas.microsoft.com/office/drawing/2014/main" id="{0039DA6B-4A07-0441-C203-BF846D03B80B}"/>
                    </a:ext>
                  </a:extLst>
                </p:cNvPr>
                <p:cNvPicPr/>
                <p:nvPr/>
              </p:nvPicPr>
              <p:blipFill>
                <a:blip r:embed="rId1175"/>
                <a:stretch>
                  <a:fillRect/>
                </a:stretch>
              </p:blipFill>
              <p:spPr>
                <a:xfrm>
                  <a:off x="3896460" y="6137288"/>
                  <a:ext cx="47455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6">
              <p14:nvContentPartPr>
                <p14:cNvPr id="699" name="Ink 698">
                  <a:extLst>
                    <a:ext uri="{FF2B5EF4-FFF2-40B4-BE49-F238E27FC236}">
                      <a16:creationId xmlns:a16="http://schemas.microsoft.com/office/drawing/2014/main" id="{7D2174A5-C2B6-61A9-1059-F05A33C9A428}"/>
                    </a:ext>
                  </a:extLst>
                </p14:cNvPr>
                <p14:cNvContentPartPr/>
                <p14:nvPr/>
              </p14:nvContentPartPr>
              <p14:xfrm>
                <a:off x="6276060" y="6561368"/>
                <a:ext cx="119520" cy="5760"/>
              </p14:xfrm>
            </p:contentPart>
          </mc:Choice>
          <mc:Fallback xmlns="">
            <p:pic>
              <p:nvPicPr>
                <p:cNvPr id="699" name="Ink 698">
                  <a:extLst>
                    <a:ext uri="{FF2B5EF4-FFF2-40B4-BE49-F238E27FC236}">
                      <a16:creationId xmlns:a16="http://schemas.microsoft.com/office/drawing/2014/main" id="{7D2174A5-C2B6-61A9-1059-F05A33C9A428}"/>
                    </a:ext>
                  </a:extLst>
                </p:cNvPr>
                <p:cNvPicPr/>
                <p:nvPr/>
              </p:nvPicPr>
              <p:blipFill>
                <a:blip r:embed="rId1177"/>
                <a:stretch>
                  <a:fillRect/>
                </a:stretch>
              </p:blipFill>
              <p:spPr>
                <a:xfrm>
                  <a:off x="6267420" y="6552728"/>
                  <a:ext cx="137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8">
              <p14:nvContentPartPr>
                <p14:cNvPr id="700" name="Ink 699">
                  <a:extLst>
                    <a:ext uri="{FF2B5EF4-FFF2-40B4-BE49-F238E27FC236}">
                      <a16:creationId xmlns:a16="http://schemas.microsoft.com/office/drawing/2014/main" id="{875AEE63-BB81-3F07-3BCE-D94EE05D962A}"/>
                    </a:ext>
                  </a:extLst>
                </p14:cNvPr>
                <p14:cNvContentPartPr/>
                <p14:nvPr/>
              </p14:nvContentPartPr>
              <p14:xfrm>
                <a:off x="6296580" y="6499088"/>
                <a:ext cx="109440" cy="16560"/>
              </p14:xfrm>
            </p:contentPart>
          </mc:Choice>
          <mc:Fallback xmlns="">
            <p:pic>
              <p:nvPicPr>
                <p:cNvPr id="700" name="Ink 699">
                  <a:extLst>
                    <a:ext uri="{FF2B5EF4-FFF2-40B4-BE49-F238E27FC236}">
                      <a16:creationId xmlns:a16="http://schemas.microsoft.com/office/drawing/2014/main" id="{875AEE63-BB81-3F07-3BCE-D94EE05D962A}"/>
                    </a:ext>
                  </a:extLst>
                </p:cNvPr>
                <p:cNvPicPr/>
                <p:nvPr/>
              </p:nvPicPr>
              <p:blipFill>
                <a:blip r:embed="rId1179"/>
                <a:stretch>
                  <a:fillRect/>
                </a:stretch>
              </p:blipFill>
              <p:spPr>
                <a:xfrm>
                  <a:off x="6287940" y="6490448"/>
                  <a:ext cx="127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0">
              <p14:nvContentPartPr>
                <p14:cNvPr id="702" name="Ink 701">
                  <a:extLst>
                    <a:ext uri="{FF2B5EF4-FFF2-40B4-BE49-F238E27FC236}">
                      <a16:creationId xmlns:a16="http://schemas.microsoft.com/office/drawing/2014/main" id="{B0CB3DD2-4545-22B4-5FA9-406798B8192A}"/>
                    </a:ext>
                  </a:extLst>
                </p14:cNvPr>
                <p14:cNvContentPartPr/>
                <p14:nvPr/>
              </p14:nvContentPartPr>
              <p14:xfrm>
                <a:off x="6568740" y="6387488"/>
                <a:ext cx="222840" cy="256320"/>
              </p14:xfrm>
            </p:contentPart>
          </mc:Choice>
          <mc:Fallback xmlns="">
            <p:pic>
              <p:nvPicPr>
                <p:cNvPr id="702" name="Ink 701">
                  <a:extLst>
                    <a:ext uri="{FF2B5EF4-FFF2-40B4-BE49-F238E27FC236}">
                      <a16:creationId xmlns:a16="http://schemas.microsoft.com/office/drawing/2014/main" id="{B0CB3DD2-4545-22B4-5FA9-406798B8192A}"/>
                    </a:ext>
                  </a:extLst>
                </p:cNvPr>
                <p:cNvPicPr/>
                <p:nvPr/>
              </p:nvPicPr>
              <p:blipFill>
                <a:blip r:embed="rId1181"/>
                <a:stretch>
                  <a:fillRect/>
                </a:stretch>
              </p:blipFill>
              <p:spPr>
                <a:xfrm>
                  <a:off x="6559740" y="6378848"/>
                  <a:ext cx="2404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2">
              <p14:nvContentPartPr>
                <p14:cNvPr id="703" name="Ink 702">
                  <a:extLst>
                    <a:ext uri="{FF2B5EF4-FFF2-40B4-BE49-F238E27FC236}">
                      <a16:creationId xmlns:a16="http://schemas.microsoft.com/office/drawing/2014/main" id="{1360ED14-6326-57FF-33BC-72818732482E}"/>
                    </a:ext>
                  </a:extLst>
                </p14:cNvPr>
                <p14:cNvContentPartPr/>
                <p14:nvPr/>
              </p14:nvContentPartPr>
              <p14:xfrm>
                <a:off x="6653340" y="6405488"/>
                <a:ext cx="77040" cy="239400"/>
              </p14:xfrm>
            </p:contentPart>
          </mc:Choice>
          <mc:Fallback xmlns="">
            <p:pic>
              <p:nvPicPr>
                <p:cNvPr id="703" name="Ink 702">
                  <a:extLst>
                    <a:ext uri="{FF2B5EF4-FFF2-40B4-BE49-F238E27FC236}">
                      <a16:creationId xmlns:a16="http://schemas.microsoft.com/office/drawing/2014/main" id="{1360ED14-6326-57FF-33BC-72818732482E}"/>
                    </a:ext>
                  </a:extLst>
                </p:cNvPr>
                <p:cNvPicPr/>
                <p:nvPr/>
              </p:nvPicPr>
              <p:blipFill>
                <a:blip r:embed="rId1183"/>
                <a:stretch>
                  <a:fillRect/>
                </a:stretch>
              </p:blipFill>
              <p:spPr>
                <a:xfrm>
                  <a:off x="6644340" y="6396848"/>
                  <a:ext cx="946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4">
              <p14:nvContentPartPr>
                <p14:cNvPr id="704" name="Ink 703">
                  <a:extLst>
                    <a:ext uri="{FF2B5EF4-FFF2-40B4-BE49-F238E27FC236}">
                      <a16:creationId xmlns:a16="http://schemas.microsoft.com/office/drawing/2014/main" id="{03B5DE77-A528-EC47-A503-AAC9BBFFF0F7}"/>
                    </a:ext>
                  </a:extLst>
                </p14:cNvPr>
                <p14:cNvContentPartPr/>
                <p14:nvPr/>
              </p14:nvContentPartPr>
              <p14:xfrm>
                <a:off x="6893820" y="6615728"/>
                <a:ext cx="38520" cy="95760"/>
              </p14:xfrm>
            </p:contentPart>
          </mc:Choice>
          <mc:Fallback xmlns="">
            <p:pic>
              <p:nvPicPr>
                <p:cNvPr id="704" name="Ink 703">
                  <a:extLst>
                    <a:ext uri="{FF2B5EF4-FFF2-40B4-BE49-F238E27FC236}">
                      <a16:creationId xmlns:a16="http://schemas.microsoft.com/office/drawing/2014/main" id="{03B5DE77-A528-EC47-A503-AAC9BBFFF0F7}"/>
                    </a:ext>
                  </a:extLst>
                </p:cNvPr>
                <p:cNvPicPr/>
                <p:nvPr/>
              </p:nvPicPr>
              <p:blipFill>
                <a:blip r:embed="rId1185"/>
                <a:stretch>
                  <a:fillRect/>
                </a:stretch>
              </p:blipFill>
              <p:spPr>
                <a:xfrm>
                  <a:off x="6884820" y="6607088"/>
                  <a:ext cx="561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6">
              <p14:nvContentPartPr>
                <p14:cNvPr id="705" name="Ink 704">
                  <a:extLst>
                    <a:ext uri="{FF2B5EF4-FFF2-40B4-BE49-F238E27FC236}">
                      <a16:creationId xmlns:a16="http://schemas.microsoft.com/office/drawing/2014/main" id="{597F363C-3467-B6F0-0401-B77FEB450BC6}"/>
                    </a:ext>
                  </a:extLst>
                </p14:cNvPr>
                <p14:cNvContentPartPr/>
                <p14:nvPr/>
              </p14:nvContentPartPr>
              <p14:xfrm>
                <a:off x="6982380" y="6343568"/>
                <a:ext cx="151560" cy="340920"/>
              </p14:xfrm>
            </p:contentPart>
          </mc:Choice>
          <mc:Fallback xmlns="">
            <p:pic>
              <p:nvPicPr>
                <p:cNvPr id="705" name="Ink 704">
                  <a:extLst>
                    <a:ext uri="{FF2B5EF4-FFF2-40B4-BE49-F238E27FC236}">
                      <a16:creationId xmlns:a16="http://schemas.microsoft.com/office/drawing/2014/main" id="{597F363C-3467-B6F0-0401-B77FEB450BC6}"/>
                    </a:ext>
                  </a:extLst>
                </p:cNvPr>
                <p:cNvPicPr/>
                <p:nvPr/>
              </p:nvPicPr>
              <p:blipFill>
                <a:blip r:embed="rId1187"/>
                <a:stretch>
                  <a:fillRect/>
                </a:stretch>
              </p:blipFill>
              <p:spPr>
                <a:xfrm>
                  <a:off x="6973380" y="6334568"/>
                  <a:ext cx="16920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8">
              <p14:nvContentPartPr>
                <p14:cNvPr id="707" name="Ink 706">
                  <a:extLst>
                    <a:ext uri="{FF2B5EF4-FFF2-40B4-BE49-F238E27FC236}">
                      <a16:creationId xmlns:a16="http://schemas.microsoft.com/office/drawing/2014/main" id="{462C5BD7-521D-CDFA-D359-B00CC8F2659B}"/>
                    </a:ext>
                  </a:extLst>
                </p14:cNvPr>
                <p14:cNvContentPartPr/>
                <p14:nvPr/>
              </p14:nvContentPartPr>
              <p14:xfrm>
                <a:off x="7159140" y="6525008"/>
                <a:ext cx="190440" cy="136080"/>
              </p14:xfrm>
            </p:contentPart>
          </mc:Choice>
          <mc:Fallback xmlns="">
            <p:pic>
              <p:nvPicPr>
                <p:cNvPr id="707" name="Ink 706">
                  <a:extLst>
                    <a:ext uri="{FF2B5EF4-FFF2-40B4-BE49-F238E27FC236}">
                      <a16:creationId xmlns:a16="http://schemas.microsoft.com/office/drawing/2014/main" id="{462C5BD7-521D-CDFA-D359-B00CC8F2659B}"/>
                    </a:ext>
                  </a:extLst>
                </p:cNvPr>
                <p:cNvPicPr/>
                <p:nvPr/>
              </p:nvPicPr>
              <p:blipFill>
                <a:blip r:embed="rId1189"/>
                <a:stretch>
                  <a:fillRect/>
                </a:stretch>
              </p:blipFill>
              <p:spPr>
                <a:xfrm>
                  <a:off x="7150500" y="6516368"/>
                  <a:ext cx="2080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0">
              <p14:nvContentPartPr>
                <p14:cNvPr id="708" name="Ink 707">
                  <a:extLst>
                    <a:ext uri="{FF2B5EF4-FFF2-40B4-BE49-F238E27FC236}">
                      <a16:creationId xmlns:a16="http://schemas.microsoft.com/office/drawing/2014/main" id="{4D9BF2B5-1521-607F-7669-615039E84286}"/>
                    </a:ext>
                  </a:extLst>
                </p14:cNvPr>
                <p14:cNvContentPartPr/>
                <p14:nvPr/>
              </p14:nvContentPartPr>
              <p14:xfrm>
                <a:off x="7355700" y="6395408"/>
                <a:ext cx="90000" cy="172800"/>
              </p14:xfrm>
            </p:contentPart>
          </mc:Choice>
          <mc:Fallback xmlns="">
            <p:pic>
              <p:nvPicPr>
                <p:cNvPr id="708" name="Ink 707">
                  <a:extLst>
                    <a:ext uri="{FF2B5EF4-FFF2-40B4-BE49-F238E27FC236}">
                      <a16:creationId xmlns:a16="http://schemas.microsoft.com/office/drawing/2014/main" id="{4D9BF2B5-1521-607F-7669-615039E84286}"/>
                    </a:ext>
                  </a:extLst>
                </p:cNvPr>
                <p:cNvPicPr/>
                <p:nvPr/>
              </p:nvPicPr>
              <p:blipFill>
                <a:blip r:embed="rId1191"/>
                <a:stretch>
                  <a:fillRect/>
                </a:stretch>
              </p:blipFill>
              <p:spPr>
                <a:xfrm>
                  <a:off x="7347060" y="6386768"/>
                  <a:ext cx="1076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2">
              <p14:nvContentPartPr>
                <p14:cNvPr id="709" name="Ink 708">
                  <a:extLst>
                    <a:ext uri="{FF2B5EF4-FFF2-40B4-BE49-F238E27FC236}">
                      <a16:creationId xmlns:a16="http://schemas.microsoft.com/office/drawing/2014/main" id="{62C06404-2143-D5E0-9794-F2D7DA5A8C1E}"/>
                    </a:ext>
                  </a:extLst>
                </p14:cNvPr>
                <p14:cNvContentPartPr/>
                <p14:nvPr/>
              </p14:nvContentPartPr>
              <p14:xfrm>
                <a:off x="7325460" y="6310088"/>
                <a:ext cx="1440" cy="7560"/>
              </p14:xfrm>
            </p:contentPart>
          </mc:Choice>
          <mc:Fallback xmlns="">
            <p:pic>
              <p:nvPicPr>
                <p:cNvPr id="709" name="Ink 708">
                  <a:extLst>
                    <a:ext uri="{FF2B5EF4-FFF2-40B4-BE49-F238E27FC236}">
                      <a16:creationId xmlns:a16="http://schemas.microsoft.com/office/drawing/2014/main" id="{62C06404-2143-D5E0-9794-F2D7DA5A8C1E}"/>
                    </a:ext>
                  </a:extLst>
                </p:cNvPr>
                <p:cNvPicPr/>
                <p:nvPr/>
              </p:nvPicPr>
              <p:blipFill>
                <a:blip r:embed="rId1193"/>
                <a:stretch>
                  <a:fillRect/>
                </a:stretch>
              </p:blipFill>
              <p:spPr>
                <a:xfrm>
                  <a:off x="7316460" y="6301448"/>
                  <a:ext cx="190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4">
              <p14:nvContentPartPr>
                <p14:cNvPr id="711" name="Ink 710">
                  <a:extLst>
                    <a:ext uri="{FF2B5EF4-FFF2-40B4-BE49-F238E27FC236}">
                      <a16:creationId xmlns:a16="http://schemas.microsoft.com/office/drawing/2014/main" id="{AAC28C82-6D8E-89DF-F9F8-E4FE652D04ED}"/>
                    </a:ext>
                  </a:extLst>
                </p14:cNvPr>
                <p14:cNvContentPartPr/>
                <p14:nvPr/>
              </p14:nvContentPartPr>
              <p14:xfrm>
                <a:off x="7481700" y="6242408"/>
                <a:ext cx="99360" cy="231120"/>
              </p14:xfrm>
            </p:contentPart>
          </mc:Choice>
          <mc:Fallback xmlns="">
            <p:pic>
              <p:nvPicPr>
                <p:cNvPr id="711" name="Ink 710">
                  <a:extLst>
                    <a:ext uri="{FF2B5EF4-FFF2-40B4-BE49-F238E27FC236}">
                      <a16:creationId xmlns:a16="http://schemas.microsoft.com/office/drawing/2014/main" id="{AAC28C82-6D8E-89DF-F9F8-E4FE652D04ED}"/>
                    </a:ext>
                  </a:extLst>
                </p:cNvPr>
                <p:cNvPicPr/>
                <p:nvPr/>
              </p:nvPicPr>
              <p:blipFill>
                <a:blip r:embed="rId1195"/>
                <a:stretch>
                  <a:fillRect/>
                </a:stretch>
              </p:blipFill>
              <p:spPr>
                <a:xfrm>
                  <a:off x="7472700" y="6233768"/>
                  <a:ext cx="117000" cy="24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3" name="Group 732">
            <a:extLst>
              <a:ext uri="{FF2B5EF4-FFF2-40B4-BE49-F238E27FC236}">
                <a16:creationId xmlns:a16="http://schemas.microsoft.com/office/drawing/2014/main" id="{B561FEBD-815D-34D6-4DE4-96E3EE735F02}"/>
              </a:ext>
            </a:extLst>
          </p:cNvPr>
          <p:cNvGrpSpPr/>
          <p:nvPr/>
        </p:nvGrpSpPr>
        <p:grpSpPr>
          <a:xfrm>
            <a:off x="7628220" y="6216128"/>
            <a:ext cx="1573560" cy="465840"/>
            <a:chOff x="7628220" y="6216128"/>
            <a:chExt cx="1573560" cy="46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6">
              <p14:nvContentPartPr>
                <p14:cNvPr id="713" name="Ink 712">
                  <a:extLst>
                    <a:ext uri="{FF2B5EF4-FFF2-40B4-BE49-F238E27FC236}">
                      <a16:creationId xmlns:a16="http://schemas.microsoft.com/office/drawing/2014/main" id="{439CE71D-32D6-5363-6248-2185AE1FEDFF}"/>
                    </a:ext>
                  </a:extLst>
                </p14:cNvPr>
                <p14:cNvContentPartPr/>
                <p14:nvPr/>
              </p14:nvContentPartPr>
              <p14:xfrm>
                <a:off x="7628220" y="6358328"/>
                <a:ext cx="201240" cy="73800"/>
              </p14:xfrm>
            </p:contentPart>
          </mc:Choice>
          <mc:Fallback xmlns="">
            <p:pic>
              <p:nvPicPr>
                <p:cNvPr id="713" name="Ink 712">
                  <a:extLst>
                    <a:ext uri="{FF2B5EF4-FFF2-40B4-BE49-F238E27FC236}">
                      <a16:creationId xmlns:a16="http://schemas.microsoft.com/office/drawing/2014/main" id="{439CE71D-32D6-5363-6248-2185AE1FEDFF}"/>
                    </a:ext>
                  </a:extLst>
                </p:cNvPr>
                <p:cNvPicPr/>
                <p:nvPr/>
              </p:nvPicPr>
              <p:blipFill>
                <a:blip r:embed="rId1197"/>
                <a:stretch>
                  <a:fillRect/>
                </a:stretch>
              </p:blipFill>
              <p:spPr>
                <a:xfrm>
                  <a:off x="7619580" y="6349688"/>
                  <a:ext cx="2188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8">
              <p14:nvContentPartPr>
                <p14:cNvPr id="714" name="Ink 713">
                  <a:extLst>
                    <a:ext uri="{FF2B5EF4-FFF2-40B4-BE49-F238E27FC236}">
                      <a16:creationId xmlns:a16="http://schemas.microsoft.com/office/drawing/2014/main" id="{4426BA73-98A2-3C6A-4D1A-1A168941D43D}"/>
                    </a:ext>
                  </a:extLst>
                </p14:cNvPr>
                <p14:cNvContentPartPr/>
                <p14:nvPr/>
              </p14:nvContentPartPr>
              <p14:xfrm>
                <a:off x="7914420" y="6426728"/>
                <a:ext cx="39240" cy="61920"/>
              </p14:xfrm>
            </p:contentPart>
          </mc:Choice>
          <mc:Fallback xmlns="">
            <p:pic>
              <p:nvPicPr>
                <p:cNvPr id="714" name="Ink 713">
                  <a:extLst>
                    <a:ext uri="{FF2B5EF4-FFF2-40B4-BE49-F238E27FC236}">
                      <a16:creationId xmlns:a16="http://schemas.microsoft.com/office/drawing/2014/main" id="{4426BA73-98A2-3C6A-4D1A-1A168941D43D}"/>
                    </a:ext>
                  </a:extLst>
                </p:cNvPr>
                <p:cNvPicPr/>
                <p:nvPr/>
              </p:nvPicPr>
              <p:blipFill>
                <a:blip r:embed="rId1199"/>
                <a:stretch>
                  <a:fillRect/>
                </a:stretch>
              </p:blipFill>
              <p:spPr>
                <a:xfrm>
                  <a:off x="7905780" y="6417728"/>
                  <a:ext cx="568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0">
              <p14:nvContentPartPr>
                <p14:cNvPr id="715" name="Ink 714">
                  <a:extLst>
                    <a:ext uri="{FF2B5EF4-FFF2-40B4-BE49-F238E27FC236}">
                      <a16:creationId xmlns:a16="http://schemas.microsoft.com/office/drawing/2014/main" id="{299D6B07-5265-74D8-6A6F-9785F5812CDD}"/>
                    </a:ext>
                  </a:extLst>
                </p14:cNvPr>
                <p14:cNvContentPartPr/>
                <p14:nvPr/>
              </p14:nvContentPartPr>
              <p14:xfrm>
                <a:off x="8031780" y="6395408"/>
                <a:ext cx="68040" cy="14040"/>
              </p14:xfrm>
            </p:contentPart>
          </mc:Choice>
          <mc:Fallback xmlns="">
            <p:pic>
              <p:nvPicPr>
                <p:cNvPr id="715" name="Ink 714">
                  <a:extLst>
                    <a:ext uri="{FF2B5EF4-FFF2-40B4-BE49-F238E27FC236}">
                      <a16:creationId xmlns:a16="http://schemas.microsoft.com/office/drawing/2014/main" id="{299D6B07-5265-74D8-6A6F-9785F5812CDD}"/>
                    </a:ext>
                  </a:extLst>
                </p:cNvPr>
                <p:cNvPicPr/>
                <p:nvPr/>
              </p:nvPicPr>
              <p:blipFill>
                <a:blip r:embed="rId1201"/>
                <a:stretch>
                  <a:fillRect/>
                </a:stretch>
              </p:blipFill>
              <p:spPr>
                <a:xfrm>
                  <a:off x="8022780" y="6386768"/>
                  <a:ext cx="856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2">
              <p14:nvContentPartPr>
                <p14:cNvPr id="716" name="Ink 715">
                  <a:extLst>
                    <a:ext uri="{FF2B5EF4-FFF2-40B4-BE49-F238E27FC236}">
                      <a16:creationId xmlns:a16="http://schemas.microsoft.com/office/drawing/2014/main" id="{1A2A6345-621F-059D-8DC4-70C8F50E4FC4}"/>
                    </a:ext>
                  </a:extLst>
                </p14:cNvPr>
                <p14:cNvContentPartPr/>
                <p14:nvPr/>
              </p14:nvContentPartPr>
              <p14:xfrm>
                <a:off x="8161740" y="6307568"/>
                <a:ext cx="143280" cy="120600"/>
              </p14:xfrm>
            </p:contentPart>
          </mc:Choice>
          <mc:Fallback xmlns="">
            <p:pic>
              <p:nvPicPr>
                <p:cNvPr id="716" name="Ink 715">
                  <a:extLst>
                    <a:ext uri="{FF2B5EF4-FFF2-40B4-BE49-F238E27FC236}">
                      <a16:creationId xmlns:a16="http://schemas.microsoft.com/office/drawing/2014/main" id="{1A2A6345-621F-059D-8DC4-70C8F50E4FC4}"/>
                    </a:ext>
                  </a:extLst>
                </p:cNvPr>
                <p:cNvPicPr/>
                <p:nvPr/>
              </p:nvPicPr>
              <p:blipFill>
                <a:blip r:embed="rId1203"/>
                <a:stretch>
                  <a:fillRect/>
                </a:stretch>
              </p:blipFill>
              <p:spPr>
                <a:xfrm>
                  <a:off x="8153100" y="6298928"/>
                  <a:ext cx="1609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4">
              <p14:nvContentPartPr>
                <p14:cNvPr id="717" name="Ink 716">
                  <a:extLst>
                    <a:ext uri="{FF2B5EF4-FFF2-40B4-BE49-F238E27FC236}">
                      <a16:creationId xmlns:a16="http://schemas.microsoft.com/office/drawing/2014/main" id="{31824C77-7F98-A575-077F-6CFEE9238A1B}"/>
                    </a:ext>
                  </a:extLst>
                </p14:cNvPr>
                <p14:cNvContentPartPr/>
                <p14:nvPr/>
              </p14:nvContentPartPr>
              <p14:xfrm>
                <a:off x="8341380" y="6359048"/>
                <a:ext cx="40320" cy="60480"/>
              </p14:xfrm>
            </p:contentPart>
          </mc:Choice>
          <mc:Fallback xmlns="">
            <p:pic>
              <p:nvPicPr>
                <p:cNvPr id="717" name="Ink 716">
                  <a:extLst>
                    <a:ext uri="{FF2B5EF4-FFF2-40B4-BE49-F238E27FC236}">
                      <a16:creationId xmlns:a16="http://schemas.microsoft.com/office/drawing/2014/main" id="{31824C77-7F98-A575-077F-6CFEE9238A1B}"/>
                    </a:ext>
                  </a:extLst>
                </p:cNvPr>
                <p:cNvPicPr/>
                <p:nvPr/>
              </p:nvPicPr>
              <p:blipFill>
                <a:blip r:embed="rId1205"/>
                <a:stretch>
                  <a:fillRect/>
                </a:stretch>
              </p:blipFill>
              <p:spPr>
                <a:xfrm>
                  <a:off x="8332740" y="6350408"/>
                  <a:ext cx="579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6">
              <p14:nvContentPartPr>
                <p14:cNvPr id="718" name="Ink 717">
                  <a:extLst>
                    <a:ext uri="{FF2B5EF4-FFF2-40B4-BE49-F238E27FC236}">
                      <a16:creationId xmlns:a16="http://schemas.microsoft.com/office/drawing/2014/main" id="{AA059BC7-C743-EC05-9C05-DCDC39C68D5D}"/>
                    </a:ext>
                  </a:extLst>
                </p14:cNvPr>
                <p14:cNvContentPartPr/>
                <p14:nvPr/>
              </p14:nvContentPartPr>
              <p14:xfrm>
                <a:off x="8380260" y="6348608"/>
                <a:ext cx="97200" cy="68040"/>
              </p14:xfrm>
            </p:contentPart>
          </mc:Choice>
          <mc:Fallback xmlns="">
            <p:pic>
              <p:nvPicPr>
                <p:cNvPr id="718" name="Ink 717">
                  <a:extLst>
                    <a:ext uri="{FF2B5EF4-FFF2-40B4-BE49-F238E27FC236}">
                      <a16:creationId xmlns:a16="http://schemas.microsoft.com/office/drawing/2014/main" id="{AA059BC7-C743-EC05-9C05-DCDC39C68D5D}"/>
                    </a:ext>
                  </a:extLst>
                </p:cNvPr>
                <p:cNvPicPr/>
                <p:nvPr/>
              </p:nvPicPr>
              <p:blipFill>
                <a:blip r:embed="rId1207"/>
                <a:stretch>
                  <a:fillRect/>
                </a:stretch>
              </p:blipFill>
              <p:spPr>
                <a:xfrm>
                  <a:off x="8371260" y="6339968"/>
                  <a:ext cx="1148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8">
              <p14:nvContentPartPr>
                <p14:cNvPr id="719" name="Ink 718">
                  <a:extLst>
                    <a:ext uri="{FF2B5EF4-FFF2-40B4-BE49-F238E27FC236}">
                      <a16:creationId xmlns:a16="http://schemas.microsoft.com/office/drawing/2014/main" id="{F6A1C6BC-6FC3-2A0E-0140-98CE1BD5EECD}"/>
                    </a:ext>
                  </a:extLst>
                </p14:cNvPr>
                <p14:cNvContentPartPr/>
                <p14:nvPr/>
              </p14:nvContentPartPr>
              <p14:xfrm>
                <a:off x="8274060" y="6294968"/>
                <a:ext cx="132480" cy="18720"/>
              </p14:xfrm>
            </p:contentPart>
          </mc:Choice>
          <mc:Fallback xmlns="">
            <p:pic>
              <p:nvPicPr>
                <p:cNvPr id="719" name="Ink 718">
                  <a:extLst>
                    <a:ext uri="{FF2B5EF4-FFF2-40B4-BE49-F238E27FC236}">
                      <a16:creationId xmlns:a16="http://schemas.microsoft.com/office/drawing/2014/main" id="{F6A1C6BC-6FC3-2A0E-0140-98CE1BD5EECD}"/>
                    </a:ext>
                  </a:extLst>
                </p:cNvPr>
                <p:cNvPicPr/>
                <p:nvPr/>
              </p:nvPicPr>
              <p:blipFill>
                <a:blip r:embed="rId1209"/>
                <a:stretch>
                  <a:fillRect/>
                </a:stretch>
              </p:blipFill>
              <p:spPr>
                <a:xfrm>
                  <a:off x="8265060" y="6286328"/>
                  <a:ext cx="1501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0">
              <p14:nvContentPartPr>
                <p14:cNvPr id="725" name="Ink 724">
                  <a:extLst>
                    <a:ext uri="{FF2B5EF4-FFF2-40B4-BE49-F238E27FC236}">
                      <a16:creationId xmlns:a16="http://schemas.microsoft.com/office/drawing/2014/main" id="{D4485EF8-2013-3D19-85D0-EA9F1855B193}"/>
                    </a:ext>
                  </a:extLst>
                </p14:cNvPr>
                <p14:cNvContentPartPr/>
                <p14:nvPr/>
              </p14:nvContentPartPr>
              <p14:xfrm>
                <a:off x="8525700" y="6388928"/>
                <a:ext cx="40680" cy="27000"/>
              </p14:xfrm>
            </p:contentPart>
          </mc:Choice>
          <mc:Fallback xmlns="">
            <p:pic>
              <p:nvPicPr>
                <p:cNvPr id="725" name="Ink 724">
                  <a:extLst>
                    <a:ext uri="{FF2B5EF4-FFF2-40B4-BE49-F238E27FC236}">
                      <a16:creationId xmlns:a16="http://schemas.microsoft.com/office/drawing/2014/main" id="{D4485EF8-2013-3D19-85D0-EA9F1855B193}"/>
                    </a:ext>
                  </a:extLst>
                </p:cNvPr>
                <p:cNvPicPr/>
                <p:nvPr/>
              </p:nvPicPr>
              <p:blipFill>
                <a:blip r:embed="rId1211"/>
                <a:stretch>
                  <a:fillRect/>
                </a:stretch>
              </p:blipFill>
              <p:spPr>
                <a:xfrm>
                  <a:off x="8516700" y="6380288"/>
                  <a:ext cx="583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2">
              <p14:nvContentPartPr>
                <p14:cNvPr id="726" name="Ink 725">
                  <a:extLst>
                    <a:ext uri="{FF2B5EF4-FFF2-40B4-BE49-F238E27FC236}">
                      <a16:creationId xmlns:a16="http://schemas.microsoft.com/office/drawing/2014/main" id="{9DE2ABFD-C7A3-2497-362F-DB0D99A017F0}"/>
                    </a:ext>
                  </a:extLst>
                </p14:cNvPr>
                <p14:cNvContentPartPr/>
                <p14:nvPr/>
              </p14:nvContentPartPr>
              <p14:xfrm>
                <a:off x="8490060" y="6281288"/>
                <a:ext cx="11520" cy="22320"/>
              </p14:xfrm>
            </p:contentPart>
          </mc:Choice>
          <mc:Fallback xmlns="">
            <p:pic>
              <p:nvPicPr>
                <p:cNvPr id="726" name="Ink 725">
                  <a:extLst>
                    <a:ext uri="{FF2B5EF4-FFF2-40B4-BE49-F238E27FC236}">
                      <a16:creationId xmlns:a16="http://schemas.microsoft.com/office/drawing/2014/main" id="{9DE2ABFD-C7A3-2497-362F-DB0D99A017F0}"/>
                    </a:ext>
                  </a:extLst>
                </p:cNvPr>
                <p:cNvPicPr/>
                <p:nvPr/>
              </p:nvPicPr>
              <p:blipFill>
                <a:blip r:embed="rId1213"/>
                <a:stretch>
                  <a:fillRect/>
                </a:stretch>
              </p:blipFill>
              <p:spPr>
                <a:xfrm>
                  <a:off x="8481420" y="6272288"/>
                  <a:ext cx="29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4">
              <p14:nvContentPartPr>
                <p14:cNvPr id="727" name="Ink 726">
                  <a:extLst>
                    <a:ext uri="{FF2B5EF4-FFF2-40B4-BE49-F238E27FC236}">
                      <a16:creationId xmlns:a16="http://schemas.microsoft.com/office/drawing/2014/main" id="{248B9C0D-0E90-3D1B-F2BD-48E104D098DC}"/>
                    </a:ext>
                  </a:extLst>
                </p14:cNvPr>
                <p14:cNvContentPartPr/>
                <p14:nvPr/>
              </p14:nvContentPartPr>
              <p14:xfrm>
                <a:off x="8587980" y="6244928"/>
                <a:ext cx="74160" cy="140400"/>
              </p14:xfrm>
            </p:contentPart>
          </mc:Choice>
          <mc:Fallback xmlns="">
            <p:pic>
              <p:nvPicPr>
                <p:cNvPr id="727" name="Ink 726">
                  <a:extLst>
                    <a:ext uri="{FF2B5EF4-FFF2-40B4-BE49-F238E27FC236}">
                      <a16:creationId xmlns:a16="http://schemas.microsoft.com/office/drawing/2014/main" id="{248B9C0D-0E90-3D1B-F2BD-48E104D098DC}"/>
                    </a:ext>
                  </a:extLst>
                </p:cNvPr>
                <p:cNvPicPr/>
                <p:nvPr/>
              </p:nvPicPr>
              <p:blipFill>
                <a:blip r:embed="rId1215"/>
                <a:stretch>
                  <a:fillRect/>
                </a:stretch>
              </p:blipFill>
              <p:spPr>
                <a:xfrm>
                  <a:off x="8578980" y="6235928"/>
                  <a:ext cx="918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6">
              <p14:nvContentPartPr>
                <p14:cNvPr id="729" name="Ink 728">
                  <a:extLst>
                    <a:ext uri="{FF2B5EF4-FFF2-40B4-BE49-F238E27FC236}">
                      <a16:creationId xmlns:a16="http://schemas.microsoft.com/office/drawing/2014/main" id="{D1D3D9DD-B4F6-DB93-166B-8B3D43E77634}"/>
                    </a:ext>
                  </a:extLst>
                </p14:cNvPr>
                <p14:cNvContentPartPr/>
                <p14:nvPr/>
              </p14:nvContentPartPr>
              <p14:xfrm>
                <a:off x="8713260" y="6216128"/>
                <a:ext cx="95760" cy="220320"/>
              </p14:xfrm>
            </p:contentPart>
          </mc:Choice>
          <mc:Fallback xmlns="">
            <p:pic>
              <p:nvPicPr>
                <p:cNvPr id="729" name="Ink 728">
                  <a:extLst>
                    <a:ext uri="{FF2B5EF4-FFF2-40B4-BE49-F238E27FC236}">
                      <a16:creationId xmlns:a16="http://schemas.microsoft.com/office/drawing/2014/main" id="{D1D3D9DD-B4F6-DB93-166B-8B3D43E77634}"/>
                    </a:ext>
                  </a:extLst>
                </p:cNvPr>
                <p:cNvPicPr/>
                <p:nvPr/>
              </p:nvPicPr>
              <p:blipFill>
                <a:blip r:embed="rId1217"/>
                <a:stretch>
                  <a:fillRect/>
                </a:stretch>
              </p:blipFill>
              <p:spPr>
                <a:xfrm>
                  <a:off x="8704620" y="6207488"/>
                  <a:ext cx="1134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8">
              <p14:nvContentPartPr>
                <p14:cNvPr id="730" name="Ink 729">
                  <a:extLst>
                    <a:ext uri="{FF2B5EF4-FFF2-40B4-BE49-F238E27FC236}">
                      <a16:creationId xmlns:a16="http://schemas.microsoft.com/office/drawing/2014/main" id="{30EE6EB7-3EBA-7F6D-36AD-54B4A7A1922B}"/>
                    </a:ext>
                  </a:extLst>
                </p14:cNvPr>
                <p14:cNvContentPartPr/>
                <p14:nvPr/>
              </p14:nvContentPartPr>
              <p14:xfrm>
                <a:off x="8847180" y="6339608"/>
                <a:ext cx="174240" cy="134280"/>
              </p14:xfrm>
            </p:contentPart>
          </mc:Choice>
          <mc:Fallback xmlns="">
            <p:pic>
              <p:nvPicPr>
                <p:cNvPr id="730" name="Ink 729">
                  <a:extLst>
                    <a:ext uri="{FF2B5EF4-FFF2-40B4-BE49-F238E27FC236}">
                      <a16:creationId xmlns:a16="http://schemas.microsoft.com/office/drawing/2014/main" id="{30EE6EB7-3EBA-7F6D-36AD-54B4A7A1922B}"/>
                    </a:ext>
                  </a:extLst>
                </p:cNvPr>
                <p:cNvPicPr/>
                <p:nvPr/>
              </p:nvPicPr>
              <p:blipFill>
                <a:blip r:embed="rId1219"/>
                <a:stretch>
                  <a:fillRect/>
                </a:stretch>
              </p:blipFill>
              <p:spPr>
                <a:xfrm>
                  <a:off x="8838180" y="6330608"/>
                  <a:ext cx="1918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0">
              <p14:nvContentPartPr>
                <p14:cNvPr id="732" name="Ink 731">
                  <a:extLst>
                    <a:ext uri="{FF2B5EF4-FFF2-40B4-BE49-F238E27FC236}">
                      <a16:creationId xmlns:a16="http://schemas.microsoft.com/office/drawing/2014/main" id="{61B92119-0983-C462-B912-D8994A26F327}"/>
                    </a:ext>
                  </a:extLst>
                </p14:cNvPr>
                <p14:cNvContentPartPr/>
                <p14:nvPr/>
              </p14:nvContentPartPr>
              <p14:xfrm>
                <a:off x="9055620" y="6282728"/>
                <a:ext cx="146160" cy="399240"/>
              </p14:xfrm>
            </p:contentPart>
          </mc:Choice>
          <mc:Fallback xmlns="">
            <p:pic>
              <p:nvPicPr>
                <p:cNvPr id="732" name="Ink 731">
                  <a:extLst>
                    <a:ext uri="{FF2B5EF4-FFF2-40B4-BE49-F238E27FC236}">
                      <a16:creationId xmlns:a16="http://schemas.microsoft.com/office/drawing/2014/main" id="{61B92119-0983-C462-B912-D8994A26F327}"/>
                    </a:ext>
                  </a:extLst>
                </p:cNvPr>
                <p:cNvPicPr/>
                <p:nvPr/>
              </p:nvPicPr>
              <p:blipFill>
                <a:blip r:embed="rId1221"/>
                <a:stretch>
                  <a:fillRect/>
                </a:stretch>
              </p:blipFill>
              <p:spPr>
                <a:xfrm>
                  <a:off x="9046620" y="6274088"/>
                  <a:ext cx="163800" cy="416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33197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C1CD3A7-367C-4F2C-7857-65FA0EE2E337}"/>
                  </a:ext>
                </a:extLst>
              </p14:cNvPr>
              <p14:cNvContentPartPr/>
              <p14:nvPr/>
            </p14:nvContentPartPr>
            <p14:xfrm>
              <a:off x="644220" y="1101297"/>
              <a:ext cx="212400" cy="259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C1CD3A7-367C-4F2C-7857-65FA0EE2E3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5220" y="1092297"/>
                <a:ext cx="23004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84101C5-DB04-D156-F013-F6F3D6CA3752}"/>
                  </a:ext>
                </a:extLst>
              </p14:cNvPr>
              <p14:cNvContentPartPr/>
              <p14:nvPr/>
            </p14:nvContentPartPr>
            <p14:xfrm>
              <a:off x="718740" y="1116777"/>
              <a:ext cx="66960" cy="234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84101C5-DB04-D156-F013-F6F3D6CA37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9740" y="1108137"/>
                <a:ext cx="846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847366B-48FA-108F-4571-94AF6002158F}"/>
                  </a:ext>
                </a:extLst>
              </p14:cNvPr>
              <p14:cNvContentPartPr/>
              <p14:nvPr/>
            </p14:nvContentPartPr>
            <p14:xfrm>
              <a:off x="943020" y="1314417"/>
              <a:ext cx="32760" cy="96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847366B-48FA-108F-4571-94AF6002158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4380" y="1305417"/>
                <a:ext cx="5040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53C45BE-D2E1-39CC-B757-D87A964A3475}"/>
                  </a:ext>
                </a:extLst>
              </p14:cNvPr>
              <p14:cNvContentPartPr/>
              <p14:nvPr/>
            </p14:nvContentPartPr>
            <p14:xfrm>
              <a:off x="1002780" y="1079337"/>
              <a:ext cx="99720" cy="270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53C45BE-D2E1-39CC-B757-D87A964A347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94140" y="1070337"/>
                <a:ext cx="1173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2E08811-D6A0-0F0A-B732-4B419C2A8A0A}"/>
                  </a:ext>
                </a:extLst>
              </p14:cNvPr>
              <p14:cNvContentPartPr/>
              <p14:nvPr/>
            </p14:nvContentPartPr>
            <p14:xfrm>
              <a:off x="1132740" y="1215417"/>
              <a:ext cx="129600" cy="120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2E08811-D6A0-0F0A-B732-4B419C2A8A0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23740" y="1206417"/>
                <a:ext cx="14724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08B5D9B-C3A9-87D3-B407-F43A975C6569}"/>
                  </a:ext>
                </a:extLst>
              </p14:cNvPr>
              <p14:cNvContentPartPr/>
              <p14:nvPr/>
            </p14:nvContentPartPr>
            <p14:xfrm>
              <a:off x="1237500" y="1085817"/>
              <a:ext cx="101880" cy="166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08B5D9B-C3A9-87D3-B407-F43A975C656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28500" y="1076817"/>
                <a:ext cx="11952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EE6D64C-142F-2422-6763-2483C3B3D068}"/>
                  </a:ext>
                </a:extLst>
              </p14:cNvPr>
              <p14:cNvContentPartPr/>
              <p14:nvPr/>
            </p14:nvContentPartPr>
            <p14:xfrm>
              <a:off x="1216620" y="964857"/>
              <a:ext cx="4320" cy="3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EE6D64C-142F-2422-6763-2483C3B3D06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07620" y="956217"/>
                <a:ext cx="2196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063C1C7-8249-B1D8-526F-2AD10054E131}"/>
                  </a:ext>
                </a:extLst>
              </p14:cNvPr>
              <p14:cNvContentPartPr/>
              <p14:nvPr/>
            </p14:nvContentPartPr>
            <p14:xfrm>
              <a:off x="1356660" y="1015617"/>
              <a:ext cx="186120" cy="76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063C1C7-8249-B1D8-526F-2AD10054E13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48020" y="1006617"/>
                <a:ext cx="20376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0605EF7-9A18-9C2B-6855-9D3BC9798113}"/>
                  </a:ext>
                </a:extLst>
              </p14:cNvPr>
              <p14:cNvContentPartPr/>
              <p14:nvPr/>
            </p14:nvContentPartPr>
            <p14:xfrm>
              <a:off x="1637460" y="1013097"/>
              <a:ext cx="124920" cy="3106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0605EF7-9A18-9C2B-6855-9D3BC979811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28460" y="1004097"/>
                <a:ext cx="14256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FF0CA22-5B20-AD66-6A19-40EBFB63BE18}"/>
                  </a:ext>
                </a:extLst>
              </p14:cNvPr>
              <p14:cNvContentPartPr/>
              <p14:nvPr/>
            </p14:nvContentPartPr>
            <p14:xfrm>
              <a:off x="1615860" y="1069617"/>
              <a:ext cx="27000" cy="68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FF0CA22-5B20-AD66-6A19-40EBFB63BE1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606860" y="1060617"/>
                <a:ext cx="4464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DCD7D0C-BA16-BA62-02F2-D54623568D51}"/>
                  </a:ext>
                </a:extLst>
              </p14:cNvPr>
              <p14:cNvContentPartPr/>
              <p14:nvPr/>
            </p14:nvContentPartPr>
            <p14:xfrm>
              <a:off x="1933740" y="1215417"/>
              <a:ext cx="126720" cy="108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DCD7D0C-BA16-BA62-02F2-D54623568D5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924740" y="1206417"/>
                <a:ext cx="1443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242DF2F-AD92-DA95-0F51-37ED69593ACA}"/>
                  </a:ext>
                </a:extLst>
              </p14:cNvPr>
              <p14:cNvContentPartPr/>
              <p14:nvPr/>
            </p14:nvContentPartPr>
            <p14:xfrm>
              <a:off x="1928700" y="1159617"/>
              <a:ext cx="98640" cy="9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242DF2F-AD92-DA95-0F51-37ED69593AC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920060" y="1150617"/>
                <a:ext cx="11628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992708A-F2A1-ED3B-BB70-A1D3ED9FD80F}"/>
                  </a:ext>
                </a:extLst>
              </p14:cNvPr>
              <p14:cNvContentPartPr/>
              <p14:nvPr/>
            </p14:nvContentPartPr>
            <p14:xfrm>
              <a:off x="2345580" y="927057"/>
              <a:ext cx="9360" cy="856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992708A-F2A1-ED3B-BB70-A1D3ED9FD80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336580" y="918417"/>
                <a:ext cx="2700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B177CC6-D167-9BEE-CD42-D5E2971E5F4F}"/>
                  </a:ext>
                </a:extLst>
              </p14:cNvPr>
              <p14:cNvContentPartPr/>
              <p14:nvPr/>
            </p14:nvContentPartPr>
            <p14:xfrm>
              <a:off x="2251260" y="1127217"/>
              <a:ext cx="248760" cy="18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B177CC6-D167-9BEE-CD42-D5E2971E5F4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242260" y="1118577"/>
                <a:ext cx="26640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7A718E1-C7EF-2EBE-E0E0-012A0314B311}"/>
                  </a:ext>
                </a:extLst>
              </p14:cNvPr>
              <p14:cNvContentPartPr/>
              <p14:nvPr/>
            </p14:nvContentPartPr>
            <p14:xfrm>
              <a:off x="2354220" y="1283097"/>
              <a:ext cx="32040" cy="1090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7A718E1-C7EF-2EBE-E0E0-012A0314B31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345580" y="1274097"/>
                <a:ext cx="4968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FD7D54A-006C-D25F-D60A-23CE5CE9AECD}"/>
                  </a:ext>
                </a:extLst>
              </p14:cNvPr>
              <p14:cNvContentPartPr/>
              <p14:nvPr/>
            </p14:nvContentPartPr>
            <p14:xfrm>
              <a:off x="2282220" y="1242057"/>
              <a:ext cx="160560" cy="190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FD7D54A-006C-D25F-D60A-23CE5CE9AEC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273580" y="1233057"/>
                <a:ext cx="17820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79FAAB7-DC8A-6266-7B39-468B1E949659}"/>
                  </a:ext>
                </a:extLst>
              </p14:cNvPr>
              <p14:cNvContentPartPr/>
              <p14:nvPr/>
            </p14:nvContentPartPr>
            <p14:xfrm>
              <a:off x="2510100" y="1366257"/>
              <a:ext cx="31320" cy="806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79FAAB7-DC8A-6266-7B39-468B1E94965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501100" y="1357257"/>
                <a:ext cx="4896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7181C64-FF9D-E0CD-01F3-9F8BE2D3D206}"/>
                  </a:ext>
                </a:extLst>
              </p14:cNvPr>
              <p14:cNvContentPartPr/>
              <p14:nvPr/>
            </p14:nvContentPartPr>
            <p14:xfrm>
              <a:off x="2785860" y="1069977"/>
              <a:ext cx="310680" cy="1954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7181C64-FF9D-E0CD-01F3-9F8BE2D3D20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777220" y="1060977"/>
                <a:ext cx="32832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96021CE-22DB-2113-3125-0C15A748F70E}"/>
                  </a:ext>
                </a:extLst>
              </p14:cNvPr>
              <p14:cNvContentPartPr/>
              <p14:nvPr/>
            </p14:nvContentPartPr>
            <p14:xfrm>
              <a:off x="2907180" y="1316577"/>
              <a:ext cx="50760" cy="1594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96021CE-22DB-2113-3125-0C15A748F70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898180" y="1307937"/>
                <a:ext cx="6840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1A1FB30-93BA-FA3E-32FF-3136B2E5E717}"/>
                  </a:ext>
                </a:extLst>
              </p14:cNvPr>
              <p14:cNvContentPartPr/>
              <p14:nvPr/>
            </p14:nvContentPartPr>
            <p14:xfrm>
              <a:off x="2970180" y="1406577"/>
              <a:ext cx="121320" cy="504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1A1FB30-93BA-FA3E-32FF-3136B2E5E71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961180" y="1397937"/>
                <a:ext cx="13896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61582B0-4CA2-102C-80D1-3BFCB05CE194}"/>
                  </a:ext>
                </a:extLst>
              </p14:cNvPr>
              <p14:cNvContentPartPr/>
              <p14:nvPr/>
            </p14:nvContentPartPr>
            <p14:xfrm>
              <a:off x="3294540" y="1026777"/>
              <a:ext cx="254160" cy="2347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61582B0-4CA2-102C-80D1-3BFCB05CE19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285540" y="1017777"/>
                <a:ext cx="27180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6D0E31E-A22B-D8AC-C661-ED1EE423AE55}"/>
                  </a:ext>
                </a:extLst>
              </p14:cNvPr>
              <p14:cNvContentPartPr/>
              <p14:nvPr/>
            </p14:nvContentPartPr>
            <p14:xfrm>
              <a:off x="3379860" y="1041537"/>
              <a:ext cx="91800" cy="2066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6D0E31E-A22B-D8AC-C661-ED1EE423AE5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370860" y="1032897"/>
                <a:ext cx="10944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0B71B32-C9E1-EB7F-8C37-ADA4593664A3}"/>
                  </a:ext>
                </a:extLst>
              </p14:cNvPr>
              <p14:cNvContentPartPr/>
              <p14:nvPr/>
            </p14:nvContentPartPr>
            <p14:xfrm>
              <a:off x="3564540" y="1205337"/>
              <a:ext cx="120600" cy="892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0B71B32-C9E1-EB7F-8C37-ADA4593664A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555540" y="1196337"/>
                <a:ext cx="13824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8F99EC6-C24C-DE09-2627-D0B7866F7DE0}"/>
                  </a:ext>
                </a:extLst>
              </p14:cNvPr>
              <p14:cNvContentPartPr/>
              <p14:nvPr/>
            </p14:nvContentPartPr>
            <p14:xfrm>
              <a:off x="3714300" y="984297"/>
              <a:ext cx="141840" cy="2786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8F99EC6-C24C-DE09-2627-D0B7866F7DE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705300" y="975297"/>
                <a:ext cx="15948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4A3D1F7-0D57-5EF4-57A7-3ED8E2749D02}"/>
                  </a:ext>
                </a:extLst>
              </p14:cNvPr>
              <p14:cNvContentPartPr/>
              <p14:nvPr/>
            </p14:nvContentPartPr>
            <p14:xfrm>
              <a:off x="3928140" y="1190577"/>
              <a:ext cx="87840" cy="1951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4A3D1F7-0D57-5EF4-57A7-3ED8E2749D0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919140" y="1181577"/>
                <a:ext cx="10548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19ECF59-5EAA-B22A-A3C4-96C92994E77C}"/>
                  </a:ext>
                </a:extLst>
              </p14:cNvPr>
              <p14:cNvContentPartPr/>
              <p14:nvPr/>
            </p14:nvContentPartPr>
            <p14:xfrm>
              <a:off x="3958740" y="1127217"/>
              <a:ext cx="6480" cy="57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19ECF59-5EAA-B22A-A3C4-96C92994E77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949740" y="1118217"/>
                <a:ext cx="2412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60E6162-682A-FB02-7E14-A0BB1E53F947}"/>
                  </a:ext>
                </a:extLst>
              </p14:cNvPr>
              <p14:cNvContentPartPr/>
              <p14:nvPr/>
            </p14:nvContentPartPr>
            <p14:xfrm>
              <a:off x="3919140" y="1081857"/>
              <a:ext cx="42120" cy="316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60E6162-682A-FB02-7E14-A0BB1E53F947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910500" y="1072857"/>
                <a:ext cx="5976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F8AE8E5-2239-5BF0-1539-7DF1E98AEB5C}"/>
                  </a:ext>
                </a:extLst>
              </p14:cNvPr>
              <p14:cNvContentPartPr/>
              <p14:nvPr/>
            </p14:nvContentPartPr>
            <p14:xfrm>
              <a:off x="4070340" y="920217"/>
              <a:ext cx="79920" cy="3528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F8AE8E5-2239-5BF0-1539-7DF1E98AEB5C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061700" y="911577"/>
                <a:ext cx="9756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A56F44C8-86AE-C883-CDCB-60FC4424092E}"/>
                  </a:ext>
                </a:extLst>
              </p14:cNvPr>
              <p14:cNvContentPartPr/>
              <p14:nvPr/>
            </p14:nvContentPartPr>
            <p14:xfrm>
              <a:off x="4226220" y="928137"/>
              <a:ext cx="160200" cy="1058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A56F44C8-86AE-C883-CDCB-60FC4424092E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4217580" y="919497"/>
                <a:ext cx="17784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875ADAA-6D12-1B24-0958-BFD3808F4A6C}"/>
                  </a:ext>
                </a:extLst>
              </p14:cNvPr>
              <p14:cNvContentPartPr/>
              <p14:nvPr/>
            </p14:nvContentPartPr>
            <p14:xfrm>
              <a:off x="4477860" y="992217"/>
              <a:ext cx="34200" cy="673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875ADAA-6D12-1B24-0958-BFD3808F4A6C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469220" y="983217"/>
                <a:ext cx="5184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EBD51253-B604-9310-F5A2-7C796A55B001}"/>
                  </a:ext>
                </a:extLst>
              </p14:cNvPr>
              <p14:cNvContentPartPr/>
              <p14:nvPr/>
            </p14:nvContentPartPr>
            <p14:xfrm>
              <a:off x="4188420" y="1147737"/>
              <a:ext cx="328320" cy="108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EBD51253-B604-9310-F5A2-7C796A55B001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179420" y="1139097"/>
                <a:ext cx="3459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0F8BA94-E1C7-DA54-9E6B-B517144D9BED}"/>
                  </a:ext>
                </a:extLst>
              </p14:cNvPr>
              <p14:cNvContentPartPr/>
              <p14:nvPr/>
            </p14:nvContentPartPr>
            <p14:xfrm>
              <a:off x="4354020" y="1297857"/>
              <a:ext cx="34200" cy="1177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0F8BA94-E1C7-DA54-9E6B-B517144D9BED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345380" y="1288857"/>
                <a:ext cx="5184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459A19C-0BF2-F1FC-0B28-0A0F9F6C12B2}"/>
                  </a:ext>
                </a:extLst>
              </p14:cNvPr>
              <p14:cNvContentPartPr/>
              <p14:nvPr/>
            </p14:nvContentPartPr>
            <p14:xfrm>
              <a:off x="4282380" y="1271577"/>
              <a:ext cx="155520" cy="223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459A19C-0BF2-F1FC-0B28-0A0F9F6C12B2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4273740" y="1262937"/>
                <a:ext cx="1731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9046D82-7CDB-A7C9-3C9A-7D455622A4B0}"/>
                  </a:ext>
                </a:extLst>
              </p14:cNvPr>
              <p14:cNvContentPartPr/>
              <p14:nvPr/>
            </p14:nvContentPartPr>
            <p14:xfrm>
              <a:off x="4504140" y="1407657"/>
              <a:ext cx="32040" cy="727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9046D82-7CDB-A7C9-3C9A-7D455622A4B0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4495500" y="1399017"/>
                <a:ext cx="4968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ED64739-DC8C-22C2-4AB7-B6183E286A03}"/>
                  </a:ext>
                </a:extLst>
              </p14:cNvPr>
              <p14:cNvContentPartPr/>
              <p14:nvPr/>
            </p14:nvContentPartPr>
            <p14:xfrm>
              <a:off x="4754700" y="1163217"/>
              <a:ext cx="99000" cy="111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ED64739-DC8C-22C2-4AB7-B6183E286A03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745700" y="1154217"/>
                <a:ext cx="11664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F00C268D-A3B3-435E-A1A8-0379CCD3871A}"/>
                  </a:ext>
                </a:extLst>
              </p14:cNvPr>
              <p14:cNvContentPartPr/>
              <p14:nvPr/>
            </p14:nvContentPartPr>
            <p14:xfrm>
              <a:off x="4941540" y="959817"/>
              <a:ext cx="127800" cy="1170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F00C268D-A3B3-435E-A1A8-0379CCD3871A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4932900" y="950817"/>
                <a:ext cx="14544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24C76D79-4A35-0395-DEF2-8277396D465C}"/>
                  </a:ext>
                </a:extLst>
              </p14:cNvPr>
              <p14:cNvContentPartPr/>
              <p14:nvPr/>
            </p14:nvContentPartPr>
            <p14:xfrm>
              <a:off x="5110740" y="1017057"/>
              <a:ext cx="43200" cy="583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24C76D79-4A35-0395-DEF2-8277396D465C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5102100" y="1008057"/>
                <a:ext cx="6084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F468981-2872-E6A4-555B-15B8B9784FE3}"/>
                  </a:ext>
                </a:extLst>
              </p14:cNvPr>
              <p14:cNvContentPartPr/>
              <p14:nvPr/>
            </p14:nvContentPartPr>
            <p14:xfrm>
              <a:off x="5170140" y="992217"/>
              <a:ext cx="45720" cy="727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F468981-2872-E6A4-555B-15B8B9784FE3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5161500" y="983217"/>
                <a:ext cx="6336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3097399-7B52-C38B-1BEE-16DB2E39BD8E}"/>
                  </a:ext>
                </a:extLst>
              </p14:cNvPr>
              <p14:cNvContentPartPr/>
              <p14:nvPr/>
            </p14:nvContentPartPr>
            <p14:xfrm>
              <a:off x="5040540" y="960177"/>
              <a:ext cx="145800" cy="165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3097399-7B52-C38B-1BEE-16DB2E39BD8E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5031540" y="951537"/>
                <a:ext cx="16344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EC9BAF44-3430-B4B2-6BCA-F010D6EAE3C3}"/>
                  </a:ext>
                </a:extLst>
              </p14:cNvPr>
              <p14:cNvContentPartPr/>
              <p14:nvPr/>
            </p14:nvContentPartPr>
            <p14:xfrm>
              <a:off x="5279220" y="933897"/>
              <a:ext cx="70560" cy="1350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EC9BAF44-3430-B4B2-6BCA-F010D6EAE3C3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5270580" y="925257"/>
                <a:ext cx="8820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8422C3C-FD8C-A045-7524-D3426D53FDE7}"/>
                  </a:ext>
                </a:extLst>
              </p14:cNvPr>
              <p14:cNvContentPartPr/>
              <p14:nvPr/>
            </p14:nvContentPartPr>
            <p14:xfrm>
              <a:off x="5351220" y="1009497"/>
              <a:ext cx="130320" cy="507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8422C3C-FD8C-A045-7524-D3426D53FDE7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5342220" y="1000857"/>
                <a:ext cx="14796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1109980-88AE-8FBA-70F0-255E409A849B}"/>
                  </a:ext>
                </a:extLst>
              </p14:cNvPr>
              <p14:cNvContentPartPr/>
              <p14:nvPr/>
            </p14:nvContentPartPr>
            <p14:xfrm>
              <a:off x="5004540" y="1158537"/>
              <a:ext cx="441360" cy="259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1109980-88AE-8FBA-70F0-255E409A849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4995900" y="1149537"/>
                <a:ext cx="45900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B01B81ED-0952-9A5B-9CD2-6AEC4E74F180}"/>
                  </a:ext>
                </a:extLst>
              </p14:cNvPr>
              <p14:cNvContentPartPr/>
              <p14:nvPr/>
            </p14:nvContentPartPr>
            <p14:xfrm>
              <a:off x="5180220" y="1268337"/>
              <a:ext cx="39600" cy="1274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B01B81ED-0952-9A5B-9CD2-6AEC4E74F180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171220" y="1259697"/>
                <a:ext cx="5724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62C24E97-1E10-F47F-E02D-268989B50623}"/>
                  </a:ext>
                </a:extLst>
              </p14:cNvPr>
              <p14:cNvContentPartPr/>
              <p14:nvPr/>
            </p14:nvContentPartPr>
            <p14:xfrm>
              <a:off x="5118660" y="1255377"/>
              <a:ext cx="160920" cy="82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62C24E97-1E10-F47F-E02D-268989B50623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109660" y="1246737"/>
                <a:ext cx="17856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B594E62-5B10-C259-BDE5-B4F4D511B4D8}"/>
                  </a:ext>
                </a:extLst>
              </p14:cNvPr>
              <p14:cNvContentPartPr/>
              <p14:nvPr/>
            </p14:nvContentPartPr>
            <p14:xfrm>
              <a:off x="5346900" y="1360857"/>
              <a:ext cx="34200" cy="601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B594E62-5B10-C259-BDE5-B4F4D511B4D8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5337900" y="1352217"/>
                <a:ext cx="5184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EC95CA6-08F7-DDAB-DBC5-7B59B4B13767}"/>
                  </a:ext>
                </a:extLst>
              </p14:cNvPr>
              <p14:cNvContentPartPr/>
              <p14:nvPr/>
            </p14:nvContentPartPr>
            <p14:xfrm>
              <a:off x="5548860" y="967017"/>
              <a:ext cx="126360" cy="2894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EC95CA6-08F7-DDAB-DBC5-7B59B4B13767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5539860" y="958377"/>
                <a:ext cx="14400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060D9078-58F4-9652-6BD5-3103CC6D4E9C}"/>
                  </a:ext>
                </a:extLst>
              </p14:cNvPr>
              <p14:cNvContentPartPr/>
              <p14:nvPr/>
            </p14:nvContentPartPr>
            <p14:xfrm>
              <a:off x="5663700" y="941097"/>
              <a:ext cx="118800" cy="3650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060D9078-58F4-9652-6BD5-3103CC6D4E9C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5655060" y="932097"/>
                <a:ext cx="13644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D72C96C2-B2AD-B293-B58F-1DC7B00E6374}"/>
                  </a:ext>
                </a:extLst>
              </p14:cNvPr>
              <p14:cNvContentPartPr/>
              <p14:nvPr/>
            </p14:nvContentPartPr>
            <p14:xfrm>
              <a:off x="6489180" y="1116777"/>
              <a:ext cx="194760" cy="885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D72C96C2-B2AD-B293-B58F-1DC7B00E6374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6480540" y="1108137"/>
                <a:ext cx="21240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A271B255-656A-143D-C1C4-D108CF65C416}"/>
                  </a:ext>
                </a:extLst>
              </p14:cNvPr>
              <p14:cNvContentPartPr/>
              <p14:nvPr/>
            </p14:nvContentPartPr>
            <p14:xfrm>
              <a:off x="6796260" y="1229817"/>
              <a:ext cx="40320" cy="471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A271B255-656A-143D-C1C4-D108CF65C416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6787260" y="1221177"/>
                <a:ext cx="5796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0C36A02F-1A7B-88FB-A41B-35E634B0EDCB}"/>
                  </a:ext>
                </a:extLst>
              </p14:cNvPr>
              <p14:cNvContentPartPr/>
              <p14:nvPr/>
            </p14:nvContentPartPr>
            <p14:xfrm>
              <a:off x="6924780" y="1171857"/>
              <a:ext cx="74520" cy="28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0C36A02F-1A7B-88FB-A41B-35E634B0EDCB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6916140" y="1162857"/>
                <a:ext cx="9216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29BB9A86-30D6-3B03-0171-2D833BBFE9B5}"/>
                  </a:ext>
                </a:extLst>
              </p14:cNvPr>
              <p14:cNvContentPartPr/>
              <p14:nvPr/>
            </p14:nvContentPartPr>
            <p14:xfrm>
              <a:off x="6905700" y="1118937"/>
              <a:ext cx="78120" cy="36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29BB9A86-30D6-3B03-0171-2D833BBFE9B5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6896700" y="1109937"/>
                <a:ext cx="9576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33C516D-2EDF-8640-03B9-0E2CF4A7AC7A}"/>
                  </a:ext>
                </a:extLst>
              </p14:cNvPr>
              <p14:cNvContentPartPr/>
              <p14:nvPr/>
            </p14:nvContentPartPr>
            <p14:xfrm>
              <a:off x="7077060" y="1017057"/>
              <a:ext cx="270360" cy="1998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733C516D-2EDF-8640-03B9-0E2CF4A7AC7A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7068060" y="1008057"/>
                <a:ext cx="28800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1C292061-D6B5-CB10-AD62-A80775108B57}"/>
                  </a:ext>
                </a:extLst>
              </p14:cNvPr>
              <p14:cNvContentPartPr/>
              <p14:nvPr/>
            </p14:nvContentPartPr>
            <p14:xfrm>
              <a:off x="7534260" y="1116777"/>
              <a:ext cx="40320" cy="885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1C292061-D6B5-CB10-AD62-A80775108B57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7525260" y="1108137"/>
                <a:ext cx="579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353FC190-7A5E-F11F-F1A7-5419344306DD}"/>
                  </a:ext>
                </a:extLst>
              </p14:cNvPr>
              <p14:cNvContentPartPr/>
              <p14:nvPr/>
            </p14:nvContentPartPr>
            <p14:xfrm>
              <a:off x="7412580" y="1046937"/>
              <a:ext cx="194400" cy="79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353FC190-7A5E-F11F-F1A7-5419344306DD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7403940" y="1038297"/>
                <a:ext cx="21204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6FA83BFF-F382-2DE9-04FB-62DC877F2ED9}"/>
                  </a:ext>
                </a:extLst>
              </p14:cNvPr>
              <p14:cNvContentPartPr/>
              <p14:nvPr/>
            </p14:nvContentPartPr>
            <p14:xfrm>
              <a:off x="7707420" y="1199937"/>
              <a:ext cx="33840" cy="622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6FA83BFF-F382-2DE9-04FB-62DC877F2ED9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7698780" y="1191297"/>
                <a:ext cx="5148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03BD67B-AE8A-C617-D608-4D426A994F23}"/>
                  </a:ext>
                </a:extLst>
              </p14:cNvPr>
              <p14:cNvContentPartPr/>
              <p14:nvPr/>
            </p14:nvContentPartPr>
            <p14:xfrm>
              <a:off x="3549780" y="754257"/>
              <a:ext cx="150480" cy="756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03BD67B-AE8A-C617-D608-4D426A994F23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3541140" y="745257"/>
                <a:ext cx="16812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5C437FB-63D0-5688-3EB6-DD4EE2AD9EA4}"/>
                  </a:ext>
                </a:extLst>
              </p14:cNvPr>
              <p14:cNvContentPartPr/>
              <p14:nvPr/>
            </p14:nvContentPartPr>
            <p14:xfrm>
              <a:off x="3459420" y="783417"/>
              <a:ext cx="142560" cy="799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5C437FB-63D0-5688-3EB6-DD4EE2AD9EA4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3450420" y="774417"/>
                <a:ext cx="16020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7B6EDF44-284A-CC4E-D6A1-0FFF678665AC}"/>
                  </a:ext>
                </a:extLst>
              </p14:cNvPr>
              <p14:cNvContentPartPr/>
              <p14:nvPr/>
            </p14:nvContentPartPr>
            <p14:xfrm>
              <a:off x="3871980" y="603057"/>
              <a:ext cx="98280" cy="2019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7B6EDF44-284A-CC4E-D6A1-0FFF678665AC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3863340" y="594417"/>
                <a:ext cx="11592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E5901877-AF60-B8C1-4062-87A858F2311A}"/>
                  </a:ext>
                </a:extLst>
              </p14:cNvPr>
              <p14:cNvContentPartPr/>
              <p14:nvPr/>
            </p14:nvContentPartPr>
            <p14:xfrm>
              <a:off x="3838860" y="726897"/>
              <a:ext cx="100440" cy="162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E5901877-AF60-B8C1-4062-87A858F2311A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3830220" y="717897"/>
                <a:ext cx="11808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97B1EB0-E869-D83F-218B-3139D984A684}"/>
                  </a:ext>
                </a:extLst>
              </p14:cNvPr>
              <p14:cNvContentPartPr/>
              <p14:nvPr/>
            </p14:nvContentPartPr>
            <p14:xfrm>
              <a:off x="4011660" y="737697"/>
              <a:ext cx="9000" cy="201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97B1EB0-E869-D83F-218B-3139D984A684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4002660" y="728697"/>
                <a:ext cx="266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7E0BDCF-12F5-3E61-6B34-C5EBD256F009}"/>
                  </a:ext>
                </a:extLst>
              </p14:cNvPr>
              <p14:cNvContentPartPr/>
              <p14:nvPr/>
            </p14:nvContentPartPr>
            <p14:xfrm>
              <a:off x="4011660" y="623217"/>
              <a:ext cx="6840" cy="118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7E0BDCF-12F5-3E61-6B34-C5EBD256F009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4002660" y="614577"/>
                <a:ext cx="2448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EED33782-4362-A786-B492-F599160ACDAC}"/>
                  </a:ext>
                </a:extLst>
              </p14:cNvPr>
              <p14:cNvContentPartPr/>
              <p14:nvPr/>
            </p14:nvContentPartPr>
            <p14:xfrm>
              <a:off x="4097340" y="690897"/>
              <a:ext cx="96480" cy="633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EED33782-4362-A786-B492-F599160ACDAC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4088700" y="681897"/>
                <a:ext cx="11412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F142108E-5FDE-8F73-2CF3-0EA9556A08A6}"/>
                  </a:ext>
                </a:extLst>
              </p14:cNvPr>
              <p14:cNvContentPartPr/>
              <p14:nvPr/>
            </p14:nvContentPartPr>
            <p14:xfrm>
              <a:off x="4224780" y="602337"/>
              <a:ext cx="141840" cy="1476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F142108E-5FDE-8F73-2CF3-0EA9556A08A6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4215780" y="593697"/>
                <a:ext cx="15948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FF6A5043-B845-C06E-6AAA-177A1087574D}"/>
                  </a:ext>
                </a:extLst>
              </p14:cNvPr>
              <p14:cNvContentPartPr/>
              <p14:nvPr/>
            </p14:nvContentPartPr>
            <p14:xfrm>
              <a:off x="4287060" y="586857"/>
              <a:ext cx="14760" cy="2448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FF6A5043-B845-C06E-6AAA-177A1087574D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4278060" y="578217"/>
                <a:ext cx="3240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E6288DFF-F7E4-BF35-676C-5F0265483ED9}"/>
                  </a:ext>
                </a:extLst>
              </p14:cNvPr>
              <p14:cNvContentPartPr/>
              <p14:nvPr/>
            </p14:nvContentPartPr>
            <p14:xfrm>
              <a:off x="4406580" y="607737"/>
              <a:ext cx="61920" cy="1173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E6288DFF-F7E4-BF35-676C-5F0265483ED9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4397580" y="598737"/>
                <a:ext cx="7956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A130D1B6-495F-04A4-30FF-E038CC6B0CB2}"/>
                  </a:ext>
                </a:extLst>
              </p14:cNvPr>
              <p14:cNvContentPartPr/>
              <p14:nvPr/>
            </p14:nvContentPartPr>
            <p14:xfrm>
              <a:off x="4390740" y="695937"/>
              <a:ext cx="157680" cy="75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A130D1B6-495F-04A4-30FF-E038CC6B0CB2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4382100" y="687297"/>
                <a:ext cx="17532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CE38D755-6E5F-883C-7980-16FC855F3D03}"/>
                  </a:ext>
                </a:extLst>
              </p14:cNvPr>
              <p14:cNvContentPartPr/>
              <p14:nvPr/>
            </p14:nvContentPartPr>
            <p14:xfrm>
              <a:off x="4499820" y="675057"/>
              <a:ext cx="54360" cy="687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CE38D755-6E5F-883C-7980-16FC855F3D03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4491180" y="666417"/>
                <a:ext cx="7200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71696843-2605-B00D-70B3-85170321B7E3}"/>
                  </a:ext>
                </a:extLst>
              </p14:cNvPr>
              <p14:cNvContentPartPr/>
              <p14:nvPr/>
            </p14:nvContentPartPr>
            <p14:xfrm>
              <a:off x="4512420" y="600177"/>
              <a:ext cx="8640" cy="79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71696843-2605-B00D-70B3-85170321B7E3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4503420" y="591537"/>
                <a:ext cx="2628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7D65606A-A5FA-B2C8-99A8-A3EA8986C745}"/>
                  </a:ext>
                </a:extLst>
              </p14:cNvPr>
              <p14:cNvContentPartPr/>
              <p14:nvPr/>
            </p14:nvContentPartPr>
            <p14:xfrm>
              <a:off x="4620060" y="663897"/>
              <a:ext cx="63000" cy="381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7D65606A-A5FA-B2C8-99A8-A3EA8986C745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4611420" y="654897"/>
                <a:ext cx="8064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2F30D451-2788-3B5B-CD52-91237179A988}"/>
                  </a:ext>
                </a:extLst>
              </p14:cNvPr>
              <p14:cNvContentPartPr/>
              <p14:nvPr/>
            </p14:nvContentPartPr>
            <p14:xfrm>
              <a:off x="4723380" y="667857"/>
              <a:ext cx="76320" cy="248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2F30D451-2788-3B5B-CD52-91237179A988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4714380" y="658857"/>
                <a:ext cx="939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46625BC5-6550-EB74-68B4-49588F4502B7}"/>
                  </a:ext>
                </a:extLst>
              </p14:cNvPr>
              <p14:cNvContentPartPr/>
              <p14:nvPr/>
            </p14:nvContentPartPr>
            <p14:xfrm>
              <a:off x="4862700" y="612057"/>
              <a:ext cx="74160" cy="1094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46625BC5-6550-EB74-68B4-49588F4502B7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4853700" y="603057"/>
                <a:ext cx="918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C39F72D-A720-F6D5-7D06-A0AD44367059}"/>
                  </a:ext>
                </a:extLst>
              </p14:cNvPr>
              <p14:cNvContentPartPr/>
              <p14:nvPr/>
            </p14:nvContentPartPr>
            <p14:xfrm>
              <a:off x="625271" y="2036994"/>
              <a:ext cx="215640" cy="2325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C39F72D-A720-F6D5-7D06-A0AD44367059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616271" y="2028354"/>
                <a:ext cx="23328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34478727-F1F1-7F3C-FD4C-1FBED7BA43BF}"/>
                  </a:ext>
                </a:extLst>
              </p14:cNvPr>
              <p14:cNvContentPartPr/>
              <p14:nvPr/>
            </p14:nvContentPartPr>
            <p14:xfrm>
              <a:off x="697991" y="2057874"/>
              <a:ext cx="77760" cy="25020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34478727-F1F1-7F3C-FD4C-1FBED7BA43BF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688991" y="2049234"/>
                <a:ext cx="9540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6C45D84E-38E8-5AC5-AC5F-55FC0313D76B}"/>
                  </a:ext>
                </a:extLst>
              </p14:cNvPr>
              <p14:cNvContentPartPr/>
              <p14:nvPr/>
            </p14:nvContentPartPr>
            <p14:xfrm>
              <a:off x="879791" y="2247594"/>
              <a:ext cx="117360" cy="1029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6C45D84E-38E8-5AC5-AC5F-55FC0313D76B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870791" y="2238954"/>
                <a:ext cx="13500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D8C2461D-4A37-3F42-8D70-8ACE9D93FB62}"/>
                  </a:ext>
                </a:extLst>
              </p14:cNvPr>
              <p14:cNvContentPartPr/>
              <p14:nvPr/>
            </p14:nvContentPartPr>
            <p14:xfrm>
              <a:off x="998591" y="2007474"/>
              <a:ext cx="104400" cy="28044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D8C2461D-4A37-3F42-8D70-8ACE9D93FB62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989951" y="1998474"/>
                <a:ext cx="12204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73E8E77A-5B90-69CC-7B38-798A45BF8819}"/>
                  </a:ext>
                </a:extLst>
              </p14:cNvPr>
              <p14:cNvContentPartPr/>
              <p14:nvPr/>
            </p14:nvContentPartPr>
            <p14:xfrm>
              <a:off x="1091831" y="2151834"/>
              <a:ext cx="146880" cy="11664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73E8E77A-5B90-69CC-7B38-798A45BF8819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1082831" y="2142834"/>
                <a:ext cx="16452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586AB9BC-5624-DFDC-B3DF-AA10E7DA57DF}"/>
                  </a:ext>
                </a:extLst>
              </p14:cNvPr>
              <p14:cNvContentPartPr/>
              <p14:nvPr/>
            </p14:nvContentPartPr>
            <p14:xfrm>
              <a:off x="1201631" y="1996674"/>
              <a:ext cx="89280" cy="1983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586AB9BC-5624-DFDC-B3DF-AA10E7DA57DF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1192991" y="1987674"/>
                <a:ext cx="1069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543DE095-6686-0136-7461-CF16F4B77F9D}"/>
                  </a:ext>
                </a:extLst>
              </p14:cNvPr>
              <p14:cNvContentPartPr/>
              <p14:nvPr/>
            </p14:nvContentPartPr>
            <p14:xfrm>
              <a:off x="1149791" y="1871754"/>
              <a:ext cx="2160" cy="10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543DE095-6686-0136-7461-CF16F4B77F9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41151" y="1863114"/>
                <a:ext cx="1980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5DF10B82-7538-F7D4-F685-AF3927EE120E}"/>
                  </a:ext>
                </a:extLst>
              </p14:cNvPr>
              <p14:cNvContentPartPr/>
              <p14:nvPr/>
            </p14:nvContentPartPr>
            <p14:xfrm>
              <a:off x="1300631" y="1923954"/>
              <a:ext cx="196920" cy="10944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5DF10B82-7538-F7D4-F685-AF3927EE120E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291631" y="1914954"/>
                <a:ext cx="2145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46641FD5-9920-50D9-5AE0-B803994ADB52}"/>
                  </a:ext>
                </a:extLst>
              </p14:cNvPr>
              <p14:cNvContentPartPr/>
              <p14:nvPr/>
            </p14:nvContentPartPr>
            <p14:xfrm>
              <a:off x="1549751" y="2024394"/>
              <a:ext cx="119160" cy="673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46641FD5-9920-50D9-5AE0-B803994ADB52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541111" y="2015394"/>
                <a:ext cx="13680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27C1928-CB77-E900-5369-2BB9C24E449F}"/>
                  </a:ext>
                </a:extLst>
              </p14:cNvPr>
              <p14:cNvContentPartPr/>
              <p14:nvPr/>
            </p14:nvContentPartPr>
            <p14:xfrm>
              <a:off x="1622471" y="1918554"/>
              <a:ext cx="188280" cy="3924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27C1928-CB77-E900-5369-2BB9C24E449F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613831" y="1909914"/>
                <a:ext cx="205920" cy="4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270A3DD9-B03E-CF1C-A8FA-327CB6819C80}"/>
                  </a:ext>
                </a:extLst>
              </p14:cNvPr>
              <p14:cNvContentPartPr/>
              <p14:nvPr/>
            </p14:nvContentPartPr>
            <p14:xfrm>
              <a:off x="1997231" y="2183514"/>
              <a:ext cx="103680" cy="165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270A3DD9-B03E-CF1C-A8FA-327CB6819C80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988591" y="2174874"/>
                <a:ext cx="12132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07895B23-7F57-7F49-BB91-542AA7685B57}"/>
                  </a:ext>
                </a:extLst>
              </p14:cNvPr>
              <p14:cNvContentPartPr/>
              <p14:nvPr/>
            </p14:nvContentPartPr>
            <p14:xfrm>
              <a:off x="1991471" y="2125554"/>
              <a:ext cx="78120" cy="169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07895B23-7F57-7F49-BB91-542AA7685B57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982831" y="2116554"/>
                <a:ext cx="9576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DCBE4A18-E621-5D58-44B2-482024F755F3}"/>
                  </a:ext>
                </a:extLst>
              </p14:cNvPr>
              <p14:cNvContentPartPr/>
              <p14:nvPr/>
            </p14:nvContentPartPr>
            <p14:xfrm>
              <a:off x="2355431" y="1882194"/>
              <a:ext cx="56880" cy="1191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DCBE4A18-E621-5D58-44B2-482024F755F3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346431" y="1873194"/>
                <a:ext cx="7452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BFC82BCF-ECCA-20DA-7518-7B8DF181B206}"/>
                  </a:ext>
                </a:extLst>
              </p14:cNvPr>
              <p14:cNvContentPartPr/>
              <p14:nvPr/>
            </p14:nvContentPartPr>
            <p14:xfrm>
              <a:off x="2276951" y="2126274"/>
              <a:ext cx="301320" cy="1188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BFC82BCF-ECCA-20DA-7518-7B8DF181B206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268311" y="2117634"/>
                <a:ext cx="31896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56358643-F9E0-E94F-04AB-EDC7573C3D67}"/>
                  </a:ext>
                </a:extLst>
              </p14:cNvPr>
              <p14:cNvContentPartPr/>
              <p14:nvPr/>
            </p14:nvContentPartPr>
            <p14:xfrm>
              <a:off x="2346431" y="2231754"/>
              <a:ext cx="208080" cy="1270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56358643-F9E0-E94F-04AB-EDC7573C3D67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337791" y="2223114"/>
                <a:ext cx="22572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3C3562BB-FA21-8AF3-25C3-837EDAF7C2B7}"/>
                  </a:ext>
                </a:extLst>
              </p14:cNvPr>
              <p14:cNvContentPartPr/>
              <p14:nvPr/>
            </p14:nvContentPartPr>
            <p14:xfrm>
              <a:off x="2751791" y="1990914"/>
              <a:ext cx="286200" cy="18360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3C3562BB-FA21-8AF3-25C3-837EDAF7C2B7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2742791" y="1981914"/>
                <a:ext cx="30384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C31FC541-2169-E87C-2FF8-3EBB3B96B6D2}"/>
                  </a:ext>
                </a:extLst>
              </p14:cNvPr>
              <p14:cNvContentPartPr/>
              <p14:nvPr/>
            </p14:nvContentPartPr>
            <p14:xfrm>
              <a:off x="2789951" y="2354874"/>
              <a:ext cx="50760" cy="6228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C31FC541-2169-E87C-2FF8-3EBB3B96B6D2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2780951" y="2345874"/>
                <a:ext cx="6840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6063A98B-3A44-2F61-CCBF-51B7D7DD944A}"/>
                  </a:ext>
                </a:extLst>
              </p14:cNvPr>
              <p14:cNvContentPartPr/>
              <p14:nvPr/>
            </p14:nvContentPartPr>
            <p14:xfrm>
              <a:off x="2768711" y="2264514"/>
              <a:ext cx="59400" cy="79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6063A98B-3A44-2F61-CCBF-51B7D7DD944A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2760071" y="2255514"/>
                <a:ext cx="7704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413E2DFE-601A-6CFF-326A-D114E4C72461}"/>
                  </a:ext>
                </a:extLst>
              </p14:cNvPr>
              <p14:cNvContentPartPr/>
              <p14:nvPr/>
            </p14:nvContentPartPr>
            <p14:xfrm>
              <a:off x="2910911" y="2365314"/>
              <a:ext cx="83520" cy="57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413E2DFE-601A-6CFF-326A-D114E4C72461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2902271" y="2356314"/>
                <a:ext cx="10116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D507A32F-5EE8-D2CF-DB42-F6367A319368}"/>
                  </a:ext>
                </a:extLst>
              </p14:cNvPr>
              <p14:cNvContentPartPr/>
              <p14:nvPr/>
            </p14:nvContentPartPr>
            <p14:xfrm>
              <a:off x="2893991" y="2297634"/>
              <a:ext cx="95400" cy="576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D507A32F-5EE8-D2CF-DB42-F6367A319368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2885351" y="2288634"/>
                <a:ext cx="1130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FD78A0A5-AE9D-A443-77B7-64DC1DBFC346}"/>
                  </a:ext>
                </a:extLst>
              </p14:cNvPr>
              <p14:cNvContentPartPr/>
              <p14:nvPr/>
            </p14:nvContentPartPr>
            <p14:xfrm>
              <a:off x="3080111" y="2312754"/>
              <a:ext cx="122400" cy="853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FD78A0A5-AE9D-A443-77B7-64DC1DBFC346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3071471" y="2303754"/>
                <a:ext cx="14004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92CDF7FA-7B07-A52A-F6FA-4FD9EC6D997E}"/>
                  </a:ext>
                </a:extLst>
              </p14:cNvPr>
              <p14:cNvContentPartPr/>
              <p14:nvPr/>
            </p14:nvContentPartPr>
            <p14:xfrm>
              <a:off x="2708231" y="1785354"/>
              <a:ext cx="153720" cy="1238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92CDF7FA-7B07-A52A-F6FA-4FD9EC6D997E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2699591" y="1776714"/>
                <a:ext cx="17136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FFF077F0-A0CD-5E43-31AE-F138EB2948F8}"/>
                  </a:ext>
                </a:extLst>
              </p14:cNvPr>
              <p14:cNvContentPartPr/>
              <p14:nvPr/>
            </p14:nvContentPartPr>
            <p14:xfrm>
              <a:off x="2955551" y="1844034"/>
              <a:ext cx="65160" cy="72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FFF077F0-A0CD-5E43-31AE-F138EB2948F8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2946911" y="1835394"/>
                <a:ext cx="8280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0C9AC989-2EB5-2DBA-5915-77FA9622A07D}"/>
                  </a:ext>
                </a:extLst>
              </p14:cNvPr>
              <p14:cNvContentPartPr/>
              <p14:nvPr/>
            </p14:nvContentPartPr>
            <p14:xfrm>
              <a:off x="3079031" y="1801554"/>
              <a:ext cx="38880" cy="6264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0C9AC989-2EB5-2DBA-5915-77FA9622A07D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3070031" y="1792554"/>
                <a:ext cx="5652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BC5B40DA-BA52-A891-1077-FAF1BE594E8D}"/>
                  </a:ext>
                </a:extLst>
              </p14:cNvPr>
              <p14:cNvContentPartPr/>
              <p14:nvPr/>
            </p14:nvContentPartPr>
            <p14:xfrm>
              <a:off x="3387551" y="1910634"/>
              <a:ext cx="48240" cy="10764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BC5B40DA-BA52-A891-1077-FAF1BE594E8D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3378551" y="1901634"/>
                <a:ext cx="6588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5E1CA5CB-A7C1-067D-76BD-89E3B696D433}"/>
                  </a:ext>
                </a:extLst>
              </p14:cNvPr>
              <p14:cNvContentPartPr/>
              <p14:nvPr/>
            </p14:nvContentPartPr>
            <p14:xfrm>
              <a:off x="3322391" y="2120514"/>
              <a:ext cx="243720" cy="972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5E1CA5CB-A7C1-067D-76BD-89E3B696D433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3313751" y="2111514"/>
                <a:ext cx="26136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01DB0758-7219-DBD4-8E79-98F82895D1B6}"/>
                  </a:ext>
                </a:extLst>
              </p14:cNvPr>
              <p14:cNvContentPartPr/>
              <p14:nvPr/>
            </p14:nvContentPartPr>
            <p14:xfrm>
              <a:off x="3414911" y="2266674"/>
              <a:ext cx="47520" cy="900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01DB0758-7219-DBD4-8E79-98F82895D1B6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3406271" y="2258034"/>
                <a:ext cx="6516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3BFCE86F-55E4-7BDA-7B77-0681AD405CB0}"/>
                  </a:ext>
                </a:extLst>
              </p14:cNvPr>
              <p14:cNvContentPartPr/>
              <p14:nvPr/>
            </p14:nvContentPartPr>
            <p14:xfrm>
              <a:off x="3316631" y="2238234"/>
              <a:ext cx="176760" cy="100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3BFCE86F-55E4-7BDA-7B77-0681AD405CB0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3307631" y="2229594"/>
                <a:ext cx="19440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975DDD80-4229-C54F-DE68-7C7F54E06D39}"/>
                  </a:ext>
                </a:extLst>
              </p14:cNvPr>
              <p14:cNvContentPartPr/>
              <p14:nvPr/>
            </p14:nvContentPartPr>
            <p14:xfrm>
              <a:off x="3555311" y="2339394"/>
              <a:ext cx="15840" cy="6192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975DDD80-4229-C54F-DE68-7C7F54E06D39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3546671" y="2330754"/>
                <a:ext cx="3348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B916F647-4D19-E03C-E55E-DA2A2F560BBC}"/>
                  </a:ext>
                </a:extLst>
              </p14:cNvPr>
              <p14:cNvContentPartPr/>
              <p14:nvPr/>
            </p14:nvContentPartPr>
            <p14:xfrm>
              <a:off x="3808031" y="1995954"/>
              <a:ext cx="293760" cy="1893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B916F647-4D19-E03C-E55E-DA2A2F560BBC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3799391" y="1986954"/>
                <a:ext cx="31140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FF41A79E-9A2E-9459-8637-FD0BC020036D}"/>
                  </a:ext>
                </a:extLst>
              </p14:cNvPr>
              <p14:cNvContentPartPr/>
              <p14:nvPr/>
            </p14:nvContentPartPr>
            <p14:xfrm>
              <a:off x="3857351" y="2286114"/>
              <a:ext cx="50760" cy="1515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FF41A79E-9A2E-9459-8637-FD0BC020036D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3848351" y="2277474"/>
                <a:ext cx="6840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85880F22-ECF9-1C83-78CF-BA407997ED3B}"/>
                  </a:ext>
                </a:extLst>
              </p14:cNvPr>
              <p14:cNvContentPartPr/>
              <p14:nvPr/>
            </p14:nvContentPartPr>
            <p14:xfrm>
              <a:off x="3922151" y="2359554"/>
              <a:ext cx="142560" cy="7884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85880F22-ECF9-1C83-78CF-BA407997ED3B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3913511" y="2350554"/>
                <a:ext cx="16020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1B4C587B-A248-9419-EAF2-33CC0C4D8948}"/>
                  </a:ext>
                </a:extLst>
              </p14:cNvPr>
              <p14:cNvContentPartPr/>
              <p14:nvPr/>
            </p14:nvContentPartPr>
            <p14:xfrm>
              <a:off x="4297271" y="1989474"/>
              <a:ext cx="299520" cy="23652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1B4C587B-A248-9419-EAF2-33CC0C4D8948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4288631" y="1980834"/>
                <a:ext cx="31716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6E9B0D31-606A-CB24-D9AF-1C15F29A5C58}"/>
                  </a:ext>
                </a:extLst>
              </p14:cNvPr>
              <p14:cNvContentPartPr/>
              <p14:nvPr/>
            </p14:nvContentPartPr>
            <p14:xfrm>
              <a:off x="4371791" y="1996674"/>
              <a:ext cx="119160" cy="26460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6E9B0D31-606A-CB24-D9AF-1C15F29A5C58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4362791" y="1987674"/>
                <a:ext cx="13680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B50A1851-E408-7C50-85C4-59A16F46935B}"/>
                  </a:ext>
                </a:extLst>
              </p14:cNvPr>
              <p14:cNvContentPartPr/>
              <p14:nvPr/>
            </p14:nvContentPartPr>
            <p14:xfrm>
              <a:off x="4625951" y="2198634"/>
              <a:ext cx="114120" cy="7380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B50A1851-E408-7C50-85C4-59A16F46935B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4617311" y="2189634"/>
                <a:ext cx="13176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3E948481-E3AE-9AC2-D272-4BA51573B85A}"/>
                  </a:ext>
                </a:extLst>
              </p14:cNvPr>
              <p14:cNvContentPartPr/>
              <p14:nvPr/>
            </p14:nvContentPartPr>
            <p14:xfrm>
              <a:off x="4733231" y="1898034"/>
              <a:ext cx="138600" cy="3240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3E948481-E3AE-9AC2-D272-4BA51573B85A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4724591" y="1889394"/>
                <a:ext cx="15624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D2919F55-8666-F76F-AD71-C49E91CAC8D9}"/>
                  </a:ext>
                </a:extLst>
              </p14:cNvPr>
              <p14:cNvContentPartPr/>
              <p14:nvPr/>
            </p14:nvContentPartPr>
            <p14:xfrm>
              <a:off x="4896671" y="2109714"/>
              <a:ext cx="101880" cy="19512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D2919F55-8666-F76F-AD71-C49E91CAC8D9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4888031" y="2101074"/>
                <a:ext cx="11952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6516DF00-E782-A1EE-16D3-A7AE896F323F}"/>
                  </a:ext>
                </a:extLst>
              </p14:cNvPr>
              <p14:cNvContentPartPr/>
              <p14:nvPr/>
            </p14:nvContentPartPr>
            <p14:xfrm>
              <a:off x="4887671" y="1970394"/>
              <a:ext cx="8640" cy="972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6516DF00-E782-A1EE-16D3-A7AE896F323F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4878671" y="1961754"/>
                <a:ext cx="2628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1786CB2A-9883-2E8D-448F-DD7C5094ED79}"/>
                  </a:ext>
                </a:extLst>
              </p14:cNvPr>
              <p14:cNvContentPartPr/>
              <p14:nvPr/>
            </p14:nvContentPartPr>
            <p14:xfrm>
              <a:off x="4988471" y="1878594"/>
              <a:ext cx="131040" cy="3142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1786CB2A-9883-2E8D-448F-DD7C5094ED79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4979831" y="1869954"/>
                <a:ext cx="14868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D20DCDD8-F8A0-F897-1667-E57DB2634A6A}"/>
                  </a:ext>
                </a:extLst>
              </p14:cNvPr>
              <p14:cNvContentPartPr/>
              <p14:nvPr/>
            </p14:nvContentPartPr>
            <p14:xfrm>
              <a:off x="5228231" y="1847994"/>
              <a:ext cx="199440" cy="6624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D20DCDD8-F8A0-F897-1667-E57DB2634A6A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5219231" y="1839354"/>
                <a:ext cx="21708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C35D2C3E-6E35-4494-D94B-7DF9DA552553}"/>
                  </a:ext>
                </a:extLst>
              </p14:cNvPr>
              <p14:cNvContentPartPr/>
              <p14:nvPr/>
            </p14:nvContentPartPr>
            <p14:xfrm>
              <a:off x="5477711" y="1892274"/>
              <a:ext cx="140400" cy="6876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C35D2C3E-6E35-4494-D94B-7DF9DA552553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5468711" y="1883274"/>
                <a:ext cx="15804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44165FFB-AF24-7D7E-BBEC-8E6A4AB01087}"/>
                  </a:ext>
                </a:extLst>
              </p14:cNvPr>
              <p14:cNvContentPartPr/>
              <p14:nvPr/>
            </p14:nvContentPartPr>
            <p14:xfrm>
              <a:off x="5192591" y="2032674"/>
              <a:ext cx="441360" cy="2124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44165FFB-AF24-7D7E-BBEC-8E6A4AB01087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5183591" y="2023674"/>
                <a:ext cx="45900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B777F7A-9725-F1E1-E5C2-D0F617521AFC}"/>
                  </a:ext>
                </a:extLst>
              </p14:cNvPr>
              <p14:cNvContentPartPr/>
              <p14:nvPr/>
            </p14:nvContentPartPr>
            <p14:xfrm>
              <a:off x="5254151" y="2173794"/>
              <a:ext cx="178920" cy="14904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B777F7A-9725-F1E1-E5C2-D0F617521AFC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5245511" y="2164794"/>
                <a:ext cx="19656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19511F05-D79D-A643-2BA5-5BC4F6367BAF}"/>
                  </a:ext>
                </a:extLst>
              </p14:cNvPr>
              <p14:cNvContentPartPr/>
              <p14:nvPr/>
            </p14:nvContentPartPr>
            <p14:xfrm>
              <a:off x="5539991" y="2209434"/>
              <a:ext cx="48600" cy="9144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19511F05-D79D-A643-2BA5-5BC4F6367BAF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5531351" y="2200794"/>
                <a:ext cx="6624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FC584A75-8EC0-3049-9053-46BBCE2CE72E}"/>
                  </a:ext>
                </a:extLst>
              </p14:cNvPr>
              <p14:cNvContentPartPr/>
              <p14:nvPr/>
            </p14:nvContentPartPr>
            <p14:xfrm>
              <a:off x="5465831" y="2164434"/>
              <a:ext cx="162720" cy="252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FC584A75-8EC0-3049-9053-46BBCE2CE72E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5457191" y="2155794"/>
                <a:ext cx="1803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83268FC3-845A-54F3-03E1-7AA6150F1FDE}"/>
                  </a:ext>
                </a:extLst>
              </p14:cNvPr>
              <p14:cNvContentPartPr/>
              <p14:nvPr/>
            </p14:nvContentPartPr>
            <p14:xfrm>
              <a:off x="5690831" y="2318514"/>
              <a:ext cx="20520" cy="6264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83268FC3-845A-54F3-03E1-7AA6150F1FDE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5681831" y="2309874"/>
                <a:ext cx="3816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F0A6F65C-F457-D50B-0119-8DA601814601}"/>
                  </a:ext>
                </a:extLst>
              </p14:cNvPr>
              <p14:cNvContentPartPr/>
              <p14:nvPr/>
            </p14:nvContentPartPr>
            <p14:xfrm>
              <a:off x="5897831" y="2069754"/>
              <a:ext cx="104760" cy="93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F0A6F65C-F457-D50B-0119-8DA601814601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5889191" y="2060754"/>
                <a:ext cx="12240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7B89454A-FB9C-857A-BCE8-D230399C73EE}"/>
                  </a:ext>
                </a:extLst>
              </p14:cNvPr>
              <p14:cNvContentPartPr/>
              <p14:nvPr/>
            </p14:nvContentPartPr>
            <p14:xfrm>
              <a:off x="6121751" y="1886154"/>
              <a:ext cx="187200" cy="12744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7B89454A-FB9C-857A-BCE8-D230399C73EE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6113111" y="1877154"/>
                <a:ext cx="20484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E8A17EDD-D395-368D-364A-38AE0BCB1755}"/>
                  </a:ext>
                </a:extLst>
              </p14:cNvPr>
              <p14:cNvContentPartPr/>
              <p14:nvPr/>
            </p14:nvContentPartPr>
            <p14:xfrm>
              <a:off x="6385631" y="1954914"/>
              <a:ext cx="37080" cy="7452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E8A17EDD-D395-368D-364A-38AE0BCB1755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6376991" y="1946274"/>
                <a:ext cx="5472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7CFE5BE9-5F12-2397-F382-A563C0A932DC}"/>
                  </a:ext>
                </a:extLst>
              </p14:cNvPr>
              <p14:cNvContentPartPr/>
              <p14:nvPr/>
            </p14:nvContentPartPr>
            <p14:xfrm>
              <a:off x="6433511" y="1939434"/>
              <a:ext cx="78480" cy="8460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7CFE5BE9-5F12-2397-F382-A563C0A932DC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6424871" y="1930434"/>
                <a:ext cx="9612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F538260D-9DBB-D6C0-5D8C-DCD6967A37A4}"/>
                  </a:ext>
                </a:extLst>
              </p14:cNvPr>
              <p14:cNvContentPartPr/>
              <p14:nvPr/>
            </p14:nvContentPartPr>
            <p14:xfrm>
              <a:off x="6340631" y="1898754"/>
              <a:ext cx="145080" cy="147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F538260D-9DBB-D6C0-5D8C-DCD6967A37A4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6331991" y="1890114"/>
                <a:ext cx="16272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8690A598-6A52-7792-FECF-BD283D496D23}"/>
                  </a:ext>
                </a:extLst>
              </p14:cNvPr>
              <p14:cNvContentPartPr/>
              <p14:nvPr/>
            </p14:nvContentPartPr>
            <p14:xfrm>
              <a:off x="6599831" y="1944474"/>
              <a:ext cx="57240" cy="5976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8690A598-6A52-7792-FECF-BD283D496D23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6591191" y="1935834"/>
                <a:ext cx="7488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FF561AAD-93B9-7A61-21E2-31652AE5302F}"/>
                  </a:ext>
                </a:extLst>
              </p14:cNvPr>
              <p14:cNvContentPartPr/>
              <p14:nvPr/>
            </p14:nvContentPartPr>
            <p14:xfrm>
              <a:off x="6587591" y="1856274"/>
              <a:ext cx="12600" cy="648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FF561AAD-93B9-7A61-21E2-31652AE5302F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6578951" y="1847274"/>
                <a:ext cx="3024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E2E38EA8-AF2D-FCB5-7C8E-85D5BBFA92B8}"/>
                  </a:ext>
                </a:extLst>
              </p14:cNvPr>
              <p14:cNvContentPartPr/>
              <p14:nvPr/>
            </p14:nvContentPartPr>
            <p14:xfrm>
              <a:off x="6174671" y="2115834"/>
              <a:ext cx="511920" cy="1152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E2E38EA8-AF2D-FCB5-7C8E-85D5BBFA92B8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6165671" y="2107194"/>
                <a:ext cx="52956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3C759C1A-F3B9-C40F-D000-2A7274E08720}"/>
                  </a:ext>
                </a:extLst>
              </p14:cNvPr>
              <p14:cNvContentPartPr/>
              <p14:nvPr/>
            </p14:nvContentPartPr>
            <p14:xfrm>
              <a:off x="6222191" y="2241834"/>
              <a:ext cx="166680" cy="1278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3C759C1A-F3B9-C40F-D000-2A7274E08720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6213191" y="2233194"/>
                <a:ext cx="1843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701814F1-6855-9F36-7FD8-902D94D1B80E}"/>
                  </a:ext>
                </a:extLst>
              </p14:cNvPr>
              <p14:cNvContentPartPr/>
              <p14:nvPr/>
            </p14:nvContentPartPr>
            <p14:xfrm>
              <a:off x="6480311" y="2282154"/>
              <a:ext cx="39240" cy="6840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701814F1-6855-9F36-7FD8-902D94D1B80E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6471671" y="2273514"/>
                <a:ext cx="5688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B440FE92-ABA5-C44F-D8ED-1FB120D2CEF3}"/>
                  </a:ext>
                </a:extLst>
              </p14:cNvPr>
              <p14:cNvContentPartPr/>
              <p14:nvPr/>
            </p14:nvContentPartPr>
            <p14:xfrm>
              <a:off x="6366191" y="2203674"/>
              <a:ext cx="177120" cy="2700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B440FE92-ABA5-C44F-D8ED-1FB120D2CEF3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6357191" y="2194674"/>
                <a:ext cx="19476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7F773A6D-031C-A1BD-BB7A-5661FC33FF1A}"/>
                  </a:ext>
                </a:extLst>
              </p14:cNvPr>
              <p14:cNvContentPartPr/>
              <p14:nvPr/>
            </p14:nvContentPartPr>
            <p14:xfrm>
              <a:off x="6610271" y="2349834"/>
              <a:ext cx="27720" cy="5076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7F773A6D-031C-A1BD-BB7A-5661FC33FF1A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6601271" y="2340834"/>
                <a:ext cx="4536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6A7C55B0-BC87-5BA3-4324-0F26FBBDBC57}"/>
                  </a:ext>
                </a:extLst>
              </p14:cNvPr>
              <p14:cNvContentPartPr/>
              <p14:nvPr/>
            </p14:nvContentPartPr>
            <p14:xfrm>
              <a:off x="6859391" y="2091714"/>
              <a:ext cx="83520" cy="1872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6A7C55B0-BC87-5BA3-4324-0F26FBBDBC57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6850751" y="2083074"/>
                <a:ext cx="10116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23000018-CE60-8D9B-A00B-A42BA4C3FB25}"/>
                  </a:ext>
                </a:extLst>
              </p14:cNvPr>
              <p14:cNvContentPartPr/>
              <p14:nvPr/>
            </p14:nvContentPartPr>
            <p14:xfrm>
              <a:off x="7044431" y="1876074"/>
              <a:ext cx="139320" cy="11664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23000018-CE60-8D9B-A00B-A42BA4C3FB25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7035431" y="1867434"/>
                <a:ext cx="15696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89A2F041-36C7-34BB-5DAF-8C7F47829EBE}"/>
                  </a:ext>
                </a:extLst>
              </p14:cNvPr>
              <p14:cNvContentPartPr/>
              <p14:nvPr/>
            </p14:nvContentPartPr>
            <p14:xfrm>
              <a:off x="7241711" y="1928994"/>
              <a:ext cx="48960" cy="7128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89A2F041-36C7-34BB-5DAF-8C7F47829EBE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7233071" y="1919994"/>
                <a:ext cx="6660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8E725170-9AAE-1E0A-8E07-8B6A7703E320}"/>
                  </a:ext>
                </a:extLst>
              </p14:cNvPr>
              <p14:cNvContentPartPr/>
              <p14:nvPr/>
            </p14:nvContentPartPr>
            <p14:xfrm>
              <a:off x="7296071" y="1923954"/>
              <a:ext cx="57600" cy="6768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8E725170-9AAE-1E0A-8E07-8B6A7703E320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7287071" y="1914954"/>
                <a:ext cx="7524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0FACDFF6-BB21-9854-AF7E-8E1F883C48A8}"/>
                  </a:ext>
                </a:extLst>
              </p14:cNvPr>
              <p14:cNvContentPartPr/>
              <p14:nvPr/>
            </p14:nvContentPartPr>
            <p14:xfrm>
              <a:off x="7192391" y="1860954"/>
              <a:ext cx="129960" cy="2160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0FACDFF6-BB21-9854-AF7E-8E1F883C48A8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7183751" y="1852314"/>
                <a:ext cx="1476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F511E2A6-AE2F-6882-065B-1E2B6B871478}"/>
                  </a:ext>
                </a:extLst>
              </p14:cNvPr>
              <p14:cNvContentPartPr/>
              <p14:nvPr/>
            </p14:nvContentPartPr>
            <p14:xfrm>
              <a:off x="7410191" y="1840794"/>
              <a:ext cx="68040" cy="14976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F511E2A6-AE2F-6882-065B-1E2B6B871478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7401551" y="1831794"/>
                <a:ext cx="8568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9A61C538-0FF1-AD15-7BF9-E36345494704}"/>
                  </a:ext>
                </a:extLst>
              </p14:cNvPr>
              <p14:cNvContentPartPr/>
              <p14:nvPr/>
            </p14:nvContentPartPr>
            <p14:xfrm>
              <a:off x="7471031" y="1905234"/>
              <a:ext cx="114120" cy="6156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9A61C538-0FF1-AD15-7BF9-E36345494704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7462031" y="1896594"/>
                <a:ext cx="13176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5951B1E4-C3AB-35F5-6C47-C3466A1FA0B6}"/>
                  </a:ext>
                </a:extLst>
              </p14:cNvPr>
              <p14:cNvContentPartPr/>
              <p14:nvPr/>
            </p14:nvContentPartPr>
            <p14:xfrm>
              <a:off x="7636631" y="1839714"/>
              <a:ext cx="235080" cy="16560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5951B1E4-C3AB-35F5-6C47-C3466A1FA0B6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7627991" y="1831074"/>
                <a:ext cx="25272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7DE4462F-76A3-7B95-587A-F729B0CD2C6D}"/>
                  </a:ext>
                </a:extLst>
              </p14:cNvPr>
              <p14:cNvContentPartPr/>
              <p14:nvPr/>
            </p14:nvContentPartPr>
            <p14:xfrm>
              <a:off x="7115711" y="2084514"/>
              <a:ext cx="791280" cy="255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7DE4462F-76A3-7B95-587A-F729B0CD2C6D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7107071" y="2075874"/>
                <a:ext cx="8089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53B9DBF7-A998-C524-F279-362299078281}"/>
                  </a:ext>
                </a:extLst>
              </p14:cNvPr>
              <p14:cNvContentPartPr/>
              <p14:nvPr/>
            </p14:nvContentPartPr>
            <p14:xfrm>
              <a:off x="7268711" y="2200794"/>
              <a:ext cx="207720" cy="14076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53B9DBF7-A998-C524-F279-362299078281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7260071" y="2191794"/>
                <a:ext cx="22536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F5299EC3-0ABF-FF3F-2AA1-7E815698D02E}"/>
                  </a:ext>
                </a:extLst>
              </p14:cNvPr>
              <p14:cNvContentPartPr/>
              <p14:nvPr/>
            </p14:nvContentPartPr>
            <p14:xfrm>
              <a:off x="7578311" y="2248314"/>
              <a:ext cx="43560" cy="763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F5299EC3-0ABF-FF3F-2AA1-7E815698D02E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7569671" y="2239674"/>
                <a:ext cx="6120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8FFEFB8F-CF43-8622-5FA1-EC12CE6DE7B1}"/>
                  </a:ext>
                </a:extLst>
              </p14:cNvPr>
              <p14:cNvContentPartPr/>
              <p14:nvPr/>
            </p14:nvContentPartPr>
            <p14:xfrm>
              <a:off x="7519991" y="2193234"/>
              <a:ext cx="129600" cy="255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8FFEFB8F-CF43-8622-5FA1-EC12CE6DE7B1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7511351" y="2184594"/>
                <a:ext cx="14724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B4EC4ACC-725D-C2EE-15B6-3F1871E882AB}"/>
                  </a:ext>
                </a:extLst>
              </p14:cNvPr>
              <p14:cNvContentPartPr/>
              <p14:nvPr/>
            </p14:nvContentPartPr>
            <p14:xfrm>
              <a:off x="7389311" y="2230314"/>
              <a:ext cx="5760" cy="2484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B4EC4ACC-725D-C2EE-15B6-3F1871E882AB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7380671" y="2221314"/>
                <a:ext cx="2340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32F25920-82A9-76BD-6658-E8F7D23183E0}"/>
                  </a:ext>
                </a:extLst>
              </p14:cNvPr>
              <p14:cNvContentPartPr/>
              <p14:nvPr/>
            </p14:nvContentPartPr>
            <p14:xfrm>
              <a:off x="7713671" y="2297994"/>
              <a:ext cx="27360" cy="3924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32F25920-82A9-76BD-6658-E8F7D23183E0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7705031" y="2288994"/>
                <a:ext cx="4500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AA2CEBB5-C993-78A8-0E3D-2C86354326B7}"/>
                  </a:ext>
                </a:extLst>
              </p14:cNvPr>
              <p14:cNvContentPartPr/>
              <p14:nvPr/>
            </p14:nvContentPartPr>
            <p14:xfrm>
              <a:off x="8028671" y="1892994"/>
              <a:ext cx="161640" cy="34344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AA2CEBB5-C993-78A8-0E3D-2C86354326B7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8019671" y="1884354"/>
                <a:ext cx="17928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51A816EE-27F1-F197-4037-3D0BE63F9C06}"/>
                  </a:ext>
                </a:extLst>
              </p14:cNvPr>
              <p14:cNvContentPartPr/>
              <p14:nvPr/>
            </p14:nvContentPartPr>
            <p14:xfrm>
              <a:off x="8106431" y="1830354"/>
              <a:ext cx="209160" cy="43128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51A816EE-27F1-F197-4037-3D0BE63F9C06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8097791" y="1821354"/>
                <a:ext cx="226800" cy="44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66A32D04-F9E2-B32D-C1DD-1074B8C16064}"/>
                  </a:ext>
                </a:extLst>
              </p14:cNvPr>
              <p14:cNvContentPartPr/>
              <p14:nvPr/>
            </p14:nvContentPartPr>
            <p14:xfrm>
              <a:off x="7668671" y="1775994"/>
              <a:ext cx="173160" cy="22320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66A32D04-F9E2-B32D-C1DD-1074B8C16064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7659671" y="1767354"/>
                <a:ext cx="19080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AD3C0AB0-3B00-B38D-221F-70BC02A1B504}"/>
                  </a:ext>
                </a:extLst>
              </p14:cNvPr>
              <p14:cNvContentPartPr/>
              <p14:nvPr/>
            </p14:nvContentPartPr>
            <p14:xfrm>
              <a:off x="7311911" y="2197194"/>
              <a:ext cx="135720" cy="14508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AD3C0AB0-3B00-B38D-221F-70BC02A1B504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7302911" y="2188554"/>
                <a:ext cx="15336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7A96F0A2-919D-57D5-2789-2A9F05409353}"/>
                  </a:ext>
                </a:extLst>
              </p14:cNvPr>
              <p14:cNvContentPartPr/>
              <p14:nvPr/>
            </p14:nvContentPartPr>
            <p14:xfrm>
              <a:off x="2032151" y="2858514"/>
              <a:ext cx="110520" cy="1116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7A96F0A2-919D-57D5-2789-2A9F05409353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2023151" y="2849874"/>
                <a:ext cx="12816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26DE4EFB-5C26-F008-7B26-74F686463D62}"/>
                  </a:ext>
                </a:extLst>
              </p14:cNvPr>
              <p14:cNvContentPartPr/>
              <p14:nvPr/>
            </p14:nvContentPartPr>
            <p14:xfrm>
              <a:off x="2046191" y="2791194"/>
              <a:ext cx="106560" cy="576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26DE4EFB-5C26-F008-7B26-74F686463D62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2037551" y="2782554"/>
                <a:ext cx="1242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2164C2A9-3992-6EFD-47E9-0178836FC47F}"/>
                  </a:ext>
                </a:extLst>
              </p14:cNvPr>
              <p14:cNvContentPartPr/>
              <p14:nvPr/>
            </p14:nvContentPartPr>
            <p14:xfrm>
              <a:off x="2429951" y="2550354"/>
              <a:ext cx="22320" cy="8712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2164C2A9-3992-6EFD-47E9-0178836FC47F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2421311" y="2541354"/>
                <a:ext cx="3996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CE11B7DC-7AB1-A4F4-0DD5-17ADD983997F}"/>
                  </a:ext>
                </a:extLst>
              </p14:cNvPr>
              <p14:cNvContentPartPr/>
              <p14:nvPr/>
            </p14:nvContentPartPr>
            <p14:xfrm>
              <a:off x="2421311" y="2682474"/>
              <a:ext cx="131760" cy="2556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CE11B7DC-7AB1-A4F4-0DD5-17ADD983997F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2412311" y="2673474"/>
                <a:ext cx="1494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FEFBE7BB-9B75-C65B-4E1B-A96D7E8BCD17}"/>
                  </a:ext>
                </a:extLst>
              </p14:cNvPr>
              <p14:cNvContentPartPr/>
              <p14:nvPr/>
            </p14:nvContentPartPr>
            <p14:xfrm>
              <a:off x="2416991" y="2824314"/>
              <a:ext cx="197640" cy="1080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FEFBE7BB-9B75-C65B-4E1B-A96D7E8BCD17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2408351" y="2815674"/>
                <a:ext cx="21528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A73A05E7-EF73-1B0B-CEF7-F6A86D4A072E}"/>
                  </a:ext>
                </a:extLst>
              </p14:cNvPr>
              <p14:cNvContentPartPr/>
              <p14:nvPr/>
            </p14:nvContentPartPr>
            <p14:xfrm>
              <a:off x="2842871" y="2636754"/>
              <a:ext cx="297000" cy="18180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A73A05E7-EF73-1B0B-CEF7-F6A86D4A072E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2834231" y="2628114"/>
                <a:ext cx="31464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4AA75097-F03C-18F1-1557-864AD9FBAACC}"/>
                  </a:ext>
                </a:extLst>
              </p14:cNvPr>
              <p14:cNvContentPartPr/>
              <p14:nvPr/>
            </p14:nvContentPartPr>
            <p14:xfrm>
              <a:off x="2851151" y="2988834"/>
              <a:ext cx="59400" cy="6840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4AA75097-F03C-18F1-1557-864AD9FBAACC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2842511" y="2980194"/>
                <a:ext cx="7704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6407CD2F-E35F-E1EE-E92C-3EB778821866}"/>
                  </a:ext>
                </a:extLst>
              </p14:cNvPr>
              <p14:cNvContentPartPr/>
              <p14:nvPr/>
            </p14:nvContentPartPr>
            <p14:xfrm>
              <a:off x="2856911" y="2921154"/>
              <a:ext cx="18360" cy="576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6407CD2F-E35F-E1EE-E92C-3EB778821866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2847911" y="2912514"/>
                <a:ext cx="360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5532F6DC-6486-55DD-15B6-7CDBFB5E1D74}"/>
                  </a:ext>
                </a:extLst>
              </p14:cNvPr>
              <p14:cNvContentPartPr/>
              <p14:nvPr/>
            </p14:nvContentPartPr>
            <p14:xfrm>
              <a:off x="2973551" y="3007194"/>
              <a:ext cx="104040" cy="792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5532F6DC-6486-55DD-15B6-7CDBFB5E1D74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2964911" y="2998554"/>
                <a:ext cx="12168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01929B6B-3C34-D4BD-8A1C-B5FB35B7E1B7}"/>
                  </a:ext>
                </a:extLst>
              </p14:cNvPr>
              <p14:cNvContentPartPr/>
              <p14:nvPr/>
            </p14:nvContentPartPr>
            <p14:xfrm>
              <a:off x="2951591" y="2957154"/>
              <a:ext cx="115920" cy="1656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01929B6B-3C34-D4BD-8A1C-B5FB35B7E1B7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2942591" y="2948154"/>
                <a:ext cx="13356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241843D3-E927-7057-19C7-750D9C1933DB}"/>
                  </a:ext>
                </a:extLst>
              </p14:cNvPr>
              <p14:cNvContentPartPr/>
              <p14:nvPr/>
            </p14:nvContentPartPr>
            <p14:xfrm>
              <a:off x="3135191" y="2958954"/>
              <a:ext cx="105120" cy="7236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241843D3-E927-7057-19C7-750D9C1933DB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3126551" y="2949954"/>
                <a:ext cx="12276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6D1246DB-4FFF-CA45-E768-B1BBECADA7CC}"/>
                  </a:ext>
                </a:extLst>
              </p14:cNvPr>
              <p14:cNvContentPartPr/>
              <p14:nvPr/>
            </p14:nvContentPartPr>
            <p14:xfrm>
              <a:off x="2849351" y="2496354"/>
              <a:ext cx="136440" cy="8100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6D1246DB-4FFF-CA45-E768-B1BBECADA7CC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2840711" y="2487354"/>
                <a:ext cx="15408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864F850F-71AB-5AA3-E0CC-12D665074B9D}"/>
                  </a:ext>
                </a:extLst>
              </p14:cNvPr>
              <p14:cNvContentPartPr/>
              <p14:nvPr/>
            </p14:nvContentPartPr>
            <p14:xfrm>
              <a:off x="3040871" y="2549994"/>
              <a:ext cx="63000" cy="720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864F850F-71AB-5AA3-E0CC-12D665074B9D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3031871" y="2541354"/>
                <a:ext cx="8064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8A9BACD8-B0A7-0FAE-5189-3641A4F46975}"/>
                  </a:ext>
                </a:extLst>
              </p14:cNvPr>
              <p14:cNvContentPartPr/>
              <p14:nvPr/>
            </p14:nvContentPartPr>
            <p14:xfrm>
              <a:off x="3155351" y="2505714"/>
              <a:ext cx="45720" cy="6336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8A9BACD8-B0A7-0FAE-5189-3641A4F46975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3146351" y="2496714"/>
                <a:ext cx="6336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A7240C47-5937-289C-B2F4-7CEC73ACE481}"/>
                  </a:ext>
                </a:extLst>
              </p14:cNvPr>
              <p14:cNvContentPartPr/>
              <p14:nvPr/>
            </p14:nvContentPartPr>
            <p14:xfrm>
              <a:off x="3498071" y="2559714"/>
              <a:ext cx="39960" cy="7200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A7240C47-5937-289C-B2F4-7CEC73ACE481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3489431" y="2551074"/>
                <a:ext cx="5760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EA50F5DE-D994-EBB0-98E2-B4A9A9864E65}"/>
                  </a:ext>
                </a:extLst>
              </p14:cNvPr>
              <p14:cNvContentPartPr/>
              <p14:nvPr/>
            </p14:nvContentPartPr>
            <p14:xfrm>
              <a:off x="3494111" y="2702994"/>
              <a:ext cx="155160" cy="1512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EA50F5DE-D994-EBB0-98E2-B4A9A9864E65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3485111" y="2693994"/>
                <a:ext cx="17280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6DD7485E-6CDC-A6F5-023B-422804FEE520}"/>
                  </a:ext>
                </a:extLst>
              </p14:cNvPr>
              <p14:cNvContentPartPr/>
              <p14:nvPr/>
            </p14:nvContentPartPr>
            <p14:xfrm>
              <a:off x="3555311" y="2812074"/>
              <a:ext cx="24480" cy="10368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6DD7485E-6CDC-A6F5-023B-422804FEE520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3546671" y="2803434"/>
                <a:ext cx="4212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2C50D6FA-80CB-3C13-B43B-34026525A597}"/>
                  </a:ext>
                </a:extLst>
              </p14:cNvPr>
              <p14:cNvContentPartPr/>
              <p14:nvPr/>
            </p14:nvContentPartPr>
            <p14:xfrm>
              <a:off x="3498791" y="2803794"/>
              <a:ext cx="119160" cy="1404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2C50D6FA-80CB-3C13-B43B-34026525A597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3490151" y="2794794"/>
                <a:ext cx="13680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8640B53C-36A0-4640-36AD-7E5FDDBF077B}"/>
                  </a:ext>
                </a:extLst>
              </p14:cNvPr>
              <p14:cNvContentPartPr/>
              <p14:nvPr/>
            </p14:nvContentPartPr>
            <p14:xfrm>
              <a:off x="3679871" y="2926554"/>
              <a:ext cx="36720" cy="5868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8640B53C-36A0-4640-36AD-7E5FDDBF077B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3671231" y="2917554"/>
                <a:ext cx="5436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78891522-55D6-9DE0-D7AA-820EB84371E7}"/>
                  </a:ext>
                </a:extLst>
              </p14:cNvPr>
              <p14:cNvContentPartPr/>
              <p14:nvPr/>
            </p14:nvContentPartPr>
            <p14:xfrm>
              <a:off x="3853751" y="2598954"/>
              <a:ext cx="300240" cy="20592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78891522-55D6-9DE0-D7AA-820EB84371E7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3844751" y="2589954"/>
                <a:ext cx="31788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AE4F769F-EE77-06A5-CD84-3ACD20D46A0C}"/>
                  </a:ext>
                </a:extLst>
              </p14:cNvPr>
              <p14:cNvContentPartPr/>
              <p14:nvPr/>
            </p14:nvContentPartPr>
            <p14:xfrm>
              <a:off x="3958511" y="2907834"/>
              <a:ext cx="23040" cy="12240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AE4F769F-EE77-06A5-CD84-3ACD20D46A0C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3949871" y="2899194"/>
                <a:ext cx="4068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3CE22E7D-268D-8BB7-2899-40A073875A41}"/>
                  </a:ext>
                </a:extLst>
              </p14:cNvPr>
              <p14:cNvContentPartPr/>
              <p14:nvPr/>
            </p14:nvContentPartPr>
            <p14:xfrm>
              <a:off x="3995591" y="2978394"/>
              <a:ext cx="144000" cy="6264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3CE22E7D-268D-8BB7-2899-40A073875A41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3986591" y="2969754"/>
                <a:ext cx="16164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BBC66189-838C-01A9-187B-4E24149AC74C}"/>
                  </a:ext>
                </a:extLst>
              </p14:cNvPr>
              <p14:cNvContentPartPr/>
              <p14:nvPr/>
            </p14:nvContentPartPr>
            <p14:xfrm>
              <a:off x="4354511" y="2583834"/>
              <a:ext cx="231480" cy="22248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BBC66189-838C-01A9-187B-4E24149AC74C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4345871" y="2574834"/>
                <a:ext cx="24912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0E932D5E-3A91-A64A-1365-4854C2695587}"/>
                  </a:ext>
                </a:extLst>
              </p14:cNvPr>
              <p14:cNvContentPartPr/>
              <p14:nvPr/>
            </p14:nvContentPartPr>
            <p14:xfrm>
              <a:off x="4411391" y="2602194"/>
              <a:ext cx="115920" cy="21492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0E932D5E-3A91-A64A-1365-4854C2695587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4402751" y="2593554"/>
                <a:ext cx="13356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24B71D96-E75E-72F9-D126-E311437813BB}"/>
                  </a:ext>
                </a:extLst>
              </p14:cNvPr>
              <p14:cNvContentPartPr/>
              <p14:nvPr/>
            </p14:nvContentPartPr>
            <p14:xfrm>
              <a:off x="4648271" y="2775354"/>
              <a:ext cx="136800" cy="9000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24B71D96-E75E-72F9-D126-E311437813BB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4639271" y="2766354"/>
                <a:ext cx="15444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5CE05864-5418-51DE-434D-333BC695A3DC}"/>
                  </a:ext>
                </a:extLst>
              </p14:cNvPr>
              <p14:cNvContentPartPr/>
              <p14:nvPr/>
            </p14:nvContentPartPr>
            <p14:xfrm>
              <a:off x="4813151" y="2510754"/>
              <a:ext cx="95760" cy="30924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5CE05864-5418-51DE-434D-333BC695A3DC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4804511" y="2502114"/>
                <a:ext cx="11340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6B2E6E3D-44D7-E685-6135-E7E8DA94BB8C}"/>
                  </a:ext>
                </a:extLst>
              </p14:cNvPr>
              <p14:cNvContentPartPr/>
              <p14:nvPr/>
            </p14:nvContentPartPr>
            <p14:xfrm>
              <a:off x="4938071" y="2696874"/>
              <a:ext cx="109080" cy="20376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6B2E6E3D-44D7-E685-6135-E7E8DA94BB8C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4929071" y="2688234"/>
                <a:ext cx="12672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8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83A97223-9561-1AC4-BA04-5EC06B2C1971}"/>
                  </a:ext>
                </a:extLst>
              </p14:cNvPr>
              <p14:cNvContentPartPr/>
              <p14:nvPr/>
            </p14:nvContentPartPr>
            <p14:xfrm>
              <a:off x="4949231" y="2597874"/>
              <a:ext cx="9000" cy="612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83A97223-9561-1AC4-BA04-5EC06B2C1971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4940591" y="2589234"/>
                <a:ext cx="2664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0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E8BAF0B1-E2D1-8D04-E305-4D5F0A9D0B6E}"/>
                  </a:ext>
                </a:extLst>
              </p14:cNvPr>
              <p14:cNvContentPartPr/>
              <p14:nvPr/>
            </p14:nvContentPartPr>
            <p14:xfrm>
              <a:off x="5076671" y="2489514"/>
              <a:ext cx="111600" cy="37368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E8BAF0B1-E2D1-8D04-E305-4D5F0A9D0B6E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5068031" y="2480514"/>
                <a:ext cx="129240" cy="39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2459AAA2-B147-2671-419C-4E706654F373}"/>
                  </a:ext>
                </a:extLst>
              </p14:cNvPr>
              <p14:cNvContentPartPr/>
              <p14:nvPr/>
            </p14:nvContentPartPr>
            <p14:xfrm>
              <a:off x="5242631" y="2572674"/>
              <a:ext cx="189000" cy="7992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2459AAA2-B147-2671-419C-4E706654F373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5233991" y="2564034"/>
                <a:ext cx="20664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4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00E173EA-C6EC-DAF3-483E-4ED0C6F34E39}"/>
                  </a:ext>
                </a:extLst>
              </p14:cNvPr>
              <p14:cNvContentPartPr/>
              <p14:nvPr/>
            </p14:nvContentPartPr>
            <p14:xfrm>
              <a:off x="5462231" y="2605074"/>
              <a:ext cx="136800" cy="8064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00E173EA-C6EC-DAF3-483E-4ED0C6F34E39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5453231" y="2596434"/>
                <a:ext cx="15444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6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21AE2327-C4A4-F2A8-79CB-99AB6F83BC0C}"/>
                  </a:ext>
                </a:extLst>
              </p14:cNvPr>
              <p14:cNvContentPartPr/>
              <p14:nvPr/>
            </p14:nvContentPartPr>
            <p14:xfrm>
              <a:off x="5631071" y="2598954"/>
              <a:ext cx="127440" cy="576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21AE2327-C4A4-F2A8-79CB-99AB6F83BC0C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5622071" y="2590314"/>
                <a:ext cx="14508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DD53D863-5739-F1C9-4E78-E954843F4B37}"/>
                  </a:ext>
                </a:extLst>
              </p14:cNvPr>
              <p14:cNvContentPartPr/>
              <p14:nvPr/>
            </p14:nvContentPartPr>
            <p14:xfrm>
              <a:off x="5794511" y="2542434"/>
              <a:ext cx="159480" cy="9900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DD53D863-5739-F1C9-4E78-E954843F4B37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5785871" y="2533434"/>
                <a:ext cx="17712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0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B166046F-8648-FBA8-22E9-4CEE92D416C4}"/>
                  </a:ext>
                </a:extLst>
              </p14:cNvPr>
              <p14:cNvContentPartPr/>
              <p14:nvPr/>
            </p14:nvContentPartPr>
            <p14:xfrm>
              <a:off x="5997191" y="2583474"/>
              <a:ext cx="65520" cy="5148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B166046F-8648-FBA8-22E9-4CEE92D416C4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5988551" y="2574834"/>
                <a:ext cx="8316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2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1C05B450-4765-503C-1982-2C6AF5EA2247}"/>
                  </a:ext>
                </a:extLst>
              </p14:cNvPr>
              <p14:cNvContentPartPr/>
              <p14:nvPr/>
            </p14:nvContentPartPr>
            <p14:xfrm>
              <a:off x="6069911" y="2567994"/>
              <a:ext cx="96480" cy="7308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1C05B450-4765-503C-1982-2C6AF5EA2247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6061271" y="2559354"/>
                <a:ext cx="11412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4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A8773A71-A995-806C-A774-40438292CD37}"/>
                  </a:ext>
                </a:extLst>
              </p14:cNvPr>
              <p14:cNvContentPartPr/>
              <p14:nvPr/>
            </p14:nvContentPartPr>
            <p14:xfrm>
              <a:off x="5941391" y="2520474"/>
              <a:ext cx="196200" cy="3312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A8773A71-A995-806C-A774-40438292CD37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5932751" y="2511834"/>
                <a:ext cx="21384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6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60B7EAC9-E1CE-47D5-75FA-30A4E5B38B0F}"/>
                  </a:ext>
                </a:extLst>
              </p14:cNvPr>
              <p14:cNvContentPartPr/>
              <p14:nvPr/>
            </p14:nvContentPartPr>
            <p14:xfrm>
              <a:off x="6250271" y="2588874"/>
              <a:ext cx="58320" cy="6228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60B7EAC9-E1CE-47D5-75FA-30A4E5B38B0F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6241631" y="2579874"/>
                <a:ext cx="7596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8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5E29EC9B-AF67-4127-9DE8-04C311FEADE1}"/>
                  </a:ext>
                </a:extLst>
              </p14:cNvPr>
              <p14:cNvContentPartPr/>
              <p14:nvPr/>
            </p14:nvContentPartPr>
            <p14:xfrm>
              <a:off x="6223631" y="2500314"/>
              <a:ext cx="12960" cy="1188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5E29EC9B-AF67-4127-9DE8-04C311FEADE1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6214631" y="2491674"/>
                <a:ext cx="3060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0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6A20776B-DBCA-C288-A122-82766351474A}"/>
                  </a:ext>
                </a:extLst>
              </p14:cNvPr>
              <p14:cNvContentPartPr/>
              <p14:nvPr/>
            </p14:nvContentPartPr>
            <p14:xfrm>
              <a:off x="5265311" y="2713434"/>
              <a:ext cx="976680" cy="3636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6A20776B-DBCA-C288-A122-82766351474A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5256311" y="2704794"/>
                <a:ext cx="99432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277C45D6-2A11-BD54-40BB-EE0B95290159}"/>
                  </a:ext>
                </a:extLst>
              </p14:cNvPr>
              <p14:cNvContentPartPr/>
              <p14:nvPr/>
            </p14:nvContentPartPr>
            <p14:xfrm>
              <a:off x="5607671" y="2844834"/>
              <a:ext cx="232200" cy="10728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277C45D6-2A11-BD54-40BB-EE0B95290159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5598671" y="2836194"/>
                <a:ext cx="24984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E467D300-2CEB-8E49-04FB-3BF66FD1BB9D}"/>
                  </a:ext>
                </a:extLst>
              </p14:cNvPr>
              <p14:cNvContentPartPr/>
              <p14:nvPr/>
            </p14:nvContentPartPr>
            <p14:xfrm>
              <a:off x="6454391" y="2713434"/>
              <a:ext cx="88560" cy="576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E467D300-2CEB-8E49-04FB-3BF66FD1BB9D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6445751" y="2704434"/>
                <a:ext cx="1062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2AFA2D38-55CC-5E85-8BC8-F8E2F836C73F}"/>
                  </a:ext>
                </a:extLst>
              </p14:cNvPr>
              <p14:cNvContentPartPr/>
              <p14:nvPr/>
            </p14:nvContentPartPr>
            <p14:xfrm>
              <a:off x="6719351" y="2614074"/>
              <a:ext cx="163080" cy="11016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2AFA2D38-55CC-5E85-8BC8-F8E2F836C73F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6710711" y="2605074"/>
                <a:ext cx="18072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2CC736EE-030B-7075-64DD-BD4778493008}"/>
                  </a:ext>
                </a:extLst>
              </p14:cNvPr>
              <p14:cNvContentPartPr/>
              <p14:nvPr/>
            </p14:nvContentPartPr>
            <p14:xfrm>
              <a:off x="6927071" y="2635674"/>
              <a:ext cx="43200" cy="6084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2CC736EE-030B-7075-64DD-BD4778493008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6918431" y="2626674"/>
                <a:ext cx="6084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3C377362-E163-DF91-C9D6-BC55D96CA373}"/>
                  </a:ext>
                </a:extLst>
              </p14:cNvPr>
              <p14:cNvContentPartPr/>
              <p14:nvPr/>
            </p14:nvContentPartPr>
            <p14:xfrm>
              <a:off x="6984311" y="2646114"/>
              <a:ext cx="78840" cy="694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3C377362-E163-DF91-C9D6-BC55D96CA373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6975671" y="2637114"/>
                <a:ext cx="9648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2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04BD75F0-A981-519F-0837-A0357A303E05}"/>
                  </a:ext>
                </a:extLst>
              </p14:cNvPr>
              <p14:cNvContentPartPr/>
              <p14:nvPr/>
            </p14:nvContentPartPr>
            <p14:xfrm>
              <a:off x="6881711" y="2590314"/>
              <a:ext cx="134280" cy="2484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04BD75F0-A981-519F-0837-A0357A303E05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6872711" y="2581674"/>
                <a:ext cx="15192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8986E04F-6922-7B11-707E-01161BB24BA7}"/>
                  </a:ext>
                </a:extLst>
              </p14:cNvPr>
              <p14:cNvContentPartPr/>
              <p14:nvPr/>
            </p14:nvContentPartPr>
            <p14:xfrm>
              <a:off x="7088351" y="2552514"/>
              <a:ext cx="73080" cy="15876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8986E04F-6922-7B11-707E-01161BB24BA7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7079351" y="2543514"/>
                <a:ext cx="9072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D42D51C3-3558-B673-77A3-B133161037D5}"/>
                  </a:ext>
                </a:extLst>
              </p14:cNvPr>
              <p14:cNvContentPartPr/>
              <p14:nvPr/>
            </p14:nvContentPartPr>
            <p14:xfrm>
              <a:off x="7147751" y="2642154"/>
              <a:ext cx="111600" cy="6336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D42D51C3-3558-B673-77A3-B133161037D5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7139111" y="2633154"/>
                <a:ext cx="12924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8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1BB07F6C-16D5-C2FC-9060-C2D51FF0479B}"/>
                  </a:ext>
                </a:extLst>
              </p14:cNvPr>
              <p14:cNvContentPartPr/>
              <p14:nvPr/>
            </p14:nvContentPartPr>
            <p14:xfrm>
              <a:off x="7155671" y="2479074"/>
              <a:ext cx="217800" cy="37368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1BB07F6C-16D5-C2FC-9060-C2D51FF0479B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7147031" y="2470434"/>
                <a:ext cx="235440" cy="39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51F94F3F-C285-925F-A75D-FA4FD9E0806E}"/>
                  </a:ext>
                </a:extLst>
              </p14:cNvPr>
              <p14:cNvContentPartPr/>
              <p14:nvPr/>
            </p14:nvContentPartPr>
            <p14:xfrm>
              <a:off x="7417391" y="2524074"/>
              <a:ext cx="211680" cy="28800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51F94F3F-C285-925F-A75D-FA4FD9E0806E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7408751" y="2515074"/>
                <a:ext cx="22932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2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35E8B22C-257E-3B31-5E50-ECD4A75C6F9F}"/>
                  </a:ext>
                </a:extLst>
              </p14:cNvPr>
              <p14:cNvContentPartPr/>
              <p14:nvPr/>
            </p14:nvContentPartPr>
            <p14:xfrm>
              <a:off x="7679111" y="2679594"/>
              <a:ext cx="17640" cy="10332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35E8B22C-257E-3B31-5E50-ECD4A75C6F9F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7670471" y="2670594"/>
                <a:ext cx="3528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4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7D67FAB3-3D9F-47BF-9C90-5B7E07D7ED54}"/>
                  </a:ext>
                </a:extLst>
              </p14:cNvPr>
              <p14:cNvContentPartPr/>
              <p14:nvPr/>
            </p14:nvContentPartPr>
            <p14:xfrm>
              <a:off x="7563191" y="2662314"/>
              <a:ext cx="226800" cy="1008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7D67FAB3-3D9F-47BF-9C90-5B7E07D7ED54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7554191" y="2653314"/>
                <a:ext cx="24444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6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875F3845-FBE4-36A7-9C78-8D2931260B05}"/>
                  </a:ext>
                </a:extLst>
              </p14:cNvPr>
              <p14:cNvContentPartPr/>
              <p14:nvPr/>
            </p14:nvContentPartPr>
            <p14:xfrm>
              <a:off x="7777391" y="2786154"/>
              <a:ext cx="32760" cy="6840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875F3845-FBE4-36A7-9C78-8D2931260B05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7768391" y="2777514"/>
                <a:ext cx="5040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E198F706-4CA1-C3A5-FFF1-DE4F9E5E829B}"/>
                  </a:ext>
                </a:extLst>
              </p14:cNvPr>
              <p14:cNvContentPartPr/>
              <p14:nvPr/>
            </p14:nvContentPartPr>
            <p14:xfrm>
              <a:off x="7851911" y="2517954"/>
              <a:ext cx="171720" cy="32976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E198F706-4CA1-C3A5-FFF1-DE4F9E5E829B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7843271" y="2509314"/>
                <a:ext cx="18936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2AEC6792-C84F-DE17-0850-E68BE022A08E}"/>
                  </a:ext>
                </a:extLst>
              </p14:cNvPr>
              <p14:cNvContentPartPr/>
              <p14:nvPr/>
            </p14:nvContentPartPr>
            <p14:xfrm>
              <a:off x="7945511" y="2478354"/>
              <a:ext cx="193680" cy="36720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2AEC6792-C84F-DE17-0850-E68BE022A08E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7936511" y="2469714"/>
                <a:ext cx="211320" cy="38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9CBC86E4-5F37-299E-9F98-274583A90EBE}"/>
                  </a:ext>
                </a:extLst>
              </p14:cNvPr>
              <p14:cNvContentPartPr/>
              <p14:nvPr/>
            </p14:nvContentPartPr>
            <p14:xfrm>
              <a:off x="3465671" y="2967954"/>
              <a:ext cx="4727880" cy="20340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9CBC86E4-5F37-299E-9F98-274583A90EBE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3456671" y="2959314"/>
                <a:ext cx="474552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4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15DA41E9-D346-4FA9-7957-D0681AF0E401}"/>
                  </a:ext>
                </a:extLst>
              </p14:cNvPr>
              <p14:cNvContentPartPr/>
              <p14:nvPr/>
            </p14:nvContentPartPr>
            <p14:xfrm>
              <a:off x="5836271" y="3383394"/>
              <a:ext cx="119520" cy="576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15DA41E9-D346-4FA9-7957-D0681AF0E401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5827631" y="3374754"/>
                <a:ext cx="13716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6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6BA9B30C-2CEF-4252-EA3B-77F5D1A801C1}"/>
                  </a:ext>
                </a:extLst>
              </p14:cNvPr>
              <p14:cNvContentPartPr/>
              <p14:nvPr/>
            </p14:nvContentPartPr>
            <p14:xfrm>
              <a:off x="5856791" y="3321114"/>
              <a:ext cx="109440" cy="1656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6BA9B30C-2CEF-4252-EA3B-77F5D1A801C1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5848151" y="3312474"/>
                <a:ext cx="12708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8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DE3F5815-0952-026F-3785-063F86A6356F}"/>
                  </a:ext>
                </a:extLst>
              </p14:cNvPr>
              <p14:cNvContentPartPr/>
              <p14:nvPr/>
            </p14:nvContentPartPr>
            <p14:xfrm>
              <a:off x="6128951" y="3209514"/>
              <a:ext cx="222840" cy="25632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DE3F5815-0952-026F-3785-063F86A6356F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6119951" y="3200874"/>
                <a:ext cx="24048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D9CBF55A-B248-E06C-AD58-5CBC119A7996}"/>
                  </a:ext>
                </a:extLst>
              </p14:cNvPr>
              <p14:cNvContentPartPr/>
              <p14:nvPr/>
            </p14:nvContentPartPr>
            <p14:xfrm>
              <a:off x="6213551" y="3227514"/>
              <a:ext cx="77040" cy="23940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D9CBF55A-B248-E06C-AD58-5CBC119A7996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6204551" y="3218874"/>
                <a:ext cx="9468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2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50DBA657-0300-12D6-795B-91F67C1824C0}"/>
                  </a:ext>
                </a:extLst>
              </p14:cNvPr>
              <p14:cNvContentPartPr/>
              <p14:nvPr/>
            </p14:nvContentPartPr>
            <p14:xfrm>
              <a:off x="6454031" y="3437754"/>
              <a:ext cx="38520" cy="9576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50DBA657-0300-12D6-795B-91F67C1824C0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6445031" y="3429114"/>
                <a:ext cx="5616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4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5FFC2A54-82F7-ED25-1F3A-D8CF6BAA73C7}"/>
                  </a:ext>
                </a:extLst>
              </p14:cNvPr>
              <p14:cNvContentPartPr/>
              <p14:nvPr/>
            </p14:nvContentPartPr>
            <p14:xfrm>
              <a:off x="6542591" y="3165594"/>
              <a:ext cx="151560" cy="34092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5FFC2A54-82F7-ED25-1F3A-D8CF6BAA73C7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6533591" y="3156594"/>
                <a:ext cx="16920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6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5F6E0E43-50FA-93C2-C434-59DD8FF12033}"/>
                  </a:ext>
                </a:extLst>
              </p14:cNvPr>
              <p14:cNvContentPartPr/>
              <p14:nvPr/>
            </p14:nvContentPartPr>
            <p14:xfrm>
              <a:off x="6719351" y="3347034"/>
              <a:ext cx="190440" cy="13608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5F6E0E43-50FA-93C2-C434-59DD8FF12033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6710711" y="3338394"/>
                <a:ext cx="20808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8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54FDE2BC-BE6E-0847-2630-24E627BE6ED4}"/>
                  </a:ext>
                </a:extLst>
              </p14:cNvPr>
              <p14:cNvContentPartPr/>
              <p14:nvPr/>
            </p14:nvContentPartPr>
            <p14:xfrm>
              <a:off x="6915911" y="3217434"/>
              <a:ext cx="90000" cy="17280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54FDE2BC-BE6E-0847-2630-24E627BE6ED4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6907271" y="3208794"/>
                <a:ext cx="10764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0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895857DD-4396-D975-B7BA-45443C2518DE}"/>
                  </a:ext>
                </a:extLst>
              </p14:cNvPr>
              <p14:cNvContentPartPr/>
              <p14:nvPr/>
            </p14:nvContentPartPr>
            <p14:xfrm>
              <a:off x="6885671" y="3132114"/>
              <a:ext cx="1440" cy="756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895857DD-4396-D975-B7BA-45443C2518DE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6876671" y="3123474"/>
                <a:ext cx="190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2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E4790ED8-A71D-ACFF-3CAC-EEE6952D0933}"/>
                  </a:ext>
                </a:extLst>
              </p14:cNvPr>
              <p14:cNvContentPartPr/>
              <p14:nvPr/>
            </p14:nvContentPartPr>
            <p14:xfrm>
              <a:off x="7041911" y="3064434"/>
              <a:ext cx="99360" cy="23112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E4790ED8-A71D-ACFF-3CAC-EEE6952D0933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7032911" y="3055794"/>
                <a:ext cx="11700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4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CFBC8BEF-EC2B-8CFF-5F33-E21F53B85536}"/>
                  </a:ext>
                </a:extLst>
              </p14:cNvPr>
              <p14:cNvContentPartPr/>
              <p14:nvPr/>
            </p14:nvContentPartPr>
            <p14:xfrm>
              <a:off x="7188431" y="3180354"/>
              <a:ext cx="201240" cy="7380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CFBC8BEF-EC2B-8CFF-5F33-E21F53B85536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7179791" y="3171714"/>
                <a:ext cx="21888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6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2F761F75-931D-6E37-DAF3-FFEA1730DA61}"/>
                  </a:ext>
                </a:extLst>
              </p14:cNvPr>
              <p14:cNvContentPartPr/>
              <p14:nvPr/>
            </p14:nvContentPartPr>
            <p14:xfrm>
              <a:off x="7474631" y="3248754"/>
              <a:ext cx="39240" cy="6192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2F761F75-931D-6E37-DAF3-FFEA1730DA61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7465991" y="3239754"/>
                <a:ext cx="5688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8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693F81FC-C421-4D3C-FF5C-F1DD77A80622}"/>
                  </a:ext>
                </a:extLst>
              </p14:cNvPr>
              <p14:cNvContentPartPr/>
              <p14:nvPr/>
            </p14:nvContentPartPr>
            <p14:xfrm>
              <a:off x="7591991" y="3217434"/>
              <a:ext cx="68040" cy="1404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693F81FC-C421-4D3C-FF5C-F1DD77A80622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7582991" y="3208794"/>
                <a:ext cx="8568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0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8F95086F-24C9-03C2-5987-41DEC740999D}"/>
                  </a:ext>
                </a:extLst>
              </p14:cNvPr>
              <p14:cNvContentPartPr/>
              <p14:nvPr/>
            </p14:nvContentPartPr>
            <p14:xfrm>
              <a:off x="7721951" y="3129594"/>
              <a:ext cx="143280" cy="12060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8F95086F-24C9-03C2-5987-41DEC740999D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7713311" y="3120954"/>
                <a:ext cx="1609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2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9888CEB0-84DC-FC60-D328-2A11E38699EF}"/>
                  </a:ext>
                </a:extLst>
              </p14:cNvPr>
              <p14:cNvContentPartPr/>
              <p14:nvPr/>
            </p14:nvContentPartPr>
            <p14:xfrm>
              <a:off x="7901591" y="3181074"/>
              <a:ext cx="40320" cy="6048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9888CEB0-84DC-FC60-D328-2A11E38699EF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7892951" y="3172434"/>
                <a:ext cx="5796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4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533FFFF9-B006-4E94-D6F6-44DB74CD6CAA}"/>
                  </a:ext>
                </a:extLst>
              </p14:cNvPr>
              <p14:cNvContentPartPr/>
              <p14:nvPr/>
            </p14:nvContentPartPr>
            <p14:xfrm>
              <a:off x="7940471" y="3170634"/>
              <a:ext cx="97200" cy="6804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533FFFF9-B006-4E94-D6F6-44DB74CD6CAA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7931471" y="3161994"/>
                <a:ext cx="11484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6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CEAE9959-C3E3-B3C3-673E-A63918E39A11}"/>
                  </a:ext>
                </a:extLst>
              </p14:cNvPr>
              <p14:cNvContentPartPr/>
              <p14:nvPr/>
            </p14:nvContentPartPr>
            <p14:xfrm>
              <a:off x="7834271" y="3116994"/>
              <a:ext cx="132480" cy="1872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CEAE9959-C3E3-B3C3-673E-A63918E39A11}"/>
                  </a:ext>
                </a:extLst>
              </p:cNvPr>
              <p:cNvPicPr/>
              <p:nvPr/>
            </p:nvPicPr>
            <p:blipFill>
              <a:blip r:embed="rId437"/>
              <a:stretch>
                <a:fillRect/>
              </a:stretch>
            </p:blipFill>
            <p:spPr>
              <a:xfrm>
                <a:off x="7825271" y="3108354"/>
                <a:ext cx="15012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8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110A0B40-D989-62F0-205A-1108D7A4CE19}"/>
                  </a:ext>
                </a:extLst>
              </p14:cNvPr>
              <p14:cNvContentPartPr/>
              <p14:nvPr/>
            </p14:nvContentPartPr>
            <p14:xfrm>
              <a:off x="8085911" y="3210954"/>
              <a:ext cx="40680" cy="2700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110A0B40-D989-62F0-205A-1108D7A4CE19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8076911" y="3202314"/>
                <a:ext cx="5832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3398947C-7E81-EB0B-0613-BFF825B2191A}"/>
                  </a:ext>
                </a:extLst>
              </p14:cNvPr>
              <p14:cNvContentPartPr/>
              <p14:nvPr/>
            </p14:nvContentPartPr>
            <p14:xfrm>
              <a:off x="8050271" y="3103314"/>
              <a:ext cx="11520" cy="2232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3398947C-7E81-EB0B-0613-BFF825B2191A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8041631" y="3094314"/>
                <a:ext cx="291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2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BDB329B0-43DA-981B-8956-5E4603564283}"/>
                  </a:ext>
                </a:extLst>
              </p14:cNvPr>
              <p14:cNvContentPartPr/>
              <p14:nvPr/>
            </p14:nvContentPartPr>
            <p14:xfrm>
              <a:off x="8148191" y="3066954"/>
              <a:ext cx="74160" cy="14040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BDB329B0-43DA-981B-8956-5E4603564283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8139191" y="3057954"/>
                <a:ext cx="9180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4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67A7C1CD-DF2E-0667-21D4-C9922625074C}"/>
                  </a:ext>
                </a:extLst>
              </p14:cNvPr>
              <p14:cNvContentPartPr/>
              <p14:nvPr/>
            </p14:nvContentPartPr>
            <p14:xfrm>
              <a:off x="8273471" y="3038154"/>
              <a:ext cx="95760" cy="22032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67A7C1CD-DF2E-0667-21D4-C9922625074C}"/>
                  </a:ext>
                </a:extLst>
              </p:cNvPr>
              <p:cNvPicPr/>
              <p:nvPr/>
            </p:nvPicPr>
            <p:blipFill>
              <a:blip r:embed="rId445"/>
              <a:stretch>
                <a:fillRect/>
              </a:stretch>
            </p:blipFill>
            <p:spPr>
              <a:xfrm>
                <a:off x="8264831" y="3029514"/>
                <a:ext cx="11340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6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71EFA16D-B02E-226D-43B1-6BD922C3F345}"/>
                  </a:ext>
                </a:extLst>
              </p14:cNvPr>
              <p14:cNvContentPartPr/>
              <p14:nvPr/>
            </p14:nvContentPartPr>
            <p14:xfrm>
              <a:off x="8407391" y="3161634"/>
              <a:ext cx="174240" cy="13428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71EFA16D-B02E-226D-43B1-6BD922C3F345}"/>
                  </a:ext>
                </a:extLst>
              </p:cNvPr>
              <p:cNvPicPr/>
              <p:nvPr/>
            </p:nvPicPr>
            <p:blipFill>
              <a:blip r:embed="rId447"/>
              <a:stretch>
                <a:fillRect/>
              </a:stretch>
            </p:blipFill>
            <p:spPr>
              <a:xfrm>
                <a:off x="8398391" y="3152634"/>
                <a:ext cx="19188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8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3B3088F4-5D50-7F4B-3D1E-4F586562710B}"/>
                  </a:ext>
                </a:extLst>
              </p14:cNvPr>
              <p14:cNvContentPartPr/>
              <p14:nvPr/>
            </p14:nvContentPartPr>
            <p14:xfrm>
              <a:off x="8615831" y="3104754"/>
              <a:ext cx="146160" cy="39924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3B3088F4-5D50-7F4B-3D1E-4F586562710B}"/>
                  </a:ext>
                </a:extLst>
              </p:cNvPr>
              <p:cNvPicPr/>
              <p:nvPr/>
            </p:nvPicPr>
            <p:blipFill>
              <a:blip r:embed="rId449"/>
              <a:stretch>
                <a:fillRect/>
              </a:stretch>
            </p:blipFill>
            <p:spPr>
              <a:xfrm>
                <a:off x="8606831" y="3096114"/>
                <a:ext cx="16380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0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71AD6AC9-AC61-53AA-1B98-598FD0AF29A6}"/>
                  </a:ext>
                </a:extLst>
              </p14:cNvPr>
              <p14:cNvContentPartPr/>
              <p14:nvPr/>
            </p14:nvContentPartPr>
            <p14:xfrm>
              <a:off x="2302020" y="4007168"/>
              <a:ext cx="97920" cy="1944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71AD6AC9-AC61-53AA-1B98-598FD0AF29A6}"/>
                  </a:ext>
                </a:extLst>
              </p:cNvPr>
              <p:cNvPicPr/>
              <p:nvPr/>
            </p:nvPicPr>
            <p:blipFill>
              <a:blip r:embed="rId451"/>
              <a:stretch>
                <a:fillRect/>
              </a:stretch>
            </p:blipFill>
            <p:spPr>
              <a:xfrm>
                <a:off x="2293020" y="3998528"/>
                <a:ext cx="1155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2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E62A4099-E91D-6F37-546C-B3A26FB13889}"/>
                  </a:ext>
                </a:extLst>
              </p14:cNvPr>
              <p14:cNvContentPartPr/>
              <p14:nvPr/>
            </p14:nvContentPartPr>
            <p14:xfrm>
              <a:off x="2249820" y="3942008"/>
              <a:ext cx="104040" cy="1692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E62A4099-E91D-6F37-546C-B3A26FB13889}"/>
                  </a:ext>
                </a:extLst>
              </p:cNvPr>
              <p:cNvPicPr/>
              <p:nvPr/>
            </p:nvPicPr>
            <p:blipFill>
              <a:blip r:embed="rId453"/>
              <a:stretch>
                <a:fillRect/>
              </a:stretch>
            </p:blipFill>
            <p:spPr>
              <a:xfrm>
                <a:off x="2241180" y="3933368"/>
                <a:ext cx="12168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4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A9EDE886-6EB1-B667-E541-01CE5EED5961}"/>
                  </a:ext>
                </a:extLst>
              </p14:cNvPr>
              <p14:cNvContentPartPr/>
              <p14:nvPr/>
            </p14:nvContentPartPr>
            <p14:xfrm>
              <a:off x="2649420" y="3750128"/>
              <a:ext cx="47520" cy="14076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A9EDE886-6EB1-B667-E541-01CE5EED5961}"/>
                  </a:ext>
                </a:extLst>
              </p:cNvPr>
              <p:cNvPicPr/>
              <p:nvPr/>
            </p:nvPicPr>
            <p:blipFill>
              <a:blip r:embed="rId455"/>
              <a:stretch>
                <a:fillRect/>
              </a:stretch>
            </p:blipFill>
            <p:spPr>
              <a:xfrm>
                <a:off x="2640780" y="3741128"/>
                <a:ext cx="6516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6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C7203201-89B7-D55D-FD9B-1E33620619CE}"/>
                  </a:ext>
                </a:extLst>
              </p14:cNvPr>
              <p14:cNvContentPartPr/>
              <p14:nvPr/>
            </p14:nvContentPartPr>
            <p14:xfrm>
              <a:off x="2577780" y="3974048"/>
              <a:ext cx="258120" cy="900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C7203201-89B7-D55D-FD9B-1E33620619CE}"/>
                  </a:ext>
                </a:extLst>
              </p:cNvPr>
              <p:cNvPicPr/>
              <p:nvPr/>
            </p:nvPicPr>
            <p:blipFill>
              <a:blip r:embed="rId457"/>
              <a:stretch>
                <a:fillRect/>
              </a:stretch>
            </p:blipFill>
            <p:spPr>
              <a:xfrm>
                <a:off x="2569140" y="3965408"/>
                <a:ext cx="27576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8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F2FB46C4-1C7E-6008-1EB0-C32D2BD392F6}"/>
                  </a:ext>
                </a:extLst>
              </p14:cNvPr>
              <p14:cNvContentPartPr/>
              <p14:nvPr/>
            </p14:nvContentPartPr>
            <p14:xfrm>
              <a:off x="2622780" y="4106888"/>
              <a:ext cx="203040" cy="14688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F2FB46C4-1C7E-6008-1EB0-C32D2BD392F6}"/>
                  </a:ext>
                </a:extLst>
              </p:cNvPr>
              <p:cNvPicPr/>
              <p:nvPr/>
            </p:nvPicPr>
            <p:blipFill>
              <a:blip r:embed="rId459"/>
              <a:stretch>
                <a:fillRect/>
              </a:stretch>
            </p:blipFill>
            <p:spPr>
              <a:xfrm>
                <a:off x="2614140" y="4098248"/>
                <a:ext cx="22068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0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4BB3D44E-A765-02C5-DB49-644170AE68B2}"/>
                  </a:ext>
                </a:extLst>
              </p14:cNvPr>
              <p14:cNvContentPartPr/>
              <p14:nvPr/>
            </p14:nvContentPartPr>
            <p14:xfrm>
              <a:off x="3043980" y="3823208"/>
              <a:ext cx="307080" cy="24480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4BB3D44E-A765-02C5-DB49-644170AE68B2}"/>
                  </a:ext>
                </a:extLst>
              </p:cNvPr>
              <p:cNvPicPr/>
              <p:nvPr/>
            </p:nvPicPr>
            <p:blipFill>
              <a:blip r:embed="rId461"/>
              <a:stretch>
                <a:fillRect/>
              </a:stretch>
            </p:blipFill>
            <p:spPr>
              <a:xfrm>
                <a:off x="3035340" y="3814568"/>
                <a:ext cx="324720" cy="26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8" name="Group 237">
            <a:extLst>
              <a:ext uri="{FF2B5EF4-FFF2-40B4-BE49-F238E27FC236}">
                <a16:creationId xmlns:a16="http://schemas.microsoft.com/office/drawing/2014/main" id="{E04F53F5-F1EF-181E-1CAD-74B8F46F7960}"/>
              </a:ext>
            </a:extLst>
          </p:cNvPr>
          <p:cNvGrpSpPr/>
          <p:nvPr/>
        </p:nvGrpSpPr>
        <p:grpSpPr>
          <a:xfrm>
            <a:off x="3065940" y="4142528"/>
            <a:ext cx="435960" cy="173520"/>
            <a:chOff x="3065940" y="4142528"/>
            <a:chExt cx="435960" cy="17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5D06F494-8FCD-D355-5BF9-1531576E4E6D}"/>
                    </a:ext>
                  </a:extLst>
                </p14:cNvPr>
                <p14:cNvContentPartPr/>
                <p14:nvPr/>
              </p14:nvContentPartPr>
              <p14:xfrm>
                <a:off x="3087540" y="4239368"/>
                <a:ext cx="29520" cy="766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5D06F494-8FCD-D355-5BF9-1531576E4E6D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3078900" y="4230368"/>
                  <a:ext cx="471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0265C716-1A65-BFE7-87AE-442672279DA0}"/>
                    </a:ext>
                  </a:extLst>
                </p14:cNvPr>
                <p14:cNvContentPartPr/>
                <p14:nvPr/>
              </p14:nvContentPartPr>
              <p14:xfrm>
                <a:off x="3065940" y="4142528"/>
                <a:ext cx="9720" cy="36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0265C716-1A65-BFE7-87AE-442672279DA0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3057300" y="4133528"/>
                  <a:ext cx="273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81848B8C-0E9C-5817-5D9F-934D868FBD09}"/>
                    </a:ext>
                  </a:extLst>
                </p14:cNvPr>
                <p14:cNvContentPartPr/>
                <p14:nvPr/>
              </p14:nvContentPartPr>
              <p14:xfrm>
                <a:off x="3183660" y="4259168"/>
                <a:ext cx="110520" cy="10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81848B8C-0E9C-5817-5D9F-934D868FBD09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3174660" y="4250528"/>
                  <a:ext cx="1281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DF7245D-28EA-EE8B-ED57-69A6B797BA85}"/>
                    </a:ext>
                  </a:extLst>
                </p14:cNvPr>
                <p14:cNvContentPartPr/>
                <p14:nvPr/>
              </p14:nvContentPartPr>
              <p14:xfrm>
                <a:off x="3186180" y="4182488"/>
                <a:ext cx="97560" cy="158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DF7245D-28EA-EE8B-ED57-69A6B797BA85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3177540" y="4173488"/>
                  <a:ext cx="1152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64C64685-DA33-87AB-83E3-1161AD7DD292}"/>
                    </a:ext>
                  </a:extLst>
                </p14:cNvPr>
                <p14:cNvContentPartPr/>
                <p14:nvPr/>
              </p14:nvContentPartPr>
              <p14:xfrm>
                <a:off x="3353940" y="4203008"/>
                <a:ext cx="147960" cy="936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64C64685-DA33-87AB-83E3-1161AD7DD292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3345300" y="4194008"/>
                  <a:ext cx="16560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E692C4F4-9C84-9DE8-47E8-EC38CD211949}"/>
              </a:ext>
            </a:extLst>
          </p:cNvPr>
          <p:cNvGrpSpPr/>
          <p:nvPr/>
        </p:nvGrpSpPr>
        <p:grpSpPr>
          <a:xfrm>
            <a:off x="3017340" y="3598928"/>
            <a:ext cx="437760" cy="117360"/>
            <a:chOff x="3017340" y="3598928"/>
            <a:chExt cx="437760" cy="11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7AD82113-B3BA-E4E1-D611-8E53346AA5CE}"/>
                    </a:ext>
                  </a:extLst>
                </p14:cNvPr>
                <p14:cNvContentPartPr/>
                <p14:nvPr/>
              </p14:nvContentPartPr>
              <p14:xfrm>
                <a:off x="3017340" y="3598928"/>
                <a:ext cx="162000" cy="1173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7AD82113-B3BA-E4E1-D611-8E53346AA5CE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3008340" y="3589928"/>
                  <a:ext cx="1796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F5C4FB3-8140-9CA8-D65F-881C41EAF534}"/>
                    </a:ext>
                  </a:extLst>
                </p14:cNvPr>
                <p14:cNvContentPartPr/>
                <p14:nvPr/>
              </p14:nvContentPartPr>
              <p14:xfrm>
                <a:off x="3257460" y="3669488"/>
                <a:ext cx="78120" cy="90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F5C4FB3-8140-9CA8-D65F-881C41EAF534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3248460" y="3660848"/>
                  <a:ext cx="957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7AC0077E-11DA-A413-FC6F-1388D4BFCE82}"/>
                    </a:ext>
                  </a:extLst>
                </p14:cNvPr>
                <p14:cNvContentPartPr/>
                <p14:nvPr/>
              </p14:nvContentPartPr>
              <p14:xfrm>
                <a:off x="3376980" y="3600368"/>
                <a:ext cx="78120" cy="1148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7AC0077E-11DA-A413-FC6F-1388D4BFCE82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3367980" y="3591368"/>
                  <a:ext cx="95760" cy="13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3506AB67-5A13-AF09-EF83-10849920A1EC}"/>
              </a:ext>
            </a:extLst>
          </p:cNvPr>
          <p:cNvGrpSpPr/>
          <p:nvPr/>
        </p:nvGrpSpPr>
        <p:grpSpPr>
          <a:xfrm>
            <a:off x="3709260" y="3610088"/>
            <a:ext cx="2868480" cy="578880"/>
            <a:chOff x="3709260" y="3610088"/>
            <a:chExt cx="2868480" cy="57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DE6626F-5A17-83CC-0E8C-EE8C635E2F75}"/>
                    </a:ext>
                  </a:extLst>
                </p14:cNvPr>
                <p14:cNvContentPartPr/>
                <p14:nvPr/>
              </p14:nvContentPartPr>
              <p14:xfrm>
                <a:off x="3709260" y="3865328"/>
                <a:ext cx="237240" cy="2289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DE6626F-5A17-83CC-0E8C-EE8C635E2F75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3700620" y="3856328"/>
                  <a:ext cx="2548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5E52827A-5DAA-AD99-444B-6B5227186E97}"/>
                    </a:ext>
                  </a:extLst>
                </p14:cNvPr>
                <p14:cNvContentPartPr/>
                <p14:nvPr/>
              </p14:nvContentPartPr>
              <p14:xfrm>
                <a:off x="3798540" y="3893048"/>
                <a:ext cx="124200" cy="2329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5E52827A-5DAA-AD99-444B-6B5227186E97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3789540" y="3884048"/>
                  <a:ext cx="1418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B11066D8-DA49-462F-AAAC-4CF9C42C3742}"/>
                    </a:ext>
                  </a:extLst>
                </p14:cNvPr>
                <p14:cNvContentPartPr/>
                <p14:nvPr/>
              </p14:nvContentPartPr>
              <p14:xfrm>
                <a:off x="4048740" y="4109408"/>
                <a:ext cx="23040" cy="795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B11066D8-DA49-462F-AAAC-4CF9C42C3742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4040100" y="4100768"/>
                  <a:ext cx="406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CF7254AC-CD88-E86B-CEB4-0AB3CD54B639}"/>
                    </a:ext>
                  </a:extLst>
                </p14:cNvPr>
                <p14:cNvContentPartPr/>
                <p14:nvPr/>
              </p14:nvContentPartPr>
              <p14:xfrm>
                <a:off x="4172580" y="3824648"/>
                <a:ext cx="72720" cy="3265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CF7254AC-CD88-E86B-CEB4-0AB3CD54B639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4163940" y="3815648"/>
                  <a:ext cx="9036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AE8CA82F-D75D-19C0-F31D-B291688195C7}"/>
                    </a:ext>
                  </a:extLst>
                </p14:cNvPr>
                <p14:cNvContentPartPr/>
                <p14:nvPr/>
              </p14:nvContentPartPr>
              <p14:xfrm>
                <a:off x="4343220" y="4005368"/>
                <a:ext cx="182160" cy="1252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AE8CA82F-D75D-19C0-F31D-B291688195C7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4334220" y="3996728"/>
                  <a:ext cx="1998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290C0176-F9A2-6974-C933-910E3D1D0A12}"/>
                    </a:ext>
                  </a:extLst>
                </p14:cNvPr>
                <p14:cNvContentPartPr/>
                <p14:nvPr/>
              </p14:nvContentPartPr>
              <p14:xfrm>
                <a:off x="4499100" y="3839408"/>
                <a:ext cx="111600" cy="1717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290C0176-F9A2-6974-C933-910E3D1D0A12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4490100" y="3830408"/>
                  <a:ext cx="1292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38B399F5-A53A-3E15-0596-791F5622D12C}"/>
                    </a:ext>
                  </a:extLst>
                </p14:cNvPr>
                <p14:cNvContentPartPr/>
                <p14:nvPr/>
              </p14:nvContentPartPr>
              <p14:xfrm>
                <a:off x="4483620" y="3735368"/>
                <a:ext cx="3600" cy="10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38B399F5-A53A-3E15-0596-791F5622D12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74620" y="3726368"/>
                  <a:ext cx="212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FE2C476C-2560-056A-513D-C60AD127C211}"/>
                    </a:ext>
                  </a:extLst>
                </p14:cNvPr>
                <p14:cNvContentPartPr/>
                <p14:nvPr/>
              </p14:nvContentPartPr>
              <p14:xfrm>
                <a:off x="4613580" y="3662288"/>
                <a:ext cx="119160" cy="2397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FE2C476C-2560-056A-513D-C60AD127C211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4604940" y="3653288"/>
                  <a:ext cx="1368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18024B28-A714-FA5A-AF16-4B1379515F64}"/>
                    </a:ext>
                  </a:extLst>
                </p14:cNvPr>
                <p14:cNvContentPartPr/>
                <p14:nvPr/>
              </p14:nvContentPartPr>
              <p14:xfrm>
                <a:off x="4764420" y="3761648"/>
                <a:ext cx="201600" cy="835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18024B28-A714-FA5A-AF16-4B1379515F64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4755420" y="3753008"/>
                  <a:ext cx="2192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9D36FA1F-F7AD-AB2B-FEAF-8A997549352C}"/>
                    </a:ext>
                  </a:extLst>
                </p14:cNvPr>
                <p14:cNvContentPartPr/>
                <p14:nvPr/>
              </p14:nvContentPartPr>
              <p14:xfrm>
                <a:off x="5046300" y="3852368"/>
                <a:ext cx="55800" cy="698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9D36FA1F-F7AD-AB2B-FEAF-8A997549352C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5037300" y="3843368"/>
                  <a:ext cx="734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C20592EC-FC6A-ECE6-5F6D-B6C8E1E08865}"/>
                    </a:ext>
                  </a:extLst>
                </p14:cNvPr>
                <p14:cNvContentPartPr/>
                <p14:nvPr/>
              </p14:nvContentPartPr>
              <p14:xfrm>
                <a:off x="5241780" y="3793688"/>
                <a:ext cx="83880" cy="147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C20592EC-FC6A-ECE6-5F6D-B6C8E1E08865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5232780" y="3784688"/>
                  <a:ext cx="1015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7605C587-3809-F9AC-BF94-46384F105C1D}"/>
                    </a:ext>
                  </a:extLst>
                </p14:cNvPr>
                <p14:cNvContentPartPr/>
                <p14:nvPr/>
              </p14:nvContentPartPr>
              <p14:xfrm>
                <a:off x="5392620" y="3723128"/>
                <a:ext cx="143280" cy="1072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7605C587-3809-F9AC-BF94-46384F105C1D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5383980" y="3714128"/>
                  <a:ext cx="1609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AEF4CE7-30C2-45CA-27D3-9AC1DA29B87E}"/>
                    </a:ext>
                  </a:extLst>
                </p14:cNvPr>
                <p14:cNvContentPartPr/>
                <p14:nvPr/>
              </p14:nvContentPartPr>
              <p14:xfrm>
                <a:off x="5564700" y="3770648"/>
                <a:ext cx="45360" cy="705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AEF4CE7-30C2-45CA-27D3-9AC1DA29B87E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5556060" y="3762008"/>
                  <a:ext cx="630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EF870779-243F-975C-F6E9-D5818BBAEE68}"/>
                    </a:ext>
                  </a:extLst>
                </p14:cNvPr>
                <p14:cNvContentPartPr/>
                <p14:nvPr/>
              </p14:nvContentPartPr>
              <p14:xfrm>
                <a:off x="5637060" y="3771728"/>
                <a:ext cx="30240" cy="572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EF870779-243F-975C-F6E9-D5818BBAEE68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5628060" y="3762728"/>
                  <a:ext cx="478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CC83E6B2-E8E5-E3ED-EDA5-7CC62AC93122}"/>
                    </a:ext>
                  </a:extLst>
                </p14:cNvPr>
                <p14:cNvContentPartPr/>
                <p14:nvPr/>
              </p14:nvContentPartPr>
              <p14:xfrm>
                <a:off x="5455980" y="3684968"/>
                <a:ext cx="155160" cy="244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CC83E6B2-E8E5-E3ED-EDA5-7CC62AC93122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5447340" y="3676328"/>
                  <a:ext cx="1728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8CE0A892-CA04-AF10-EAD1-55B486ED0FB5}"/>
                    </a:ext>
                  </a:extLst>
                </p14:cNvPr>
                <p14:cNvContentPartPr/>
                <p14:nvPr/>
              </p14:nvContentPartPr>
              <p14:xfrm>
                <a:off x="5761620" y="3778568"/>
                <a:ext cx="72360" cy="666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8CE0A892-CA04-AF10-EAD1-55B486ED0FB5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5752620" y="3769568"/>
                  <a:ext cx="900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F42559A4-0F55-546C-77A0-E06DBF28F8FD}"/>
                    </a:ext>
                  </a:extLst>
                </p14:cNvPr>
                <p14:cNvContentPartPr/>
                <p14:nvPr/>
              </p14:nvContentPartPr>
              <p14:xfrm>
                <a:off x="5733540" y="3674888"/>
                <a:ext cx="18000" cy="36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F42559A4-0F55-546C-77A0-E06DBF28F8FD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5724900" y="3665888"/>
                  <a:ext cx="356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3D3E4ECB-A363-8F2E-368A-8252A5BF9C9D}"/>
                    </a:ext>
                  </a:extLst>
                </p14:cNvPr>
                <p14:cNvContentPartPr/>
                <p14:nvPr/>
              </p14:nvContentPartPr>
              <p14:xfrm>
                <a:off x="5787540" y="3610088"/>
                <a:ext cx="157320" cy="2174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3D3E4ECB-A363-8F2E-368A-8252A5BF9C9D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5778900" y="3601088"/>
                  <a:ext cx="1749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EC491204-DB11-8036-05A8-1BAC4BE11520}"/>
                    </a:ext>
                  </a:extLst>
                </p14:cNvPr>
                <p14:cNvContentPartPr/>
                <p14:nvPr/>
              </p14:nvContentPartPr>
              <p14:xfrm>
                <a:off x="6040980" y="3678128"/>
                <a:ext cx="81360" cy="2023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EC491204-DB11-8036-05A8-1BAC4BE11520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6031980" y="3669128"/>
                  <a:ext cx="990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0F05D509-2A66-3CC0-8AA2-6C3DFC35161E}"/>
                    </a:ext>
                  </a:extLst>
                </p14:cNvPr>
                <p14:cNvContentPartPr/>
                <p14:nvPr/>
              </p14:nvContentPartPr>
              <p14:xfrm>
                <a:off x="6145020" y="3735728"/>
                <a:ext cx="205920" cy="1382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0F05D509-2A66-3CC0-8AA2-6C3DFC35161E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6136380" y="3727088"/>
                  <a:ext cx="2235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BF89B3B7-C2DC-029D-5BB1-A3EA9482196F}"/>
                    </a:ext>
                  </a:extLst>
                </p14:cNvPr>
                <p14:cNvContentPartPr/>
                <p14:nvPr/>
              </p14:nvContentPartPr>
              <p14:xfrm>
                <a:off x="6399180" y="3662648"/>
                <a:ext cx="178560" cy="4528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BF89B3B7-C2DC-029D-5BB1-A3EA9482196F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6390540" y="3653648"/>
                  <a:ext cx="196200" cy="47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9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FBCFD782-9BCD-C180-60AE-744C2C2DE345}"/>
                  </a:ext>
                </a:extLst>
              </p14:cNvPr>
              <p14:cNvContentPartPr/>
              <p14:nvPr/>
            </p14:nvContentPartPr>
            <p14:xfrm>
              <a:off x="688500" y="1500848"/>
              <a:ext cx="5115960" cy="10512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FBCFD782-9BCD-C180-60AE-744C2C2DE345}"/>
                  </a:ext>
                </a:extLst>
              </p:cNvPr>
              <p:cNvPicPr/>
              <p:nvPr/>
            </p:nvPicPr>
            <p:blipFill>
              <a:blip r:embed="rId520"/>
              <a:stretch>
                <a:fillRect/>
              </a:stretch>
            </p:blipFill>
            <p:spPr>
              <a:xfrm>
                <a:off x="679500" y="1492208"/>
                <a:ext cx="513360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1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A78E4092-9E43-CC0E-695B-A9C04D0F232C}"/>
                  </a:ext>
                </a:extLst>
              </p14:cNvPr>
              <p14:cNvContentPartPr/>
              <p14:nvPr/>
            </p14:nvContentPartPr>
            <p14:xfrm>
              <a:off x="713340" y="2518928"/>
              <a:ext cx="975240" cy="1116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A78E4092-9E43-CC0E-695B-A9C04D0F232C}"/>
                  </a:ext>
                </a:extLst>
              </p:cNvPr>
              <p:cNvPicPr/>
              <p:nvPr/>
            </p:nvPicPr>
            <p:blipFill>
              <a:blip r:embed="rId522"/>
              <a:stretch>
                <a:fillRect/>
              </a:stretch>
            </p:blipFill>
            <p:spPr>
              <a:xfrm>
                <a:off x="704700" y="2510288"/>
                <a:ext cx="99288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3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D39FD0D0-EC87-3A44-77A6-E34124A6F034}"/>
                  </a:ext>
                </a:extLst>
              </p14:cNvPr>
              <p14:cNvContentPartPr/>
              <p14:nvPr/>
            </p14:nvContentPartPr>
            <p14:xfrm>
              <a:off x="2577420" y="4270328"/>
              <a:ext cx="3958560" cy="11376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D39FD0D0-EC87-3A44-77A6-E34124A6F034}"/>
                  </a:ext>
                </a:extLst>
              </p:cNvPr>
              <p:cNvPicPr/>
              <p:nvPr/>
            </p:nvPicPr>
            <p:blipFill>
              <a:blip r:embed="rId524"/>
              <a:stretch>
                <a:fillRect/>
              </a:stretch>
            </p:blipFill>
            <p:spPr>
              <a:xfrm>
                <a:off x="2568420" y="4261328"/>
                <a:ext cx="3976200" cy="1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1" name="Group 290">
            <a:extLst>
              <a:ext uri="{FF2B5EF4-FFF2-40B4-BE49-F238E27FC236}">
                <a16:creationId xmlns:a16="http://schemas.microsoft.com/office/drawing/2014/main" id="{88C29BDE-E137-5953-EC82-06BA6668DD80}"/>
              </a:ext>
            </a:extLst>
          </p:cNvPr>
          <p:cNvGrpSpPr/>
          <p:nvPr/>
        </p:nvGrpSpPr>
        <p:grpSpPr>
          <a:xfrm>
            <a:off x="269820" y="2690648"/>
            <a:ext cx="1024200" cy="699840"/>
            <a:chOff x="269820" y="2690648"/>
            <a:chExt cx="1024200" cy="69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5E11D776-6677-3BF9-4118-C352D584E12A}"/>
                    </a:ext>
                  </a:extLst>
                </p14:cNvPr>
                <p14:cNvContentPartPr/>
                <p14:nvPr/>
              </p14:nvContentPartPr>
              <p14:xfrm>
                <a:off x="738180" y="2746808"/>
                <a:ext cx="146880" cy="29988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5E11D776-6677-3BF9-4118-C352D584E12A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729540" y="2737808"/>
                  <a:ext cx="1645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EE276AF5-A89B-592A-0997-D2B08DB6FBE1}"/>
                    </a:ext>
                  </a:extLst>
                </p14:cNvPr>
                <p14:cNvContentPartPr/>
                <p14:nvPr/>
              </p14:nvContentPartPr>
              <p14:xfrm>
                <a:off x="795060" y="2690648"/>
                <a:ext cx="135000" cy="1418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EE276AF5-A89B-592A-0997-D2B08DB6FBE1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786420" y="2681648"/>
                  <a:ext cx="1526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36C3607F-E493-CD6D-6FAA-16465C7BB291}"/>
                    </a:ext>
                  </a:extLst>
                </p14:cNvPr>
                <p14:cNvContentPartPr/>
                <p14:nvPr/>
              </p14:nvContentPartPr>
              <p14:xfrm>
                <a:off x="304020" y="3163688"/>
                <a:ext cx="12240" cy="1191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36C3607F-E493-CD6D-6FAA-16465C7BB291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295380" y="3155048"/>
                  <a:ext cx="298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B8FDC3FC-9A9D-2302-974C-D4CCDCD2E10E}"/>
                    </a:ext>
                  </a:extLst>
                </p14:cNvPr>
                <p14:cNvContentPartPr/>
                <p14:nvPr/>
              </p14:nvContentPartPr>
              <p14:xfrm>
                <a:off x="269820" y="3157928"/>
                <a:ext cx="167400" cy="1422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B8FDC3FC-9A9D-2302-974C-D4CCDCD2E10E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261180" y="3148928"/>
                  <a:ext cx="1850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B26301FF-1C6C-50D5-82CE-E763E6A23E12}"/>
                    </a:ext>
                  </a:extLst>
                </p14:cNvPr>
                <p14:cNvContentPartPr/>
                <p14:nvPr/>
              </p14:nvContentPartPr>
              <p14:xfrm>
                <a:off x="493380" y="3195008"/>
                <a:ext cx="36000" cy="849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B26301FF-1C6C-50D5-82CE-E763E6A23E12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484740" y="3186368"/>
                  <a:ext cx="536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BBDE79EC-887B-6CAD-BAD6-3288C4635EE6}"/>
                    </a:ext>
                  </a:extLst>
                </p14:cNvPr>
                <p14:cNvContentPartPr/>
                <p14:nvPr/>
              </p14:nvContentPartPr>
              <p14:xfrm>
                <a:off x="410580" y="3159008"/>
                <a:ext cx="150480" cy="158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BBDE79EC-887B-6CAD-BAD6-3288C4635EE6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401940" y="3150008"/>
                  <a:ext cx="1681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56F0C26B-950A-6B95-3949-916D9DC81D34}"/>
                    </a:ext>
                  </a:extLst>
                </p14:cNvPr>
                <p14:cNvContentPartPr/>
                <p14:nvPr/>
              </p14:nvContentPartPr>
              <p14:xfrm>
                <a:off x="633780" y="3241808"/>
                <a:ext cx="14760" cy="705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56F0C26B-950A-6B95-3949-916D9DC81D34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624780" y="3232808"/>
                  <a:ext cx="324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2DEDD03A-DD16-DB57-52F7-88434745EBBB}"/>
                    </a:ext>
                  </a:extLst>
                </p14:cNvPr>
                <p14:cNvContentPartPr/>
                <p14:nvPr/>
              </p14:nvContentPartPr>
              <p14:xfrm>
                <a:off x="597420" y="3157928"/>
                <a:ext cx="110880" cy="165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2DEDD03A-DD16-DB57-52F7-88434745EBBB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588420" y="3149288"/>
                  <a:ext cx="1285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6A008327-D3B1-4B4A-961B-DFCDDD479B6B}"/>
                    </a:ext>
                  </a:extLst>
                </p14:cNvPr>
                <p14:cNvContentPartPr/>
                <p14:nvPr/>
              </p14:nvContentPartPr>
              <p14:xfrm>
                <a:off x="612900" y="3233888"/>
                <a:ext cx="87840" cy="104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6A008327-D3B1-4B4A-961B-DFCDDD479B6B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603900" y="3224888"/>
                  <a:ext cx="1054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D967F3AE-8B20-C84C-15F0-DB5A7924750D}"/>
                    </a:ext>
                  </a:extLst>
                </p14:cNvPr>
                <p14:cNvContentPartPr/>
                <p14:nvPr/>
              </p14:nvContentPartPr>
              <p14:xfrm>
                <a:off x="831060" y="3210488"/>
                <a:ext cx="37080" cy="8892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D967F3AE-8B20-C84C-15F0-DB5A7924750D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822420" y="3201848"/>
                  <a:ext cx="547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8555E18F-FB89-7209-6EFD-2DCB5C58F4BE}"/>
                    </a:ext>
                  </a:extLst>
                </p14:cNvPr>
                <p14:cNvContentPartPr/>
                <p14:nvPr/>
              </p14:nvContentPartPr>
              <p14:xfrm>
                <a:off x="732420" y="3160088"/>
                <a:ext cx="182160" cy="2160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8555E18F-FB89-7209-6EFD-2DCB5C58F4BE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723420" y="3151448"/>
                  <a:ext cx="1998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B23E7FC4-4FB7-01EF-C08F-D2280FD7827C}"/>
                    </a:ext>
                  </a:extLst>
                </p14:cNvPr>
                <p14:cNvContentPartPr/>
                <p14:nvPr/>
              </p14:nvContentPartPr>
              <p14:xfrm>
                <a:off x="1060380" y="3235328"/>
                <a:ext cx="106920" cy="6480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B23E7FC4-4FB7-01EF-C08F-D2280FD7827C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1051740" y="3226328"/>
                  <a:ext cx="1245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44F94023-2327-0ED8-FA6B-B61E37BF92AB}"/>
                    </a:ext>
                  </a:extLst>
                </p14:cNvPr>
                <p14:cNvContentPartPr/>
                <p14:nvPr/>
              </p14:nvContentPartPr>
              <p14:xfrm>
                <a:off x="1196820" y="3077648"/>
                <a:ext cx="81360" cy="31284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44F94023-2327-0ED8-FA6B-B61E37BF92AB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1188180" y="3068648"/>
                  <a:ext cx="990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E67DC38A-2AA4-CF82-DDD7-32411C220D21}"/>
                    </a:ext>
                  </a:extLst>
                </p14:cNvPr>
                <p14:cNvContentPartPr/>
                <p14:nvPr/>
              </p14:nvContentPartPr>
              <p14:xfrm>
                <a:off x="1192500" y="3268808"/>
                <a:ext cx="101520" cy="147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E67DC38A-2AA4-CF82-DDD7-32411C220D21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1183500" y="3260168"/>
                  <a:ext cx="11916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83BD4DC9-9F41-0CA2-49C9-DA12712CC553}"/>
              </a:ext>
            </a:extLst>
          </p:cNvPr>
          <p:cNvGrpSpPr/>
          <p:nvPr/>
        </p:nvGrpSpPr>
        <p:grpSpPr>
          <a:xfrm>
            <a:off x="330660" y="3502448"/>
            <a:ext cx="1010520" cy="966240"/>
            <a:chOff x="330660" y="3502448"/>
            <a:chExt cx="1010520" cy="96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34E40036-2983-FE24-4B08-5EA178234E7B}"/>
                    </a:ext>
                  </a:extLst>
                </p14:cNvPr>
                <p14:cNvContentPartPr/>
                <p14:nvPr/>
              </p14:nvContentPartPr>
              <p14:xfrm>
                <a:off x="330660" y="3502448"/>
                <a:ext cx="111960" cy="2070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34E40036-2983-FE24-4B08-5EA178234E7B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321660" y="3493448"/>
                  <a:ext cx="1296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C32156DD-2321-76D1-E10B-81BE06C3756B}"/>
                    </a:ext>
                  </a:extLst>
                </p14:cNvPr>
                <p14:cNvContentPartPr/>
                <p14:nvPr/>
              </p14:nvContentPartPr>
              <p14:xfrm>
                <a:off x="475380" y="3584888"/>
                <a:ext cx="100800" cy="943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C32156DD-2321-76D1-E10B-81BE06C3756B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466380" y="3576248"/>
                  <a:ext cx="1184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9EAEEEAD-5269-5AA1-11CF-22E651119E73}"/>
                    </a:ext>
                  </a:extLst>
                </p14:cNvPr>
                <p14:cNvContentPartPr/>
                <p14:nvPr/>
              </p14:nvContentPartPr>
              <p14:xfrm>
                <a:off x="602460" y="3570488"/>
                <a:ext cx="198000" cy="885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9EAEEEAD-5269-5AA1-11CF-22E651119E73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593820" y="3561848"/>
                  <a:ext cx="2156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49C80694-30DE-7E3B-B7C9-8680DD445DFC}"/>
                    </a:ext>
                  </a:extLst>
                </p14:cNvPr>
                <p14:cNvContentPartPr/>
                <p14:nvPr/>
              </p14:nvContentPartPr>
              <p14:xfrm>
                <a:off x="841500" y="3598568"/>
                <a:ext cx="166320" cy="4788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49C80694-30DE-7E3B-B7C9-8680DD445DFC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832500" y="3589928"/>
                  <a:ext cx="1839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B395AB85-06A5-EE3D-2023-541C4BE2166D}"/>
                    </a:ext>
                  </a:extLst>
                </p14:cNvPr>
                <p14:cNvContentPartPr/>
                <p14:nvPr/>
              </p14:nvContentPartPr>
              <p14:xfrm>
                <a:off x="368820" y="3869648"/>
                <a:ext cx="124920" cy="1263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B395AB85-06A5-EE3D-2023-541C4BE2166D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359820" y="3861008"/>
                  <a:ext cx="1425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C0BA19C7-1BF3-4AF3-3C7B-9FF0FBDEE35F}"/>
                    </a:ext>
                  </a:extLst>
                </p14:cNvPr>
                <p14:cNvContentPartPr/>
                <p14:nvPr/>
              </p14:nvContentPartPr>
              <p14:xfrm>
                <a:off x="529020" y="3911768"/>
                <a:ext cx="317880" cy="626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C0BA19C7-1BF3-4AF3-3C7B-9FF0FBDEE35F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520020" y="3903128"/>
                  <a:ext cx="3355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2357C51D-EA2B-C8D7-BB81-2CD894DAD7C6}"/>
                    </a:ext>
                  </a:extLst>
                </p14:cNvPr>
                <p14:cNvContentPartPr/>
                <p14:nvPr/>
              </p14:nvContentPartPr>
              <p14:xfrm>
                <a:off x="887220" y="3848408"/>
                <a:ext cx="104760" cy="19368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2357C51D-EA2B-C8D7-BB81-2CD894DAD7C6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878220" y="3839408"/>
                  <a:ext cx="1224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27329188-778F-F2EE-5348-4AA3E38E1673}"/>
                    </a:ext>
                  </a:extLst>
                </p14:cNvPr>
                <p14:cNvContentPartPr/>
                <p14:nvPr/>
              </p14:nvContentPartPr>
              <p14:xfrm>
                <a:off x="961020" y="3755528"/>
                <a:ext cx="184680" cy="1843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27329188-778F-F2EE-5348-4AA3E38E1673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952020" y="3746528"/>
                  <a:ext cx="2023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BFDB07EF-E5C1-EFF1-D3EB-CCFE3D961BC5}"/>
                    </a:ext>
                  </a:extLst>
                </p14:cNvPr>
                <p14:cNvContentPartPr/>
                <p14:nvPr/>
              </p14:nvContentPartPr>
              <p14:xfrm>
                <a:off x="1166220" y="3823568"/>
                <a:ext cx="56520" cy="11520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BFDB07EF-E5C1-EFF1-D3EB-CCFE3D961BC5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1157580" y="3814928"/>
                  <a:ext cx="741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7CE7D5E8-2630-6E67-1C8E-EAE9503AABA2}"/>
                    </a:ext>
                  </a:extLst>
                </p14:cNvPr>
                <p14:cNvContentPartPr/>
                <p14:nvPr/>
              </p14:nvContentPartPr>
              <p14:xfrm>
                <a:off x="1236780" y="3683888"/>
                <a:ext cx="104400" cy="23904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7CE7D5E8-2630-6E67-1C8E-EAE9503AABA2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1228140" y="3675248"/>
                  <a:ext cx="1220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431B962D-5E13-E13C-A573-DF2E1E582725}"/>
                    </a:ext>
                  </a:extLst>
                </p14:cNvPr>
                <p14:cNvContentPartPr/>
                <p14:nvPr/>
              </p14:nvContentPartPr>
              <p14:xfrm>
                <a:off x="1155060" y="3828968"/>
                <a:ext cx="3600" cy="2160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431B962D-5E13-E13C-A573-DF2E1E582725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1146420" y="3819968"/>
                  <a:ext cx="212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2273E39C-78F8-681E-AAAA-710E36A581C6}"/>
                    </a:ext>
                  </a:extLst>
                </p14:cNvPr>
                <p14:cNvContentPartPr/>
                <p14:nvPr/>
              </p14:nvContentPartPr>
              <p14:xfrm>
                <a:off x="443700" y="4270328"/>
                <a:ext cx="84600" cy="10440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2273E39C-78F8-681E-AAAA-710E36A581C6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435060" y="4261688"/>
                  <a:ext cx="1022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BC5C0789-886A-BB6A-011A-A42FE5209B1D}"/>
                    </a:ext>
                  </a:extLst>
                </p14:cNvPr>
                <p14:cNvContentPartPr/>
                <p14:nvPr/>
              </p14:nvContentPartPr>
              <p14:xfrm>
                <a:off x="602460" y="4322528"/>
                <a:ext cx="1080" cy="1368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BC5C0789-886A-BB6A-011A-A42FE5209B1D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593820" y="4313528"/>
                  <a:ext cx="187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A8D0152F-548A-BA4C-23D1-9270603989B3}"/>
                    </a:ext>
                  </a:extLst>
                </p14:cNvPr>
                <p14:cNvContentPartPr/>
                <p14:nvPr/>
              </p14:nvContentPartPr>
              <p14:xfrm>
                <a:off x="571500" y="4187528"/>
                <a:ext cx="14040" cy="612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A8D0152F-548A-BA4C-23D1-9270603989B3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562500" y="4178528"/>
                  <a:ext cx="316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83B2952E-B786-3775-98A5-AF840E1FAE9D}"/>
                    </a:ext>
                  </a:extLst>
                </p14:cNvPr>
                <p14:cNvContentPartPr/>
                <p14:nvPr/>
              </p14:nvContentPartPr>
              <p14:xfrm>
                <a:off x="653940" y="4270688"/>
                <a:ext cx="104760" cy="19800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83B2952E-B786-3775-98A5-AF840E1FAE9D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644940" y="4261688"/>
                  <a:ext cx="1224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DA47C1B5-48D7-E731-BEC3-03F99A5D1EC8}"/>
                    </a:ext>
                  </a:extLst>
                </p14:cNvPr>
                <p14:cNvContentPartPr/>
                <p14:nvPr/>
              </p14:nvContentPartPr>
              <p14:xfrm>
                <a:off x="788220" y="4306688"/>
                <a:ext cx="105840" cy="1152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DA47C1B5-48D7-E731-BEC3-03F99A5D1EC8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779220" y="4297688"/>
                  <a:ext cx="1234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3D0B4224-70AB-CDD1-C60D-5B613F22D04D}"/>
                    </a:ext>
                  </a:extLst>
                </p14:cNvPr>
                <p14:cNvContentPartPr/>
                <p14:nvPr/>
              </p14:nvContentPartPr>
              <p14:xfrm>
                <a:off x="996300" y="4089248"/>
                <a:ext cx="182880" cy="2408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3D0B4224-70AB-CDD1-C60D-5B613F22D04D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987300" y="4080248"/>
                  <a:ext cx="2005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260208A6-DE6E-9609-64A7-E8744AE939CD}"/>
                    </a:ext>
                  </a:extLst>
                </p14:cNvPr>
                <p14:cNvContentPartPr/>
                <p14:nvPr/>
              </p14:nvContentPartPr>
              <p14:xfrm>
                <a:off x="810180" y="4301648"/>
                <a:ext cx="105480" cy="385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260208A6-DE6E-9609-64A7-E8744AE939CD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801540" y="4293008"/>
                  <a:ext cx="12312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72424E44-D03A-A6DF-0ADE-DABBF54A684D}"/>
              </a:ext>
            </a:extLst>
          </p:cNvPr>
          <p:cNvGrpSpPr/>
          <p:nvPr/>
        </p:nvGrpSpPr>
        <p:grpSpPr>
          <a:xfrm>
            <a:off x="4919940" y="4144688"/>
            <a:ext cx="1501560" cy="651600"/>
            <a:chOff x="4919940" y="4144688"/>
            <a:chExt cx="1501560" cy="65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608BC6BB-20AF-FD51-33E2-8FB80262ABB0}"/>
                    </a:ext>
                  </a:extLst>
                </p14:cNvPr>
                <p14:cNvContentPartPr/>
                <p14:nvPr/>
              </p14:nvContentPartPr>
              <p14:xfrm>
                <a:off x="4919940" y="4144688"/>
                <a:ext cx="280800" cy="3888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608BC6BB-20AF-FD51-33E2-8FB80262ABB0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4910940" y="4136048"/>
                  <a:ext cx="29844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8986D64C-63E8-21ED-9A94-CB828BEC7A68}"/>
                    </a:ext>
                  </a:extLst>
                </p14:cNvPr>
                <p14:cNvContentPartPr/>
                <p14:nvPr/>
              </p14:nvContentPartPr>
              <p14:xfrm>
                <a:off x="5387580" y="4644728"/>
                <a:ext cx="45720" cy="1173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8986D64C-63E8-21ED-9A94-CB828BEC7A68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5378580" y="4635728"/>
                  <a:ext cx="633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3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CCF48485-D1FC-D6D5-7435-E9532528FE21}"/>
                    </a:ext>
                  </a:extLst>
                </p14:cNvPr>
                <p14:cNvContentPartPr/>
                <p14:nvPr/>
              </p14:nvContentPartPr>
              <p14:xfrm>
                <a:off x="5345820" y="4586768"/>
                <a:ext cx="167040" cy="20952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CCF48485-D1FC-D6D5-7435-E9532528FE21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5337180" y="4577768"/>
                  <a:ext cx="1846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5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C32C8400-000E-E647-729E-9555D9396EFE}"/>
                    </a:ext>
                  </a:extLst>
                </p14:cNvPr>
                <p14:cNvContentPartPr/>
                <p14:nvPr/>
              </p14:nvContentPartPr>
              <p14:xfrm>
                <a:off x="5590260" y="4660208"/>
                <a:ext cx="22680" cy="842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C32C8400-000E-E647-729E-9555D9396EFE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5581260" y="4651208"/>
                  <a:ext cx="403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7FBC5C9A-FF5E-29E9-6533-D62500FCC7D1}"/>
                    </a:ext>
                  </a:extLst>
                </p14:cNvPr>
                <p14:cNvContentPartPr/>
                <p14:nvPr/>
              </p14:nvContentPartPr>
              <p14:xfrm>
                <a:off x="5467500" y="4587128"/>
                <a:ext cx="180000" cy="187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7FBC5C9A-FF5E-29E9-6533-D62500FCC7D1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5458860" y="4578128"/>
                  <a:ext cx="1976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2A6DF209-2C8B-F4C2-6CF3-DF81FB93AF26}"/>
                    </a:ext>
                  </a:extLst>
                </p14:cNvPr>
                <p14:cNvContentPartPr/>
                <p14:nvPr/>
              </p14:nvContentPartPr>
              <p14:xfrm>
                <a:off x="5725260" y="4665248"/>
                <a:ext cx="37080" cy="7884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2A6DF209-2C8B-F4C2-6CF3-DF81FB93AF26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5716260" y="4656608"/>
                  <a:ext cx="547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1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580CDE04-07B7-749C-8B2F-D7C43707BF27}"/>
                    </a:ext>
                  </a:extLst>
                </p14:cNvPr>
                <p14:cNvContentPartPr/>
                <p14:nvPr/>
              </p14:nvContentPartPr>
              <p14:xfrm>
                <a:off x="5709780" y="4593968"/>
                <a:ext cx="96480" cy="248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580CDE04-07B7-749C-8B2F-D7C43707BF27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5700780" y="4585328"/>
                  <a:ext cx="1141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3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22057C6E-C108-86FE-6F04-4C59E8BD54ED}"/>
                    </a:ext>
                  </a:extLst>
                </p14:cNvPr>
                <p14:cNvContentPartPr/>
                <p14:nvPr/>
              </p14:nvContentPartPr>
              <p14:xfrm>
                <a:off x="5714820" y="4681088"/>
                <a:ext cx="95040" cy="432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22057C6E-C108-86FE-6F04-4C59E8BD54ED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5705820" y="4672088"/>
                  <a:ext cx="1126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5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5301C8A5-3BA3-C52A-CB32-1EC672841B15}"/>
                    </a:ext>
                  </a:extLst>
                </p14:cNvPr>
                <p14:cNvContentPartPr/>
                <p14:nvPr/>
              </p14:nvContentPartPr>
              <p14:xfrm>
                <a:off x="5955660" y="4660208"/>
                <a:ext cx="24120" cy="8712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5301C8A5-3BA3-C52A-CB32-1EC672841B15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5947020" y="4651208"/>
                  <a:ext cx="417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123A9C5A-960F-5993-0BE4-21A0B67E6499}"/>
                    </a:ext>
                  </a:extLst>
                </p14:cNvPr>
                <p14:cNvContentPartPr/>
                <p14:nvPr/>
              </p14:nvContentPartPr>
              <p14:xfrm>
                <a:off x="5824260" y="4580288"/>
                <a:ext cx="192240" cy="435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123A9C5A-960F-5993-0BE4-21A0B67E6499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5815620" y="4571648"/>
                  <a:ext cx="2098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9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5CC6E576-51F7-2ED1-47C2-E9E2958E203C}"/>
                    </a:ext>
                  </a:extLst>
                </p14:cNvPr>
                <p14:cNvContentPartPr/>
                <p14:nvPr/>
              </p14:nvContentPartPr>
              <p14:xfrm>
                <a:off x="6214140" y="4663808"/>
                <a:ext cx="93240" cy="8460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5CC6E576-51F7-2ED1-47C2-E9E2958E203C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6205500" y="4655168"/>
                  <a:ext cx="1108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1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C928C0F5-9FD5-3F24-2602-759E1CD18D32}"/>
                    </a:ext>
                  </a:extLst>
                </p14:cNvPr>
                <p14:cNvContentPartPr/>
                <p14:nvPr/>
              </p14:nvContentPartPr>
              <p14:xfrm>
                <a:off x="6330780" y="4543568"/>
                <a:ext cx="83520" cy="24768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C928C0F5-9FD5-3F24-2602-759E1CD18D32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6322140" y="4534928"/>
                  <a:ext cx="1011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3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9E6D6449-2704-8873-D358-41F6AB59CAA3}"/>
                    </a:ext>
                  </a:extLst>
                </p14:cNvPr>
                <p14:cNvContentPartPr/>
                <p14:nvPr/>
              </p14:nvContentPartPr>
              <p14:xfrm>
                <a:off x="6298380" y="4702688"/>
                <a:ext cx="123120" cy="1476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9E6D6449-2704-8873-D358-41F6AB59CAA3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6289740" y="4694048"/>
                  <a:ext cx="14076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01E4379E-8B40-7058-6220-7F6CAF3EEEEB}"/>
              </a:ext>
            </a:extLst>
          </p:cNvPr>
          <p:cNvGrpSpPr/>
          <p:nvPr/>
        </p:nvGrpSpPr>
        <p:grpSpPr>
          <a:xfrm>
            <a:off x="6695820" y="4340888"/>
            <a:ext cx="1930680" cy="502920"/>
            <a:chOff x="6695820" y="4340888"/>
            <a:chExt cx="1930680" cy="50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5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EDF3F576-4C53-C7DB-6D04-A7BA77163AD1}"/>
                    </a:ext>
                  </a:extLst>
                </p14:cNvPr>
                <p14:cNvContentPartPr/>
                <p14:nvPr/>
              </p14:nvContentPartPr>
              <p14:xfrm>
                <a:off x="6695820" y="4654088"/>
                <a:ext cx="84240" cy="5868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EDF3F576-4C53-C7DB-6D04-A7BA77163AD1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6687180" y="4645448"/>
                  <a:ext cx="1018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7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B362A0C1-A2BC-2AB9-33C7-EE51C7EE2992}"/>
                    </a:ext>
                  </a:extLst>
                </p14:cNvPr>
                <p14:cNvContentPartPr/>
                <p14:nvPr/>
              </p14:nvContentPartPr>
              <p14:xfrm>
                <a:off x="6800940" y="4592528"/>
                <a:ext cx="64800" cy="10944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B362A0C1-A2BC-2AB9-33C7-EE51C7EE2992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6792300" y="4583888"/>
                  <a:ext cx="824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9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F5913CFD-0F34-908B-C92E-F09BAB818C3D}"/>
                    </a:ext>
                  </a:extLst>
                </p14:cNvPr>
                <p14:cNvContentPartPr/>
                <p14:nvPr/>
              </p14:nvContentPartPr>
              <p14:xfrm>
                <a:off x="6926580" y="4675688"/>
                <a:ext cx="19800" cy="1836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F5913CFD-0F34-908B-C92E-F09BAB818C3D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6917580" y="4667048"/>
                  <a:ext cx="37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1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4F03ECF3-0C2E-3F7C-B0E9-243F5D90170D}"/>
                    </a:ext>
                  </a:extLst>
                </p14:cNvPr>
                <p14:cNvContentPartPr/>
                <p14:nvPr/>
              </p14:nvContentPartPr>
              <p14:xfrm>
                <a:off x="6873300" y="4535288"/>
                <a:ext cx="19800" cy="3636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4F03ECF3-0C2E-3F7C-B0E9-243F5D90170D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6864660" y="4526648"/>
                  <a:ext cx="374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3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D09A6825-25CE-55C9-C8EF-677A8F755B29}"/>
                    </a:ext>
                  </a:extLst>
                </p14:cNvPr>
                <p14:cNvContentPartPr/>
                <p14:nvPr/>
              </p14:nvContentPartPr>
              <p14:xfrm>
                <a:off x="7021980" y="4621688"/>
                <a:ext cx="101160" cy="22212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D09A6825-25CE-55C9-C8EF-677A8F755B29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7013340" y="4612688"/>
                  <a:ext cx="1188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5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032AD534-5E5B-1435-A138-468CD11E9035}"/>
                    </a:ext>
                  </a:extLst>
                </p14:cNvPr>
                <p14:cNvContentPartPr/>
                <p14:nvPr/>
              </p14:nvContentPartPr>
              <p14:xfrm>
                <a:off x="7154100" y="4659128"/>
                <a:ext cx="68760" cy="565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032AD534-5E5B-1435-A138-468CD11E9035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7145100" y="4650488"/>
                  <a:ext cx="864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7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E19EC86-7544-8767-7E70-99A1FEBF2345}"/>
                    </a:ext>
                  </a:extLst>
                </p14:cNvPr>
                <p14:cNvContentPartPr/>
                <p14:nvPr/>
              </p14:nvContentPartPr>
              <p14:xfrm>
                <a:off x="7065540" y="4483448"/>
                <a:ext cx="47520" cy="381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E19EC86-7544-8767-7E70-99A1FEBF2345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7056900" y="4474808"/>
                  <a:ext cx="651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9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3920A5F0-2FAA-4288-D2C8-538B24EE08EF}"/>
                    </a:ext>
                  </a:extLst>
                </p14:cNvPr>
                <p14:cNvContentPartPr/>
                <p14:nvPr/>
              </p14:nvContentPartPr>
              <p14:xfrm>
                <a:off x="7205940" y="4639328"/>
                <a:ext cx="121680" cy="615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3920A5F0-2FAA-4288-D2C8-538B24EE08EF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7196940" y="4630688"/>
                  <a:ext cx="1393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1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8D35B077-57DB-82A7-02BC-E55C0CD3090B}"/>
                    </a:ext>
                  </a:extLst>
                </p14:cNvPr>
                <p14:cNvContentPartPr/>
                <p14:nvPr/>
              </p14:nvContentPartPr>
              <p14:xfrm>
                <a:off x="7349220" y="4392008"/>
                <a:ext cx="310320" cy="32724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8D35B077-57DB-82A7-02BC-E55C0CD3090B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7340220" y="4383008"/>
                  <a:ext cx="32796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3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90800895-7221-3439-C8D6-86609085A836}"/>
                    </a:ext>
                  </a:extLst>
                </p14:cNvPr>
                <p14:cNvContentPartPr/>
                <p14:nvPr/>
              </p14:nvContentPartPr>
              <p14:xfrm>
                <a:off x="7806060" y="4596488"/>
                <a:ext cx="117360" cy="1429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90800895-7221-3439-C8D6-86609085A836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7797060" y="4587488"/>
                  <a:ext cx="1350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5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D831BDC9-4D53-4DBA-2621-991925F6E2D8}"/>
                    </a:ext>
                  </a:extLst>
                </p14:cNvPr>
                <p14:cNvContentPartPr/>
                <p14:nvPr/>
              </p14:nvContentPartPr>
              <p14:xfrm>
                <a:off x="7963380" y="4639328"/>
                <a:ext cx="7200" cy="5724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D831BDC9-4D53-4DBA-2621-991925F6E2D8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7954740" y="4630688"/>
                  <a:ext cx="248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8DC8E6B2-65B3-8729-B4EA-D83D4126990F}"/>
                    </a:ext>
                  </a:extLst>
                </p14:cNvPr>
                <p14:cNvContentPartPr/>
                <p14:nvPr/>
              </p14:nvContentPartPr>
              <p14:xfrm>
                <a:off x="7933140" y="4519808"/>
                <a:ext cx="18360" cy="4608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8DC8E6B2-65B3-8729-B4EA-D83D4126990F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7924500" y="4511168"/>
                  <a:ext cx="360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C274A6A5-8900-7604-2F46-213346E71401}"/>
                    </a:ext>
                  </a:extLst>
                </p14:cNvPr>
                <p14:cNvContentPartPr/>
                <p14:nvPr/>
              </p14:nvContentPartPr>
              <p14:xfrm>
                <a:off x="8040420" y="4582088"/>
                <a:ext cx="122400" cy="22284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C274A6A5-8900-7604-2F46-213346E71401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8031420" y="4573448"/>
                  <a:ext cx="1400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FE439635-45FE-E72D-8423-CA022A62480C}"/>
                    </a:ext>
                  </a:extLst>
                </p14:cNvPr>
                <p14:cNvContentPartPr/>
                <p14:nvPr/>
              </p14:nvContentPartPr>
              <p14:xfrm>
                <a:off x="8172180" y="4613408"/>
                <a:ext cx="107280" cy="5760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FE439635-45FE-E72D-8423-CA022A62480C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8163540" y="4604408"/>
                  <a:ext cx="1249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3E88D0E4-2D45-C664-169A-86D6160B3869}"/>
                    </a:ext>
                  </a:extLst>
                </p14:cNvPr>
                <p14:cNvContentPartPr/>
                <p14:nvPr/>
              </p14:nvContentPartPr>
              <p14:xfrm>
                <a:off x="8317260" y="4340888"/>
                <a:ext cx="309240" cy="35640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3E88D0E4-2D45-C664-169A-86D6160B3869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8308620" y="4331888"/>
                  <a:ext cx="32688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5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397BB8AB-365C-E59D-A749-84B8DE0BD63F}"/>
                    </a:ext>
                  </a:extLst>
                </p14:cNvPr>
                <p14:cNvContentPartPr/>
                <p14:nvPr/>
              </p14:nvContentPartPr>
              <p14:xfrm>
                <a:off x="8255340" y="4649768"/>
                <a:ext cx="18360" cy="972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397BB8AB-365C-E59D-A749-84B8DE0BD63F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8246700" y="4640768"/>
                  <a:ext cx="3600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55243696-838E-9BFB-4B34-1F7298EFE31B}"/>
              </a:ext>
            </a:extLst>
          </p:cNvPr>
          <p:cNvGrpSpPr/>
          <p:nvPr/>
        </p:nvGrpSpPr>
        <p:grpSpPr>
          <a:xfrm>
            <a:off x="267300" y="4644728"/>
            <a:ext cx="1496520" cy="365400"/>
            <a:chOff x="267300" y="4644728"/>
            <a:chExt cx="1496520" cy="36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49F54D19-DDBB-5D70-4386-0840789DE1A2}"/>
                    </a:ext>
                  </a:extLst>
                </p14:cNvPr>
                <p14:cNvContentPartPr/>
                <p14:nvPr/>
              </p14:nvContentPartPr>
              <p14:xfrm>
                <a:off x="267300" y="4674968"/>
                <a:ext cx="127440" cy="20952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49F54D19-DDBB-5D70-4386-0840789DE1A2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258660" y="4665968"/>
                  <a:ext cx="1450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9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8E0609A3-EA3A-4442-F267-F14390CC6008}"/>
                    </a:ext>
                  </a:extLst>
                </p14:cNvPr>
                <p14:cNvContentPartPr/>
                <p14:nvPr/>
              </p14:nvContentPartPr>
              <p14:xfrm>
                <a:off x="412020" y="4785848"/>
                <a:ext cx="154080" cy="22428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8E0609A3-EA3A-4442-F267-F14390CC6008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403380" y="4776848"/>
                  <a:ext cx="1717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1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99C13098-D558-0F1C-CCE9-5CB9F1123048}"/>
                    </a:ext>
                  </a:extLst>
                </p14:cNvPr>
                <p14:cNvContentPartPr/>
                <p14:nvPr/>
              </p14:nvContentPartPr>
              <p14:xfrm>
                <a:off x="696060" y="4795208"/>
                <a:ext cx="30600" cy="5580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99C13098-D558-0F1C-CCE9-5CB9F1123048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687060" y="4786568"/>
                  <a:ext cx="482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0A3BD3AD-14EB-4951-6C89-D162667227E7}"/>
                    </a:ext>
                  </a:extLst>
                </p14:cNvPr>
                <p14:cNvContentPartPr/>
                <p14:nvPr/>
              </p14:nvContentPartPr>
              <p14:xfrm>
                <a:off x="664740" y="4707008"/>
                <a:ext cx="360" cy="36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0A3BD3AD-14EB-4951-6C89-D162667227E7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656100" y="469800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F105EA81-7A15-D128-CF5F-75FB29FA5423}"/>
                    </a:ext>
                  </a:extLst>
                </p14:cNvPr>
                <p14:cNvContentPartPr/>
                <p14:nvPr/>
              </p14:nvContentPartPr>
              <p14:xfrm>
                <a:off x="737460" y="4779728"/>
                <a:ext cx="129960" cy="525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F105EA81-7A15-D128-CF5F-75FB29FA5423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728820" y="4770728"/>
                  <a:ext cx="1476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BBFA64E0-A50D-C1DE-17A9-518FFE85F478}"/>
                    </a:ext>
                  </a:extLst>
                </p14:cNvPr>
                <p14:cNvContentPartPr/>
                <p14:nvPr/>
              </p14:nvContentPartPr>
              <p14:xfrm>
                <a:off x="862380" y="4644728"/>
                <a:ext cx="93960" cy="16668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BBFA64E0-A50D-C1DE-17A9-518FFE85F478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853380" y="4635728"/>
                  <a:ext cx="1116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9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0974F604-6F7F-87B6-AC25-88F0FE7914E4}"/>
                    </a:ext>
                  </a:extLst>
                </p14:cNvPr>
                <p14:cNvContentPartPr/>
                <p14:nvPr/>
              </p14:nvContentPartPr>
              <p14:xfrm>
                <a:off x="903780" y="4722848"/>
                <a:ext cx="228960" cy="9360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0974F604-6F7F-87B6-AC25-88F0FE7914E4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895140" y="4713848"/>
                  <a:ext cx="2466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1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052C1749-AC7C-7D39-A230-F1DF2CAA3FFE}"/>
                    </a:ext>
                  </a:extLst>
                </p14:cNvPr>
                <p14:cNvContentPartPr/>
                <p14:nvPr/>
              </p14:nvContentPartPr>
              <p14:xfrm>
                <a:off x="1136340" y="4730408"/>
                <a:ext cx="286200" cy="22608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052C1749-AC7C-7D39-A230-F1DF2CAA3FFE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1127700" y="4721768"/>
                  <a:ext cx="3038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3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F07C33A2-A7A5-2C7F-ED43-D809F1C60F72}"/>
                    </a:ext>
                  </a:extLst>
                </p14:cNvPr>
                <p14:cNvContentPartPr/>
                <p14:nvPr/>
              </p14:nvContentPartPr>
              <p14:xfrm>
                <a:off x="1576980" y="4652648"/>
                <a:ext cx="186840" cy="14688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F07C33A2-A7A5-2C7F-ED43-D809F1C60F72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1567980" y="4644008"/>
                  <a:ext cx="2044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5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C7FD05F9-691C-64E2-FAC3-DD8F5E825257}"/>
                    </a:ext>
                  </a:extLst>
                </p14:cNvPr>
                <p14:cNvContentPartPr/>
                <p14:nvPr/>
              </p14:nvContentPartPr>
              <p14:xfrm>
                <a:off x="1743300" y="4739768"/>
                <a:ext cx="17280" cy="5184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C7FD05F9-691C-64E2-FAC3-DD8F5E825257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1734300" y="4731128"/>
                  <a:ext cx="34920" cy="69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92482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885CE03-6C2B-5F35-143C-FEE5645CED26}"/>
                  </a:ext>
                </a:extLst>
              </p14:cNvPr>
              <p14:cNvContentPartPr/>
              <p14:nvPr/>
            </p14:nvContentPartPr>
            <p14:xfrm>
              <a:off x="5603580" y="511568"/>
              <a:ext cx="18360" cy="1470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885CE03-6C2B-5F35-143C-FEE5645CED2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94940" y="502568"/>
                <a:ext cx="36000" cy="148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2162676-896A-6A98-8DE7-B7E15AA550F1}"/>
                  </a:ext>
                </a:extLst>
              </p14:cNvPr>
              <p14:cNvContentPartPr/>
              <p14:nvPr/>
            </p14:nvContentPartPr>
            <p14:xfrm>
              <a:off x="1018620" y="1791728"/>
              <a:ext cx="9534240" cy="68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2162676-896A-6A98-8DE7-B7E15AA550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9980" y="1783088"/>
                <a:ext cx="9551880" cy="8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50E36D36-46F4-5A90-AA71-693CEF35693E}"/>
              </a:ext>
            </a:extLst>
          </p:cNvPr>
          <p:cNvGrpSpPr/>
          <p:nvPr/>
        </p:nvGrpSpPr>
        <p:grpSpPr>
          <a:xfrm>
            <a:off x="8936100" y="1729808"/>
            <a:ext cx="284040" cy="335520"/>
            <a:chOff x="8936100" y="1729808"/>
            <a:chExt cx="284040" cy="3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8741CA7-1CBA-9CA6-67D4-097CA90FAE71}"/>
                    </a:ext>
                  </a:extLst>
                </p14:cNvPr>
                <p14:cNvContentPartPr/>
                <p14:nvPr/>
              </p14:nvContentPartPr>
              <p14:xfrm>
                <a:off x="9050220" y="1729808"/>
                <a:ext cx="16200" cy="130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8741CA7-1CBA-9CA6-67D4-097CA90FAE7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041220" y="1721168"/>
                  <a:ext cx="338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760EBBB-2B77-405A-F327-3612DC9D5469}"/>
                    </a:ext>
                  </a:extLst>
                </p14:cNvPr>
                <p14:cNvContentPartPr/>
                <p14:nvPr/>
              </p14:nvContentPartPr>
              <p14:xfrm>
                <a:off x="8936100" y="1944008"/>
                <a:ext cx="91440" cy="114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760EBBB-2B77-405A-F327-3612DC9D546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927100" y="1935008"/>
                  <a:ext cx="1090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DF11C4D-61BD-0C68-2AA8-6945F24BC4B9}"/>
                    </a:ext>
                  </a:extLst>
                </p14:cNvPr>
                <p14:cNvContentPartPr/>
                <p14:nvPr/>
              </p14:nvContentPartPr>
              <p14:xfrm>
                <a:off x="9116820" y="2000168"/>
                <a:ext cx="47520" cy="651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DF11C4D-61BD-0C68-2AA8-6945F24BC4B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07820" y="1991168"/>
                  <a:ext cx="651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A6464C5-446B-441E-566A-498D0195BADC}"/>
                    </a:ext>
                  </a:extLst>
                </p14:cNvPr>
                <p14:cNvContentPartPr/>
                <p14:nvPr/>
              </p14:nvContentPartPr>
              <p14:xfrm>
                <a:off x="9190620" y="2000168"/>
                <a:ext cx="29520" cy="59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A6464C5-446B-441E-566A-498D0195BAD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181620" y="1991168"/>
                  <a:ext cx="471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1BC36D4-C36C-051F-49B1-A63FAFAB9530}"/>
                    </a:ext>
                  </a:extLst>
                </p14:cNvPr>
                <p14:cNvContentPartPr/>
                <p14:nvPr/>
              </p14:nvContentPartPr>
              <p14:xfrm>
                <a:off x="9107460" y="1972808"/>
                <a:ext cx="93960" cy="12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1BC36D4-C36C-051F-49B1-A63FAFAB953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098460" y="1964168"/>
                  <a:ext cx="111600" cy="3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E793968-737B-9F65-FE6C-89E829BE6218}"/>
                  </a:ext>
                </a:extLst>
              </p14:cNvPr>
              <p14:cNvContentPartPr/>
              <p14:nvPr/>
            </p14:nvContentPartPr>
            <p14:xfrm>
              <a:off x="5511420" y="2088368"/>
              <a:ext cx="93600" cy="79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E793968-737B-9F65-FE6C-89E829BE621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502420" y="2079728"/>
                <a:ext cx="11124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EF6FA15-C79B-62F9-2260-E12B58DC9B17}"/>
                  </a:ext>
                </a:extLst>
              </p14:cNvPr>
              <p14:cNvContentPartPr/>
              <p14:nvPr/>
            </p14:nvContentPartPr>
            <p14:xfrm>
              <a:off x="2082780" y="1733768"/>
              <a:ext cx="21600" cy="1051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EF6FA15-C79B-62F9-2260-E12B58DC9B1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73780" y="1725128"/>
                <a:ext cx="39240" cy="12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54C48B0F-E15D-E64B-5727-6B6E4E788D50}"/>
              </a:ext>
            </a:extLst>
          </p:cNvPr>
          <p:cNvGrpSpPr/>
          <p:nvPr/>
        </p:nvGrpSpPr>
        <p:grpSpPr>
          <a:xfrm>
            <a:off x="1778940" y="1996208"/>
            <a:ext cx="402480" cy="119160"/>
            <a:chOff x="1778940" y="1996208"/>
            <a:chExt cx="402480" cy="11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908BC69-A8BB-3517-765F-A2A333EFC7F2}"/>
                    </a:ext>
                  </a:extLst>
                </p14:cNvPr>
                <p14:cNvContentPartPr/>
                <p14:nvPr/>
              </p14:nvContentPartPr>
              <p14:xfrm>
                <a:off x="1778940" y="2041568"/>
                <a:ext cx="81000" cy="21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908BC69-A8BB-3517-765F-A2A333EFC7F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70300" y="2032928"/>
                  <a:ext cx="986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E73FC14-66E2-BC42-09E4-C023DB62097C}"/>
                    </a:ext>
                  </a:extLst>
                </p14:cNvPr>
                <p14:cNvContentPartPr/>
                <p14:nvPr/>
              </p14:nvContentPartPr>
              <p14:xfrm>
                <a:off x="1932660" y="1996208"/>
                <a:ext cx="81720" cy="119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E73FC14-66E2-BC42-09E4-C023DB62097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23660" y="1987208"/>
                  <a:ext cx="993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6280E15-1E4F-94CC-E718-8345A05E1BD2}"/>
                    </a:ext>
                  </a:extLst>
                </p14:cNvPr>
                <p14:cNvContentPartPr/>
                <p14:nvPr/>
              </p14:nvContentPartPr>
              <p14:xfrm>
                <a:off x="2088540" y="2057048"/>
                <a:ext cx="25560" cy="47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6280E15-1E4F-94CC-E718-8345A05E1BD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079540" y="2048408"/>
                  <a:ext cx="432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3B77EC8-7E61-1C7E-5A29-B6DDFD582BC3}"/>
                    </a:ext>
                  </a:extLst>
                </p14:cNvPr>
                <p14:cNvContentPartPr/>
                <p14:nvPr/>
              </p14:nvContentPartPr>
              <p14:xfrm>
                <a:off x="2134980" y="2036528"/>
                <a:ext cx="46440" cy="56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3B77EC8-7E61-1C7E-5A29-B6DDFD582BC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126340" y="2027528"/>
                  <a:ext cx="640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C62F6AB-209C-2ACB-9858-D8DAF5544331}"/>
                    </a:ext>
                  </a:extLst>
                </p14:cNvPr>
                <p14:cNvContentPartPr/>
                <p14:nvPr/>
              </p14:nvContentPartPr>
              <p14:xfrm>
                <a:off x="2048940" y="2001968"/>
                <a:ext cx="102240" cy="14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C62F6AB-209C-2ACB-9858-D8DAF554433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39940" y="1993328"/>
                  <a:ext cx="119880" cy="3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1A1CA57-D968-CCD8-F2CB-388305ECCB16}"/>
                  </a:ext>
                </a:extLst>
              </p14:cNvPr>
              <p14:cNvContentPartPr/>
              <p14:nvPr/>
            </p14:nvContentPartPr>
            <p14:xfrm>
              <a:off x="5553540" y="402848"/>
              <a:ext cx="125640" cy="1213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1A1CA57-D968-CCD8-F2CB-388305ECCB1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544900" y="394208"/>
                <a:ext cx="143280" cy="13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935553C1-4E5D-D1B7-146A-37965A65443F}"/>
              </a:ext>
            </a:extLst>
          </p:cNvPr>
          <p:cNvGrpSpPr/>
          <p:nvPr/>
        </p:nvGrpSpPr>
        <p:grpSpPr>
          <a:xfrm>
            <a:off x="6073380" y="233648"/>
            <a:ext cx="1008720" cy="261000"/>
            <a:chOff x="6073380" y="233648"/>
            <a:chExt cx="1008720" cy="26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3936882-D08A-2F75-44D7-F9C949A3A0A9}"/>
                    </a:ext>
                  </a:extLst>
                </p14:cNvPr>
                <p14:cNvContentPartPr/>
                <p14:nvPr/>
              </p14:nvContentPartPr>
              <p14:xfrm>
                <a:off x="6073380" y="284048"/>
                <a:ext cx="140040" cy="163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3936882-D08A-2F75-44D7-F9C949A3A0A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064380" y="275408"/>
                  <a:ext cx="1576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F66C5AA-7238-AC14-D1D6-0ABC17DE3D42}"/>
                    </a:ext>
                  </a:extLst>
                </p14:cNvPr>
                <p14:cNvContentPartPr/>
                <p14:nvPr/>
              </p14:nvContentPartPr>
              <p14:xfrm>
                <a:off x="6103620" y="274688"/>
                <a:ext cx="100080" cy="213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F66C5AA-7238-AC14-D1D6-0ABC17DE3D4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094620" y="265688"/>
                  <a:ext cx="1177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C259C5B-DFD6-BF47-3C98-D14379C7B8B9}"/>
                    </a:ext>
                  </a:extLst>
                </p14:cNvPr>
                <p14:cNvContentPartPr/>
                <p14:nvPr/>
              </p14:nvContentPartPr>
              <p14:xfrm>
                <a:off x="6290820" y="296288"/>
                <a:ext cx="78480" cy="197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C259C5B-DFD6-BF47-3C98-D14379C7B8B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82180" y="287648"/>
                  <a:ext cx="961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6CD465E-D6A8-5680-4B0D-137FA9BB976C}"/>
                    </a:ext>
                  </a:extLst>
                </p14:cNvPr>
                <p14:cNvContentPartPr/>
                <p14:nvPr/>
              </p14:nvContentPartPr>
              <p14:xfrm>
                <a:off x="6436260" y="414728"/>
                <a:ext cx="108000" cy="79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6CD465E-D6A8-5680-4B0D-137FA9BB976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427260" y="406088"/>
                  <a:ext cx="1256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2B2062C-3E1B-9A5A-4D6D-BC3F4C59651B}"/>
                    </a:ext>
                  </a:extLst>
                </p14:cNvPr>
                <p14:cNvContentPartPr/>
                <p14:nvPr/>
              </p14:nvContentPartPr>
              <p14:xfrm>
                <a:off x="6571260" y="327248"/>
                <a:ext cx="86760" cy="154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2B2062C-3E1B-9A5A-4D6D-BC3F4C59651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562260" y="318248"/>
                  <a:ext cx="1044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B1EA1D7-F990-DE84-D2D8-837EEA28A805}"/>
                    </a:ext>
                  </a:extLst>
                </p14:cNvPr>
                <p14:cNvContentPartPr/>
                <p14:nvPr/>
              </p14:nvContentPartPr>
              <p14:xfrm>
                <a:off x="6538860" y="244088"/>
                <a:ext cx="2520" cy="10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B1EA1D7-F990-DE84-D2D8-837EEA28A80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529860" y="235448"/>
                  <a:ext cx="20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619C6DA-E0B6-EBD9-7CD1-6CE084087924}"/>
                    </a:ext>
                  </a:extLst>
                </p14:cNvPr>
                <p14:cNvContentPartPr/>
                <p14:nvPr/>
              </p14:nvContentPartPr>
              <p14:xfrm>
                <a:off x="6685020" y="267488"/>
                <a:ext cx="158400" cy="87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619C6DA-E0B6-EBD9-7CD1-6CE08408792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676380" y="258848"/>
                  <a:ext cx="1760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5095E9D-A11D-A266-854C-3BF95B0CAEFC}"/>
                    </a:ext>
                  </a:extLst>
                </p14:cNvPr>
                <p14:cNvContentPartPr/>
                <p14:nvPr/>
              </p14:nvContentPartPr>
              <p14:xfrm>
                <a:off x="6934500" y="331208"/>
                <a:ext cx="22320" cy="69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5095E9D-A11D-A266-854C-3BF95B0CAEF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925860" y="322208"/>
                  <a:ext cx="399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69D29C9-53CC-24DD-7C58-79E0827E540A}"/>
                    </a:ext>
                  </a:extLst>
                </p14:cNvPr>
                <p14:cNvContentPartPr/>
                <p14:nvPr/>
              </p14:nvContentPartPr>
              <p14:xfrm>
                <a:off x="6982380" y="233648"/>
                <a:ext cx="99720" cy="255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69D29C9-53CC-24DD-7C58-79E0827E540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973740" y="224648"/>
                  <a:ext cx="117360" cy="27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8B377A2-5D94-D1D8-1A33-B42DA9A1D5C9}"/>
                  </a:ext>
                </a:extLst>
              </p14:cNvPr>
              <p14:cNvContentPartPr/>
              <p14:nvPr/>
            </p14:nvContentPartPr>
            <p14:xfrm>
              <a:off x="10577340" y="1773368"/>
              <a:ext cx="172080" cy="1123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8B377A2-5D94-D1D8-1A33-B42DA9A1D5C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568700" y="1764728"/>
                <a:ext cx="189720" cy="12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5B801EB4-D5D2-1C40-8DCB-108F223E4665}"/>
              </a:ext>
            </a:extLst>
          </p:cNvPr>
          <p:cNvGrpSpPr/>
          <p:nvPr/>
        </p:nvGrpSpPr>
        <p:grpSpPr>
          <a:xfrm>
            <a:off x="10896660" y="1782008"/>
            <a:ext cx="279360" cy="166320"/>
            <a:chOff x="10896660" y="1782008"/>
            <a:chExt cx="279360" cy="16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A74556D-266B-6DDB-C763-E55D1074B18D}"/>
                    </a:ext>
                  </a:extLst>
                </p14:cNvPr>
                <p14:cNvContentPartPr/>
                <p14:nvPr/>
              </p14:nvContentPartPr>
              <p14:xfrm>
                <a:off x="10896660" y="1782008"/>
                <a:ext cx="155160" cy="79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A74556D-266B-6DDB-C763-E55D1074B18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887660" y="1773008"/>
                  <a:ext cx="1728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2890AF1-EEC9-05EB-627A-C02A91A21AA5}"/>
                    </a:ext>
                  </a:extLst>
                </p14:cNvPr>
                <p14:cNvContentPartPr/>
                <p14:nvPr/>
              </p14:nvContentPartPr>
              <p14:xfrm>
                <a:off x="11138940" y="1849328"/>
                <a:ext cx="37080" cy="99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2890AF1-EEC9-05EB-627A-C02A91A21AA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129940" y="1840688"/>
                  <a:ext cx="54720" cy="11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6A362C4-3266-E8F6-05D5-1E8BB0BE9D7D}"/>
                  </a:ext>
                </a:extLst>
              </p14:cNvPr>
              <p14:cNvContentPartPr/>
              <p14:nvPr/>
            </p14:nvContentPartPr>
            <p14:xfrm>
              <a:off x="7455060" y="1765808"/>
              <a:ext cx="14400" cy="799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6A362C4-3266-E8F6-05D5-1E8BB0BE9D7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446420" y="1757168"/>
                <a:ext cx="3204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DDC1A16-C27B-E223-3F48-F09F22499BD3}"/>
                  </a:ext>
                </a:extLst>
              </p14:cNvPr>
              <p14:cNvContentPartPr/>
              <p14:nvPr/>
            </p14:nvContentPartPr>
            <p14:xfrm>
              <a:off x="3802140" y="1777328"/>
              <a:ext cx="18360" cy="666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DDC1A16-C27B-E223-3F48-F09F22499BD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793140" y="1768688"/>
                <a:ext cx="36000" cy="8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A836B39C-696B-6A62-25BD-E3B4133D00E2}"/>
              </a:ext>
            </a:extLst>
          </p:cNvPr>
          <p:cNvGrpSpPr/>
          <p:nvPr/>
        </p:nvGrpSpPr>
        <p:grpSpPr>
          <a:xfrm>
            <a:off x="3607740" y="1959128"/>
            <a:ext cx="251640" cy="122400"/>
            <a:chOff x="3607740" y="1959128"/>
            <a:chExt cx="251640" cy="12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3B35F1C-9E7D-AF18-1002-AC15A682BA19}"/>
                    </a:ext>
                  </a:extLst>
                </p14:cNvPr>
                <p14:cNvContentPartPr/>
                <p14:nvPr/>
              </p14:nvContentPartPr>
              <p14:xfrm>
                <a:off x="3607740" y="2026088"/>
                <a:ext cx="75960" cy="97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3B35F1C-9E7D-AF18-1002-AC15A682BA1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599100" y="2017088"/>
                  <a:ext cx="936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50C8A7A-02F5-C101-DA2E-FF0ED822FF56}"/>
                    </a:ext>
                  </a:extLst>
                </p14:cNvPr>
                <p14:cNvContentPartPr/>
                <p14:nvPr/>
              </p14:nvContentPartPr>
              <p14:xfrm>
                <a:off x="3758580" y="2010248"/>
                <a:ext cx="30600" cy="70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50C8A7A-02F5-C101-DA2E-FF0ED822FF5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749940" y="2001608"/>
                  <a:ext cx="482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630B06B-4DFF-D1FD-627A-55A47A7B77A5}"/>
                    </a:ext>
                  </a:extLst>
                </p14:cNvPr>
                <p14:cNvContentPartPr/>
                <p14:nvPr/>
              </p14:nvContentPartPr>
              <p14:xfrm>
                <a:off x="3818340" y="2010608"/>
                <a:ext cx="41040" cy="70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630B06B-4DFF-D1FD-627A-55A47A7B77A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809700" y="2001608"/>
                  <a:ext cx="586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1C5C6F2-4693-7911-AB7E-7B51DE59A7E8}"/>
                    </a:ext>
                  </a:extLst>
                </p14:cNvPr>
                <p14:cNvContentPartPr/>
                <p14:nvPr/>
              </p14:nvContentPartPr>
              <p14:xfrm>
                <a:off x="3726180" y="1959128"/>
                <a:ext cx="118800" cy="1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1C5C6F2-4693-7911-AB7E-7B51DE59A7E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717180" y="1950128"/>
                  <a:ext cx="13644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39BB698-978B-887D-D843-FB7CB90F6F4C}"/>
              </a:ext>
            </a:extLst>
          </p:cNvPr>
          <p:cNvGrpSpPr/>
          <p:nvPr/>
        </p:nvGrpSpPr>
        <p:grpSpPr>
          <a:xfrm>
            <a:off x="6400620" y="1937168"/>
            <a:ext cx="307800" cy="128880"/>
            <a:chOff x="6400620" y="1937168"/>
            <a:chExt cx="307800" cy="12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3D61378-BC8F-9614-F55B-6F6E18D68949}"/>
                    </a:ext>
                  </a:extLst>
                </p14:cNvPr>
                <p14:cNvContentPartPr/>
                <p14:nvPr/>
              </p14:nvContentPartPr>
              <p14:xfrm>
                <a:off x="6400620" y="1937168"/>
                <a:ext cx="147240" cy="93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3D61378-BC8F-9614-F55B-6F6E18D6894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391980" y="1928168"/>
                  <a:ext cx="1648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C6A8A40-46CF-663D-3C9F-C1F42E70D821}"/>
                    </a:ext>
                  </a:extLst>
                </p14:cNvPr>
                <p14:cNvContentPartPr/>
                <p14:nvPr/>
              </p14:nvContentPartPr>
              <p14:xfrm>
                <a:off x="6608340" y="1987208"/>
                <a:ext cx="100080" cy="78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C6A8A40-46CF-663D-3C9F-C1F42E70D82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599700" y="1978208"/>
                  <a:ext cx="11772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3777F53-8E44-DDBA-3E8B-9BD16BBBA494}"/>
              </a:ext>
            </a:extLst>
          </p:cNvPr>
          <p:cNvGrpSpPr/>
          <p:nvPr/>
        </p:nvGrpSpPr>
        <p:grpSpPr>
          <a:xfrm>
            <a:off x="4581900" y="1983608"/>
            <a:ext cx="452520" cy="147960"/>
            <a:chOff x="4581900" y="1983608"/>
            <a:chExt cx="452520" cy="14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0D9D6B3-3D8A-1575-C49C-6868EA8EFA5D}"/>
                    </a:ext>
                  </a:extLst>
                </p14:cNvPr>
                <p14:cNvContentPartPr/>
                <p14:nvPr/>
              </p14:nvContentPartPr>
              <p14:xfrm>
                <a:off x="4581900" y="2046608"/>
                <a:ext cx="78480" cy="5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0D9D6B3-3D8A-1575-C49C-6868EA8EFA5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573260" y="2037608"/>
                  <a:ext cx="96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C9D4113-700C-02A9-A0E3-852D446ED2A1}"/>
                    </a:ext>
                  </a:extLst>
                </p14:cNvPr>
                <p14:cNvContentPartPr/>
                <p14:nvPr/>
              </p14:nvContentPartPr>
              <p14:xfrm>
                <a:off x="4699980" y="1983608"/>
                <a:ext cx="174960" cy="1022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C9D4113-700C-02A9-A0E3-852D446ED2A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690980" y="1974968"/>
                  <a:ext cx="1926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1822468-1037-E652-7D5C-364C80BA05F1}"/>
                    </a:ext>
                  </a:extLst>
                </p14:cNvPr>
                <p14:cNvContentPartPr/>
                <p14:nvPr/>
              </p14:nvContentPartPr>
              <p14:xfrm>
                <a:off x="4916340" y="2042648"/>
                <a:ext cx="118080" cy="88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1822468-1037-E652-7D5C-364C80BA05F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907340" y="2033648"/>
                  <a:ext cx="13572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697431C-32FE-B0D6-265F-1EA077730E7E}"/>
              </a:ext>
            </a:extLst>
          </p:cNvPr>
          <p:cNvGrpSpPr/>
          <p:nvPr/>
        </p:nvGrpSpPr>
        <p:grpSpPr>
          <a:xfrm>
            <a:off x="3506580" y="2348288"/>
            <a:ext cx="837360" cy="406800"/>
            <a:chOff x="3506580" y="2348288"/>
            <a:chExt cx="837360" cy="40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E41AAF3-4889-7197-E913-55D3C49DC706}"/>
                    </a:ext>
                  </a:extLst>
                </p14:cNvPr>
                <p14:cNvContentPartPr/>
                <p14:nvPr/>
              </p14:nvContentPartPr>
              <p14:xfrm>
                <a:off x="3506580" y="2493728"/>
                <a:ext cx="135720" cy="159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E41AAF3-4889-7197-E913-55D3C49DC70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497940" y="2484728"/>
                  <a:ext cx="1533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3524CAB-2772-7C16-C239-057A0DD293BA}"/>
                    </a:ext>
                  </a:extLst>
                </p14:cNvPr>
                <p14:cNvContentPartPr/>
                <p14:nvPr/>
              </p14:nvContentPartPr>
              <p14:xfrm>
                <a:off x="3538980" y="2540168"/>
                <a:ext cx="92880" cy="145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3524CAB-2772-7C16-C239-057A0DD293B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529980" y="2531528"/>
                  <a:ext cx="1105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528D9CC-7959-13F2-D044-E5C2E25F485B}"/>
                    </a:ext>
                  </a:extLst>
                </p14:cNvPr>
                <p14:cNvContentPartPr/>
                <p14:nvPr/>
              </p14:nvContentPartPr>
              <p14:xfrm>
                <a:off x="3709260" y="2660768"/>
                <a:ext cx="117720" cy="94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528D9CC-7959-13F2-D044-E5C2E25F485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700620" y="2651768"/>
                  <a:ext cx="1353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6F8F544-1DD2-F0E4-EADB-C6069C371F92}"/>
                    </a:ext>
                  </a:extLst>
                </p14:cNvPr>
                <p14:cNvContentPartPr/>
                <p14:nvPr/>
              </p14:nvContentPartPr>
              <p14:xfrm>
                <a:off x="3823740" y="2500928"/>
                <a:ext cx="61920" cy="201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6F8F544-1DD2-F0E4-EADB-C6069C371F9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15100" y="2492288"/>
                  <a:ext cx="795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3B7480F-8F09-51A3-CD18-A0FD943002EA}"/>
                    </a:ext>
                  </a:extLst>
                </p14:cNvPr>
                <p14:cNvContentPartPr/>
                <p14:nvPr/>
              </p14:nvContentPartPr>
              <p14:xfrm>
                <a:off x="3963780" y="2607488"/>
                <a:ext cx="119520" cy="116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3B7480F-8F09-51A3-CD18-A0FD943002E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955140" y="2598488"/>
                  <a:ext cx="1371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F4957DC-9081-9BE2-9984-1CD7FC43A4F5}"/>
                    </a:ext>
                  </a:extLst>
                </p14:cNvPr>
                <p14:cNvContentPartPr/>
                <p14:nvPr/>
              </p14:nvContentPartPr>
              <p14:xfrm>
                <a:off x="4071420" y="2483288"/>
                <a:ext cx="60480" cy="146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F4957DC-9081-9BE2-9984-1CD7FC43A4F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062420" y="2474288"/>
                  <a:ext cx="781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5B50F6A-2ED4-9543-4F43-D5A9E2153075}"/>
                    </a:ext>
                  </a:extLst>
                </p14:cNvPr>
                <p14:cNvContentPartPr/>
                <p14:nvPr/>
              </p14:nvContentPartPr>
              <p14:xfrm>
                <a:off x="4021020" y="2348288"/>
                <a:ext cx="4320" cy="10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5B50F6A-2ED4-9543-4F43-D5A9E215307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012380" y="2339648"/>
                  <a:ext cx="219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1E2B359-4B18-130D-0A55-A70E17F81332}"/>
                    </a:ext>
                  </a:extLst>
                </p14:cNvPr>
                <p14:cNvContentPartPr/>
                <p14:nvPr/>
              </p14:nvContentPartPr>
              <p14:xfrm>
                <a:off x="4168260" y="2444408"/>
                <a:ext cx="175680" cy="70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1E2B359-4B18-130D-0A55-A70E17F8133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159260" y="2435408"/>
                  <a:ext cx="19332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23DDAB2-6191-64CF-8D28-42ABF2A57A9A}"/>
              </a:ext>
            </a:extLst>
          </p:cNvPr>
          <p:cNvGrpSpPr/>
          <p:nvPr/>
        </p:nvGrpSpPr>
        <p:grpSpPr>
          <a:xfrm>
            <a:off x="4420980" y="2410568"/>
            <a:ext cx="499320" cy="344880"/>
            <a:chOff x="4420980" y="2410568"/>
            <a:chExt cx="499320" cy="34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9726B27-9280-71BA-7197-54C1EF7ABE87}"/>
                    </a:ext>
                  </a:extLst>
                </p14:cNvPr>
                <p14:cNvContentPartPr/>
                <p14:nvPr/>
              </p14:nvContentPartPr>
              <p14:xfrm>
                <a:off x="4420980" y="2483288"/>
                <a:ext cx="68400" cy="583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9726B27-9280-71BA-7197-54C1EF7ABE8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412340" y="2474648"/>
                  <a:ext cx="860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12956C1-8A35-EE47-4862-437949D58475}"/>
                    </a:ext>
                  </a:extLst>
                </p14:cNvPr>
                <p14:cNvContentPartPr/>
                <p14:nvPr/>
              </p14:nvContentPartPr>
              <p14:xfrm>
                <a:off x="4530420" y="2410568"/>
                <a:ext cx="100080" cy="344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12956C1-8A35-EE47-4862-437949D5847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521420" y="2401568"/>
                  <a:ext cx="11772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C40B38D-705A-D237-0EDD-94E01B9C2E57}"/>
                    </a:ext>
                  </a:extLst>
                </p14:cNvPr>
                <p14:cNvContentPartPr/>
                <p14:nvPr/>
              </p14:nvContentPartPr>
              <p14:xfrm>
                <a:off x="4827060" y="2639168"/>
                <a:ext cx="93240" cy="54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C40B38D-705A-D237-0EDD-94E01B9C2E5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818060" y="2630168"/>
                  <a:ext cx="1108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FFEFE5F-EB45-0EE7-FF66-661FB5BF09B9}"/>
                    </a:ext>
                  </a:extLst>
                </p14:cNvPr>
                <p14:cNvContentPartPr/>
                <p14:nvPr/>
              </p14:nvContentPartPr>
              <p14:xfrm>
                <a:off x="4779540" y="2570768"/>
                <a:ext cx="140760" cy="165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FFEFE5F-EB45-0EE7-FF66-661FB5BF09B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770900" y="2562128"/>
                  <a:ext cx="15840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BB55623-8B98-C790-A563-E1812FD7CA6A}"/>
              </a:ext>
            </a:extLst>
          </p:cNvPr>
          <p:cNvGrpSpPr/>
          <p:nvPr/>
        </p:nvGrpSpPr>
        <p:grpSpPr>
          <a:xfrm>
            <a:off x="5153940" y="2369888"/>
            <a:ext cx="857160" cy="446760"/>
            <a:chOff x="5153940" y="2369888"/>
            <a:chExt cx="857160" cy="44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910DFCF-EC49-DA89-BEA6-E08B8239B6F7}"/>
                    </a:ext>
                  </a:extLst>
                </p14:cNvPr>
                <p14:cNvContentPartPr/>
                <p14:nvPr/>
              </p14:nvContentPartPr>
              <p14:xfrm>
                <a:off x="5210820" y="2369888"/>
                <a:ext cx="26280" cy="92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910DFCF-EC49-DA89-BEA6-E08B8239B6F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202180" y="2361248"/>
                  <a:ext cx="439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3FA4920-F3B7-0329-E93C-9FB06792EF9B}"/>
                    </a:ext>
                  </a:extLst>
                </p14:cNvPr>
                <p14:cNvContentPartPr/>
                <p14:nvPr/>
              </p14:nvContentPartPr>
              <p14:xfrm>
                <a:off x="5153940" y="2550608"/>
                <a:ext cx="228600" cy="61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3FA4920-F3B7-0329-E93C-9FB06792EF9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45300" y="2541608"/>
                  <a:ext cx="2462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ED3B2BE-F7E8-A686-C73B-78389D2D1842}"/>
                    </a:ext>
                  </a:extLst>
                </p14:cNvPr>
                <p14:cNvContentPartPr/>
                <p14:nvPr/>
              </p14:nvContentPartPr>
              <p14:xfrm>
                <a:off x="5190300" y="2646728"/>
                <a:ext cx="198720" cy="117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ED3B2BE-F7E8-A686-C73B-78389D2D184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181660" y="2637728"/>
                  <a:ext cx="2163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7611820-90AD-6DE5-5C0D-5976272C9AB9}"/>
                    </a:ext>
                  </a:extLst>
                </p14:cNvPr>
                <p14:cNvContentPartPr/>
                <p14:nvPr/>
              </p14:nvContentPartPr>
              <p14:xfrm>
                <a:off x="5548500" y="2447648"/>
                <a:ext cx="298080" cy="156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7611820-90AD-6DE5-5C0D-5976272C9AB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539500" y="2438648"/>
                  <a:ext cx="3157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B8DF0AA-BF49-AA93-4D28-3E010F66E323}"/>
                    </a:ext>
                  </a:extLst>
                </p14:cNvPr>
                <p14:cNvContentPartPr/>
                <p14:nvPr/>
              </p14:nvContentPartPr>
              <p14:xfrm>
                <a:off x="5598540" y="2732768"/>
                <a:ext cx="64080" cy="838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B8DF0AA-BF49-AA93-4D28-3E010F66E32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589540" y="2723768"/>
                  <a:ext cx="817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B3751A5-BEAE-BDB3-65E1-82FDEA15EAC1}"/>
                    </a:ext>
                  </a:extLst>
                </p14:cNvPr>
                <p14:cNvContentPartPr/>
                <p14:nvPr/>
              </p14:nvContentPartPr>
              <p14:xfrm>
                <a:off x="5573700" y="2691008"/>
                <a:ext cx="21960" cy="3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B3751A5-BEAE-BDB3-65E1-82FDEA15EAC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565060" y="2682368"/>
                  <a:ext cx="396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296743A-A585-01FD-A03A-18903D3FA56A}"/>
                    </a:ext>
                  </a:extLst>
                </p14:cNvPr>
                <p14:cNvContentPartPr/>
                <p14:nvPr/>
              </p14:nvContentPartPr>
              <p14:xfrm>
                <a:off x="5725980" y="2771288"/>
                <a:ext cx="93240" cy="18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296743A-A585-01FD-A03A-18903D3FA56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716980" y="2762648"/>
                  <a:ext cx="110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B5EF4B4-D6FF-3C49-BEC7-5AADE142304F}"/>
                    </a:ext>
                  </a:extLst>
                </p14:cNvPr>
                <p14:cNvContentPartPr/>
                <p14:nvPr/>
              </p14:nvContentPartPr>
              <p14:xfrm>
                <a:off x="5736780" y="2728808"/>
                <a:ext cx="61560" cy="144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B5EF4B4-D6FF-3C49-BEC7-5AADE142304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727780" y="2720168"/>
                  <a:ext cx="792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E0B6580-C2C3-F8D2-B2C4-B69056DDCF5E}"/>
                    </a:ext>
                  </a:extLst>
                </p14:cNvPr>
                <p14:cNvContentPartPr/>
                <p14:nvPr/>
              </p14:nvContentPartPr>
              <p14:xfrm>
                <a:off x="5889420" y="2726648"/>
                <a:ext cx="121680" cy="79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E0B6580-C2C3-F8D2-B2C4-B69056DDCF5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880780" y="2718008"/>
                  <a:ext cx="13932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A22BD1F-4AA3-FE4A-2F81-21DC0A99F7B0}"/>
              </a:ext>
            </a:extLst>
          </p:cNvPr>
          <p:cNvGrpSpPr/>
          <p:nvPr/>
        </p:nvGrpSpPr>
        <p:grpSpPr>
          <a:xfrm>
            <a:off x="5594220" y="2259728"/>
            <a:ext cx="361440" cy="87840"/>
            <a:chOff x="5594220" y="2259728"/>
            <a:chExt cx="361440" cy="8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27F50CF-F00D-812C-936E-D2BE28094707}"/>
                    </a:ext>
                  </a:extLst>
                </p14:cNvPr>
                <p14:cNvContentPartPr/>
                <p14:nvPr/>
              </p14:nvContentPartPr>
              <p14:xfrm>
                <a:off x="5594220" y="2271968"/>
                <a:ext cx="127440" cy="756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27F50CF-F00D-812C-936E-D2BE2809470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585580" y="2262968"/>
                  <a:ext cx="1450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2C10D6C-63EE-7194-9080-2BDAFCA29AC7}"/>
                    </a:ext>
                  </a:extLst>
                </p14:cNvPr>
                <p14:cNvContentPartPr/>
                <p14:nvPr/>
              </p14:nvContentPartPr>
              <p14:xfrm>
                <a:off x="5781780" y="2311208"/>
                <a:ext cx="99720" cy="16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2C10D6C-63EE-7194-9080-2BDAFCA29AC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772780" y="2302208"/>
                  <a:ext cx="1173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AF0A4C9-B04A-EC32-CB93-5DD02CB32D59}"/>
                    </a:ext>
                  </a:extLst>
                </p14:cNvPr>
                <p14:cNvContentPartPr/>
                <p14:nvPr/>
              </p14:nvContentPartPr>
              <p14:xfrm>
                <a:off x="5922540" y="2259728"/>
                <a:ext cx="33120" cy="766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AF0A4C9-B04A-EC32-CB93-5DD02CB32D5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913900" y="2251088"/>
                  <a:ext cx="5076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7153ED5-A542-A9CF-2D12-42E91E333675}"/>
              </a:ext>
            </a:extLst>
          </p:cNvPr>
          <p:cNvGrpSpPr/>
          <p:nvPr/>
        </p:nvGrpSpPr>
        <p:grpSpPr>
          <a:xfrm>
            <a:off x="6131700" y="1978928"/>
            <a:ext cx="2301120" cy="713520"/>
            <a:chOff x="6131700" y="1978928"/>
            <a:chExt cx="2301120" cy="71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F4EAD62-C416-5FB6-6FC1-86BB2AC313D1}"/>
                    </a:ext>
                  </a:extLst>
                </p14:cNvPr>
                <p14:cNvContentPartPr/>
                <p14:nvPr/>
              </p14:nvContentPartPr>
              <p14:xfrm>
                <a:off x="7410420" y="1993688"/>
                <a:ext cx="19800" cy="79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F4EAD62-C416-5FB6-6FC1-86BB2AC313D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401780" y="1985048"/>
                  <a:ext cx="374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2A3B5DF-820A-6808-3CC7-761CA3034B06}"/>
                    </a:ext>
                  </a:extLst>
                </p14:cNvPr>
                <p14:cNvContentPartPr/>
                <p14:nvPr/>
              </p14:nvContentPartPr>
              <p14:xfrm>
                <a:off x="7488900" y="2015648"/>
                <a:ext cx="23400" cy="66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2A3B5DF-820A-6808-3CC7-761CA3034B0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479900" y="2007008"/>
                  <a:ext cx="410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2D33702-2106-A919-C9FA-71C1C4285F52}"/>
                    </a:ext>
                  </a:extLst>
                </p14:cNvPr>
                <p14:cNvContentPartPr/>
                <p14:nvPr/>
              </p14:nvContentPartPr>
              <p14:xfrm>
                <a:off x="7381260" y="1978928"/>
                <a:ext cx="147240" cy="27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2D33702-2106-A919-C9FA-71C1C4285F5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372260" y="1969928"/>
                  <a:ext cx="1648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D79028E-6EC6-1A71-99E2-F402EDAD4A64}"/>
                    </a:ext>
                  </a:extLst>
                </p14:cNvPr>
                <p14:cNvContentPartPr/>
                <p14:nvPr/>
              </p14:nvContentPartPr>
              <p14:xfrm>
                <a:off x="6131700" y="2424968"/>
                <a:ext cx="164520" cy="182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D79028E-6EC6-1A71-99E2-F402EDAD4A6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123060" y="2416328"/>
                  <a:ext cx="1821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E2E9C5F-2ED2-ACD2-9E32-73782BC91B37}"/>
                    </a:ext>
                  </a:extLst>
                </p14:cNvPr>
                <p14:cNvContentPartPr/>
                <p14:nvPr/>
              </p14:nvContentPartPr>
              <p14:xfrm>
                <a:off x="6178140" y="2428208"/>
                <a:ext cx="46440" cy="1861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E2E9C5F-2ED2-ACD2-9E32-73782BC91B3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169500" y="2419208"/>
                  <a:ext cx="640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525B967-7A66-9834-4EFE-4EB40DF1746B}"/>
                    </a:ext>
                  </a:extLst>
                </p14:cNvPr>
                <p14:cNvContentPartPr/>
                <p14:nvPr/>
              </p14:nvContentPartPr>
              <p14:xfrm>
                <a:off x="6374700" y="2618288"/>
                <a:ext cx="29520" cy="74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525B967-7A66-9834-4EFE-4EB40DF1746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366060" y="2609648"/>
                  <a:ext cx="471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5871530-ED0D-B965-CA20-76D8C6E4F2C1}"/>
                    </a:ext>
                  </a:extLst>
                </p14:cNvPr>
                <p14:cNvContentPartPr/>
                <p14:nvPr/>
              </p14:nvContentPartPr>
              <p14:xfrm>
                <a:off x="6406380" y="2321648"/>
                <a:ext cx="103320" cy="2865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5871530-ED0D-B965-CA20-76D8C6E4F2C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397380" y="2312648"/>
                  <a:ext cx="1209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31B5039-A54F-B5FC-9C86-0ED67C361414}"/>
                    </a:ext>
                  </a:extLst>
                </p14:cNvPr>
                <p14:cNvContentPartPr/>
                <p14:nvPr/>
              </p14:nvContentPartPr>
              <p14:xfrm>
                <a:off x="6539940" y="2457008"/>
                <a:ext cx="141480" cy="99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31B5039-A54F-B5FC-9C86-0ED67C36141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530940" y="2448008"/>
                  <a:ext cx="1591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4E8B8CA-48DE-D705-57C9-A9743A91BD48}"/>
                    </a:ext>
                  </a:extLst>
                </p14:cNvPr>
                <p14:cNvContentPartPr/>
                <p14:nvPr/>
              </p14:nvContentPartPr>
              <p14:xfrm>
                <a:off x="6718140" y="2347208"/>
                <a:ext cx="56160" cy="1198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4E8B8CA-48DE-D705-57C9-A9743A91BD4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709140" y="2338208"/>
                  <a:ext cx="738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7723FF8-7C42-5164-0270-9EEACFE1C9F0}"/>
                    </a:ext>
                  </a:extLst>
                </p14:cNvPr>
                <p14:cNvContentPartPr/>
                <p14:nvPr/>
              </p14:nvContentPartPr>
              <p14:xfrm>
                <a:off x="6676020" y="2232368"/>
                <a:ext cx="360" cy="6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7723FF8-7C42-5164-0270-9EEACFE1C9F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667020" y="2223728"/>
                  <a:ext cx="180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C9635E4-4C06-C431-ED9D-20C911249C1D}"/>
                    </a:ext>
                  </a:extLst>
                </p14:cNvPr>
                <p14:cNvContentPartPr/>
                <p14:nvPr/>
              </p14:nvContentPartPr>
              <p14:xfrm>
                <a:off x="6802020" y="2208608"/>
                <a:ext cx="77760" cy="2019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C9635E4-4C06-C431-ED9D-20C911249C1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793020" y="2199608"/>
                  <a:ext cx="954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50D0CB4-0DBE-F538-B9CE-3EA81FA3E436}"/>
                    </a:ext>
                  </a:extLst>
                </p14:cNvPr>
                <p14:cNvContentPartPr/>
                <p14:nvPr/>
              </p14:nvContentPartPr>
              <p14:xfrm>
                <a:off x="6925500" y="2267288"/>
                <a:ext cx="151920" cy="820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50D0CB4-0DBE-F538-B9CE-3EA81FA3E43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916500" y="2258288"/>
                  <a:ext cx="1695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3C127EA-769E-1B65-020D-6EB6A3A05EDF}"/>
                    </a:ext>
                  </a:extLst>
                </p14:cNvPr>
                <p14:cNvContentPartPr/>
                <p14:nvPr/>
              </p14:nvContentPartPr>
              <p14:xfrm>
                <a:off x="7294500" y="2306528"/>
                <a:ext cx="119520" cy="11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3C127EA-769E-1B65-020D-6EB6A3A05ED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285860" y="2297888"/>
                  <a:ext cx="137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D8ABEBE-91A6-34EC-01B9-FC9E7C01A9F5}"/>
                    </a:ext>
                  </a:extLst>
                </p14:cNvPr>
                <p14:cNvContentPartPr/>
                <p14:nvPr/>
              </p14:nvContentPartPr>
              <p14:xfrm>
                <a:off x="7481340" y="2259008"/>
                <a:ext cx="93240" cy="954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D8ABEBE-91A6-34EC-01B9-FC9E7C01A9F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472340" y="2250368"/>
                  <a:ext cx="1108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3CECB81-E836-7FCF-E45A-9A7A63A37AF0}"/>
                    </a:ext>
                  </a:extLst>
                </p14:cNvPr>
                <p14:cNvContentPartPr/>
                <p14:nvPr/>
              </p14:nvContentPartPr>
              <p14:xfrm>
                <a:off x="7625340" y="2309048"/>
                <a:ext cx="68760" cy="547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3CECB81-E836-7FCF-E45A-9A7A63A37AF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616700" y="2300408"/>
                  <a:ext cx="864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F46F163-5759-14BE-44F9-4AD2F5B6E378}"/>
                    </a:ext>
                  </a:extLst>
                </p14:cNvPr>
                <p14:cNvContentPartPr/>
                <p14:nvPr/>
              </p14:nvContentPartPr>
              <p14:xfrm>
                <a:off x="7673580" y="2291048"/>
                <a:ext cx="62640" cy="597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F46F163-5759-14BE-44F9-4AD2F5B6E37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664580" y="2282048"/>
                  <a:ext cx="802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F663027-64BC-6C5B-FFCF-72F9AAABE9DF}"/>
                    </a:ext>
                  </a:extLst>
                </p14:cNvPr>
                <p14:cNvContentPartPr/>
                <p14:nvPr/>
              </p14:nvContentPartPr>
              <p14:xfrm>
                <a:off x="7596540" y="2250008"/>
                <a:ext cx="113760" cy="68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F663027-64BC-6C5B-FFCF-72F9AAABE9D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587540" y="2241008"/>
                  <a:ext cx="1314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51124BE-23AD-57BC-7B7B-29CA0D3CB7F4}"/>
                    </a:ext>
                  </a:extLst>
                </p14:cNvPr>
                <p14:cNvContentPartPr/>
                <p14:nvPr/>
              </p14:nvContentPartPr>
              <p14:xfrm>
                <a:off x="7813620" y="2316968"/>
                <a:ext cx="51840" cy="428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51124BE-23AD-57BC-7B7B-29CA0D3CB7F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804980" y="2308328"/>
                  <a:ext cx="694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BC010CF-2F46-927D-CDE0-1A950CEC15EA}"/>
                    </a:ext>
                  </a:extLst>
                </p14:cNvPr>
                <p14:cNvContentPartPr/>
                <p14:nvPr/>
              </p14:nvContentPartPr>
              <p14:xfrm>
                <a:off x="7793100" y="2207888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BC010CF-2F46-927D-CDE0-1A950CEC15E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784100" y="219888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2D9AA73-9F6D-4B6A-C311-6AF4E3332EB8}"/>
                    </a:ext>
                  </a:extLst>
                </p14:cNvPr>
                <p14:cNvContentPartPr/>
                <p14:nvPr/>
              </p14:nvContentPartPr>
              <p14:xfrm>
                <a:off x="7859700" y="2146688"/>
                <a:ext cx="127440" cy="2358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2D9AA73-9F6D-4B6A-C311-6AF4E3332EB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851060" y="2137688"/>
                  <a:ext cx="1450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7DB7439-3E4C-3EC3-1819-991AA0B406D8}"/>
                    </a:ext>
                  </a:extLst>
                </p14:cNvPr>
                <p14:cNvContentPartPr/>
                <p14:nvPr/>
              </p14:nvContentPartPr>
              <p14:xfrm>
                <a:off x="7989300" y="2193488"/>
                <a:ext cx="120960" cy="1814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7DB7439-3E4C-3EC3-1819-991AA0B406D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980300" y="2184488"/>
                  <a:ext cx="1386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348FB04-876B-4624-D7DB-1277EC4FF11B}"/>
                    </a:ext>
                  </a:extLst>
                </p14:cNvPr>
                <p14:cNvContentPartPr/>
                <p14:nvPr/>
              </p14:nvContentPartPr>
              <p14:xfrm>
                <a:off x="8135820" y="2279168"/>
                <a:ext cx="140400" cy="1180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348FB04-876B-4624-D7DB-1277EC4FF11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126820" y="2270528"/>
                  <a:ext cx="1580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5C630E1-6176-DF95-06D1-4772150D59D1}"/>
                    </a:ext>
                  </a:extLst>
                </p14:cNvPr>
                <p14:cNvContentPartPr/>
                <p14:nvPr/>
              </p14:nvContentPartPr>
              <p14:xfrm>
                <a:off x="8302140" y="2246768"/>
                <a:ext cx="130680" cy="3366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5C630E1-6176-DF95-06D1-4772150D59D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293500" y="2238128"/>
                  <a:ext cx="148320" cy="35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8F2B254-2B53-C439-D64F-7219B62C07C5}"/>
              </a:ext>
            </a:extLst>
          </p:cNvPr>
          <p:cNvGrpSpPr/>
          <p:nvPr/>
        </p:nvGrpSpPr>
        <p:grpSpPr>
          <a:xfrm>
            <a:off x="1269540" y="3741488"/>
            <a:ext cx="9942480" cy="176400"/>
            <a:chOff x="1269540" y="3741488"/>
            <a:chExt cx="9942480" cy="17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103B13F-E667-BA16-5E60-20DC56A8D238}"/>
                    </a:ext>
                  </a:extLst>
                </p14:cNvPr>
                <p14:cNvContentPartPr/>
                <p14:nvPr/>
              </p14:nvContentPartPr>
              <p14:xfrm>
                <a:off x="1269540" y="3776768"/>
                <a:ext cx="9438840" cy="788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103B13F-E667-BA16-5E60-20DC56A8D23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260900" y="3767768"/>
                  <a:ext cx="94564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7EA77DD-B221-BFA7-3B96-3B8725DB9B8E}"/>
                    </a:ext>
                  </a:extLst>
                </p14:cNvPr>
                <p14:cNvContentPartPr/>
                <p14:nvPr/>
              </p14:nvContentPartPr>
              <p14:xfrm>
                <a:off x="10595700" y="3741488"/>
                <a:ext cx="205920" cy="141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7EA77DD-B221-BFA7-3B96-3B8725DB9B8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586700" y="3732488"/>
                  <a:ext cx="2235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C2AD7C9-2928-46E7-61E8-8DF8B9330732}"/>
                    </a:ext>
                  </a:extLst>
                </p14:cNvPr>
                <p14:cNvContentPartPr/>
                <p14:nvPr/>
              </p14:nvContentPartPr>
              <p14:xfrm>
                <a:off x="10858140" y="3745808"/>
                <a:ext cx="192600" cy="1000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C2AD7C9-2928-46E7-61E8-8DF8B933073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849140" y="3736808"/>
                  <a:ext cx="2102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0ED1720-841D-A5C5-FE6D-396B3281E768}"/>
                    </a:ext>
                  </a:extLst>
                </p14:cNvPr>
                <p14:cNvContentPartPr/>
                <p14:nvPr/>
              </p14:nvContentPartPr>
              <p14:xfrm>
                <a:off x="11102580" y="3820328"/>
                <a:ext cx="109440" cy="975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0ED1720-841D-A5C5-FE6D-396B3281E76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093580" y="3811328"/>
                  <a:ext cx="127080" cy="11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C8ABC2E-8A0A-419F-4C09-159129EB73DB}"/>
              </a:ext>
            </a:extLst>
          </p:cNvPr>
          <p:cNvGrpSpPr/>
          <p:nvPr/>
        </p:nvGrpSpPr>
        <p:grpSpPr>
          <a:xfrm>
            <a:off x="8998020" y="435248"/>
            <a:ext cx="473760" cy="147240"/>
            <a:chOff x="8998020" y="435248"/>
            <a:chExt cx="473760" cy="14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0AAA531-D88C-7A8A-264E-078171592BB7}"/>
                    </a:ext>
                  </a:extLst>
                </p14:cNvPr>
                <p14:cNvContentPartPr/>
                <p14:nvPr/>
              </p14:nvContentPartPr>
              <p14:xfrm>
                <a:off x="8998020" y="446408"/>
                <a:ext cx="160920" cy="720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0AAA531-D88C-7A8A-264E-078171592BB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989380" y="437768"/>
                  <a:ext cx="1785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6E9F218-C207-E817-3E12-BB8C72B26D0C}"/>
                    </a:ext>
                  </a:extLst>
                </p14:cNvPr>
                <p14:cNvContentPartPr/>
                <p14:nvPr/>
              </p14:nvContentPartPr>
              <p14:xfrm>
                <a:off x="9256140" y="519488"/>
                <a:ext cx="33120" cy="63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6E9F218-C207-E817-3E12-BB8C72B26D0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247500" y="510488"/>
                  <a:ext cx="50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D719DE5-5907-7089-2FDB-076A329966A7}"/>
                    </a:ext>
                  </a:extLst>
                </p14:cNvPr>
                <p14:cNvContentPartPr/>
                <p14:nvPr/>
              </p14:nvContentPartPr>
              <p14:xfrm>
                <a:off x="9406260" y="499688"/>
                <a:ext cx="65520" cy="43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D719DE5-5907-7089-2FDB-076A329966A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397260" y="491048"/>
                  <a:ext cx="831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04E0EC7-D53E-D138-470F-CE0A16CD4AF6}"/>
                    </a:ext>
                  </a:extLst>
                </p14:cNvPr>
                <p14:cNvContentPartPr/>
                <p14:nvPr/>
              </p14:nvContentPartPr>
              <p14:xfrm>
                <a:off x="9357660" y="435248"/>
                <a:ext cx="93240" cy="21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04E0EC7-D53E-D138-470F-CE0A16CD4AF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348660" y="426608"/>
                  <a:ext cx="11088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D29354A6-D65B-83DF-D8AC-F6910E85ADC0}"/>
              </a:ext>
            </a:extLst>
          </p:cNvPr>
          <p:cNvGrpSpPr/>
          <p:nvPr/>
        </p:nvGrpSpPr>
        <p:grpSpPr>
          <a:xfrm>
            <a:off x="9642780" y="233648"/>
            <a:ext cx="937440" cy="213840"/>
            <a:chOff x="9642780" y="233648"/>
            <a:chExt cx="937440" cy="21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9AD6E3E-C955-7D52-947D-90037EBE88FA}"/>
                    </a:ext>
                  </a:extLst>
                </p14:cNvPr>
                <p14:cNvContentPartPr/>
                <p14:nvPr/>
              </p14:nvContentPartPr>
              <p14:xfrm>
                <a:off x="9642780" y="314288"/>
                <a:ext cx="170640" cy="68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9AD6E3E-C955-7D52-947D-90037EBE88F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633780" y="305648"/>
                  <a:ext cx="1882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EED6E51-A447-24E4-5515-FA170869F889}"/>
                    </a:ext>
                  </a:extLst>
                </p14:cNvPr>
                <p14:cNvContentPartPr/>
                <p14:nvPr/>
              </p14:nvContentPartPr>
              <p14:xfrm>
                <a:off x="9881460" y="379088"/>
                <a:ext cx="82800" cy="684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EED6E51-A447-24E4-5515-FA170869F88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872820" y="370088"/>
                  <a:ext cx="1004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ECE3439-2C37-6A1C-3B45-2E2E6353D071}"/>
                    </a:ext>
                  </a:extLst>
                </p14:cNvPr>
                <p14:cNvContentPartPr/>
                <p14:nvPr/>
              </p14:nvContentPartPr>
              <p14:xfrm>
                <a:off x="10043820" y="361088"/>
                <a:ext cx="51120" cy="75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ECE3439-2C37-6A1C-3B45-2E2E6353D07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034820" y="352448"/>
                  <a:ext cx="687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18003E9-4916-3AEB-ACED-2001DEEF1CB9}"/>
                    </a:ext>
                  </a:extLst>
                </p14:cNvPr>
                <p14:cNvContentPartPr/>
                <p14:nvPr/>
              </p14:nvContentPartPr>
              <p14:xfrm>
                <a:off x="10182780" y="305288"/>
                <a:ext cx="132840" cy="1011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18003E9-4916-3AEB-ACED-2001DEEF1CB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174140" y="296648"/>
                  <a:ext cx="1504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B9B516A-07DE-F49D-4284-212952E55580}"/>
                    </a:ext>
                  </a:extLst>
                </p14:cNvPr>
                <p14:cNvContentPartPr/>
                <p14:nvPr/>
              </p14:nvContentPartPr>
              <p14:xfrm>
                <a:off x="10364580" y="352088"/>
                <a:ext cx="27720" cy="464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B9B516A-07DE-F49D-4284-212952E5558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355940" y="343088"/>
                  <a:ext cx="453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3B9CED6-27A9-2040-8932-67D2E974AE7A}"/>
                    </a:ext>
                  </a:extLst>
                </p14:cNvPr>
                <p14:cNvContentPartPr/>
                <p14:nvPr/>
              </p14:nvContentPartPr>
              <p14:xfrm>
                <a:off x="10411380" y="332288"/>
                <a:ext cx="46440" cy="572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3B9CED6-27A9-2040-8932-67D2E974AE7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402740" y="323648"/>
                  <a:ext cx="640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047512F-8B24-724C-82E2-A29A6BA70338}"/>
                    </a:ext>
                  </a:extLst>
                </p14:cNvPr>
                <p14:cNvContentPartPr/>
                <p14:nvPr/>
              </p14:nvContentPartPr>
              <p14:xfrm>
                <a:off x="10330020" y="297008"/>
                <a:ext cx="118440" cy="147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047512F-8B24-724C-82E2-A29A6BA7033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321020" y="288368"/>
                  <a:ext cx="1360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05CB6F4-03E5-FC57-55FA-07B543C2BA55}"/>
                    </a:ext>
                  </a:extLst>
                </p14:cNvPr>
                <p14:cNvContentPartPr/>
                <p14:nvPr/>
              </p14:nvContentPartPr>
              <p14:xfrm>
                <a:off x="10530900" y="347768"/>
                <a:ext cx="49320" cy="500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05CB6F4-03E5-FC57-55FA-07B543C2BA5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522260" y="339128"/>
                  <a:ext cx="669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874898F-A913-14F2-6EAA-F757D36A3383}"/>
                    </a:ext>
                  </a:extLst>
                </p14:cNvPr>
                <p14:cNvContentPartPr/>
                <p14:nvPr/>
              </p14:nvContentPartPr>
              <p14:xfrm>
                <a:off x="10529100" y="233648"/>
                <a:ext cx="2520" cy="10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874898F-A913-14F2-6EAA-F757D36A338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520100" y="224648"/>
                  <a:ext cx="2016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83EDB40E-C4EE-D4D3-98D2-5C73138517E5}"/>
              </a:ext>
            </a:extLst>
          </p:cNvPr>
          <p:cNvGrpSpPr/>
          <p:nvPr/>
        </p:nvGrpSpPr>
        <p:grpSpPr>
          <a:xfrm>
            <a:off x="9596340" y="550088"/>
            <a:ext cx="956160" cy="223920"/>
            <a:chOff x="9596340" y="550088"/>
            <a:chExt cx="956160" cy="22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5969864-BC44-501A-083F-28D79A7F46B5}"/>
                    </a:ext>
                  </a:extLst>
                </p14:cNvPr>
                <p14:cNvContentPartPr/>
                <p14:nvPr/>
              </p14:nvContentPartPr>
              <p14:xfrm>
                <a:off x="9596340" y="550088"/>
                <a:ext cx="956160" cy="320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5969864-BC44-501A-083F-28D79A7F46B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587340" y="541448"/>
                  <a:ext cx="9738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3DEDCD3-E1DB-0BB7-BD92-3D291553CEDD}"/>
                    </a:ext>
                  </a:extLst>
                </p14:cNvPr>
                <p14:cNvContentPartPr/>
                <p14:nvPr/>
              </p14:nvContentPartPr>
              <p14:xfrm>
                <a:off x="9926460" y="642968"/>
                <a:ext cx="220680" cy="1310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3DEDCD3-E1DB-0BB7-BD92-3D291553CED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917820" y="634328"/>
                  <a:ext cx="23832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A13599C8-E91C-3F33-E688-062FC9803595}"/>
              </a:ext>
            </a:extLst>
          </p:cNvPr>
          <p:cNvGrpSpPr/>
          <p:nvPr/>
        </p:nvGrpSpPr>
        <p:grpSpPr>
          <a:xfrm>
            <a:off x="8909100" y="987128"/>
            <a:ext cx="343800" cy="159480"/>
            <a:chOff x="8909100" y="987128"/>
            <a:chExt cx="343800" cy="15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4F72DFD-B04D-AF28-FF04-CD56E0E4B18E}"/>
                    </a:ext>
                  </a:extLst>
                </p14:cNvPr>
                <p14:cNvContentPartPr/>
                <p14:nvPr/>
              </p14:nvContentPartPr>
              <p14:xfrm>
                <a:off x="8909100" y="1060208"/>
                <a:ext cx="203760" cy="309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4F72DFD-B04D-AF28-FF04-CD56E0E4B18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900460" y="1051568"/>
                  <a:ext cx="2214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DA5FDAF-C88E-8E22-E651-F2B90726077E}"/>
                    </a:ext>
                  </a:extLst>
                </p14:cNvPr>
                <p14:cNvContentPartPr/>
                <p14:nvPr/>
              </p14:nvContentPartPr>
              <p14:xfrm>
                <a:off x="8936100" y="1029248"/>
                <a:ext cx="197640" cy="93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DA5FDAF-C88E-8E22-E651-F2B90726077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927100" y="1020608"/>
                  <a:ext cx="215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3550716-EC06-A667-7103-5F0A86DF3B72}"/>
                    </a:ext>
                  </a:extLst>
                </p14:cNvPr>
                <p14:cNvContentPartPr/>
                <p14:nvPr/>
              </p14:nvContentPartPr>
              <p14:xfrm>
                <a:off x="9079380" y="987128"/>
                <a:ext cx="173520" cy="1594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3550716-EC06-A667-7103-5F0A86DF3B7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070740" y="978128"/>
                  <a:ext cx="191160" cy="17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50233F6B-6856-B5EE-62B2-A711E56D0496}"/>
              </a:ext>
            </a:extLst>
          </p:cNvPr>
          <p:cNvGrpSpPr/>
          <p:nvPr/>
        </p:nvGrpSpPr>
        <p:grpSpPr>
          <a:xfrm>
            <a:off x="9491940" y="992168"/>
            <a:ext cx="1173240" cy="198720"/>
            <a:chOff x="9491940" y="992168"/>
            <a:chExt cx="1173240" cy="19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A15BB68-3BF9-EA7A-8970-5512B87772E6}"/>
                    </a:ext>
                  </a:extLst>
                </p14:cNvPr>
                <p14:cNvContentPartPr/>
                <p14:nvPr/>
              </p14:nvContentPartPr>
              <p14:xfrm>
                <a:off x="9491940" y="1040048"/>
                <a:ext cx="193680" cy="867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A15BB68-3BF9-EA7A-8970-5512B87772E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482940" y="1031408"/>
                  <a:ext cx="2113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BFDEF03-E7BE-08BB-83D2-CEAEA53C7355}"/>
                    </a:ext>
                  </a:extLst>
                </p14:cNvPr>
                <p14:cNvContentPartPr/>
                <p14:nvPr/>
              </p14:nvContentPartPr>
              <p14:xfrm>
                <a:off x="9746460" y="1110608"/>
                <a:ext cx="103680" cy="802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BFDEF03-E7BE-08BB-83D2-CEAEA53C735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737820" y="1101608"/>
                  <a:ext cx="1213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A400D51-FF80-E7AC-B106-BF2E4BE8DA23}"/>
                    </a:ext>
                  </a:extLst>
                </p14:cNvPr>
                <p14:cNvContentPartPr/>
                <p14:nvPr/>
              </p14:nvContentPartPr>
              <p14:xfrm>
                <a:off x="9928980" y="1098728"/>
                <a:ext cx="77760" cy="82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A400D51-FF80-E7AC-B106-BF2E4BE8DA2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919980" y="1089728"/>
                  <a:ext cx="954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1DCE661-58B0-9F1E-50B6-44C707B599DD}"/>
                    </a:ext>
                  </a:extLst>
                </p14:cNvPr>
                <p14:cNvContentPartPr/>
                <p14:nvPr/>
              </p14:nvContentPartPr>
              <p14:xfrm>
                <a:off x="9912780" y="1049408"/>
                <a:ext cx="109440" cy="104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1DCE661-58B0-9F1E-50B6-44C707B599D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903780" y="1040768"/>
                  <a:ext cx="1270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B4FB4AA-2487-7A85-7BC6-0EC2F65FE2D9}"/>
                    </a:ext>
                  </a:extLst>
                </p14:cNvPr>
                <p14:cNvContentPartPr/>
                <p14:nvPr/>
              </p14:nvContentPartPr>
              <p14:xfrm>
                <a:off x="10156860" y="992168"/>
                <a:ext cx="195480" cy="110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B4FB4AA-2487-7A85-7BC6-0EC2F65FE2D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148220" y="983168"/>
                  <a:ext cx="2131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713C81F-16F1-99D6-D082-5AD93EEC514B}"/>
                    </a:ext>
                  </a:extLst>
                </p14:cNvPr>
                <p14:cNvContentPartPr/>
                <p14:nvPr/>
              </p14:nvContentPartPr>
              <p14:xfrm>
                <a:off x="10406340" y="1045088"/>
                <a:ext cx="146160" cy="576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713C81F-16F1-99D6-D082-5AD93EEC514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397340" y="1036448"/>
                  <a:ext cx="1638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3CC1880-BF48-26FF-CD31-058107A7BA5E}"/>
                    </a:ext>
                  </a:extLst>
                </p14:cNvPr>
                <p14:cNvContentPartPr/>
                <p14:nvPr/>
              </p14:nvContentPartPr>
              <p14:xfrm>
                <a:off x="10645380" y="1106288"/>
                <a:ext cx="19800" cy="568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3CC1880-BF48-26FF-CD31-058107A7BA5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636380" y="1097648"/>
                  <a:ext cx="3744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156E7380-FD1F-CDA1-92EC-16F980DEB515}"/>
              </a:ext>
            </a:extLst>
          </p:cNvPr>
          <p:cNvGrpSpPr/>
          <p:nvPr/>
        </p:nvGrpSpPr>
        <p:grpSpPr>
          <a:xfrm>
            <a:off x="10769940" y="915128"/>
            <a:ext cx="684360" cy="146520"/>
            <a:chOff x="10769940" y="915128"/>
            <a:chExt cx="684360" cy="14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2032B6E-E0D5-D8D4-31BD-C628053472B4}"/>
                    </a:ext>
                  </a:extLst>
                </p14:cNvPr>
                <p14:cNvContentPartPr/>
                <p14:nvPr/>
              </p14:nvContentPartPr>
              <p14:xfrm>
                <a:off x="10814580" y="973808"/>
                <a:ext cx="36000" cy="874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2032B6E-E0D5-D8D4-31BD-C628053472B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805940" y="964808"/>
                  <a:ext cx="536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A39C93A-88FC-052C-3017-8E159FA02B9A}"/>
                    </a:ext>
                  </a:extLst>
                </p14:cNvPr>
                <p14:cNvContentPartPr/>
                <p14:nvPr/>
              </p14:nvContentPartPr>
              <p14:xfrm>
                <a:off x="10769940" y="1017728"/>
                <a:ext cx="145800" cy="111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A39C93A-88FC-052C-3017-8E159FA02B9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761300" y="1008728"/>
                  <a:ext cx="163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13803D1-42AE-9DFB-603B-E9915FF203BE}"/>
                    </a:ext>
                  </a:extLst>
                </p14:cNvPr>
                <p14:cNvContentPartPr/>
                <p14:nvPr/>
              </p14:nvContentPartPr>
              <p14:xfrm>
                <a:off x="10983060" y="964808"/>
                <a:ext cx="126360" cy="907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13803D1-42AE-9DFB-603B-E9915FF203B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974060" y="955808"/>
                  <a:ext cx="1440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8DCB0B7-D9A6-5F87-80A5-BA8A57334B27}"/>
                    </a:ext>
                  </a:extLst>
                </p14:cNvPr>
                <p14:cNvContentPartPr/>
                <p14:nvPr/>
              </p14:nvContentPartPr>
              <p14:xfrm>
                <a:off x="11175300" y="997208"/>
                <a:ext cx="50400" cy="644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8DCB0B7-D9A6-5F87-80A5-BA8A57334B2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166300" y="988568"/>
                  <a:ext cx="680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C148FD3-F768-A7AA-7D94-59B83049081D}"/>
                    </a:ext>
                  </a:extLst>
                </p14:cNvPr>
                <p14:cNvContentPartPr/>
                <p14:nvPr/>
              </p14:nvContentPartPr>
              <p14:xfrm>
                <a:off x="11222100" y="987128"/>
                <a:ext cx="89280" cy="741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C148FD3-F768-A7AA-7D94-59B83049081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213100" y="978128"/>
                  <a:ext cx="106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C25612F-A190-8C96-87BB-E7769387A6EE}"/>
                    </a:ext>
                  </a:extLst>
                </p14:cNvPr>
                <p14:cNvContentPartPr/>
                <p14:nvPr/>
              </p14:nvContentPartPr>
              <p14:xfrm>
                <a:off x="11133540" y="929888"/>
                <a:ext cx="151200" cy="158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C25612F-A190-8C96-87BB-E7769387A6E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124900" y="921248"/>
                  <a:ext cx="1688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C5343CB-02B1-79FA-065B-9BE817865CE3}"/>
                    </a:ext>
                  </a:extLst>
                </p14:cNvPr>
                <p14:cNvContentPartPr/>
                <p14:nvPr/>
              </p14:nvContentPartPr>
              <p14:xfrm>
                <a:off x="11414340" y="1023488"/>
                <a:ext cx="39960" cy="363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C5343CB-02B1-79FA-065B-9BE817865CE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405340" y="1014488"/>
                  <a:ext cx="576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C13D9FF-4F03-505B-057B-E9E4665AA954}"/>
                    </a:ext>
                  </a:extLst>
                </p14:cNvPr>
                <p14:cNvContentPartPr/>
                <p14:nvPr/>
              </p14:nvContentPartPr>
              <p14:xfrm>
                <a:off x="11394540" y="915128"/>
                <a:ext cx="30600" cy="151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C13D9FF-4F03-505B-057B-E9E4665AA95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385900" y="906128"/>
                  <a:ext cx="48240" cy="3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B118877F-7E15-EC21-5CB1-B955BDC0F51B}"/>
                  </a:ext>
                </a:extLst>
              </p14:cNvPr>
              <p14:cNvContentPartPr/>
              <p14:nvPr/>
            </p14:nvContentPartPr>
            <p14:xfrm>
              <a:off x="7133220" y="2342528"/>
              <a:ext cx="124920" cy="7488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B118877F-7E15-EC21-5CB1-B955BDC0F51B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7124220" y="2333528"/>
                <a:ext cx="142560" cy="9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Group 165">
            <a:extLst>
              <a:ext uri="{FF2B5EF4-FFF2-40B4-BE49-F238E27FC236}">
                <a16:creationId xmlns:a16="http://schemas.microsoft.com/office/drawing/2014/main" id="{144B6F9A-0018-22FD-D0C6-228F2C686ABC}"/>
              </a:ext>
            </a:extLst>
          </p:cNvPr>
          <p:cNvGrpSpPr/>
          <p:nvPr/>
        </p:nvGrpSpPr>
        <p:grpSpPr>
          <a:xfrm>
            <a:off x="10468620" y="2300768"/>
            <a:ext cx="680400" cy="183960"/>
            <a:chOff x="10468620" y="2300768"/>
            <a:chExt cx="680400" cy="18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4975098-AAE2-1B6F-D5C0-3AA7B24C8058}"/>
                    </a:ext>
                  </a:extLst>
                </p14:cNvPr>
                <p14:cNvContentPartPr/>
                <p14:nvPr/>
              </p14:nvContentPartPr>
              <p14:xfrm>
                <a:off x="10468620" y="2300768"/>
                <a:ext cx="235440" cy="1760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4975098-AAE2-1B6F-D5C0-3AA7B24C805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459980" y="2291768"/>
                  <a:ext cx="2530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C1553E2-5E0D-2DE8-CFE1-479ADC7E62EE}"/>
                    </a:ext>
                  </a:extLst>
                </p14:cNvPr>
                <p14:cNvContentPartPr/>
                <p14:nvPr/>
              </p14:nvContentPartPr>
              <p14:xfrm>
                <a:off x="10781100" y="2405528"/>
                <a:ext cx="119160" cy="147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C1553E2-5E0D-2DE8-CFE1-479ADC7E62E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772100" y="2396888"/>
                  <a:ext cx="1368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1178E22-7D1D-428D-A74A-60355572450D}"/>
                    </a:ext>
                  </a:extLst>
                </p14:cNvPr>
                <p14:cNvContentPartPr/>
                <p14:nvPr/>
              </p14:nvContentPartPr>
              <p14:xfrm>
                <a:off x="10754820" y="2347928"/>
                <a:ext cx="135000" cy="111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1178E22-7D1D-428D-A74A-60355572450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745820" y="2339288"/>
                  <a:ext cx="1526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3D868E2-F24C-0525-9836-0CD484F58725}"/>
                    </a:ext>
                  </a:extLst>
                </p14:cNvPr>
                <p14:cNvContentPartPr/>
                <p14:nvPr/>
              </p14:nvContentPartPr>
              <p14:xfrm>
                <a:off x="10977660" y="2320928"/>
                <a:ext cx="171360" cy="1638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3D868E2-F24C-0525-9836-0CD484F5872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969020" y="2311928"/>
                  <a:ext cx="189000" cy="18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942FA14E-C986-EC49-196D-6023F9FC6422}"/>
                  </a:ext>
                </a:extLst>
              </p14:cNvPr>
              <p14:cNvContentPartPr/>
              <p14:nvPr/>
            </p14:nvContentPartPr>
            <p14:xfrm>
              <a:off x="9034740" y="2374208"/>
              <a:ext cx="5760" cy="4644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942FA14E-C986-EC49-196D-6023F9FC6422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9025740" y="2365208"/>
                <a:ext cx="2340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D3F5D064-62B5-735E-CC11-703FE9A0AFE3}"/>
                  </a:ext>
                </a:extLst>
              </p14:cNvPr>
              <p14:cNvContentPartPr/>
              <p14:nvPr/>
            </p14:nvContentPartPr>
            <p14:xfrm>
              <a:off x="9097020" y="3706568"/>
              <a:ext cx="19440" cy="14760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D3F5D064-62B5-735E-CC11-703FE9A0AFE3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9088380" y="3697928"/>
                <a:ext cx="37080" cy="16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3" name="Group 172">
            <a:extLst>
              <a:ext uri="{FF2B5EF4-FFF2-40B4-BE49-F238E27FC236}">
                <a16:creationId xmlns:a16="http://schemas.microsoft.com/office/drawing/2014/main" id="{2B32886F-E805-87CB-306A-BA7FBF9FF18E}"/>
              </a:ext>
            </a:extLst>
          </p:cNvPr>
          <p:cNvGrpSpPr/>
          <p:nvPr/>
        </p:nvGrpSpPr>
        <p:grpSpPr>
          <a:xfrm>
            <a:off x="9013500" y="3972608"/>
            <a:ext cx="317520" cy="181440"/>
            <a:chOff x="9013500" y="3972608"/>
            <a:chExt cx="317520" cy="18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C33828E-0041-893F-BCED-68D50E720F6E}"/>
                    </a:ext>
                  </a:extLst>
                </p14:cNvPr>
                <p14:cNvContentPartPr/>
                <p14:nvPr/>
              </p14:nvContentPartPr>
              <p14:xfrm>
                <a:off x="9013500" y="3972608"/>
                <a:ext cx="129240" cy="1746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C33828E-0041-893F-BCED-68D50E720F6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004860" y="3963608"/>
                  <a:ext cx="1468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5017278-E2A5-EF25-333E-657A105A5164}"/>
                    </a:ext>
                  </a:extLst>
                </p14:cNvPr>
                <p14:cNvContentPartPr/>
                <p14:nvPr/>
              </p14:nvContentPartPr>
              <p14:xfrm>
                <a:off x="9199260" y="4071968"/>
                <a:ext cx="45360" cy="820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5017278-E2A5-EF25-333E-657A105A516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190620" y="4062968"/>
                  <a:ext cx="630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1C71599-CEE3-6DFF-7D2B-DB0D395B04F8}"/>
                    </a:ext>
                  </a:extLst>
                </p14:cNvPr>
                <p14:cNvContentPartPr/>
                <p14:nvPr/>
              </p14:nvContentPartPr>
              <p14:xfrm>
                <a:off x="9256860" y="4078088"/>
                <a:ext cx="52920" cy="745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1C71599-CEE3-6DFF-7D2B-DB0D395B04F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247860" y="4069448"/>
                  <a:ext cx="705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F1F7299-11CF-88F4-8220-85C3B6AC2BF4}"/>
                    </a:ext>
                  </a:extLst>
                </p14:cNvPr>
                <p14:cNvContentPartPr/>
                <p14:nvPr/>
              </p14:nvContentPartPr>
              <p14:xfrm>
                <a:off x="9166500" y="4024808"/>
                <a:ext cx="164520" cy="327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F1F7299-11CF-88F4-8220-85C3B6AC2BF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157860" y="4016168"/>
                  <a:ext cx="182160" cy="5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45D6FFCA-D908-58EC-3243-B72FBEE45828}"/>
                  </a:ext>
                </a:extLst>
              </p14:cNvPr>
              <p14:cNvContentPartPr/>
              <p14:nvPr/>
            </p14:nvContentPartPr>
            <p14:xfrm>
              <a:off x="7527780" y="3789368"/>
              <a:ext cx="11160" cy="5544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45D6FFCA-D908-58EC-3243-B72FBEE45828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7518780" y="3780368"/>
                <a:ext cx="28800" cy="7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oup 178">
            <a:extLst>
              <a:ext uri="{FF2B5EF4-FFF2-40B4-BE49-F238E27FC236}">
                <a16:creationId xmlns:a16="http://schemas.microsoft.com/office/drawing/2014/main" id="{B79AE568-0CDE-90A2-C215-12416CE830F1}"/>
              </a:ext>
            </a:extLst>
          </p:cNvPr>
          <p:cNvGrpSpPr/>
          <p:nvPr/>
        </p:nvGrpSpPr>
        <p:grpSpPr>
          <a:xfrm>
            <a:off x="7457220" y="3966488"/>
            <a:ext cx="254160" cy="172800"/>
            <a:chOff x="7457220" y="3966488"/>
            <a:chExt cx="254160" cy="17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BC2FCC7-B747-750B-289A-3BB0E7A6F197}"/>
                    </a:ext>
                  </a:extLst>
                </p14:cNvPr>
                <p14:cNvContentPartPr/>
                <p14:nvPr/>
              </p14:nvContentPartPr>
              <p14:xfrm>
                <a:off x="7457220" y="3966488"/>
                <a:ext cx="116640" cy="1548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BC2FCC7-B747-750B-289A-3BB0E7A6F19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448580" y="3957848"/>
                  <a:ext cx="1342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2992742-342F-94E3-5DE9-88452540FBB9}"/>
                    </a:ext>
                  </a:extLst>
                </p14:cNvPr>
                <p14:cNvContentPartPr/>
                <p14:nvPr/>
              </p14:nvContentPartPr>
              <p14:xfrm>
                <a:off x="7634700" y="4041728"/>
                <a:ext cx="16920" cy="676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2992742-342F-94E3-5DE9-88452540FBB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626060" y="4033088"/>
                  <a:ext cx="345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BAC1AD9-92DB-9AE9-1305-AD5C713B6052}"/>
                    </a:ext>
                  </a:extLst>
                </p14:cNvPr>
                <p14:cNvContentPartPr/>
                <p14:nvPr/>
              </p14:nvContentPartPr>
              <p14:xfrm>
                <a:off x="7670340" y="4062608"/>
                <a:ext cx="41040" cy="766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BAC1AD9-92DB-9AE9-1305-AD5C713B605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661700" y="4053968"/>
                  <a:ext cx="586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20AF5C8-302C-1DFC-A73C-D517829D9817}"/>
                    </a:ext>
                  </a:extLst>
                </p14:cNvPr>
                <p14:cNvContentPartPr/>
                <p14:nvPr/>
              </p14:nvContentPartPr>
              <p14:xfrm>
                <a:off x="7585740" y="4004648"/>
                <a:ext cx="119160" cy="378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920AF5C8-302C-1DFC-A73C-D517829D981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577100" y="3995648"/>
                  <a:ext cx="136800" cy="5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2F17F5A6-60B9-B27A-7E91-901E16AF87A1}"/>
                  </a:ext>
                </a:extLst>
              </p14:cNvPr>
              <p14:cNvContentPartPr/>
              <p14:nvPr/>
            </p14:nvContentPartPr>
            <p14:xfrm>
              <a:off x="5659380" y="3750848"/>
              <a:ext cx="14400" cy="12456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2F17F5A6-60B9-B27A-7E91-901E16AF87A1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5650740" y="3742208"/>
                <a:ext cx="3204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F7620D70-F4A1-2256-81BB-F217E470E050}"/>
                  </a:ext>
                </a:extLst>
              </p14:cNvPr>
              <p14:cNvContentPartPr/>
              <p14:nvPr/>
            </p14:nvContentPartPr>
            <p14:xfrm>
              <a:off x="5584140" y="4076648"/>
              <a:ext cx="151200" cy="10188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F7620D70-F4A1-2256-81BB-F217E470E050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5575140" y="4067648"/>
                <a:ext cx="16884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D49E02FD-4D6C-DA9A-C7E1-7ED2900A7986}"/>
                  </a:ext>
                </a:extLst>
              </p14:cNvPr>
              <p14:cNvContentPartPr/>
              <p14:nvPr/>
            </p14:nvContentPartPr>
            <p14:xfrm>
              <a:off x="3808260" y="3763088"/>
              <a:ext cx="31680" cy="12492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D49E02FD-4D6C-DA9A-C7E1-7ED2900A7986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3799260" y="3754448"/>
                <a:ext cx="49320" cy="14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8" name="Group 187">
            <a:extLst>
              <a:ext uri="{FF2B5EF4-FFF2-40B4-BE49-F238E27FC236}">
                <a16:creationId xmlns:a16="http://schemas.microsoft.com/office/drawing/2014/main" id="{7D936DA7-B4BC-01B1-4BFB-B275B9A7E561}"/>
              </a:ext>
            </a:extLst>
          </p:cNvPr>
          <p:cNvGrpSpPr/>
          <p:nvPr/>
        </p:nvGrpSpPr>
        <p:grpSpPr>
          <a:xfrm>
            <a:off x="3589020" y="4020848"/>
            <a:ext cx="375480" cy="161640"/>
            <a:chOff x="3589020" y="4020848"/>
            <a:chExt cx="375480" cy="16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86D6A5F-3D3C-25F9-44B6-6CC5DDAEF949}"/>
                    </a:ext>
                  </a:extLst>
                </p14:cNvPr>
                <p14:cNvContentPartPr/>
                <p14:nvPr/>
              </p14:nvContentPartPr>
              <p14:xfrm>
                <a:off x="3589020" y="4079528"/>
                <a:ext cx="84600" cy="43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86D6A5F-3D3C-25F9-44B6-6CC5DDAEF94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580020" y="4070528"/>
                  <a:ext cx="1022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0E0EC65-DFFC-2172-3661-FFF95686D48D}"/>
                    </a:ext>
                  </a:extLst>
                </p14:cNvPr>
                <p14:cNvContentPartPr/>
                <p14:nvPr/>
              </p14:nvContentPartPr>
              <p14:xfrm>
                <a:off x="3693780" y="4038128"/>
                <a:ext cx="121680" cy="1393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0E0EC65-DFFC-2172-3661-FFF95686D48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685140" y="4029128"/>
                  <a:ext cx="1393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D8CD503-30B5-F2C0-D1F6-50CACCAD7763}"/>
                    </a:ext>
                  </a:extLst>
                </p14:cNvPr>
                <p14:cNvContentPartPr/>
                <p14:nvPr/>
              </p14:nvContentPartPr>
              <p14:xfrm>
                <a:off x="3870540" y="4098968"/>
                <a:ext cx="30600" cy="835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D8CD503-30B5-F2C0-D1F6-50CACCAD776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861540" y="4090328"/>
                  <a:ext cx="482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FFA8DE8-9B3C-90C2-CE3B-7AA198120001}"/>
                    </a:ext>
                  </a:extLst>
                </p14:cNvPr>
                <p14:cNvContentPartPr/>
                <p14:nvPr/>
              </p14:nvContentPartPr>
              <p14:xfrm>
                <a:off x="3922380" y="4098968"/>
                <a:ext cx="30600" cy="694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FFA8DE8-9B3C-90C2-CE3B-7AA19812000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913740" y="4090328"/>
                  <a:ext cx="482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D96E1E3-A75B-5266-92D1-BD92BDC1C8AA}"/>
                    </a:ext>
                  </a:extLst>
                </p14:cNvPr>
                <p14:cNvContentPartPr/>
                <p14:nvPr/>
              </p14:nvContentPartPr>
              <p14:xfrm>
                <a:off x="3805740" y="4020848"/>
                <a:ext cx="158760" cy="367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D96E1E3-A75B-5266-92D1-BD92BDC1C8AA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796740" y="4012208"/>
                  <a:ext cx="176400" cy="5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2DA40281-9304-D61A-5723-D7C7301A693B}"/>
                  </a:ext>
                </a:extLst>
              </p14:cNvPr>
              <p14:cNvContentPartPr/>
              <p14:nvPr/>
            </p14:nvContentPartPr>
            <p14:xfrm>
              <a:off x="2119140" y="3724928"/>
              <a:ext cx="11160" cy="9324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2DA40281-9304-D61A-5723-D7C7301A693B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2110500" y="3716288"/>
                <a:ext cx="28800" cy="11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oup 194">
            <a:extLst>
              <a:ext uri="{FF2B5EF4-FFF2-40B4-BE49-F238E27FC236}">
                <a16:creationId xmlns:a16="http://schemas.microsoft.com/office/drawing/2014/main" id="{64E1027E-127F-BF2D-DF4A-A7BA45EE96BB}"/>
              </a:ext>
            </a:extLst>
          </p:cNvPr>
          <p:cNvGrpSpPr/>
          <p:nvPr/>
        </p:nvGrpSpPr>
        <p:grpSpPr>
          <a:xfrm>
            <a:off x="1929060" y="3968288"/>
            <a:ext cx="439200" cy="189360"/>
            <a:chOff x="1929060" y="3968288"/>
            <a:chExt cx="439200" cy="18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A0D36D7-3500-56DF-6DC6-9F71874F2685}"/>
                    </a:ext>
                  </a:extLst>
                </p14:cNvPr>
                <p14:cNvContentPartPr/>
                <p14:nvPr/>
              </p14:nvContentPartPr>
              <p14:xfrm>
                <a:off x="1929060" y="4074128"/>
                <a:ext cx="87120" cy="46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A0D36D7-3500-56DF-6DC6-9F71874F268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920060" y="4065128"/>
                  <a:ext cx="1047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A79C7D96-8261-2E12-C79A-FE172186137F}"/>
                    </a:ext>
                  </a:extLst>
                </p14:cNvPr>
                <p14:cNvContentPartPr/>
                <p14:nvPr/>
              </p14:nvContentPartPr>
              <p14:xfrm>
                <a:off x="2113740" y="3974768"/>
                <a:ext cx="104400" cy="1828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A79C7D96-8261-2E12-C79A-FE172186137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105100" y="3965768"/>
                  <a:ext cx="1220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55095096-FFA0-2B24-15E3-52C90BCDFB9F}"/>
                    </a:ext>
                  </a:extLst>
                </p14:cNvPr>
                <p14:cNvContentPartPr/>
                <p14:nvPr/>
              </p14:nvContentPartPr>
              <p14:xfrm>
                <a:off x="2250540" y="4052168"/>
                <a:ext cx="46080" cy="727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55095096-FFA0-2B24-15E3-52C90BCDFB9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241900" y="4043528"/>
                  <a:ext cx="637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BF06C335-8350-2A08-0EC7-393A9A72660D}"/>
                    </a:ext>
                  </a:extLst>
                </p14:cNvPr>
                <p14:cNvContentPartPr/>
                <p14:nvPr/>
              </p14:nvContentPartPr>
              <p14:xfrm>
                <a:off x="2327220" y="4047128"/>
                <a:ext cx="41040" cy="849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BF06C335-8350-2A08-0EC7-393A9A72660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318580" y="4038128"/>
                  <a:ext cx="586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854889C3-E676-DE64-7D89-6053ED62CBA9}"/>
                    </a:ext>
                  </a:extLst>
                </p14:cNvPr>
                <p14:cNvContentPartPr/>
                <p14:nvPr/>
              </p14:nvContentPartPr>
              <p14:xfrm>
                <a:off x="2209140" y="3968288"/>
                <a:ext cx="155160" cy="270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854889C3-E676-DE64-7D89-6053ED62CBA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200140" y="3959648"/>
                  <a:ext cx="172800" cy="4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0B87EA83-5E80-CBB0-2F0E-DC39EB82A842}"/>
                  </a:ext>
                </a:extLst>
              </p14:cNvPr>
              <p14:cNvContentPartPr/>
              <p14:nvPr/>
            </p14:nvContentPartPr>
            <p14:xfrm>
              <a:off x="5730300" y="3002768"/>
              <a:ext cx="618120" cy="51120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0B87EA83-5E80-CBB0-2F0E-DC39EB82A842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5721660" y="2994128"/>
                <a:ext cx="635760" cy="52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04D9CBF2-0C09-3BDF-60DC-6836DD933D8A}"/>
                  </a:ext>
                </a:extLst>
              </p14:cNvPr>
              <p14:cNvContentPartPr/>
              <p14:nvPr/>
            </p14:nvContentPartPr>
            <p14:xfrm>
              <a:off x="6223860" y="3387248"/>
              <a:ext cx="440640" cy="39600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04D9CBF2-0C09-3BDF-60DC-6836DD933D8A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6215220" y="3378608"/>
                <a:ext cx="458280" cy="41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5" name="Group 204">
            <a:extLst>
              <a:ext uri="{FF2B5EF4-FFF2-40B4-BE49-F238E27FC236}">
                <a16:creationId xmlns:a16="http://schemas.microsoft.com/office/drawing/2014/main" id="{8D64C381-8CA1-7AE8-1736-097239EB913F}"/>
              </a:ext>
            </a:extLst>
          </p:cNvPr>
          <p:cNvGrpSpPr/>
          <p:nvPr/>
        </p:nvGrpSpPr>
        <p:grpSpPr>
          <a:xfrm>
            <a:off x="1398060" y="888128"/>
            <a:ext cx="1438560" cy="910800"/>
            <a:chOff x="1398060" y="888128"/>
            <a:chExt cx="1438560" cy="91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CC698F8-B9F4-E5A4-5489-EC3E8068DF37}"/>
                    </a:ext>
                  </a:extLst>
                </p14:cNvPr>
                <p14:cNvContentPartPr/>
                <p14:nvPr/>
              </p14:nvContentPartPr>
              <p14:xfrm>
                <a:off x="2095380" y="892088"/>
                <a:ext cx="741240" cy="8222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CC698F8-B9F4-E5A4-5489-EC3E8068DF3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086740" y="883448"/>
                  <a:ext cx="758880" cy="83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EDA01A5E-A511-5735-FB00-38E4C575B4D5}"/>
                    </a:ext>
                  </a:extLst>
                </p14:cNvPr>
                <p14:cNvContentPartPr/>
                <p14:nvPr/>
              </p14:nvContentPartPr>
              <p14:xfrm>
                <a:off x="1398060" y="888128"/>
                <a:ext cx="688320" cy="9108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EDA01A5E-A511-5735-FB00-38E4C575B4D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389420" y="879128"/>
                  <a:ext cx="705960" cy="9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0961E31B-23F6-A54B-1806-F497D0E067F4}"/>
              </a:ext>
            </a:extLst>
          </p:cNvPr>
          <p:cNvGrpSpPr/>
          <p:nvPr/>
        </p:nvGrpSpPr>
        <p:grpSpPr>
          <a:xfrm>
            <a:off x="8300700" y="837368"/>
            <a:ext cx="1616400" cy="937800"/>
            <a:chOff x="8300700" y="837368"/>
            <a:chExt cx="1616400" cy="93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A0CA5CC-9482-43BB-24FA-9074A0C632F5}"/>
                    </a:ext>
                  </a:extLst>
                </p14:cNvPr>
                <p14:cNvContentPartPr/>
                <p14:nvPr/>
              </p14:nvContentPartPr>
              <p14:xfrm>
                <a:off x="8300700" y="837368"/>
                <a:ext cx="772920" cy="9216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A0CA5CC-9482-43BB-24FA-9074A0C632F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292060" y="828728"/>
                  <a:ext cx="790560" cy="9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02DD13F-1FE6-02BB-88A3-997C8431018E}"/>
                    </a:ext>
                  </a:extLst>
                </p14:cNvPr>
                <p14:cNvContentPartPr/>
                <p14:nvPr/>
              </p14:nvContentPartPr>
              <p14:xfrm>
                <a:off x="9133380" y="922688"/>
                <a:ext cx="783720" cy="8524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02DD13F-1FE6-02BB-88A3-997C8431018E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124380" y="913688"/>
                  <a:ext cx="801360" cy="87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4BDF5154-5807-A607-E5E3-B1F65E34A1F0}"/>
              </a:ext>
            </a:extLst>
          </p:cNvPr>
          <p:cNvGrpSpPr/>
          <p:nvPr/>
        </p:nvGrpSpPr>
        <p:grpSpPr>
          <a:xfrm>
            <a:off x="8406180" y="2881808"/>
            <a:ext cx="1499760" cy="908280"/>
            <a:chOff x="8406180" y="2881808"/>
            <a:chExt cx="1499760" cy="90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E49BCA30-ABBE-865D-739D-DEA0A0F6BA47}"/>
                    </a:ext>
                  </a:extLst>
                </p14:cNvPr>
                <p14:cNvContentPartPr/>
                <p14:nvPr/>
              </p14:nvContentPartPr>
              <p14:xfrm>
                <a:off x="9095940" y="2881808"/>
                <a:ext cx="810000" cy="9061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E49BCA30-ABBE-865D-739D-DEA0A0F6BA4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087300" y="2873168"/>
                  <a:ext cx="827640" cy="9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9423CF5-238A-059A-DC57-7B024F053002}"/>
                    </a:ext>
                  </a:extLst>
                </p14:cNvPr>
                <p14:cNvContentPartPr/>
                <p14:nvPr/>
              </p14:nvContentPartPr>
              <p14:xfrm>
                <a:off x="8470260" y="2893688"/>
                <a:ext cx="616680" cy="8964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9423CF5-238A-059A-DC57-7B024F05300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461620" y="2884688"/>
                  <a:ext cx="634320" cy="9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75793DB-3B87-1C9D-B330-A3CA18A09720}"/>
                    </a:ext>
                  </a:extLst>
                </p14:cNvPr>
                <p14:cNvContentPartPr/>
                <p14:nvPr/>
              </p14:nvContentPartPr>
              <p14:xfrm>
                <a:off x="8406180" y="3714488"/>
                <a:ext cx="360" cy="3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75793DB-3B87-1C9D-B330-A3CA18A0972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397180" y="37058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97A4A69-C584-6A48-8B23-699431A3637C}"/>
              </a:ext>
            </a:extLst>
          </p:cNvPr>
          <p:cNvGrpSpPr/>
          <p:nvPr/>
        </p:nvGrpSpPr>
        <p:grpSpPr>
          <a:xfrm>
            <a:off x="1373580" y="2888288"/>
            <a:ext cx="1665720" cy="836640"/>
            <a:chOff x="1373580" y="2888288"/>
            <a:chExt cx="1665720" cy="83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AFA0274-3E7E-87D3-1267-32C404ED2494}"/>
                    </a:ext>
                  </a:extLst>
                </p14:cNvPr>
                <p14:cNvContentPartPr/>
                <p14:nvPr/>
              </p14:nvContentPartPr>
              <p14:xfrm>
                <a:off x="2264940" y="2945528"/>
                <a:ext cx="774360" cy="7794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AFA0274-3E7E-87D3-1267-32C404ED249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256300" y="2936888"/>
                  <a:ext cx="792000" cy="79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B2FD7FC-0247-EFB4-109A-1C4E2036D28E}"/>
                    </a:ext>
                  </a:extLst>
                </p14:cNvPr>
                <p14:cNvContentPartPr/>
                <p14:nvPr/>
              </p14:nvContentPartPr>
              <p14:xfrm>
                <a:off x="1373580" y="2888288"/>
                <a:ext cx="844920" cy="8175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B2FD7FC-0247-EFB4-109A-1C4E2036D28E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364940" y="2879288"/>
                  <a:ext cx="862560" cy="83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C90BD0A9-422E-9335-46C2-7507879FC5BE}"/>
              </a:ext>
            </a:extLst>
          </p:cNvPr>
          <p:cNvGrpSpPr/>
          <p:nvPr/>
        </p:nvGrpSpPr>
        <p:grpSpPr>
          <a:xfrm>
            <a:off x="4750020" y="472688"/>
            <a:ext cx="1808280" cy="1365480"/>
            <a:chOff x="4750020" y="472688"/>
            <a:chExt cx="1808280" cy="136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FD1082C-1534-F4F1-1363-F6931EE83184}"/>
                    </a:ext>
                  </a:extLst>
                </p14:cNvPr>
                <p14:cNvContentPartPr/>
                <p14:nvPr/>
              </p14:nvContentPartPr>
              <p14:xfrm>
                <a:off x="5623740" y="862568"/>
                <a:ext cx="934560" cy="907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FD1082C-1534-F4F1-1363-F6931EE8318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615100" y="853928"/>
                  <a:ext cx="952200" cy="9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7A560F8-D3D7-4F0A-203F-1815A8F7FB8D}"/>
                    </a:ext>
                  </a:extLst>
                </p14:cNvPr>
                <p14:cNvContentPartPr/>
                <p14:nvPr/>
              </p14:nvContentPartPr>
              <p14:xfrm>
                <a:off x="4787820" y="898568"/>
                <a:ext cx="819360" cy="906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7A560F8-D3D7-4F0A-203F-1815A8F7FB8D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779180" y="889568"/>
                  <a:ext cx="837000" cy="9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944CE08-5BD2-7C51-8C4C-FAAEEA20FAE1}"/>
                    </a:ext>
                  </a:extLst>
                </p14:cNvPr>
                <p14:cNvContentPartPr/>
                <p14:nvPr/>
              </p14:nvContentPartPr>
              <p14:xfrm>
                <a:off x="4796820" y="910088"/>
                <a:ext cx="840240" cy="876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944CE08-5BD2-7C51-8C4C-FAAEEA20FAE1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788180" y="901448"/>
                  <a:ext cx="857880" cy="89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81A10BD-F7CE-B0A3-08AB-A3746041D4B9}"/>
                    </a:ext>
                  </a:extLst>
                </p14:cNvPr>
                <p14:cNvContentPartPr/>
                <p14:nvPr/>
              </p14:nvContentPartPr>
              <p14:xfrm>
                <a:off x="4750020" y="1776248"/>
                <a:ext cx="113040" cy="61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81A10BD-F7CE-B0A3-08AB-A3746041D4B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741020" y="1767608"/>
                  <a:ext cx="1306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E2DB08A-63F7-AEC5-F7D9-5524069B9E6C}"/>
                    </a:ext>
                  </a:extLst>
                </p14:cNvPr>
                <p14:cNvContentPartPr/>
                <p14:nvPr/>
              </p14:nvContentPartPr>
              <p14:xfrm>
                <a:off x="5437260" y="800288"/>
                <a:ext cx="132480" cy="414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E2DB08A-63F7-AEC5-F7D9-5524069B9E6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428260" y="791648"/>
                  <a:ext cx="1501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8107ED99-EC86-849B-5C27-66A931EB1734}"/>
                    </a:ext>
                  </a:extLst>
                </p14:cNvPr>
                <p14:cNvContentPartPr/>
                <p14:nvPr/>
              </p14:nvContentPartPr>
              <p14:xfrm>
                <a:off x="5060340" y="472688"/>
                <a:ext cx="10440" cy="900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8107ED99-EC86-849B-5C27-66A931EB173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051340" y="463688"/>
                  <a:ext cx="280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C0439FCC-5858-2AA6-2CE0-C544FAAD7A8B}"/>
                    </a:ext>
                  </a:extLst>
                </p14:cNvPr>
                <p14:cNvContentPartPr/>
                <p14:nvPr/>
              </p14:nvContentPartPr>
              <p14:xfrm>
                <a:off x="4979340" y="602648"/>
                <a:ext cx="205920" cy="219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C0439FCC-5858-2AA6-2CE0-C544FAAD7A8B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970700" y="593648"/>
                  <a:ext cx="2235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AD85950C-64BC-7F44-C063-E3C9B46E8874}"/>
                    </a:ext>
                  </a:extLst>
                </p14:cNvPr>
                <p14:cNvContentPartPr/>
                <p14:nvPr/>
              </p14:nvContentPartPr>
              <p14:xfrm>
                <a:off x="5075820" y="722168"/>
                <a:ext cx="10800" cy="889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AD85950C-64BC-7F44-C063-E3C9B46E887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067180" y="713168"/>
                  <a:ext cx="284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E41316C-535E-E5BF-421A-1165622ADCC6}"/>
                    </a:ext>
                  </a:extLst>
                </p14:cNvPr>
                <p14:cNvContentPartPr/>
                <p14:nvPr/>
              </p14:nvContentPartPr>
              <p14:xfrm>
                <a:off x="4967100" y="700928"/>
                <a:ext cx="171360" cy="162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E41316C-535E-E5BF-421A-1165622ADCC6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958100" y="692288"/>
                  <a:ext cx="1890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B4CBD7F9-5459-9885-92DA-934446B320DF}"/>
                    </a:ext>
                  </a:extLst>
                </p14:cNvPr>
                <p14:cNvContentPartPr/>
                <p14:nvPr/>
              </p14:nvContentPartPr>
              <p14:xfrm>
                <a:off x="5160060" y="804968"/>
                <a:ext cx="17280" cy="766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B4CBD7F9-5459-9885-92DA-934446B320DF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151420" y="796328"/>
                  <a:ext cx="3492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1A3E0DD1-A650-DF6D-578E-CF6FA6D66528}"/>
              </a:ext>
            </a:extLst>
          </p:cNvPr>
          <p:cNvGrpSpPr/>
          <p:nvPr/>
        </p:nvGrpSpPr>
        <p:grpSpPr>
          <a:xfrm>
            <a:off x="4774500" y="2841848"/>
            <a:ext cx="930240" cy="986760"/>
            <a:chOff x="4774500" y="2841848"/>
            <a:chExt cx="930240" cy="98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0DF5CE3-42D1-1D81-6E35-42C96A8FF575}"/>
                    </a:ext>
                  </a:extLst>
                </p14:cNvPr>
                <p14:cNvContentPartPr/>
                <p14:nvPr/>
              </p14:nvContentPartPr>
              <p14:xfrm>
                <a:off x="4912740" y="2968208"/>
                <a:ext cx="792000" cy="7768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0DF5CE3-42D1-1D81-6E35-42C96A8FF57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4904100" y="2959568"/>
                  <a:ext cx="809640" cy="79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89185631-309B-E9DD-D787-6F8C659BD642}"/>
                    </a:ext>
                  </a:extLst>
                </p14:cNvPr>
                <p14:cNvContentPartPr/>
                <p14:nvPr/>
              </p14:nvContentPartPr>
              <p14:xfrm>
                <a:off x="4867020" y="3750848"/>
                <a:ext cx="42840" cy="572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89185631-309B-E9DD-D787-6F8C659BD642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858380" y="3742208"/>
                  <a:ext cx="604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29FAA2E-FE11-C7ED-633B-EE271955204F}"/>
                    </a:ext>
                  </a:extLst>
                </p14:cNvPr>
                <p14:cNvContentPartPr/>
                <p14:nvPr/>
              </p14:nvContentPartPr>
              <p14:xfrm>
                <a:off x="4806540" y="3028688"/>
                <a:ext cx="794160" cy="7999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29FAA2E-FE11-C7ED-633B-EE271955204F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797900" y="3020048"/>
                  <a:ext cx="811800" cy="81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8A7B770-6B22-E0C9-233A-C32C62F0D4C6}"/>
                    </a:ext>
                  </a:extLst>
                </p14:cNvPr>
                <p14:cNvContentPartPr/>
                <p14:nvPr/>
              </p14:nvContentPartPr>
              <p14:xfrm>
                <a:off x="5371380" y="2925368"/>
                <a:ext cx="167040" cy="360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8A7B770-6B22-E0C9-233A-C32C62F0D4C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362380" y="2916728"/>
                  <a:ext cx="1846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C5C4AA9B-6FCC-ADDC-1E80-9D4DD0228F98}"/>
                    </a:ext>
                  </a:extLst>
                </p14:cNvPr>
                <p14:cNvContentPartPr/>
                <p14:nvPr/>
              </p14:nvContentPartPr>
              <p14:xfrm>
                <a:off x="4930380" y="2841848"/>
                <a:ext cx="16920" cy="756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C5C4AA9B-6FCC-ADDC-1E80-9D4DD0228F98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921380" y="2832848"/>
                  <a:ext cx="34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185051A6-32F3-6BA0-691F-A0C82CA75B08}"/>
                    </a:ext>
                  </a:extLst>
                </p14:cNvPr>
                <p14:cNvContentPartPr/>
                <p14:nvPr/>
              </p14:nvContentPartPr>
              <p14:xfrm>
                <a:off x="4813020" y="2981888"/>
                <a:ext cx="231840" cy="118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185051A6-32F3-6BA0-691F-A0C82CA75B08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4804380" y="2973248"/>
                  <a:ext cx="2494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B41350E-0364-D5AA-245E-504EDC1ED3CE}"/>
                    </a:ext>
                  </a:extLst>
                </p14:cNvPr>
                <p14:cNvContentPartPr/>
                <p14:nvPr/>
              </p14:nvContentPartPr>
              <p14:xfrm>
                <a:off x="4883580" y="3075488"/>
                <a:ext cx="36000" cy="1047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B41350E-0364-D5AA-245E-504EDC1ED3CE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874580" y="3066848"/>
                  <a:ext cx="536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5F53A9C-3845-5082-5A09-6701D61E4E2A}"/>
                    </a:ext>
                  </a:extLst>
                </p14:cNvPr>
                <p14:cNvContentPartPr/>
                <p14:nvPr/>
              </p14:nvContentPartPr>
              <p14:xfrm>
                <a:off x="4774500" y="3055688"/>
                <a:ext cx="192600" cy="255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5F53A9C-3845-5082-5A09-6701D61E4E2A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765860" y="3046688"/>
                  <a:ext cx="2102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76E7FB9E-5BCA-1616-A5EC-75008020183F}"/>
                    </a:ext>
                  </a:extLst>
                </p14:cNvPr>
                <p14:cNvContentPartPr/>
                <p14:nvPr/>
              </p14:nvContentPartPr>
              <p14:xfrm>
                <a:off x="4961340" y="3156488"/>
                <a:ext cx="127800" cy="856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76E7FB9E-5BCA-1616-A5EC-75008020183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952700" y="3147488"/>
                  <a:ext cx="14544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DCFFDEBF-4514-7760-CD95-9FBCDB4AC3E6}"/>
              </a:ext>
            </a:extLst>
          </p:cNvPr>
          <p:cNvGrpSpPr/>
          <p:nvPr/>
        </p:nvGrpSpPr>
        <p:grpSpPr>
          <a:xfrm>
            <a:off x="10813140" y="2664368"/>
            <a:ext cx="497880" cy="203760"/>
            <a:chOff x="10813140" y="2664368"/>
            <a:chExt cx="497880" cy="2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F0DF3E61-D884-FDD7-D860-DEE863976A95}"/>
                    </a:ext>
                  </a:extLst>
                </p14:cNvPr>
                <p14:cNvContentPartPr/>
                <p14:nvPr/>
              </p14:nvContentPartPr>
              <p14:xfrm>
                <a:off x="10836900" y="2812328"/>
                <a:ext cx="27720" cy="558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F0DF3E61-D884-FDD7-D860-DEE863976A95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827900" y="2803328"/>
                  <a:ext cx="453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A91C2B43-EC43-E369-159E-AA0AAFE0F5B6}"/>
                    </a:ext>
                  </a:extLst>
                </p14:cNvPr>
                <p14:cNvContentPartPr/>
                <p14:nvPr/>
              </p14:nvContentPartPr>
              <p14:xfrm>
                <a:off x="10813140" y="2664368"/>
                <a:ext cx="19440" cy="450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A91C2B43-EC43-E369-159E-AA0AAFE0F5B6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804140" y="2655728"/>
                  <a:ext cx="370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C1FD997-187F-59BD-A73C-4E658BA069AE}"/>
                    </a:ext>
                  </a:extLst>
                </p14:cNvPr>
                <p14:cNvContentPartPr/>
                <p14:nvPr/>
              </p14:nvContentPartPr>
              <p14:xfrm>
                <a:off x="10960020" y="2843648"/>
                <a:ext cx="117000" cy="140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C1FD997-187F-59BD-A73C-4E658BA069AE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951020" y="2835008"/>
                  <a:ext cx="1346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D857B6CC-3236-5A8D-584C-CC449F5E5EC9}"/>
                    </a:ext>
                  </a:extLst>
                </p14:cNvPr>
                <p14:cNvContentPartPr/>
                <p14:nvPr/>
              </p14:nvContentPartPr>
              <p14:xfrm>
                <a:off x="10910340" y="2769848"/>
                <a:ext cx="171720" cy="205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D857B6CC-3236-5A8D-584C-CC449F5E5EC9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901340" y="2760848"/>
                  <a:ext cx="1893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80F1E4F-3E6E-3814-61A0-1E570E011107}"/>
                    </a:ext>
                  </a:extLst>
                </p14:cNvPr>
                <p14:cNvContentPartPr/>
                <p14:nvPr/>
              </p14:nvContentPartPr>
              <p14:xfrm>
                <a:off x="11200860" y="2736728"/>
                <a:ext cx="110160" cy="1270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80F1E4F-3E6E-3814-61A0-1E570E01110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1191860" y="2727728"/>
                  <a:ext cx="127800" cy="14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8A55F7E0-F1E5-5A16-CB5E-F5DFB19955CB}"/>
                  </a:ext>
                </a:extLst>
              </p14:cNvPr>
              <p14:cNvContentPartPr/>
              <p14:nvPr/>
            </p14:nvContentPartPr>
            <p14:xfrm>
              <a:off x="6946020" y="3776768"/>
              <a:ext cx="11880" cy="10908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8A55F7E0-F1E5-5A16-CB5E-F5DFB19955CB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6937020" y="3768128"/>
                <a:ext cx="29520" cy="12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2" name="Group 241">
            <a:extLst>
              <a:ext uri="{FF2B5EF4-FFF2-40B4-BE49-F238E27FC236}">
                <a16:creationId xmlns:a16="http://schemas.microsoft.com/office/drawing/2014/main" id="{04E7362C-DC1F-54C9-9646-2AEDB32C8642}"/>
              </a:ext>
            </a:extLst>
          </p:cNvPr>
          <p:cNvGrpSpPr/>
          <p:nvPr/>
        </p:nvGrpSpPr>
        <p:grpSpPr>
          <a:xfrm>
            <a:off x="6862860" y="4015448"/>
            <a:ext cx="284760" cy="128880"/>
            <a:chOff x="6862860" y="4015448"/>
            <a:chExt cx="284760" cy="12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45C9D50-D6EB-BFFA-FE69-DD103C19BF61}"/>
                    </a:ext>
                  </a:extLst>
                </p14:cNvPr>
                <p14:cNvContentPartPr/>
                <p14:nvPr/>
              </p14:nvContentPartPr>
              <p14:xfrm>
                <a:off x="6862860" y="4015448"/>
                <a:ext cx="106920" cy="950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45C9D50-D6EB-BFFA-FE69-DD103C19BF61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854220" y="4006808"/>
                  <a:ext cx="1245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6E2E3ECF-94D1-7F7C-49E3-96157132D55D}"/>
                    </a:ext>
                  </a:extLst>
                </p14:cNvPr>
                <p14:cNvContentPartPr/>
                <p14:nvPr/>
              </p14:nvContentPartPr>
              <p14:xfrm>
                <a:off x="7029180" y="4057568"/>
                <a:ext cx="70920" cy="756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6E2E3ECF-94D1-7F7C-49E3-96157132D55D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020540" y="4048568"/>
                  <a:ext cx="88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2B30B06-D1F9-CED1-6F01-A088113F1D39}"/>
                    </a:ext>
                  </a:extLst>
                </p14:cNvPr>
                <p14:cNvContentPartPr/>
                <p14:nvPr/>
              </p14:nvContentPartPr>
              <p14:xfrm>
                <a:off x="7117740" y="4098968"/>
                <a:ext cx="29880" cy="453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2B30B06-D1F9-CED1-6F01-A088113F1D39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108740" y="4090328"/>
                  <a:ext cx="475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B586CCAC-C8B8-417D-8BB9-CB26401EE5F7}"/>
                    </a:ext>
                  </a:extLst>
                </p14:cNvPr>
                <p14:cNvContentPartPr/>
                <p14:nvPr/>
              </p14:nvContentPartPr>
              <p14:xfrm>
                <a:off x="7016940" y="4037048"/>
                <a:ext cx="111240" cy="100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B586CCAC-C8B8-417D-8BB9-CB26401EE5F7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008300" y="4028408"/>
                  <a:ext cx="128880" cy="2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DFC33EFA-B83A-BE0F-1B73-6CF29A8177DA}"/>
                  </a:ext>
                </a:extLst>
              </p14:cNvPr>
              <p14:cNvContentPartPr/>
              <p14:nvPr/>
            </p14:nvContentPartPr>
            <p14:xfrm>
              <a:off x="8190900" y="3773528"/>
              <a:ext cx="23760" cy="10188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DFC33EFA-B83A-BE0F-1B73-6CF29A8177DA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8181900" y="3764888"/>
                <a:ext cx="41400" cy="11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9" name="Group 248">
            <a:extLst>
              <a:ext uri="{FF2B5EF4-FFF2-40B4-BE49-F238E27FC236}">
                <a16:creationId xmlns:a16="http://schemas.microsoft.com/office/drawing/2014/main" id="{C0ECBE70-06DD-A8E7-D201-34904238563C}"/>
              </a:ext>
            </a:extLst>
          </p:cNvPr>
          <p:cNvGrpSpPr/>
          <p:nvPr/>
        </p:nvGrpSpPr>
        <p:grpSpPr>
          <a:xfrm>
            <a:off x="8156700" y="3979448"/>
            <a:ext cx="270360" cy="135360"/>
            <a:chOff x="8156700" y="3979448"/>
            <a:chExt cx="270360" cy="13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D38619E-513F-DBAD-0984-6DC5E9E524FA}"/>
                    </a:ext>
                  </a:extLst>
                </p14:cNvPr>
                <p14:cNvContentPartPr/>
                <p14:nvPr/>
              </p14:nvContentPartPr>
              <p14:xfrm>
                <a:off x="8156700" y="3979448"/>
                <a:ext cx="114120" cy="532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D38619E-513F-DBAD-0984-6DC5E9E524FA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147700" y="3970808"/>
                  <a:ext cx="1317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123831DE-69E5-DE4E-5E87-6CB8879DE49A}"/>
                    </a:ext>
                  </a:extLst>
                </p14:cNvPr>
                <p14:cNvContentPartPr/>
                <p14:nvPr/>
              </p14:nvContentPartPr>
              <p14:xfrm>
                <a:off x="8222940" y="3989888"/>
                <a:ext cx="21600" cy="990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123831DE-69E5-DE4E-5E87-6CB8879DE49A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214300" y="3981248"/>
                  <a:ext cx="392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72F8B40C-37BA-3561-A2C5-115F12884756}"/>
                    </a:ext>
                  </a:extLst>
                </p14:cNvPr>
                <p14:cNvContentPartPr/>
                <p14:nvPr/>
              </p14:nvContentPartPr>
              <p14:xfrm>
                <a:off x="8328060" y="4036688"/>
                <a:ext cx="32760" cy="666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72F8B40C-37BA-3561-A2C5-115F12884756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8319420" y="4027688"/>
                  <a:ext cx="504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E9D8247B-54C5-3019-28B1-DE58EDE33F01}"/>
                    </a:ext>
                  </a:extLst>
                </p14:cNvPr>
                <p14:cNvContentPartPr/>
                <p14:nvPr/>
              </p14:nvContentPartPr>
              <p14:xfrm>
                <a:off x="8378820" y="4041728"/>
                <a:ext cx="23760" cy="730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E9D8247B-54C5-3019-28B1-DE58EDE33F01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370180" y="4033088"/>
                  <a:ext cx="414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8878DA56-707A-C100-B8F9-97A797D4EF2C}"/>
                    </a:ext>
                  </a:extLst>
                </p14:cNvPr>
                <p14:cNvContentPartPr/>
                <p14:nvPr/>
              </p14:nvContentPartPr>
              <p14:xfrm>
                <a:off x="8302500" y="3983048"/>
                <a:ext cx="124560" cy="381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8878DA56-707A-C100-B8F9-97A797D4EF2C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293860" y="3974408"/>
                  <a:ext cx="142200" cy="5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D9C4DE7F-FA51-E793-7F39-176189CCF80A}"/>
                  </a:ext>
                </a:extLst>
              </p14:cNvPr>
              <p14:cNvContentPartPr/>
              <p14:nvPr/>
            </p14:nvContentPartPr>
            <p14:xfrm>
              <a:off x="4302540" y="3763808"/>
              <a:ext cx="10080" cy="8568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D9C4DE7F-FA51-E793-7F39-176189CCF80A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4293540" y="3754808"/>
                <a:ext cx="27720" cy="10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6" name="Group 255">
            <a:extLst>
              <a:ext uri="{FF2B5EF4-FFF2-40B4-BE49-F238E27FC236}">
                <a16:creationId xmlns:a16="http://schemas.microsoft.com/office/drawing/2014/main" id="{01A127A4-6C0E-C7E6-0AAA-B87523A961EC}"/>
              </a:ext>
            </a:extLst>
          </p:cNvPr>
          <p:cNvGrpSpPr/>
          <p:nvPr/>
        </p:nvGrpSpPr>
        <p:grpSpPr>
          <a:xfrm>
            <a:off x="4191660" y="3983768"/>
            <a:ext cx="386640" cy="128880"/>
            <a:chOff x="4191660" y="3983768"/>
            <a:chExt cx="386640" cy="12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FB7D9B28-4004-807E-29EC-12EF61430BE4}"/>
                    </a:ext>
                  </a:extLst>
                </p14:cNvPr>
                <p14:cNvContentPartPr/>
                <p14:nvPr/>
              </p14:nvContentPartPr>
              <p14:xfrm>
                <a:off x="4191660" y="4015808"/>
                <a:ext cx="79200" cy="57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FB7D9B28-4004-807E-29EC-12EF61430BE4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4183020" y="4006808"/>
                  <a:ext cx="96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159342F-8C73-5DD8-2F4C-E3F0D1180626}"/>
                    </a:ext>
                  </a:extLst>
                </p14:cNvPr>
                <p14:cNvContentPartPr/>
                <p14:nvPr/>
              </p14:nvContentPartPr>
              <p14:xfrm>
                <a:off x="4338180" y="3993128"/>
                <a:ext cx="84960" cy="1022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159342F-8C73-5DD8-2F4C-E3F0D1180626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4329180" y="3984488"/>
                  <a:ext cx="1026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E517CD93-62FE-1305-8742-B23B8F7F87D0}"/>
                    </a:ext>
                  </a:extLst>
                </p14:cNvPr>
                <p14:cNvContentPartPr/>
                <p14:nvPr/>
              </p14:nvContentPartPr>
              <p14:xfrm>
                <a:off x="4482540" y="4052168"/>
                <a:ext cx="42120" cy="561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E517CD93-62FE-1305-8742-B23B8F7F87D0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4473900" y="4043528"/>
                  <a:ext cx="597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7345567F-ED54-2EFF-A982-95D3237246A3}"/>
                    </a:ext>
                  </a:extLst>
                </p14:cNvPr>
                <p14:cNvContentPartPr/>
                <p14:nvPr/>
              </p14:nvContentPartPr>
              <p14:xfrm>
                <a:off x="4540500" y="4052168"/>
                <a:ext cx="37800" cy="604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7345567F-ED54-2EFF-A982-95D3237246A3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4531860" y="4043528"/>
                  <a:ext cx="554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D8856128-CA95-81A9-382C-72BD740F5A2A}"/>
                    </a:ext>
                  </a:extLst>
                </p14:cNvPr>
                <p14:cNvContentPartPr/>
                <p14:nvPr/>
              </p14:nvContentPartPr>
              <p14:xfrm>
                <a:off x="4387140" y="3983768"/>
                <a:ext cx="179640" cy="273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D8856128-CA95-81A9-382C-72BD740F5A2A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378500" y="3974768"/>
                  <a:ext cx="197280" cy="4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C30C6DE9-CC65-5797-FBFA-FCAD06178D0F}"/>
                  </a:ext>
                </a:extLst>
              </p14:cNvPr>
              <p14:cNvContentPartPr/>
              <p14:nvPr/>
            </p14:nvContentPartPr>
            <p14:xfrm>
              <a:off x="3250620" y="3753008"/>
              <a:ext cx="38520" cy="7560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C30C6DE9-CC65-5797-FBFA-FCAD06178D0F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3241620" y="3744008"/>
                <a:ext cx="56160" cy="9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4" name="Group 263">
            <a:extLst>
              <a:ext uri="{FF2B5EF4-FFF2-40B4-BE49-F238E27FC236}">
                <a16:creationId xmlns:a16="http://schemas.microsoft.com/office/drawing/2014/main" id="{7B0D7AE5-E68A-64BC-A948-2F7A7A2C0E65}"/>
              </a:ext>
            </a:extLst>
          </p:cNvPr>
          <p:cNvGrpSpPr/>
          <p:nvPr/>
        </p:nvGrpSpPr>
        <p:grpSpPr>
          <a:xfrm>
            <a:off x="3086460" y="3983768"/>
            <a:ext cx="362880" cy="143640"/>
            <a:chOff x="3086460" y="3983768"/>
            <a:chExt cx="362880" cy="14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A54440DB-6C8D-65B4-119A-74B11CECB234}"/>
                    </a:ext>
                  </a:extLst>
                </p14:cNvPr>
                <p14:cNvContentPartPr/>
                <p14:nvPr/>
              </p14:nvContentPartPr>
              <p14:xfrm>
                <a:off x="3086460" y="4036688"/>
                <a:ext cx="129960" cy="57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A54440DB-6C8D-65B4-119A-74B11CECB234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077460" y="4027688"/>
                  <a:ext cx="147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991C5EE4-8352-2455-4F6B-465A1A600C8B}"/>
                    </a:ext>
                  </a:extLst>
                </p14:cNvPr>
                <p14:cNvContentPartPr/>
                <p14:nvPr/>
              </p14:nvContentPartPr>
              <p14:xfrm>
                <a:off x="3244140" y="3999608"/>
                <a:ext cx="106920" cy="702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991C5EE4-8352-2455-4F6B-465A1A600C8B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235500" y="3990608"/>
                  <a:ext cx="1245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5E2EA21D-62C1-A748-2C01-23E15E3044EA}"/>
                    </a:ext>
                  </a:extLst>
                </p14:cNvPr>
                <p14:cNvContentPartPr/>
                <p14:nvPr/>
              </p14:nvContentPartPr>
              <p14:xfrm>
                <a:off x="3309660" y="4015808"/>
                <a:ext cx="15840" cy="10692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5E2EA21D-62C1-A748-2C01-23E15E3044EA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300660" y="4007168"/>
                  <a:ext cx="334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F71DB906-0FAD-DBD0-5641-E4709E120601}"/>
                    </a:ext>
                  </a:extLst>
                </p14:cNvPr>
                <p14:cNvContentPartPr/>
                <p14:nvPr/>
              </p14:nvContentPartPr>
              <p14:xfrm>
                <a:off x="3390300" y="4057568"/>
                <a:ext cx="27720" cy="698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F71DB906-0FAD-DBD0-5641-E4709E120601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3381300" y="4048568"/>
                  <a:ext cx="453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9A78A1DC-9163-B415-C2FF-CB55DF1EEE1A}"/>
                    </a:ext>
                  </a:extLst>
                </p14:cNvPr>
                <p14:cNvContentPartPr/>
                <p14:nvPr/>
              </p14:nvContentPartPr>
              <p14:xfrm>
                <a:off x="3423780" y="4057568"/>
                <a:ext cx="25560" cy="658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9A78A1DC-9163-B415-C2FF-CB55DF1EEE1A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3414780" y="4048568"/>
                  <a:ext cx="432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12C8E4E-516D-5B1B-B578-D289AADFB017}"/>
                    </a:ext>
                  </a:extLst>
                </p14:cNvPr>
                <p14:cNvContentPartPr/>
                <p14:nvPr/>
              </p14:nvContentPartPr>
              <p14:xfrm>
                <a:off x="3310380" y="3983768"/>
                <a:ext cx="129240" cy="273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12C8E4E-516D-5B1B-B578-D289AADFB017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3301740" y="3974768"/>
                  <a:ext cx="14688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42C9F67C-3709-624C-69AF-FB328B27FAC0}"/>
              </a:ext>
            </a:extLst>
          </p:cNvPr>
          <p:cNvGrpSpPr/>
          <p:nvPr/>
        </p:nvGrpSpPr>
        <p:grpSpPr>
          <a:xfrm>
            <a:off x="10840860" y="2999528"/>
            <a:ext cx="421200" cy="170640"/>
            <a:chOff x="10840860" y="2999528"/>
            <a:chExt cx="421200" cy="17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CE0923CA-338E-0265-BA75-B0EAB2D16428}"/>
                    </a:ext>
                  </a:extLst>
                </p14:cNvPr>
                <p14:cNvContentPartPr/>
                <p14:nvPr/>
              </p14:nvContentPartPr>
              <p14:xfrm>
                <a:off x="10858500" y="3096368"/>
                <a:ext cx="58320" cy="738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CE0923CA-338E-0265-BA75-B0EAB2D16428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0849860" y="3087368"/>
                  <a:ext cx="759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58BAEE36-218B-79A5-65A3-F23EAA3B84F0}"/>
                    </a:ext>
                  </a:extLst>
                </p14:cNvPr>
                <p14:cNvContentPartPr/>
                <p14:nvPr/>
              </p14:nvContentPartPr>
              <p14:xfrm>
                <a:off x="10840860" y="2999528"/>
                <a:ext cx="7560" cy="100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58BAEE36-218B-79A5-65A3-F23EAA3B84F0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0832220" y="2990528"/>
                  <a:ext cx="252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B141C6F8-3735-CD5A-0AE2-EAFBF4F0ADCD}"/>
                    </a:ext>
                  </a:extLst>
                </p14:cNvPr>
                <p14:cNvContentPartPr/>
                <p14:nvPr/>
              </p14:nvContentPartPr>
              <p14:xfrm>
                <a:off x="11030220" y="3122288"/>
                <a:ext cx="93240" cy="57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B141C6F8-3735-CD5A-0AE2-EAFBF4F0ADCD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1021580" y="3113648"/>
                  <a:ext cx="110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8BD3ED78-318E-55EA-BEFE-7D0CC4373EFC}"/>
                    </a:ext>
                  </a:extLst>
                </p14:cNvPr>
                <p14:cNvContentPartPr/>
                <p14:nvPr/>
              </p14:nvContentPartPr>
              <p14:xfrm>
                <a:off x="10998900" y="3059648"/>
                <a:ext cx="93600" cy="57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8BD3ED78-318E-55EA-BEFE-7D0CC4373EFC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0989900" y="3051008"/>
                  <a:ext cx="111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A5EFD49-8D1A-E102-D650-4F1F8C8D319B}"/>
                    </a:ext>
                  </a:extLst>
                </p14:cNvPr>
                <p14:cNvContentPartPr/>
                <p14:nvPr/>
              </p14:nvContentPartPr>
              <p14:xfrm>
                <a:off x="11228940" y="3040208"/>
                <a:ext cx="33120" cy="925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A5EFD49-8D1A-E102-D650-4F1F8C8D319B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1220300" y="3031208"/>
                  <a:ext cx="5076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D0CF7A9A-D34D-1CD4-540A-CB4D3108B517}"/>
              </a:ext>
            </a:extLst>
          </p:cNvPr>
          <p:cNvGrpSpPr/>
          <p:nvPr/>
        </p:nvGrpSpPr>
        <p:grpSpPr>
          <a:xfrm>
            <a:off x="5897700" y="2902328"/>
            <a:ext cx="1893240" cy="978120"/>
            <a:chOff x="5897700" y="2902328"/>
            <a:chExt cx="1893240" cy="97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7B95EE16-0B1A-195A-8B11-E8DC89DD4A8C}"/>
                    </a:ext>
                  </a:extLst>
                </p14:cNvPr>
                <p14:cNvContentPartPr/>
                <p14:nvPr/>
              </p14:nvContentPartPr>
              <p14:xfrm>
                <a:off x="6877260" y="2944808"/>
                <a:ext cx="13320" cy="115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7B95EE16-0B1A-195A-8B11-E8DC89DD4A8C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868620" y="2935808"/>
                  <a:ext cx="309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29D7ED09-4EEE-32A7-A43C-0E2020110E55}"/>
                    </a:ext>
                  </a:extLst>
                </p14:cNvPr>
                <p14:cNvContentPartPr/>
                <p14:nvPr/>
              </p14:nvContentPartPr>
              <p14:xfrm>
                <a:off x="6878700" y="2937608"/>
                <a:ext cx="258120" cy="2620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29D7ED09-4EEE-32A7-A43C-0E2020110E55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869700" y="2928608"/>
                  <a:ext cx="2757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2902162F-C5DD-DDD6-C5C5-B8BD44601031}"/>
                    </a:ext>
                  </a:extLst>
                </p14:cNvPr>
                <p14:cNvContentPartPr/>
                <p14:nvPr/>
              </p14:nvContentPartPr>
              <p14:xfrm>
                <a:off x="6992820" y="3085928"/>
                <a:ext cx="798120" cy="7200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2902162F-C5DD-DDD6-C5C5-B8BD44601031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6984180" y="3076928"/>
                  <a:ext cx="815760" cy="73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A74321EE-4BB2-A286-2049-198D10C12C3E}"/>
                    </a:ext>
                  </a:extLst>
                </p14:cNvPr>
                <p14:cNvContentPartPr/>
                <p14:nvPr/>
              </p14:nvContentPartPr>
              <p14:xfrm>
                <a:off x="5897700" y="2902328"/>
                <a:ext cx="989640" cy="97812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A74321EE-4BB2-A286-2049-198D10C12C3E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5889060" y="2893688"/>
                  <a:ext cx="1007280" cy="99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982618E0-EF79-084E-7183-12A184812E5C}"/>
              </a:ext>
            </a:extLst>
          </p:cNvPr>
          <p:cNvGrpSpPr/>
          <p:nvPr/>
        </p:nvGrpSpPr>
        <p:grpSpPr>
          <a:xfrm>
            <a:off x="2503980" y="2925008"/>
            <a:ext cx="1603440" cy="895320"/>
            <a:chOff x="2503980" y="2925008"/>
            <a:chExt cx="1603440" cy="89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357A091E-542F-E7E2-AF2A-EC5F84411CE3}"/>
                    </a:ext>
                  </a:extLst>
                </p14:cNvPr>
                <p14:cNvContentPartPr/>
                <p14:nvPr/>
              </p14:nvContentPartPr>
              <p14:xfrm>
                <a:off x="3179340" y="2925008"/>
                <a:ext cx="928080" cy="8694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357A091E-542F-E7E2-AF2A-EC5F84411CE3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3170700" y="2916008"/>
                  <a:ext cx="945720" cy="88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67C032C0-5EA6-EAC1-5865-0E6566BB6373}"/>
                    </a:ext>
                  </a:extLst>
                </p14:cNvPr>
                <p14:cNvContentPartPr/>
                <p14:nvPr/>
              </p14:nvContentPartPr>
              <p14:xfrm>
                <a:off x="2503980" y="2937608"/>
                <a:ext cx="702000" cy="88272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67C032C0-5EA6-EAC1-5865-0E6566BB6373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2494980" y="2928608"/>
                  <a:ext cx="719640" cy="90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E96BC3D8-6853-93D4-64E1-15D222C5EA01}"/>
              </a:ext>
            </a:extLst>
          </p:cNvPr>
          <p:cNvGrpSpPr/>
          <p:nvPr/>
        </p:nvGrpSpPr>
        <p:grpSpPr>
          <a:xfrm>
            <a:off x="10875780" y="3286448"/>
            <a:ext cx="470520" cy="153720"/>
            <a:chOff x="10875780" y="3286448"/>
            <a:chExt cx="470520" cy="15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61CA0DD4-FA23-017A-DE72-04CB4DE08004}"/>
                    </a:ext>
                  </a:extLst>
                </p14:cNvPr>
                <p14:cNvContentPartPr/>
                <p14:nvPr/>
              </p14:nvContentPartPr>
              <p14:xfrm>
                <a:off x="10884060" y="3376808"/>
                <a:ext cx="48600" cy="633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61CA0DD4-FA23-017A-DE72-04CB4DE08004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875420" y="3368168"/>
                  <a:ext cx="662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56AE3250-56DB-BE23-7143-C18EE260B1E0}"/>
                    </a:ext>
                  </a:extLst>
                </p14:cNvPr>
                <p14:cNvContentPartPr/>
                <p14:nvPr/>
              </p14:nvContentPartPr>
              <p14:xfrm>
                <a:off x="10875780" y="3286448"/>
                <a:ext cx="3600" cy="75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56AE3250-56DB-BE23-7143-C18EE260B1E0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0867140" y="3277448"/>
                  <a:ext cx="212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85CDA794-0570-4A8E-B422-BA1ADF8C439B}"/>
                    </a:ext>
                  </a:extLst>
                </p14:cNvPr>
                <p14:cNvContentPartPr/>
                <p14:nvPr/>
              </p14:nvContentPartPr>
              <p14:xfrm>
                <a:off x="11049660" y="3405608"/>
                <a:ext cx="89640" cy="1332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85CDA794-0570-4A8E-B422-BA1ADF8C439B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1041020" y="3396608"/>
                  <a:ext cx="1072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07551FBB-DA53-85F0-259F-39E547D1B63B}"/>
                    </a:ext>
                  </a:extLst>
                </p14:cNvPr>
                <p14:cNvContentPartPr/>
                <p14:nvPr/>
              </p14:nvContentPartPr>
              <p14:xfrm>
                <a:off x="11042460" y="3351248"/>
                <a:ext cx="75960" cy="1584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07551FBB-DA53-85F0-259F-39E547D1B63B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1033820" y="3342248"/>
                  <a:ext cx="936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D1B8EAA8-C14D-D771-30F4-7294A544835D}"/>
                    </a:ext>
                  </a:extLst>
                </p14:cNvPr>
                <p14:cNvContentPartPr/>
                <p14:nvPr/>
              </p14:nvContentPartPr>
              <p14:xfrm>
                <a:off x="11206260" y="3342248"/>
                <a:ext cx="140040" cy="936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D1B8EAA8-C14D-D771-30F4-7294A544835D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1197620" y="3333248"/>
                  <a:ext cx="15768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7FBEE19C-ACB8-C9E3-4B36-0613ED53F557}"/>
              </a:ext>
            </a:extLst>
          </p:cNvPr>
          <p:cNvGrpSpPr/>
          <p:nvPr/>
        </p:nvGrpSpPr>
        <p:grpSpPr>
          <a:xfrm>
            <a:off x="7288740" y="2922128"/>
            <a:ext cx="1668240" cy="945360"/>
            <a:chOff x="7288740" y="2922128"/>
            <a:chExt cx="1668240" cy="94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A12D30AC-06A4-A7B9-0522-DD05DA9A11DB}"/>
                    </a:ext>
                  </a:extLst>
                </p14:cNvPr>
                <p14:cNvContentPartPr/>
                <p14:nvPr/>
              </p14:nvContentPartPr>
              <p14:xfrm>
                <a:off x="8135820" y="2935448"/>
                <a:ext cx="173880" cy="16848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A12D30AC-06A4-A7B9-0522-DD05DA9A11DB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127180" y="2926808"/>
                  <a:ext cx="1915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E85AD638-8E83-EB55-FE60-5804FFB0C8A5}"/>
                    </a:ext>
                  </a:extLst>
                </p14:cNvPr>
                <p14:cNvContentPartPr/>
                <p14:nvPr/>
              </p14:nvContentPartPr>
              <p14:xfrm>
                <a:off x="8161740" y="2935088"/>
                <a:ext cx="795240" cy="8683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E85AD638-8E83-EB55-FE60-5804FFB0C8A5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8153100" y="2926448"/>
                  <a:ext cx="812880" cy="88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2CA0D35A-9714-3DC8-9F42-11EBF97F5528}"/>
                    </a:ext>
                  </a:extLst>
                </p14:cNvPr>
                <p14:cNvContentPartPr/>
                <p14:nvPr/>
              </p14:nvContentPartPr>
              <p14:xfrm>
                <a:off x="7288740" y="2922128"/>
                <a:ext cx="845640" cy="9453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2CA0D35A-9714-3DC8-9F42-11EBF97F5528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279740" y="2913128"/>
                  <a:ext cx="863280" cy="9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C99AA194-E174-B07D-1E0B-B2E371E42533}"/>
              </a:ext>
            </a:extLst>
          </p:cNvPr>
          <p:cNvGrpSpPr/>
          <p:nvPr/>
        </p:nvGrpSpPr>
        <p:grpSpPr>
          <a:xfrm>
            <a:off x="3555540" y="2939048"/>
            <a:ext cx="1625040" cy="847800"/>
            <a:chOff x="3555540" y="2939048"/>
            <a:chExt cx="1625040" cy="84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3531C95E-58C5-8F04-E009-951693005137}"/>
                    </a:ext>
                  </a:extLst>
                </p14:cNvPr>
                <p14:cNvContentPartPr/>
                <p14:nvPr/>
              </p14:nvContentPartPr>
              <p14:xfrm>
                <a:off x="4291380" y="2955968"/>
                <a:ext cx="4320" cy="64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3531C95E-58C5-8F04-E009-951693005137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4282380" y="2947328"/>
                  <a:ext cx="219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C767E1AB-E9F0-D880-9803-C06208DC9D44}"/>
                    </a:ext>
                  </a:extLst>
                </p14:cNvPr>
                <p14:cNvContentPartPr/>
                <p14:nvPr/>
              </p14:nvContentPartPr>
              <p14:xfrm>
                <a:off x="4278780" y="2939048"/>
                <a:ext cx="901800" cy="84276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C767E1AB-E9F0-D880-9803-C06208DC9D44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4269780" y="2930048"/>
                  <a:ext cx="919440" cy="86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1E393949-8D66-3120-5DB3-20128D50AB16}"/>
                    </a:ext>
                  </a:extLst>
                </p14:cNvPr>
                <p14:cNvContentPartPr/>
                <p14:nvPr/>
              </p14:nvContentPartPr>
              <p14:xfrm>
                <a:off x="3555540" y="2948768"/>
                <a:ext cx="741960" cy="83808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1E393949-8D66-3120-5DB3-20128D50AB16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3546540" y="2940128"/>
                  <a:ext cx="759600" cy="85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8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DD896447-27CE-D021-098E-4B8FB36B6784}"/>
                  </a:ext>
                </a:extLst>
              </p14:cNvPr>
              <p14:cNvContentPartPr/>
              <p14:nvPr/>
            </p14:nvContentPartPr>
            <p14:xfrm>
              <a:off x="1412460" y="2766248"/>
              <a:ext cx="249840" cy="20952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DD896447-27CE-D021-098E-4B8FB36B6784}"/>
                  </a:ext>
                </a:extLst>
              </p:cNvPr>
              <p:cNvPicPr/>
              <p:nvPr/>
            </p:nvPicPr>
            <p:blipFill>
              <a:blip r:embed="rId469"/>
              <a:stretch>
                <a:fillRect/>
              </a:stretch>
            </p:blipFill>
            <p:spPr>
              <a:xfrm>
                <a:off x="1403460" y="2757608"/>
                <a:ext cx="267480" cy="22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4" name="Group 333">
            <a:extLst>
              <a:ext uri="{FF2B5EF4-FFF2-40B4-BE49-F238E27FC236}">
                <a16:creationId xmlns:a16="http://schemas.microsoft.com/office/drawing/2014/main" id="{6AF3545B-7879-8925-4869-58FB22ABFCDA}"/>
              </a:ext>
            </a:extLst>
          </p:cNvPr>
          <p:cNvGrpSpPr/>
          <p:nvPr/>
        </p:nvGrpSpPr>
        <p:grpSpPr>
          <a:xfrm>
            <a:off x="769860" y="2177288"/>
            <a:ext cx="1057680" cy="401040"/>
            <a:chOff x="769860" y="2177288"/>
            <a:chExt cx="1057680" cy="40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E544445C-DCDF-3E1C-46D4-EEC41B93C16E}"/>
                    </a:ext>
                  </a:extLst>
                </p14:cNvPr>
                <p14:cNvContentPartPr/>
                <p14:nvPr/>
              </p14:nvContentPartPr>
              <p14:xfrm>
                <a:off x="769860" y="2362688"/>
                <a:ext cx="209160" cy="17964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E544445C-DCDF-3E1C-46D4-EEC41B93C16E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761220" y="2353688"/>
                  <a:ext cx="2268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53F2D5DA-13CC-0F72-C36B-60C5E619BFA1}"/>
                    </a:ext>
                  </a:extLst>
                </p14:cNvPr>
                <p14:cNvContentPartPr/>
                <p14:nvPr/>
              </p14:nvContentPartPr>
              <p14:xfrm>
                <a:off x="782460" y="2343608"/>
                <a:ext cx="132120" cy="2322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53F2D5DA-13CC-0F72-C36B-60C5E619BFA1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773460" y="2334968"/>
                  <a:ext cx="1497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4A712299-58F4-6159-FE9A-D29DE3D4E9C7}"/>
                    </a:ext>
                  </a:extLst>
                </p14:cNvPr>
                <p14:cNvContentPartPr/>
                <p14:nvPr/>
              </p14:nvContentPartPr>
              <p14:xfrm>
                <a:off x="1065060" y="2327408"/>
                <a:ext cx="360" cy="36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4A712299-58F4-6159-FE9A-D29DE3D4E9C7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056060" y="231840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63CB52DF-7AA9-6304-C143-01F292FEBBEF}"/>
                    </a:ext>
                  </a:extLst>
                </p14:cNvPr>
                <p14:cNvContentPartPr/>
                <p14:nvPr/>
              </p14:nvContentPartPr>
              <p14:xfrm>
                <a:off x="994500" y="2482928"/>
                <a:ext cx="152640" cy="954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63CB52DF-7AA9-6304-C143-01F292FEBBEF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985860" y="2474288"/>
                  <a:ext cx="1702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E8BA9397-6C64-70A2-9A19-59C5F379E5A7}"/>
                    </a:ext>
                  </a:extLst>
                </p14:cNvPr>
                <p14:cNvContentPartPr/>
                <p14:nvPr/>
              </p14:nvContentPartPr>
              <p14:xfrm>
                <a:off x="1090980" y="2310488"/>
                <a:ext cx="124560" cy="22032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E8BA9397-6C64-70A2-9A19-59C5F379E5A7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081980" y="2301848"/>
                  <a:ext cx="1422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010753F9-C326-F591-52B1-428DCD981459}"/>
                    </a:ext>
                  </a:extLst>
                </p14:cNvPr>
                <p14:cNvContentPartPr/>
                <p14:nvPr/>
              </p14:nvContentPartPr>
              <p14:xfrm>
                <a:off x="1216260" y="2400128"/>
                <a:ext cx="140760" cy="1461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010753F9-C326-F591-52B1-428DCD981459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207260" y="2391128"/>
                  <a:ext cx="1584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A3CDC14-371F-A330-C948-FAD12EFFF257}"/>
                    </a:ext>
                  </a:extLst>
                </p14:cNvPr>
                <p14:cNvContentPartPr/>
                <p14:nvPr/>
              </p14:nvContentPartPr>
              <p14:xfrm>
                <a:off x="1326060" y="2291048"/>
                <a:ext cx="101160" cy="18972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A3CDC14-371F-A330-C948-FAD12EFFF257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317060" y="2282048"/>
                  <a:ext cx="118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03134975-F1CF-9AF4-95C3-8CDDD63222EF}"/>
                    </a:ext>
                  </a:extLst>
                </p14:cNvPr>
                <p14:cNvContentPartPr/>
                <p14:nvPr/>
              </p14:nvContentPartPr>
              <p14:xfrm>
                <a:off x="1321020" y="2177288"/>
                <a:ext cx="5040" cy="828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03134975-F1CF-9AF4-95C3-8CDDD63222EF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312020" y="2168648"/>
                  <a:ext cx="226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9522DE9F-9FE1-7FAE-665B-48E23A95954E}"/>
                    </a:ext>
                  </a:extLst>
                </p14:cNvPr>
                <p14:cNvContentPartPr/>
                <p14:nvPr/>
              </p14:nvContentPartPr>
              <p14:xfrm>
                <a:off x="1432620" y="2243528"/>
                <a:ext cx="193320" cy="8568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9522DE9F-9FE1-7FAE-665B-48E23A95954E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423980" y="2234888"/>
                  <a:ext cx="2109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9EA21D00-6F29-F18F-B666-57FEF88BBDDA}"/>
                    </a:ext>
                  </a:extLst>
                </p14:cNvPr>
                <p14:cNvContentPartPr/>
                <p14:nvPr/>
              </p14:nvContentPartPr>
              <p14:xfrm>
                <a:off x="1693620" y="2259728"/>
                <a:ext cx="133920" cy="29340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9EA21D00-6F29-F18F-B666-57FEF88BBDDA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684620" y="2251088"/>
                  <a:ext cx="1515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7DA6A4AF-C946-859C-D651-EAE180ACFC51}"/>
                    </a:ext>
                  </a:extLst>
                </p14:cNvPr>
                <p14:cNvContentPartPr/>
                <p14:nvPr/>
              </p14:nvContentPartPr>
              <p14:xfrm>
                <a:off x="1657260" y="2337488"/>
                <a:ext cx="67320" cy="6336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7DA6A4AF-C946-859C-D651-EAE180ACFC51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648260" y="2328848"/>
                  <a:ext cx="8496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5F1F9989-B08A-0D16-9C4C-91807D36C23B}"/>
              </a:ext>
            </a:extLst>
          </p:cNvPr>
          <p:cNvGrpSpPr/>
          <p:nvPr/>
        </p:nvGrpSpPr>
        <p:grpSpPr>
          <a:xfrm>
            <a:off x="1511820" y="2790728"/>
            <a:ext cx="8409240" cy="1990080"/>
            <a:chOff x="1511820" y="2790728"/>
            <a:chExt cx="8409240" cy="199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8D9FA4F2-0921-0D9D-D57E-2BC2023C3C4F}"/>
                    </a:ext>
                  </a:extLst>
                </p14:cNvPr>
                <p14:cNvContentPartPr/>
                <p14:nvPr/>
              </p14:nvContentPartPr>
              <p14:xfrm>
                <a:off x="5688900" y="2934368"/>
                <a:ext cx="335520" cy="24588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8D9FA4F2-0921-0D9D-D57E-2BC2023C3C4F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5679900" y="2925728"/>
                  <a:ext cx="3531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6D92FA7E-7A5F-39E8-4EC2-2604339EFCC0}"/>
                    </a:ext>
                  </a:extLst>
                </p14:cNvPr>
                <p14:cNvContentPartPr/>
                <p14:nvPr/>
              </p14:nvContentPartPr>
              <p14:xfrm>
                <a:off x="6030900" y="3168728"/>
                <a:ext cx="576000" cy="385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6D92FA7E-7A5F-39E8-4EC2-2604339EFCC0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022260" y="3160088"/>
                  <a:ext cx="5936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8C702E99-BE39-1254-B638-0B637B8D0A0E}"/>
                    </a:ext>
                  </a:extLst>
                </p14:cNvPr>
                <p14:cNvContentPartPr/>
                <p14:nvPr/>
              </p14:nvContentPartPr>
              <p14:xfrm>
                <a:off x="6526980" y="2904488"/>
                <a:ext cx="314280" cy="2847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8C702E99-BE39-1254-B638-0B637B8D0A0E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517980" y="2895848"/>
                  <a:ext cx="33192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818FCA4F-7D82-48C5-13EB-0CA1D044FC0D}"/>
                    </a:ext>
                  </a:extLst>
                </p14:cNvPr>
                <p14:cNvContentPartPr/>
                <p14:nvPr/>
              </p14:nvContentPartPr>
              <p14:xfrm>
                <a:off x="6905700" y="2898728"/>
                <a:ext cx="365760" cy="28620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818FCA4F-7D82-48C5-13EB-0CA1D044FC0D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6897060" y="2889728"/>
                  <a:ext cx="38340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3BB8601A-9575-BEFB-518B-2C510EC6E4E7}"/>
                    </a:ext>
                  </a:extLst>
                </p14:cNvPr>
                <p14:cNvContentPartPr/>
                <p14:nvPr/>
              </p14:nvContentPartPr>
              <p14:xfrm>
                <a:off x="7290540" y="3203288"/>
                <a:ext cx="513000" cy="2772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3BB8601A-9575-BEFB-518B-2C510EC6E4E7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7281540" y="3194288"/>
                  <a:ext cx="5306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203D94C8-4489-72B8-011D-552B8CEA46E3}"/>
                    </a:ext>
                  </a:extLst>
                </p14:cNvPr>
                <p14:cNvContentPartPr/>
                <p14:nvPr/>
              </p14:nvContentPartPr>
              <p14:xfrm>
                <a:off x="7770060" y="2868128"/>
                <a:ext cx="313920" cy="36720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203D94C8-4489-72B8-011D-552B8CEA46E3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7761420" y="2859128"/>
                  <a:ext cx="33156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ACD94ED9-7661-8A00-0D09-E852AC553063}"/>
                    </a:ext>
                  </a:extLst>
                </p14:cNvPr>
                <p14:cNvContentPartPr/>
                <p14:nvPr/>
              </p14:nvContentPartPr>
              <p14:xfrm>
                <a:off x="8138340" y="2837888"/>
                <a:ext cx="361800" cy="31788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ACD94ED9-7661-8A00-0D09-E852AC553063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8129700" y="2828888"/>
                  <a:ext cx="3794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A84944B9-491D-B1D4-24B2-C3CAC0D93BB1}"/>
                    </a:ext>
                  </a:extLst>
                </p14:cNvPr>
                <p14:cNvContentPartPr/>
                <p14:nvPr/>
              </p14:nvContentPartPr>
              <p14:xfrm>
                <a:off x="8469900" y="3138848"/>
                <a:ext cx="347760" cy="363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A84944B9-491D-B1D4-24B2-C3CAC0D93BB1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8460900" y="3129848"/>
                  <a:ext cx="3654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6E946998-CFD1-BE92-224B-74F2798C1923}"/>
                    </a:ext>
                  </a:extLst>
                </p14:cNvPr>
                <p14:cNvContentPartPr/>
                <p14:nvPr/>
              </p14:nvContentPartPr>
              <p14:xfrm>
                <a:off x="8863380" y="2849408"/>
                <a:ext cx="254160" cy="25776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6E946998-CFD1-BE92-224B-74F2798C1923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8854380" y="2840408"/>
                  <a:ext cx="2718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09ED0CE4-D0AB-11ED-BFC5-F74465BD3316}"/>
                    </a:ext>
                  </a:extLst>
                </p14:cNvPr>
                <p14:cNvContentPartPr/>
                <p14:nvPr/>
              </p14:nvContentPartPr>
              <p14:xfrm>
                <a:off x="8951580" y="2815208"/>
                <a:ext cx="502560" cy="30276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09ED0CE4-D0AB-11ED-BFC5-F74465BD3316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8942940" y="2806568"/>
                  <a:ext cx="5202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209B0E9C-BDEC-054C-DE54-D4705DA7C5F7}"/>
                    </a:ext>
                  </a:extLst>
                </p14:cNvPr>
                <p14:cNvContentPartPr/>
                <p14:nvPr/>
              </p14:nvContentPartPr>
              <p14:xfrm>
                <a:off x="9419220" y="3096368"/>
                <a:ext cx="501840" cy="1011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209B0E9C-BDEC-054C-DE54-D4705DA7C5F7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9410220" y="3087368"/>
                  <a:ext cx="5194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1801C1FC-3452-7FA5-0E05-98CBABB25FA5}"/>
                    </a:ext>
                  </a:extLst>
                </p14:cNvPr>
                <p14:cNvContentPartPr/>
                <p14:nvPr/>
              </p14:nvContentPartPr>
              <p14:xfrm>
                <a:off x="5341860" y="2910968"/>
                <a:ext cx="301320" cy="3398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1801C1FC-3452-7FA5-0E05-98CBABB25FA5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5332860" y="2901968"/>
                  <a:ext cx="31896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50EE3FF6-B56F-B30C-DAF0-862B4B5E7FBB}"/>
                    </a:ext>
                  </a:extLst>
                </p14:cNvPr>
                <p14:cNvContentPartPr/>
                <p14:nvPr/>
              </p14:nvContentPartPr>
              <p14:xfrm>
                <a:off x="4838220" y="3184928"/>
                <a:ext cx="523800" cy="489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50EE3FF6-B56F-B30C-DAF0-862B4B5E7FBB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4829220" y="3175928"/>
                  <a:ext cx="5414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4590C794-391B-457B-1CAE-0617BDC0166B}"/>
                    </a:ext>
                  </a:extLst>
                </p14:cNvPr>
                <p14:cNvContentPartPr/>
                <p14:nvPr/>
              </p14:nvContentPartPr>
              <p14:xfrm>
                <a:off x="4730940" y="3230648"/>
                <a:ext cx="215280" cy="1656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4590C794-391B-457B-1CAE-0617BDC0166B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4721940" y="3222008"/>
                  <a:ext cx="232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C38EAB38-FCB3-EC1B-D205-368D44995A11}"/>
                    </a:ext>
                  </a:extLst>
                </p14:cNvPr>
                <p14:cNvContentPartPr/>
                <p14:nvPr/>
              </p14:nvContentPartPr>
              <p14:xfrm>
                <a:off x="4341060" y="2893688"/>
                <a:ext cx="350280" cy="3042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C38EAB38-FCB3-EC1B-D205-368D44995A11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4332060" y="2884688"/>
                  <a:ext cx="3679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8E38273C-C42F-F304-E0FD-745A8B2716FD}"/>
                    </a:ext>
                  </a:extLst>
                </p14:cNvPr>
                <p14:cNvContentPartPr/>
                <p14:nvPr/>
              </p14:nvContentPartPr>
              <p14:xfrm>
                <a:off x="3956220" y="2844728"/>
                <a:ext cx="402840" cy="37044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8E38273C-C42F-F304-E0FD-745A8B2716FD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3947580" y="2836088"/>
                  <a:ext cx="42048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EED8EEB7-AF33-3B05-2ED0-21D6296BF6D7}"/>
                    </a:ext>
                  </a:extLst>
                </p14:cNvPr>
                <p14:cNvContentPartPr/>
                <p14:nvPr/>
              </p14:nvContentPartPr>
              <p14:xfrm>
                <a:off x="3541500" y="3148208"/>
                <a:ext cx="500760" cy="6444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EED8EEB7-AF33-3B05-2ED0-21D6296BF6D7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3532500" y="3139208"/>
                  <a:ext cx="5184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AE8A4030-217A-FA86-ADA0-5B4B606F7359}"/>
                    </a:ext>
                  </a:extLst>
                </p14:cNvPr>
                <p14:cNvContentPartPr/>
                <p14:nvPr/>
              </p14:nvContentPartPr>
              <p14:xfrm>
                <a:off x="3221100" y="2854448"/>
                <a:ext cx="320760" cy="30744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AE8A4030-217A-FA86-ADA0-5B4B606F7359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3212100" y="2845448"/>
                  <a:ext cx="33840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3A83F58A-5424-0083-D4F3-3A29C6D2301B}"/>
                    </a:ext>
                  </a:extLst>
                </p14:cNvPr>
                <p14:cNvContentPartPr/>
                <p14:nvPr/>
              </p14:nvContentPartPr>
              <p14:xfrm>
                <a:off x="2920500" y="2860568"/>
                <a:ext cx="254160" cy="3204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3A83F58A-5424-0083-D4F3-3A29C6D2301B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2911860" y="2851568"/>
                  <a:ext cx="27180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0E38AD0C-7D58-6F81-A07C-34E22854744C}"/>
                    </a:ext>
                  </a:extLst>
                </p14:cNvPr>
                <p14:cNvContentPartPr/>
                <p14:nvPr/>
              </p14:nvContentPartPr>
              <p14:xfrm>
                <a:off x="2538180" y="3121568"/>
                <a:ext cx="428760" cy="3780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0E38AD0C-7D58-6F81-A07C-34E22854744C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2529540" y="3112928"/>
                  <a:ext cx="4464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2A21BBC1-4FE4-E35E-CE5F-AB17B44DC215}"/>
                    </a:ext>
                  </a:extLst>
                </p14:cNvPr>
                <p14:cNvContentPartPr/>
                <p14:nvPr/>
              </p14:nvContentPartPr>
              <p14:xfrm>
                <a:off x="2220300" y="2840408"/>
                <a:ext cx="319320" cy="27288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2A21BBC1-4FE4-E35E-CE5F-AB17B44DC215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2211660" y="2831408"/>
                  <a:ext cx="3369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664E76AA-283B-186A-A88D-18C968EA3C1B}"/>
                    </a:ext>
                  </a:extLst>
                </p14:cNvPr>
                <p14:cNvContentPartPr/>
                <p14:nvPr/>
              </p14:nvContentPartPr>
              <p14:xfrm>
                <a:off x="1904220" y="2790728"/>
                <a:ext cx="314640" cy="27792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664E76AA-283B-186A-A88D-18C968EA3C1B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895220" y="2781728"/>
                  <a:ext cx="3322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3DA97BD2-CED6-FD64-D810-EB00863314C0}"/>
                    </a:ext>
                  </a:extLst>
                </p14:cNvPr>
                <p14:cNvContentPartPr/>
                <p14:nvPr/>
              </p14:nvContentPartPr>
              <p14:xfrm>
                <a:off x="1511820" y="3063968"/>
                <a:ext cx="400320" cy="5328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3DA97BD2-CED6-FD64-D810-EB00863314C0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1503180" y="3054968"/>
                  <a:ext cx="4179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C4F197D0-C096-B255-24E7-58E9CAFE0A9C}"/>
                    </a:ext>
                  </a:extLst>
                </p14:cNvPr>
                <p14:cNvContentPartPr/>
                <p14:nvPr/>
              </p14:nvContentPartPr>
              <p14:xfrm>
                <a:off x="5034060" y="3428648"/>
                <a:ext cx="57600" cy="86472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C4F197D0-C096-B255-24E7-58E9CAFE0A9C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5025420" y="3420008"/>
                  <a:ext cx="75240" cy="88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6D5A4F9C-1C7F-B0F5-156D-B4E668E44169}"/>
                    </a:ext>
                  </a:extLst>
                </p14:cNvPr>
                <p14:cNvContentPartPr/>
                <p14:nvPr/>
              </p14:nvContentPartPr>
              <p14:xfrm>
                <a:off x="4965300" y="3360608"/>
                <a:ext cx="121320" cy="10008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6D5A4F9C-1C7F-B0F5-156D-B4E668E44169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4956660" y="3351968"/>
                  <a:ext cx="1389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F2741691-6CC4-2A7E-DE69-00FB5786322E}"/>
                    </a:ext>
                  </a:extLst>
                </p14:cNvPr>
                <p14:cNvContentPartPr/>
                <p14:nvPr/>
              </p14:nvContentPartPr>
              <p14:xfrm>
                <a:off x="5673780" y="3315968"/>
                <a:ext cx="640080" cy="9766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F2741691-6CC4-2A7E-DE69-00FB5786322E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5665140" y="3306968"/>
                  <a:ext cx="657720" cy="9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BF4F2F98-F84A-2B4F-9F0D-297AD140FA4E}"/>
                    </a:ext>
                  </a:extLst>
                </p14:cNvPr>
                <p14:cNvContentPartPr/>
                <p14:nvPr/>
              </p14:nvContentPartPr>
              <p14:xfrm>
                <a:off x="6242580" y="3261248"/>
                <a:ext cx="118080" cy="10080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BF4F2F98-F84A-2B4F-9F0D-297AD140FA4E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6233580" y="3252248"/>
                  <a:ext cx="1357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5D6458CD-39B6-0208-27B4-73298450B44A}"/>
                    </a:ext>
                  </a:extLst>
                </p14:cNvPr>
                <p14:cNvContentPartPr/>
                <p14:nvPr/>
              </p14:nvContentPartPr>
              <p14:xfrm>
                <a:off x="5355540" y="4382648"/>
                <a:ext cx="348480" cy="23364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5D6458CD-39B6-0208-27B4-73298450B44A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5346900" y="4373648"/>
                  <a:ext cx="3661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A40330CD-E637-B36A-5AE4-6AC8243ADB29}"/>
                    </a:ext>
                  </a:extLst>
                </p14:cNvPr>
                <p14:cNvContentPartPr/>
                <p14:nvPr/>
              </p14:nvContentPartPr>
              <p14:xfrm>
                <a:off x="5657580" y="4421168"/>
                <a:ext cx="36720" cy="6732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A40330CD-E637-B36A-5AE4-6AC8243ADB29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5648940" y="4412168"/>
                  <a:ext cx="543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379420B3-23AB-0A1A-7709-E9B9810C2D58}"/>
                    </a:ext>
                  </a:extLst>
                </p14:cNvPr>
                <p14:cNvContentPartPr/>
                <p14:nvPr/>
              </p14:nvContentPartPr>
              <p14:xfrm>
                <a:off x="5775300" y="4509728"/>
                <a:ext cx="115560" cy="918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379420B3-23AB-0A1A-7709-E9B9810C2D58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5766660" y="4500728"/>
                  <a:ext cx="1332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76C4DAAD-59A6-1FA4-D168-2B700A60AB27}"/>
                    </a:ext>
                  </a:extLst>
                </p14:cNvPr>
                <p14:cNvContentPartPr/>
                <p14:nvPr/>
              </p14:nvContentPartPr>
              <p14:xfrm>
                <a:off x="5893740" y="4462208"/>
                <a:ext cx="88200" cy="14220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76C4DAAD-59A6-1FA4-D168-2B700A60AB27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5885100" y="4453568"/>
                  <a:ext cx="1058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957A9225-6FC5-E30B-BAE8-F4CD14C46FC2}"/>
                    </a:ext>
                  </a:extLst>
                </p14:cNvPr>
                <p14:cNvContentPartPr/>
                <p14:nvPr/>
              </p14:nvContentPartPr>
              <p14:xfrm>
                <a:off x="6032340" y="4531688"/>
                <a:ext cx="27720" cy="5508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957A9225-6FC5-E30B-BAE8-F4CD14C46FC2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6023700" y="4522688"/>
                  <a:ext cx="453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7633139C-A495-AB44-0AE3-599AD3D9B3DF}"/>
                    </a:ext>
                  </a:extLst>
                </p14:cNvPr>
                <p14:cNvContentPartPr/>
                <p14:nvPr/>
              </p14:nvContentPartPr>
              <p14:xfrm>
                <a:off x="6037020" y="4426208"/>
                <a:ext cx="6480" cy="1224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7633139C-A495-AB44-0AE3-599AD3D9B3DF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6028020" y="4417568"/>
                  <a:ext cx="241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FDF90D90-8A98-5BD7-C5B4-33BC4EAF4B47}"/>
                    </a:ext>
                  </a:extLst>
                </p14:cNvPr>
                <p14:cNvContentPartPr/>
                <p14:nvPr/>
              </p14:nvContentPartPr>
              <p14:xfrm>
                <a:off x="6104340" y="4509368"/>
                <a:ext cx="137880" cy="4968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FDF90D90-8A98-5BD7-C5B4-33BC4EAF4B47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6095700" y="4500728"/>
                  <a:ext cx="1555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24C291B0-E373-8C8F-6BA0-AD9F0963F056}"/>
                    </a:ext>
                  </a:extLst>
                </p14:cNvPr>
                <p14:cNvContentPartPr/>
                <p14:nvPr/>
              </p14:nvContentPartPr>
              <p14:xfrm>
                <a:off x="6307020" y="4471568"/>
                <a:ext cx="116280" cy="30924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24C291B0-E373-8C8F-6BA0-AD9F0963F056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6298020" y="4462928"/>
                  <a:ext cx="133920" cy="32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2">
            <p14:nvContentPartPr>
              <p14:cNvPr id="348" name="Ink 347">
                <a:extLst>
                  <a:ext uri="{FF2B5EF4-FFF2-40B4-BE49-F238E27FC236}">
                    <a16:creationId xmlns:a16="http://schemas.microsoft.com/office/drawing/2014/main" id="{22C1FE8A-CF68-9CAD-B094-8EB11C831E68}"/>
                  </a:ext>
                </a:extLst>
              </p14:cNvPr>
              <p14:cNvContentPartPr/>
              <p14:nvPr/>
            </p14:nvContentPartPr>
            <p14:xfrm>
              <a:off x="6305940" y="3768848"/>
              <a:ext cx="22320" cy="131400"/>
            </p14:xfrm>
          </p:contentPart>
        </mc:Choice>
        <mc:Fallback xmlns="">
          <p:pic>
            <p:nvPicPr>
              <p:cNvPr id="348" name="Ink 347">
                <a:extLst>
                  <a:ext uri="{FF2B5EF4-FFF2-40B4-BE49-F238E27FC236}">
                    <a16:creationId xmlns:a16="http://schemas.microsoft.com/office/drawing/2014/main" id="{22C1FE8A-CF68-9CAD-B094-8EB11C831E68}"/>
                  </a:ext>
                </a:extLst>
              </p:cNvPr>
              <p:cNvPicPr/>
              <p:nvPr/>
            </p:nvPicPr>
            <p:blipFill>
              <a:blip r:embed="rId563"/>
              <a:stretch>
                <a:fillRect/>
              </a:stretch>
            </p:blipFill>
            <p:spPr>
              <a:xfrm>
                <a:off x="6297300" y="3760208"/>
                <a:ext cx="39960" cy="14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51" name="Group 350">
            <a:extLst>
              <a:ext uri="{FF2B5EF4-FFF2-40B4-BE49-F238E27FC236}">
                <a16:creationId xmlns:a16="http://schemas.microsoft.com/office/drawing/2014/main" id="{E4D74542-991F-A543-D7C4-C1EEB8C96294}"/>
              </a:ext>
            </a:extLst>
          </p:cNvPr>
          <p:cNvGrpSpPr/>
          <p:nvPr/>
        </p:nvGrpSpPr>
        <p:grpSpPr>
          <a:xfrm>
            <a:off x="6352380" y="4030928"/>
            <a:ext cx="556920" cy="536040"/>
            <a:chOff x="6352380" y="4030928"/>
            <a:chExt cx="556920" cy="53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82DF3D7B-AC4B-3025-ECEA-B4AA7BB6ED43}"/>
                    </a:ext>
                  </a:extLst>
                </p14:cNvPr>
                <p14:cNvContentPartPr/>
                <p14:nvPr/>
              </p14:nvContentPartPr>
              <p14:xfrm>
                <a:off x="6358860" y="4030928"/>
                <a:ext cx="550440" cy="53604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82DF3D7B-AC4B-3025-ECEA-B4AA7BB6ED43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6350220" y="4022288"/>
                  <a:ext cx="56808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4B98AA18-D0D2-2C99-3B4C-C973DF5837A2}"/>
                    </a:ext>
                  </a:extLst>
                </p14:cNvPr>
                <p14:cNvContentPartPr/>
                <p14:nvPr/>
              </p14:nvContentPartPr>
              <p14:xfrm>
                <a:off x="6352380" y="4052888"/>
                <a:ext cx="117000" cy="6768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4B98AA18-D0D2-2C99-3B4C-C973DF5837A2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6343740" y="4044248"/>
                  <a:ext cx="134640" cy="8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8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DDD8BD01-A969-A98F-80AD-EFE39F20C6D3}"/>
                  </a:ext>
                </a:extLst>
              </p14:cNvPr>
              <p14:cNvContentPartPr/>
              <p14:nvPr/>
            </p14:nvContentPartPr>
            <p14:xfrm>
              <a:off x="7023060" y="4494248"/>
              <a:ext cx="47160" cy="99000"/>
            </p14:xfrm>
          </p:contentPart>
        </mc:Choice>
        <mc:Fallback xmlns=""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DDD8BD01-A969-A98F-80AD-EFE39F20C6D3}"/>
                  </a:ext>
                </a:extLst>
              </p:cNvPr>
              <p:cNvPicPr/>
              <p:nvPr/>
            </p:nvPicPr>
            <p:blipFill>
              <a:blip r:embed="rId569"/>
              <a:stretch>
                <a:fillRect/>
              </a:stretch>
            </p:blipFill>
            <p:spPr>
              <a:xfrm>
                <a:off x="7014420" y="4485608"/>
                <a:ext cx="6480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0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7E9E7385-963F-18DE-3664-7D63EC4A699A}"/>
                  </a:ext>
                </a:extLst>
              </p14:cNvPr>
              <p14:cNvContentPartPr/>
              <p14:nvPr/>
            </p14:nvContentPartPr>
            <p14:xfrm>
              <a:off x="7080660" y="4498928"/>
              <a:ext cx="47520" cy="101880"/>
            </p14:xfrm>
          </p:contentPart>
        </mc:Choice>
        <mc:Fallback xmlns=""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7E9E7385-963F-18DE-3664-7D63EC4A699A}"/>
                  </a:ext>
                </a:extLst>
              </p:cNvPr>
              <p:cNvPicPr/>
              <p:nvPr/>
            </p:nvPicPr>
            <p:blipFill>
              <a:blip r:embed="rId571"/>
              <a:stretch>
                <a:fillRect/>
              </a:stretch>
            </p:blipFill>
            <p:spPr>
              <a:xfrm>
                <a:off x="7071660" y="4490288"/>
                <a:ext cx="6516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2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A1B2327D-D102-75D3-C502-B9691EE47344}"/>
                  </a:ext>
                </a:extLst>
              </p14:cNvPr>
              <p14:cNvContentPartPr/>
              <p14:nvPr/>
            </p14:nvContentPartPr>
            <p14:xfrm>
              <a:off x="6950700" y="4436288"/>
              <a:ext cx="198360" cy="47520"/>
            </p14:xfrm>
          </p:contentPart>
        </mc:Choice>
        <mc:Fallback xmlns=""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A1B2327D-D102-75D3-C502-B9691EE47344}"/>
                  </a:ext>
                </a:extLst>
              </p:cNvPr>
              <p:cNvPicPr/>
              <p:nvPr/>
            </p:nvPicPr>
            <p:blipFill>
              <a:blip r:embed="rId573"/>
              <a:stretch>
                <a:fillRect/>
              </a:stretch>
            </p:blipFill>
            <p:spPr>
              <a:xfrm>
                <a:off x="6942060" y="4427648"/>
                <a:ext cx="21600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4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05C914E0-3537-A66D-4D47-0436CD5C6A44}"/>
                  </a:ext>
                </a:extLst>
              </p14:cNvPr>
              <p14:cNvContentPartPr/>
              <p14:nvPr/>
            </p14:nvContentPartPr>
            <p14:xfrm>
              <a:off x="7303860" y="4504328"/>
              <a:ext cx="86400" cy="84240"/>
            </p14:xfrm>
          </p:contentPart>
        </mc:Choice>
        <mc:Fallback xmlns=""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05C914E0-3537-A66D-4D47-0436CD5C6A44}"/>
                  </a:ext>
                </a:extLst>
              </p:cNvPr>
              <p:cNvPicPr/>
              <p:nvPr/>
            </p:nvPicPr>
            <p:blipFill>
              <a:blip r:embed="rId575"/>
              <a:stretch>
                <a:fillRect/>
              </a:stretch>
            </p:blipFill>
            <p:spPr>
              <a:xfrm>
                <a:off x="7295220" y="4495328"/>
                <a:ext cx="104040" cy="10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61" name="Group 360">
            <a:extLst>
              <a:ext uri="{FF2B5EF4-FFF2-40B4-BE49-F238E27FC236}">
                <a16:creationId xmlns:a16="http://schemas.microsoft.com/office/drawing/2014/main" id="{E379D750-0D57-AAA3-4FC8-802606551C60}"/>
              </a:ext>
            </a:extLst>
          </p:cNvPr>
          <p:cNvGrpSpPr/>
          <p:nvPr/>
        </p:nvGrpSpPr>
        <p:grpSpPr>
          <a:xfrm>
            <a:off x="7429500" y="4461848"/>
            <a:ext cx="701640" cy="230760"/>
            <a:chOff x="7429500" y="4461848"/>
            <a:chExt cx="701640" cy="23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1E71BAFA-C879-DE34-8391-0C69E5CFA2C8}"/>
                    </a:ext>
                  </a:extLst>
                </p14:cNvPr>
                <p14:cNvContentPartPr/>
                <p14:nvPr/>
              </p14:nvContentPartPr>
              <p14:xfrm>
                <a:off x="7429500" y="4524128"/>
                <a:ext cx="116640" cy="6804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1E71BAFA-C879-DE34-8391-0C69E5CFA2C8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7420500" y="4515488"/>
                  <a:ext cx="1342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78C7129B-2885-625A-0C82-7F9701B2E3D3}"/>
                    </a:ext>
                  </a:extLst>
                </p14:cNvPr>
                <p14:cNvContentPartPr/>
                <p14:nvPr/>
              </p14:nvContentPartPr>
              <p14:xfrm>
                <a:off x="7720380" y="4461848"/>
                <a:ext cx="209160" cy="10944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78C7129B-2885-625A-0C82-7F9701B2E3D3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7711380" y="4452848"/>
                  <a:ext cx="2268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FA4E3227-EDD8-F516-B00D-14241429B9A1}"/>
                    </a:ext>
                  </a:extLst>
                </p14:cNvPr>
                <p14:cNvContentPartPr/>
                <p14:nvPr/>
              </p14:nvContentPartPr>
              <p14:xfrm>
                <a:off x="7974900" y="4559048"/>
                <a:ext cx="156240" cy="13356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FA4E3227-EDD8-F516-B00D-14241429B9A1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7965900" y="4550408"/>
                  <a:ext cx="17388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4" name="Group 383">
            <a:extLst>
              <a:ext uri="{FF2B5EF4-FFF2-40B4-BE49-F238E27FC236}">
                <a16:creationId xmlns:a16="http://schemas.microsoft.com/office/drawing/2014/main" id="{D92BD682-1B44-9681-D11F-C177EB07C4E3}"/>
              </a:ext>
            </a:extLst>
          </p:cNvPr>
          <p:cNvGrpSpPr/>
          <p:nvPr/>
        </p:nvGrpSpPr>
        <p:grpSpPr>
          <a:xfrm>
            <a:off x="8862300" y="4395248"/>
            <a:ext cx="2547720" cy="383040"/>
            <a:chOff x="8862300" y="4395248"/>
            <a:chExt cx="2547720" cy="38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63EFCA99-A2E0-A87B-D1CD-F3D7E25B0A3C}"/>
                    </a:ext>
                  </a:extLst>
                </p14:cNvPr>
                <p14:cNvContentPartPr/>
                <p14:nvPr/>
              </p14:nvContentPartPr>
              <p14:xfrm>
                <a:off x="8862300" y="4577048"/>
                <a:ext cx="106920" cy="9396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63EFCA99-A2E0-A87B-D1CD-F3D7E25B0A3C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8853660" y="4568048"/>
                  <a:ext cx="1245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155BE5D3-5A91-00DD-0893-35DCF59E696A}"/>
                    </a:ext>
                  </a:extLst>
                </p14:cNvPr>
                <p14:cNvContentPartPr/>
                <p14:nvPr/>
              </p14:nvContentPartPr>
              <p14:xfrm>
                <a:off x="9031140" y="4573088"/>
                <a:ext cx="19080" cy="8136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155BE5D3-5A91-00DD-0893-35DCF59E696A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9022500" y="4564088"/>
                  <a:ext cx="367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F03F905F-A138-D758-76E2-D6C14446C261}"/>
                    </a:ext>
                  </a:extLst>
                </p14:cNvPr>
                <p14:cNvContentPartPr/>
                <p14:nvPr/>
              </p14:nvContentPartPr>
              <p14:xfrm>
                <a:off x="9177300" y="4634288"/>
                <a:ext cx="11880" cy="2664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F03F905F-A138-D758-76E2-D6C14446C261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9168660" y="4625288"/>
                  <a:ext cx="295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A56BC5BB-24F3-47AC-D438-E6ED7BB26C93}"/>
                    </a:ext>
                  </a:extLst>
                </p14:cNvPr>
                <p14:cNvContentPartPr/>
                <p14:nvPr/>
              </p14:nvContentPartPr>
              <p14:xfrm>
                <a:off x="9112500" y="4514768"/>
                <a:ext cx="50040" cy="1980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A56BC5BB-24F3-47AC-D438-E6ED7BB26C93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9103860" y="4506128"/>
                  <a:ext cx="67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03CC8508-2602-BE64-FD4D-54503CB90873}"/>
                    </a:ext>
                  </a:extLst>
                </p14:cNvPr>
                <p14:cNvContentPartPr/>
                <p14:nvPr/>
              </p14:nvContentPartPr>
              <p14:xfrm>
                <a:off x="9266940" y="4589288"/>
                <a:ext cx="100440" cy="18900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03CC8508-2602-BE64-FD4D-54503CB90873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9258300" y="4580648"/>
                  <a:ext cx="1180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D03A9346-B6B0-EDAC-512D-530999260881}"/>
                    </a:ext>
                  </a:extLst>
                </p14:cNvPr>
                <p14:cNvContentPartPr/>
                <p14:nvPr/>
              </p14:nvContentPartPr>
              <p14:xfrm>
                <a:off x="9418140" y="4602968"/>
                <a:ext cx="70560" cy="6300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D03A9346-B6B0-EDAC-512D-530999260881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9409500" y="4594328"/>
                  <a:ext cx="882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F5BFCA51-2D35-FDA9-D96F-49D7845080FF}"/>
                    </a:ext>
                  </a:extLst>
                </p14:cNvPr>
                <p14:cNvContentPartPr/>
                <p14:nvPr/>
              </p14:nvContentPartPr>
              <p14:xfrm>
                <a:off x="9361980" y="4457528"/>
                <a:ext cx="8640" cy="1800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F5BFCA51-2D35-FDA9-D96F-49D7845080FF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9353340" y="4448528"/>
                  <a:ext cx="262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2CAE2302-123D-94BC-766A-99A9B93450FD}"/>
                    </a:ext>
                  </a:extLst>
                </p14:cNvPr>
                <p14:cNvContentPartPr/>
                <p14:nvPr/>
              </p14:nvContentPartPr>
              <p14:xfrm>
                <a:off x="9533340" y="4592528"/>
                <a:ext cx="155520" cy="5076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2CAE2302-123D-94BC-766A-99A9B93450FD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9524700" y="4583888"/>
                  <a:ext cx="1731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AE26A5AE-0526-FA64-F4CF-9CD2E3F2643A}"/>
                    </a:ext>
                  </a:extLst>
                </p14:cNvPr>
                <p14:cNvContentPartPr/>
                <p14:nvPr/>
              </p14:nvContentPartPr>
              <p14:xfrm>
                <a:off x="9693540" y="4395608"/>
                <a:ext cx="210960" cy="26928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AE26A5AE-0526-FA64-F4CF-9CD2E3F2643A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9684900" y="4386608"/>
                  <a:ext cx="2286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80C7E4F7-FED6-6D20-5AE8-3B773E231E61}"/>
                    </a:ext>
                  </a:extLst>
                </p14:cNvPr>
                <p14:cNvContentPartPr/>
                <p14:nvPr/>
              </p14:nvContentPartPr>
              <p14:xfrm>
                <a:off x="10090620" y="4397768"/>
                <a:ext cx="108000" cy="34884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80C7E4F7-FED6-6D20-5AE8-3B773E231E61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10081980" y="4388768"/>
                  <a:ext cx="12564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327630F7-A673-E5AE-8C7C-5727B1EA2416}"/>
                    </a:ext>
                  </a:extLst>
                </p14:cNvPr>
                <p14:cNvContentPartPr/>
                <p14:nvPr/>
              </p14:nvContentPartPr>
              <p14:xfrm>
                <a:off x="10086660" y="4605848"/>
                <a:ext cx="75960" cy="792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327630F7-A673-E5AE-8C7C-5727B1EA2416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10077660" y="4597208"/>
                  <a:ext cx="936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D046760E-B70C-67CC-75AF-DDF58D0DB344}"/>
                    </a:ext>
                  </a:extLst>
                </p14:cNvPr>
                <p14:cNvContentPartPr/>
                <p14:nvPr/>
              </p14:nvContentPartPr>
              <p14:xfrm>
                <a:off x="10182780" y="4538888"/>
                <a:ext cx="237960" cy="12780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D046760E-B70C-67CC-75AF-DDF58D0DB344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0173780" y="4530248"/>
                  <a:ext cx="2556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759A49F3-7CDF-5673-2A8C-B73A315E8624}"/>
                    </a:ext>
                  </a:extLst>
                </p14:cNvPr>
                <p14:cNvContentPartPr/>
                <p14:nvPr/>
              </p14:nvContentPartPr>
              <p14:xfrm>
                <a:off x="10425780" y="4565168"/>
                <a:ext cx="114120" cy="18576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759A49F3-7CDF-5673-2A8C-B73A315E8624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10416780" y="4556168"/>
                  <a:ext cx="1317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6A4D8390-1ED4-412D-34A8-155CDD6B99B3}"/>
                    </a:ext>
                  </a:extLst>
                </p14:cNvPr>
                <p14:cNvContentPartPr/>
                <p14:nvPr/>
              </p14:nvContentPartPr>
              <p14:xfrm>
                <a:off x="10562940" y="4536008"/>
                <a:ext cx="420120" cy="11952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6A4D8390-1ED4-412D-34A8-155CDD6B99B3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10553940" y="4527368"/>
                  <a:ext cx="4377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F888C667-1E30-C447-23FC-13E06A233E70}"/>
                    </a:ext>
                  </a:extLst>
                </p14:cNvPr>
                <p14:cNvContentPartPr/>
                <p14:nvPr/>
              </p14:nvContentPartPr>
              <p14:xfrm>
                <a:off x="10980540" y="4539608"/>
                <a:ext cx="239040" cy="11160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F888C667-1E30-C447-23FC-13E06A233E70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10971540" y="4530968"/>
                  <a:ext cx="2566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DADDFBE9-95D0-1988-0AF3-144E76A26CBF}"/>
                    </a:ext>
                  </a:extLst>
                </p14:cNvPr>
                <p14:cNvContentPartPr/>
                <p14:nvPr/>
              </p14:nvContentPartPr>
              <p14:xfrm>
                <a:off x="11133540" y="4395248"/>
                <a:ext cx="9000" cy="6984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DADDFBE9-95D0-1988-0AF3-144E76A26CBF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11124900" y="4386248"/>
                  <a:ext cx="266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E2BD03A1-E33A-38A9-1E8F-2F613E2863D5}"/>
                    </a:ext>
                  </a:extLst>
                </p14:cNvPr>
                <p14:cNvContentPartPr/>
                <p14:nvPr/>
              </p14:nvContentPartPr>
              <p14:xfrm>
                <a:off x="11252340" y="4531688"/>
                <a:ext cx="80640" cy="9828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E2BD03A1-E33A-38A9-1E8F-2F613E2863D5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11243340" y="4522688"/>
                  <a:ext cx="982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7843C71D-654A-C995-B911-78CBA39C80D1}"/>
                    </a:ext>
                  </a:extLst>
                </p14:cNvPr>
                <p14:cNvContentPartPr/>
                <p14:nvPr/>
              </p14:nvContentPartPr>
              <p14:xfrm>
                <a:off x="11293020" y="4508648"/>
                <a:ext cx="117000" cy="12240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7843C71D-654A-C995-B911-78CBA39C80D1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11284020" y="4499648"/>
                  <a:ext cx="1346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9380D529-3370-BD40-0FD4-5D66BF448435}"/>
                    </a:ext>
                  </a:extLst>
                </p14:cNvPr>
                <p14:cNvContentPartPr/>
                <p14:nvPr/>
              </p14:nvContentPartPr>
              <p14:xfrm>
                <a:off x="9030780" y="4561928"/>
                <a:ext cx="30960" cy="9468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9380D529-3370-BD40-0FD4-5D66BF448435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9021780" y="4552928"/>
                  <a:ext cx="48600" cy="11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02F3A06C-C542-93A4-9B17-962B27F2B1B1}"/>
              </a:ext>
            </a:extLst>
          </p:cNvPr>
          <p:cNvGrpSpPr/>
          <p:nvPr/>
        </p:nvGrpSpPr>
        <p:grpSpPr>
          <a:xfrm>
            <a:off x="8909820" y="5085008"/>
            <a:ext cx="689760" cy="271440"/>
            <a:chOff x="8909820" y="5085008"/>
            <a:chExt cx="689760" cy="27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F087E0DD-4F58-1BB1-9206-F1CBC27F526E}"/>
                    </a:ext>
                  </a:extLst>
                </p14:cNvPr>
                <p14:cNvContentPartPr/>
                <p14:nvPr/>
              </p14:nvContentPartPr>
              <p14:xfrm>
                <a:off x="8909820" y="5126768"/>
                <a:ext cx="209160" cy="14184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F087E0DD-4F58-1BB1-9206-F1CBC27F526E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8900820" y="5118128"/>
                  <a:ext cx="2268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47BBD930-BA5A-C6BD-429A-CC4D754306F4}"/>
                    </a:ext>
                  </a:extLst>
                </p14:cNvPr>
                <p14:cNvContentPartPr/>
                <p14:nvPr/>
              </p14:nvContentPartPr>
              <p14:xfrm>
                <a:off x="9161100" y="5245208"/>
                <a:ext cx="151200" cy="11124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47BBD930-BA5A-C6BD-429A-CC4D754306F4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9152100" y="5236208"/>
                  <a:ext cx="1688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700751F9-47D0-B997-A4CE-C10E200176DC}"/>
                    </a:ext>
                  </a:extLst>
                </p14:cNvPr>
                <p14:cNvContentPartPr/>
                <p14:nvPr/>
              </p14:nvContentPartPr>
              <p14:xfrm>
                <a:off x="9422460" y="5085008"/>
                <a:ext cx="177120" cy="17964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700751F9-47D0-B997-A4CE-C10E200176DC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9413820" y="5076368"/>
                  <a:ext cx="19476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B682B662-87A7-1E95-3476-F491C76EE1CA}"/>
              </a:ext>
            </a:extLst>
          </p:cNvPr>
          <p:cNvGrpSpPr/>
          <p:nvPr/>
        </p:nvGrpSpPr>
        <p:grpSpPr>
          <a:xfrm>
            <a:off x="9716580" y="5054048"/>
            <a:ext cx="180720" cy="142920"/>
            <a:chOff x="9716580" y="5054048"/>
            <a:chExt cx="180720" cy="14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6994524A-2CE3-788E-6703-403487CE89DB}"/>
                    </a:ext>
                  </a:extLst>
                </p14:cNvPr>
                <p14:cNvContentPartPr/>
                <p14:nvPr/>
              </p14:nvContentPartPr>
              <p14:xfrm>
                <a:off x="9803340" y="5091488"/>
                <a:ext cx="30240" cy="10044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6994524A-2CE3-788E-6703-403487CE89DB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9794700" y="5082488"/>
                  <a:ext cx="478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FA39A784-20DF-B4FD-16E2-E5498F410A9F}"/>
                    </a:ext>
                  </a:extLst>
                </p14:cNvPr>
                <p14:cNvContentPartPr/>
                <p14:nvPr/>
              </p14:nvContentPartPr>
              <p14:xfrm>
                <a:off x="9857700" y="5127848"/>
                <a:ext cx="15840" cy="6912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FA39A784-20DF-B4FD-16E2-E5498F410A9F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9848700" y="5118848"/>
                  <a:ext cx="334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9353AEA2-6E2A-8FB8-064B-28B0E8620B67}"/>
                    </a:ext>
                  </a:extLst>
                </p14:cNvPr>
                <p14:cNvContentPartPr/>
                <p14:nvPr/>
              </p14:nvContentPartPr>
              <p14:xfrm>
                <a:off x="9716580" y="5054048"/>
                <a:ext cx="180720" cy="3276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9353AEA2-6E2A-8FB8-064B-28B0E8620B67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9707940" y="5045048"/>
                  <a:ext cx="19836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45AC74B5-B031-1691-8D4B-12862205A5D7}"/>
              </a:ext>
            </a:extLst>
          </p:cNvPr>
          <p:cNvGrpSpPr/>
          <p:nvPr/>
        </p:nvGrpSpPr>
        <p:grpSpPr>
          <a:xfrm>
            <a:off x="10135620" y="5098688"/>
            <a:ext cx="824760" cy="208080"/>
            <a:chOff x="10135620" y="5098688"/>
            <a:chExt cx="824760" cy="20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94E23420-7AB7-7A2B-9705-FD049CF66AA0}"/>
                    </a:ext>
                  </a:extLst>
                </p14:cNvPr>
                <p14:cNvContentPartPr/>
                <p14:nvPr/>
              </p14:nvContentPartPr>
              <p14:xfrm>
                <a:off x="10135620" y="5138288"/>
                <a:ext cx="110160" cy="8532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94E23420-7AB7-7A2B-9705-FD049CF66AA0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0126980" y="5129288"/>
                  <a:ext cx="1278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02C5DDDA-3536-1607-B3DE-B300BAB5D87D}"/>
                    </a:ext>
                  </a:extLst>
                </p14:cNvPr>
                <p14:cNvContentPartPr/>
                <p14:nvPr/>
              </p14:nvContentPartPr>
              <p14:xfrm>
                <a:off x="10281780" y="5146928"/>
                <a:ext cx="149040" cy="6372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02C5DDDA-3536-1607-B3DE-B300BAB5D87D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0272780" y="5137928"/>
                  <a:ext cx="1666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8BACE1B7-A46D-23CC-BE97-DAA4C8E2D470}"/>
                    </a:ext>
                  </a:extLst>
                </p14:cNvPr>
                <p14:cNvContentPartPr/>
                <p14:nvPr/>
              </p14:nvContentPartPr>
              <p14:xfrm>
                <a:off x="10548540" y="5098688"/>
                <a:ext cx="190800" cy="12312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8BACE1B7-A46D-23CC-BE97-DAA4C8E2D470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10539900" y="5090048"/>
                  <a:ext cx="2084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8C97CA51-0732-73DD-75C0-F650F970A004}"/>
                    </a:ext>
                  </a:extLst>
                </p14:cNvPr>
                <p14:cNvContentPartPr/>
                <p14:nvPr/>
              </p14:nvContentPartPr>
              <p14:xfrm>
                <a:off x="10821780" y="5213888"/>
                <a:ext cx="138600" cy="9288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8C97CA51-0732-73DD-75C0-F650F970A004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10813140" y="5204888"/>
                  <a:ext cx="15624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14475238-0F9D-3FC9-4AD8-A5C04BAB9912}"/>
              </a:ext>
            </a:extLst>
          </p:cNvPr>
          <p:cNvGrpSpPr/>
          <p:nvPr/>
        </p:nvGrpSpPr>
        <p:grpSpPr>
          <a:xfrm>
            <a:off x="8769780" y="5782328"/>
            <a:ext cx="277560" cy="108360"/>
            <a:chOff x="8769780" y="5782328"/>
            <a:chExt cx="277560" cy="10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82455EA6-1F43-9887-3EC5-EAD50821185F}"/>
                    </a:ext>
                  </a:extLst>
                </p14:cNvPr>
                <p14:cNvContentPartPr/>
                <p14:nvPr/>
              </p14:nvContentPartPr>
              <p14:xfrm>
                <a:off x="8769780" y="5782328"/>
                <a:ext cx="141480" cy="10080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82455EA6-1F43-9887-3EC5-EAD50821185F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8760780" y="5773688"/>
                  <a:ext cx="1591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953AFF55-9C12-9DDA-8A61-60F00A715B81}"/>
                    </a:ext>
                  </a:extLst>
                </p14:cNvPr>
                <p14:cNvContentPartPr/>
                <p14:nvPr/>
              </p14:nvContentPartPr>
              <p14:xfrm>
                <a:off x="8936100" y="5785928"/>
                <a:ext cx="111240" cy="10476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953AFF55-9C12-9DDA-8A61-60F00A715B81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8927100" y="5777288"/>
                  <a:ext cx="12888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1F502778-4132-B522-5403-0950985067CF}"/>
              </a:ext>
            </a:extLst>
          </p:cNvPr>
          <p:cNvGrpSpPr/>
          <p:nvPr/>
        </p:nvGrpSpPr>
        <p:grpSpPr>
          <a:xfrm>
            <a:off x="9276660" y="5619608"/>
            <a:ext cx="2018160" cy="444240"/>
            <a:chOff x="9276660" y="5619608"/>
            <a:chExt cx="2018160" cy="44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8107E796-7768-04D7-04F9-634A9835524C}"/>
                    </a:ext>
                  </a:extLst>
                </p14:cNvPr>
                <p14:cNvContentPartPr/>
                <p14:nvPr/>
              </p14:nvContentPartPr>
              <p14:xfrm>
                <a:off x="9276660" y="5747048"/>
                <a:ext cx="206280" cy="13752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8107E796-7768-04D7-04F9-634A9835524C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9268020" y="5738048"/>
                  <a:ext cx="2239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F65C41C7-3ED2-AE1A-8D3F-8979F49FEF88}"/>
                    </a:ext>
                  </a:extLst>
                </p14:cNvPr>
                <p14:cNvContentPartPr/>
                <p14:nvPr/>
              </p14:nvContentPartPr>
              <p14:xfrm>
                <a:off x="9569340" y="5848568"/>
                <a:ext cx="168480" cy="11412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F65C41C7-3ED2-AE1A-8D3F-8979F49FEF88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9560340" y="5839568"/>
                  <a:ext cx="1861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756968DA-B609-B6A7-ED9B-6B8E3AA74ACC}"/>
                    </a:ext>
                  </a:extLst>
                </p14:cNvPr>
                <p14:cNvContentPartPr/>
                <p14:nvPr/>
              </p14:nvContentPartPr>
              <p14:xfrm>
                <a:off x="9891180" y="5775128"/>
                <a:ext cx="146880" cy="10044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756968DA-B609-B6A7-ED9B-6B8E3AA74ACC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9882180" y="5766488"/>
                  <a:ext cx="1645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6D9D81F8-69EB-6BF4-DFE2-C01276698F4D}"/>
                    </a:ext>
                  </a:extLst>
                </p14:cNvPr>
                <p14:cNvContentPartPr/>
                <p14:nvPr/>
              </p14:nvContentPartPr>
              <p14:xfrm>
                <a:off x="10242900" y="5660288"/>
                <a:ext cx="41760" cy="9396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6D9D81F8-69EB-6BF4-DFE2-C01276698F4D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10233900" y="5651288"/>
                  <a:ext cx="594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FDC82AB6-D8D3-C8BC-7371-963AA00F5E41}"/>
                    </a:ext>
                  </a:extLst>
                </p14:cNvPr>
                <p14:cNvContentPartPr/>
                <p14:nvPr/>
              </p14:nvContentPartPr>
              <p14:xfrm>
                <a:off x="10310580" y="5688728"/>
                <a:ext cx="37800" cy="6948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FDC82AB6-D8D3-C8BC-7371-963AA00F5E41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10301580" y="5680088"/>
                  <a:ext cx="554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11500FB0-5DE1-9684-E47D-6BF19F8A18FD}"/>
                    </a:ext>
                  </a:extLst>
                </p14:cNvPr>
                <p14:cNvContentPartPr/>
                <p14:nvPr/>
              </p14:nvContentPartPr>
              <p14:xfrm>
                <a:off x="10190700" y="5619608"/>
                <a:ext cx="190080" cy="2520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11500FB0-5DE1-9684-E47D-6BF19F8A18FD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10182060" y="5610608"/>
                  <a:ext cx="2077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2F864402-008F-9F69-015D-11F8EC7A8ED2}"/>
                    </a:ext>
                  </a:extLst>
                </p14:cNvPr>
                <p14:cNvContentPartPr/>
                <p14:nvPr/>
              </p14:nvContentPartPr>
              <p14:xfrm>
                <a:off x="10199340" y="5833448"/>
                <a:ext cx="264600" cy="2196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2F864402-008F-9F69-015D-11F8EC7A8ED2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10190340" y="5824808"/>
                  <a:ext cx="282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31115421-60D3-666B-2430-E2048252078C}"/>
                    </a:ext>
                  </a:extLst>
                </p14:cNvPr>
                <p14:cNvContentPartPr/>
                <p14:nvPr/>
              </p14:nvContentPartPr>
              <p14:xfrm>
                <a:off x="10260900" y="5932088"/>
                <a:ext cx="145800" cy="13176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31115421-60D3-666B-2430-E2048252078C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10251900" y="5923088"/>
                  <a:ext cx="1634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79DAC09E-C867-4DE5-325A-4CE7C2353033}"/>
                    </a:ext>
                  </a:extLst>
                </p14:cNvPr>
                <p14:cNvContentPartPr/>
                <p14:nvPr/>
              </p14:nvContentPartPr>
              <p14:xfrm>
                <a:off x="10648980" y="5850368"/>
                <a:ext cx="82800" cy="6336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79DAC09E-C867-4DE5-325A-4CE7C2353033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0640340" y="5841368"/>
                  <a:ext cx="1004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5351DFB3-5B9A-CD2B-8480-7B9F67799B04}"/>
                    </a:ext>
                  </a:extLst>
                </p14:cNvPr>
                <p14:cNvContentPartPr/>
                <p14:nvPr/>
              </p14:nvContentPartPr>
              <p14:xfrm>
                <a:off x="10764900" y="5855048"/>
                <a:ext cx="106200" cy="4608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5351DFB3-5B9A-CD2B-8480-7B9F67799B04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10755900" y="5846408"/>
                  <a:ext cx="1238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890377F3-5CA9-1445-9A34-9E394AD0869A}"/>
                    </a:ext>
                  </a:extLst>
                </p14:cNvPr>
                <p14:cNvContentPartPr/>
                <p14:nvPr/>
              </p14:nvContentPartPr>
              <p14:xfrm>
                <a:off x="11003940" y="5792408"/>
                <a:ext cx="183600" cy="9180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890377F3-5CA9-1445-9A34-9E394AD0869A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10994940" y="5783408"/>
                  <a:ext cx="201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968C19CC-BEF5-767D-4167-11DA60236A03}"/>
                    </a:ext>
                  </a:extLst>
                </p14:cNvPr>
                <p14:cNvContentPartPr/>
                <p14:nvPr/>
              </p14:nvContentPartPr>
              <p14:xfrm>
                <a:off x="11287260" y="5886368"/>
                <a:ext cx="7560" cy="9288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968C19CC-BEF5-767D-4167-11DA60236A03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11278260" y="5877368"/>
                  <a:ext cx="2520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2" name="Group 421">
            <a:extLst>
              <a:ext uri="{FF2B5EF4-FFF2-40B4-BE49-F238E27FC236}">
                <a16:creationId xmlns:a16="http://schemas.microsoft.com/office/drawing/2014/main" id="{6947F5AE-2CF6-9249-C3AE-A40C4EB1A8B2}"/>
              </a:ext>
            </a:extLst>
          </p:cNvPr>
          <p:cNvGrpSpPr/>
          <p:nvPr/>
        </p:nvGrpSpPr>
        <p:grpSpPr>
          <a:xfrm>
            <a:off x="1178100" y="5583608"/>
            <a:ext cx="240840" cy="173880"/>
            <a:chOff x="1178100" y="5583608"/>
            <a:chExt cx="240840" cy="17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2D7C516F-567C-486A-1D1F-A310B09F7122}"/>
                    </a:ext>
                  </a:extLst>
                </p14:cNvPr>
                <p14:cNvContentPartPr/>
                <p14:nvPr/>
              </p14:nvContentPartPr>
              <p14:xfrm>
                <a:off x="1229940" y="5694128"/>
                <a:ext cx="19080" cy="6336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2D7C516F-567C-486A-1D1F-A310B09F7122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1221300" y="5685128"/>
                  <a:ext cx="367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C141A003-0F9C-C6BB-A30D-F61E2A541EFA}"/>
                    </a:ext>
                  </a:extLst>
                </p14:cNvPr>
                <p14:cNvContentPartPr/>
                <p14:nvPr/>
              </p14:nvContentPartPr>
              <p14:xfrm>
                <a:off x="1178100" y="5583608"/>
                <a:ext cx="6480" cy="900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C141A003-0F9C-C6BB-A30D-F61E2A541EFA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1169460" y="5574608"/>
                  <a:ext cx="24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1CE4A003-6DCE-BA0C-DA53-8B2613B21F2A}"/>
                    </a:ext>
                  </a:extLst>
                </p14:cNvPr>
                <p14:cNvContentPartPr/>
                <p14:nvPr/>
              </p14:nvContentPartPr>
              <p14:xfrm>
                <a:off x="1288260" y="5694128"/>
                <a:ext cx="130680" cy="4176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1CE4A003-6DCE-BA0C-DA53-8B2613B21F2A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1279620" y="5685128"/>
                  <a:ext cx="14832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4" name="Group 443">
            <a:extLst>
              <a:ext uri="{FF2B5EF4-FFF2-40B4-BE49-F238E27FC236}">
                <a16:creationId xmlns:a16="http://schemas.microsoft.com/office/drawing/2014/main" id="{79ED51F4-0E4E-2173-FEF9-F3C4C12721FC}"/>
              </a:ext>
            </a:extLst>
          </p:cNvPr>
          <p:cNvGrpSpPr/>
          <p:nvPr/>
        </p:nvGrpSpPr>
        <p:grpSpPr>
          <a:xfrm>
            <a:off x="1652580" y="5389568"/>
            <a:ext cx="3673440" cy="477360"/>
            <a:chOff x="1652580" y="5389568"/>
            <a:chExt cx="3673440" cy="47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F3ABAFBD-7841-4A39-3EE5-CDA7F3CAE930}"/>
                    </a:ext>
                  </a:extLst>
                </p14:cNvPr>
                <p14:cNvContentPartPr/>
                <p14:nvPr/>
              </p14:nvContentPartPr>
              <p14:xfrm>
                <a:off x="1652580" y="5657048"/>
                <a:ext cx="772920" cy="20988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F3ABAFBD-7841-4A39-3EE5-CDA7F3CAE930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1643940" y="5648408"/>
                  <a:ext cx="7905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0F011AB4-653F-206F-EA23-3B3292E4335A}"/>
                    </a:ext>
                  </a:extLst>
                </p14:cNvPr>
                <p14:cNvContentPartPr/>
                <p14:nvPr/>
              </p14:nvContentPartPr>
              <p14:xfrm>
                <a:off x="2449980" y="5488568"/>
                <a:ext cx="218880" cy="24840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0F011AB4-653F-206F-EA23-3B3292E4335A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2440980" y="5479928"/>
                  <a:ext cx="2365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65E4FE77-6474-B5EE-82B8-4DA42673483B}"/>
                    </a:ext>
                  </a:extLst>
                </p14:cNvPr>
                <p14:cNvContentPartPr/>
                <p14:nvPr/>
              </p14:nvContentPartPr>
              <p14:xfrm>
                <a:off x="2768220" y="5610968"/>
                <a:ext cx="1080" cy="108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65E4FE77-6474-B5EE-82B8-4DA42673483B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2759220" y="5601968"/>
                  <a:ext cx="187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74151164-B9E9-E380-46A9-C50532B6E14F}"/>
                    </a:ext>
                  </a:extLst>
                </p14:cNvPr>
                <p14:cNvContentPartPr/>
                <p14:nvPr/>
              </p14:nvContentPartPr>
              <p14:xfrm>
                <a:off x="2820780" y="5694128"/>
                <a:ext cx="360" cy="36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74151164-B9E9-E380-46A9-C50532B6E14F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2812140" y="568512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0C7C9441-D89E-2DDD-9581-D1A0C50EBA25}"/>
                    </a:ext>
                  </a:extLst>
                </p14:cNvPr>
                <p14:cNvContentPartPr/>
                <p14:nvPr/>
              </p14:nvContentPartPr>
              <p14:xfrm>
                <a:off x="3033900" y="5465528"/>
                <a:ext cx="82440" cy="22932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0C7C9441-D89E-2DDD-9581-D1A0C50EBA25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3025260" y="5456528"/>
                  <a:ext cx="1000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A8FB1351-5347-216E-E0AF-500585CD66F6}"/>
                    </a:ext>
                  </a:extLst>
                </p14:cNvPr>
                <p14:cNvContentPartPr/>
                <p14:nvPr/>
              </p14:nvContentPartPr>
              <p14:xfrm>
                <a:off x="2993940" y="5600168"/>
                <a:ext cx="123480" cy="1260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A8FB1351-5347-216E-E0AF-500585CD66F6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2985300" y="5591528"/>
                  <a:ext cx="1411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1A348584-3CB4-6574-BD50-AA9D28C40A51}"/>
                    </a:ext>
                  </a:extLst>
                </p14:cNvPr>
                <p14:cNvContentPartPr/>
                <p14:nvPr/>
              </p14:nvContentPartPr>
              <p14:xfrm>
                <a:off x="3168900" y="5611688"/>
                <a:ext cx="114840" cy="8208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1A348584-3CB4-6574-BD50-AA9D28C40A51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3160260" y="5603048"/>
                  <a:ext cx="1324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4BEBCDE9-1367-6A67-6F21-F324D21DA77A}"/>
                    </a:ext>
                  </a:extLst>
                </p14:cNvPr>
                <p14:cNvContentPartPr/>
                <p14:nvPr/>
              </p14:nvContentPartPr>
              <p14:xfrm>
                <a:off x="3431340" y="5540408"/>
                <a:ext cx="132120" cy="8388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4BEBCDE9-1367-6A67-6F21-F324D21DA77A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3422700" y="5531408"/>
                  <a:ext cx="1497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C2062346-94CE-ABE1-93CA-961EA94C3557}"/>
                    </a:ext>
                  </a:extLst>
                </p14:cNvPr>
                <p14:cNvContentPartPr/>
                <p14:nvPr/>
              </p14:nvContentPartPr>
              <p14:xfrm>
                <a:off x="3621060" y="5564528"/>
                <a:ext cx="99000" cy="8316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C2062346-94CE-ABE1-93CA-961EA94C3557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3612060" y="5555888"/>
                  <a:ext cx="1166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DEFE6FA8-12BA-6738-3C8D-40EF18B2CAB3}"/>
                    </a:ext>
                  </a:extLst>
                </p14:cNvPr>
                <p14:cNvContentPartPr/>
                <p14:nvPr/>
              </p14:nvContentPartPr>
              <p14:xfrm>
                <a:off x="3766500" y="5552648"/>
                <a:ext cx="103320" cy="10476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DEFE6FA8-12BA-6738-3C8D-40EF18B2CAB3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3757860" y="5543648"/>
                  <a:ext cx="1209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6EA04A9B-DF71-2166-DDBC-6F1E1FEF6D17}"/>
                    </a:ext>
                  </a:extLst>
                </p14:cNvPr>
                <p14:cNvContentPartPr/>
                <p14:nvPr/>
              </p14:nvContentPartPr>
              <p14:xfrm>
                <a:off x="3948300" y="5610968"/>
                <a:ext cx="31680" cy="4932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6EA04A9B-DF71-2166-DDBC-6F1E1FEF6D17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3939660" y="5601968"/>
                  <a:ext cx="493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62E46CF4-E1B7-B636-D14D-6CBBC0F7A6C3}"/>
                    </a:ext>
                  </a:extLst>
                </p14:cNvPr>
                <p14:cNvContentPartPr/>
                <p14:nvPr/>
              </p14:nvContentPartPr>
              <p14:xfrm>
                <a:off x="3880980" y="5475968"/>
                <a:ext cx="22320" cy="3312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62E46CF4-E1B7-B636-D14D-6CBBC0F7A6C3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3871980" y="5466968"/>
                  <a:ext cx="399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D57B81FA-8C76-0F44-F514-21CC1CC6F558}"/>
                    </a:ext>
                  </a:extLst>
                </p14:cNvPr>
                <p14:cNvContentPartPr/>
                <p14:nvPr/>
              </p14:nvContentPartPr>
              <p14:xfrm>
                <a:off x="4023900" y="5421608"/>
                <a:ext cx="107640" cy="23004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D57B81FA-8C76-0F44-F514-21CC1CC6F558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4014900" y="5412608"/>
                  <a:ext cx="1252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05167D24-BEEB-A4C1-2C81-AED04425EAD0}"/>
                    </a:ext>
                  </a:extLst>
                </p14:cNvPr>
                <p14:cNvContentPartPr/>
                <p14:nvPr/>
              </p14:nvContentPartPr>
              <p14:xfrm>
                <a:off x="4299300" y="5557328"/>
                <a:ext cx="142200" cy="6552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05167D24-BEEB-A4C1-2C81-AED04425EAD0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4290660" y="5548688"/>
                  <a:ext cx="1598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D442E62D-6F13-88A6-AEC7-B325036714E7}"/>
                    </a:ext>
                  </a:extLst>
                </p14:cNvPr>
                <p14:cNvContentPartPr/>
                <p14:nvPr/>
              </p14:nvContentPartPr>
              <p14:xfrm>
                <a:off x="4446540" y="5389568"/>
                <a:ext cx="209160" cy="24264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D442E62D-6F13-88A6-AEC7-B325036714E7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4437900" y="5380568"/>
                  <a:ext cx="2268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8FF5CD24-5699-A1AA-C692-996C2FEBB9D0}"/>
                    </a:ext>
                  </a:extLst>
                </p14:cNvPr>
                <p14:cNvContentPartPr/>
                <p14:nvPr/>
              </p14:nvContentPartPr>
              <p14:xfrm>
                <a:off x="4608180" y="5434208"/>
                <a:ext cx="7200" cy="5832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8FF5CD24-5699-A1AA-C692-996C2FEBB9D0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4599540" y="5425568"/>
                  <a:ext cx="248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5A983D14-7CE4-0C4C-24D3-4249A24B2C35}"/>
                    </a:ext>
                  </a:extLst>
                </p14:cNvPr>
                <p14:cNvContentPartPr/>
                <p14:nvPr/>
              </p14:nvContentPartPr>
              <p14:xfrm>
                <a:off x="4725540" y="5511608"/>
                <a:ext cx="80640" cy="10476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5A983D14-7CE4-0C4C-24D3-4249A24B2C35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4716900" y="5502968"/>
                  <a:ext cx="982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73E601A2-3FDB-FCAB-A487-99B93B150323}"/>
                    </a:ext>
                  </a:extLst>
                </p14:cNvPr>
                <p14:cNvContentPartPr/>
                <p14:nvPr/>
              </p14:nvContentPartPr>
              <p14:xfrm>
                <a:off x="4850100" y="5470568"/>
                <a:ext cx="137880" cy="15228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73E601A2-3FDB-FCAB-A487-99B93B150323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4841460" y="5461928"/>
                  <a:ext cx="1555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C10C9E93-1B9B-59FF-989A-B0CFE242A584}"/>
                    </a:ext>
                  </a:extLst>
                </p14:cNvPr>
                <p14:cNvContentPartPr/>
                <p14:nvPr/>
              </p14:nvContentPartPr>
              <p14:xfrm>
                <a:off x="5041260" y="5532848"/>
                <a:ext cx="4320" cy="4428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C10C9E93-1B9B-59FF-989A-B0CFE242A584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5032620" y="5524208"/>
                  <a:ext cx="219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2E14C48E-5636-C13C-2A73-9C3528A5D030}"/>
                    </a:ext>
                  </a:extLst>
                </p14:cNvPr>
                <p14:cNvContentPartPr/>
                <p14:nvPr/>
              </p14:nvContentPartPr>
              <p14:xfrm>
                <a:off x="5013540" y="5403248"/>
                <a:ext cx="225000" cy="13464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2E14C48E-5636-C13C-2A73-9C3528A5D030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5004540" y="5394248"/>
                  <a:ext cx="2426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C2189125-8C5A-0292-9886-97C0FC98BEC9}"/>
                    </a:ext>
                  </a:extLst>
                </p14:cNvPr>
                <p14:cNvContentPartPr/>
                <p14:nvPr/>
              </p14:nvContentPartPr>
              <p14:xfrm>
                <a:off x="5191740" y="5496848"/>
                <a:ext cx="134280" cy="30132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C2189125-8C5A-0292-9886-97C0FC98BEC9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5183100" y="5487848"/>
                  <a:ext cx="151920" cy="31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9" name="Group 448">
            <a:extLst>
              <a:ext uri="{FF2B5EF4-FFF2-40B4-BE49-F238E27FC236}">
                <a16:creationId xmlns:a16="http://schemas.microsoft.com/office/drawing/2014/main" id="{EEF79A67-52B6-DCF5-EA8C-7F2FCA758348}"/>
              </a:ext>
            </a:extLst>
          </p:cNvPr>
          <p:cNvGrpSpPr/>
          <p:nvPr/>
        </p:nvGrpSpPr>
        <p:grpSpPr>
          <a:xfrm>
            <a:off x="3266820" y="5847488"/>
            <a:ext cx="1373040" cy="304560"/>
            <a:chOff x="3266820" y="5847488"/>
            <a:chExt cx="1373040" cy="30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723380E9-F53B-1D5E-B9B0-A4DDB9E2A9B9}"/>
                    </a:ext>
                  </a:extLst>
                </p14:cNvPr>
                <p14:cNvContentPartPr/>
                <p14:nvPr/>
              </p14:nvContentPartPr>
              <p14:xfrm>
                <a:off x="3266820" y="6030728"/>
                <a:ext cx="194040" cy="11664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723380E9-F53B-1D5E-B9B0-A4DDB9E2A9B9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3258180" y="6021728"/>
                  <a:ext cx="2116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5D5BE7D2-3F9E-2A26-CC88-8A784988A23D}"/>
                    </a:ext>
                  </a:extLst>
                </p14:cNvPr>
                <p14:cNvContentPartPr/>
                <p14:nvPr/>
              </p14:nvContentPartPr>
              <p14:xfrm>
                <a:off x="3508740" y="6031448"/>
                <a:ext cx="180000" cy="11592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5D5BE7D2-3F9E-2A26-CC88-8A784988A23D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3500100" y="6022448"/>
                  <a:ext cx="1976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FDE557E0-4BFD-0D30-CC4B-AD67AC3CCC5F}"/>
                    </a:ext>
                  </a:extLst>
                </p14:cNvPr>
                <p14:cNvContentPartPr/>
                <p14:nvPr/>
              </p14:nvContentPartPr>
              <p14:xfrm>
                <a:off x="3892860" y="6041528"/>
                <a:ext cx="542520" cy="11052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FDE557E0-4BFD-0D30-CC4B-AD67AC3CCC5F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3884220" y="6032888"/>
                  <a:ext cx="5601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C4058701-D404-15AE-F817-1DB5C52A8E15}"/>
                    </a:ext>
                  </a:extLst>
                </p14:cNvPr>
                <p14:cNvContentPartPr/>
                <p14:nvPr/>
              </p14:nvContentPartPr>
              <p14:xfrm>
                <a:off x="4452660" y="5847488"/>
                <a:ext cx="187200" cy="28728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C4058701-D404-15AE-F817-1DB5C52A8E15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4444020" y="5838848"/>
                  <a:ext cx="204840" cy="30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1" name="Group 460">
            <a:extLst>
              <a:ext uri="{FF2B5EF4-FFF2-40B4-BE49-F238E27FC236}">
                <a16:creationId xmlns:a16="http://schemas.microsoft.com/office/drawing/2014/main" id="{1E793392-F246-A9C3-2943-1A6073C9EB10}"/>
              </a:ext>
            </a:extLst>
          </p:cNvPr>
          <p:cNvGrpSpPr/>
          <p:nvPr/>
        </p:nvGrpSpPr>
        <p:grpSpPr>
          <a:xfrm>
            <a:off x="5039460" y="5745248"/>
            <a:ext cx="1351440" cy="574200"/>
            <a:chOff x="5039460" y="5745248"/>
            <a:chExt cx="1351440" cy="57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77F54C2F-E24D-4A7A-EA33-F465598552D6}"/>
                    </a:ext>
                  </a:extLst>
                </p14:cNvPr>
                <p14:cNvContentPartPr/>
                <p14:nvPr/>
              </p14:nvContentPartPr>
              <p14:xfrm>
                <a:off x="5039460" y="5985008"/>
                <a:ext cx="250920" cy="13896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77F54C2F-E24D-4A7A-EA33-F465598552D6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5030460" y="5976008"/>
                  <a:ext cx="2685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69FD1316-9072-5A88-8731-655180057926}"/>
                    </a:ext>
                  </a:extLst>
                </p14:cNvPr>
                <p14:cNvContentPartPr/>
                <p14:nvPr/>
              </p14:nvContentPartPr>
              <p14:xfrm>
                <a:off x="5371740" y="6050528"/>
                <a:ext cx="178200" cy="15444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69FD1316-9072-5A88-8731-655180057926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5363100" y="6041888"/>
                  <a:ext cx="1958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C8304A11-D698-6F0D-4EEB-858F59B45B21}"/>
                    </a:ext>
                  </a:extLst>
                </p14:cNvPr>
                <p14:cNvContentPartPr/>
                <p14:nvPr/>
              </p14:nvContentPartPr>
              <p14:xfrm>
                <a:off x="5647140" y="5908328"/>
                <a:ext cx="222120" cy="20664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C8304A11-D698-6F0D-4EEB-858F59B45B21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5638140" y="5899688"/>
                  <a:ext cx="2397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981AD7F6-7931-1B03-E0E1-D89FBD8B1144}"/>
                    </a:ext>
                  </a:extLst>
                </p14:cNvPr>
                <p14:cNvContentPartPr/>
                <p14:nvPr/>
              </p14:nvContentPartPr>
              <p14:xfrm>
                <a:off x="6151140" y="5781968"/>
                <a:ext cx="56880" cy="13644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981AD7F6-7931-1B03-E0E1-D89FBD8B1144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6142500" y="5772968"/>
                  <a:ext cx="745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4F97AC12-F5BF-0A59-9EF2-0E9E6370E9B4}"/>
                    </a:ext>
                  </a:extLst>
                </p14:cNvPr>
                <p14:cNvContentPartPr/>
                <p14:nvPr/>
              </p14:nvContentPartPr>
              <p14:xfrm>
                <a:off x="6210900" y="5826608"/>
                <a:ext cx="51120" cy="6912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4F97AC12-F5BF-0A59-9EF2-0E9E6370E9B4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6202260" y="5817608"/>
                  <a:ext cx="687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D8FAAC9C-B28F-9FFA-D737-F30A1797EA15}"/>
                    </a:ext>
                  </a:extLst>
                </p14:cNvPr>
                <p14:cNvContentPartPr/>
                <p14:nvPr/>
              </p14:nvContentPartPr>
              <p14:xfrm>
                <a:off x="5994540" y="5745248"/>
                <a:ext cx="312840" cy="1656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D8FAAC9C-B28F-9FFA-D737-F30A1797EA15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5985900" y="5736608"/>
                  <a:ext cx="330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2C6B5BAC-A060-BE01-C990-B2C729FB0AE1}"/>
                    </a:ext>
                  </a:extLst>
                </p14:cNvPr>
                <p14:cNvContentPartPr/>
                <p14:nvPr/>
              </p14:nvContentPartPr>
              <p14:xfrm>
                <a:off x="6011820" y="5995088"/>
                <a:ext cx="337320" cy="3168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2C6B5BAC-A060-BE01-C990-B2C729FB0AE1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6003180" y="5986448"/>
                  <a:ext cx="3549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F16D31BC-E666-F9EC-43EE-B110A23B64BA}"/>
                    </a:ext>
                  </a:extLst>
                </p14:cNvPr>
                <p14:cNvContentPartPr/>
                <p14:nvPr/>
              </p14:nvContentPartPr>
              <p14:xfrm>
                <a:off x="6146100" y="6147368"/>
                <a:ext cx="238320" cy="17208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F16D31BC-E666-F9EC-43EE-B110A23B64BA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6137100" y="6138368"/>
                  <a:ext cx="2559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11D7FEE1-4FB6-DCD5-D5F8-F72CAAB84708}"/>
                    </a:ext>
                  </a:extLst>
                </p14:cNvPr>
                <p14:cNvContentPartPr/>
                <p14:nvPr/>
              </p14:nvContentPartPr>
              <p14:xfrm>
                <a:off x="6067260" y="5989688"/>
                <a:ext cx="323640" cy="2664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11D7FEE1-4FB6-DCD5-D5F8-F72CAAB84708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6058620" y="5981048"/>
                  <a:ext cx="341280" cy="4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42">
            <p14:nvContentPartPr>
              <p14:cNvPr id="501" name="Ink 500">
                <a:extLst>
                  <a:ext uri="{FF2B5EF4-FFF2-40B4-BE49-F238E27FC236}">
                    <a16:creationId xmlns:a16="http://schemas.microsoft.com/office/drawing/2014/main" id="{830636B2-77F0-CFF8-7845-564DDA21044B}"/>
                  </a:ext>
                </a:extLst>
              </p14:cNvPr>
              <p14:cNvContentPartPr/>
              <p14:nvPr/>
            </p14:nvContentPartPr>
            <p14:xfrm>
              <a:off x="2270340" y="473768"/>
              <a:ext cx="770760" cy="77400"/>
            </p14:xfrm>
          </p:contentPart>
        </mc:Choice>
        <mc:Fallback xmlns="">
          <p:pic>
            <p:nvPicPr>
              <p:cNvPr id="501" name="Ink 500">
                <a:extLst>
                  <a:ext uri="{FF2B5EF4-FFF2-40B4-BE49-F238E27FC236}">
                    <a16:creationId xmlns:a16="http://schemas.microsoft.com/office/drawing/2014/main" id="{830636B2-77F0-CFF8-7845-564DDA21044B}"/>
                  </a:ext>
                </a:extLst>
              </p:cNvPr>
              <p:cNvPicPr/>
              <p:nvPr/>
            </p:nvPicPr>
            <p:blipFill>
              <a:blip r:embed="rId743"/>
              <a:stretch>
                <a:fillRect/>
              </a:stretch>
            </p:blipFill>
            <p:spPr>
              <a:xfrm>
                <a:off x="2261340" y="464768"/>
                <a:ext cx="788400" cy="9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42" name="Group 541">
            <a:extLst>
              <a:ext uri="{FF2B5EF4-FFF2-40B4-BE49-F238E27FC236}">
                <a16:creationId xmlns:a16="http://schemas.microsoft.com/office/drawing/2014/main" id="{0BF671A5-B1A5-5C46-441A-810EE74CA1B9}"/>
              </a:ext>
            </a:extLst>
          </p:cNvPr>
          <p:cNvGrpSpPr/>
          <p:nvPr/>
        </p:nvGrpSpPr>
        <p:grpSpPr>
          <a:xfrm>
            <a:off x="3355020" y="841328"/>
            <a:ext cx="2817360" cy="957240"/>
            <a:chOff x="3355020" y="841328"/>
            <a:chExt cx="2817360" cy="95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3B313EE1-8564-D9BD-553B-E68B716DD42C}"/>
                    </a:ext>
                  </a:extLst>
                </p14:cNvPr>
                <p14:cNvContentPartPr/>
                <p14:nvPr/>
              </p14:nvContentPartPr>
              <p14:xfrm>
                <a:off x="6109020" y="1454408"/>
                <a:ext cx="24120" cy="27072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3B313EE1-8564-D9BD-553B-E68B716DD42C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6100380" y="1445768"/>
                  <a:ext cx="417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34BBF6C8-ECA8-C1E5-1DAE-BAEB01B98F27}"/>
                    </a:ext>
                  </a:extLst>
                </p14:cNvPr>
                <p14:cNvContentPartPr/>
                <p14:nvPr/>
              </p14:nvContentPartPr>
              <p14:xfrm>
                <a:off x="6105060" y="1464848"/>
                <a:ext cx="41400" cy="32148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34BBF6C8-ECA8-C1E5-1DAE-BAEB01B98F27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6096420" y="1456208"/>
                  <a:ext cx="5904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B186396F-47B6-17BB-7D24-BEC099C7314E}"/>
                    </a:ext>
                  </a:extLst>
                </p14:cNvPr>
                <p14:cNvContentPartPr/>
                <p14:nvPr/>
              </p14:nvContentPartPr>
              <p14:xfrm>
                <a:off x="6109380" y="1423448"/>
                <a:ext cx="63000" cy="26388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B186396F-47B6-17BB-7D24-BEC099C7314E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6100740" y="1414448"/>
                  <a:ext cx="806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CB90796E-DEC5-73C2-6990-18904C3BC808}"/>
                    </a:ext>
                  </a:extLst>
                </p14:cNvPr>
                <p14:cNvContentPartPr/>
                <p14:nvPr/>
              </p14:nvContentPartPr>
              <p14:xfrm>
                <a:off x="5143500" y="1454408"/>
                <a:ext cx="22320" cy="30060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CB90796E-DEC5-73C2-6990-18904C3BC808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5134500" y="1445768"/>
                  <a:ext cx="3996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735248BC-A6C6-8F49-EFD2-E1E1BD9D577A}"/>
                    </a:ext>
                  </a:extLst>
                </p14:cNvPr>
                <p14:cNvContentPartPr/>
                <p14:nvPr/>
              </p14:nvContentPartPr>
              <p14:xfrm>
                <a:off x="5158980" y="1532528"/>
                <a:ext cx="16200" cy="26604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735248BC-A6C6-8F49-EFD2-E1E1BD9D577A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5149980" y="1523528"/>
                  <a:ext cx="338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C0874B4A-50AC-C93E-203C-8BBE6AF684E1}"/>
                    </a:ext>
                  </a:extLst>
                </p14:cNvPr>
                <p14:cNvContentPartPr/>
                <p14:nvPr/>
              </p14:nvContentPartPr>
              <p14:xfrm>
                <a:off x="4726620" y="1305728"/>
                <a:ext cx="427680" cy="24768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C0874B4A-50AC-C93E-203C-8BBE6AF684E1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4717620" y="1297088"/>
                  <a:ext cx="4453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C4FF4C38-256A-4FED-5A96-3438FEDB118F}"/>
                    </a:ext>
                  </a:extLst>
                </p14:cNvPr>
                <p14:cNvContentPartPr/>
                <p14:nvPr/>
              </p14:nvContentPartPr>
              <p14:xfrm>
                <a:off x="4666860" y="1096208"/>
                <a:ext cx="1360080" cy="39528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C4FF4C38-256A-4FED-5A96-3438FEDB118F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4658220" y="1087208"/>
                  <a:ext cx="137772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EAF94E57-AA99-A5CA-8E73-0DF52E75887E}"/>
                    </a:ext>
                  </a:extLst>
                </p14:cNvPr>
                <p14:cNvContentPartPr/>
                <p14:nvPr/>
              </p14:nvContentPartPr>
              <p14:xfrm>
                <a:off x="3874500" y="955448"/>
                <a:ext cx="133560" cy="12492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EAF94E57-AA99-A5CA-8E73-0DF52E75887E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3865860" y="946808"/>
                  <a:ext cx="1512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CE32972F-CAC5-420F-3B11-A4AF03D000D5}"/>
                    </a:ext>
                  </a:extLst>
                </p14:cNvPr>
                <p14:cNvContentPartPr/>
                <p14:nvPr/>
              </p14:nvContentPartPr>
              <p14:xfrm>
                <a:off x="4069980" y="983888"/>
                <a:ext cx="143640" cy="6048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CE32972F-CAC5-420F-3B11-A4AF03D000D5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4060980" y="974888"/>
                  <a:ext cx="1612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9D872907-4596-706B-C353-206A30666B48}"/>
                    </a:ext>
                  </a:extLst>
                </p14:cNvPr>
                <p14:cNvContentPartPr/>
                <p14:nvPr/>
              </p14:nvContentPartPr>
              <p14:xfrm>
                <a:off x="4192380" y="841328"/>
                <a:ext cx="69480" cy="18216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9D872907-4596-706B-C353-206A30666B48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4183740" y="832688"/>
                  <a:ext cx="871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D96144C9-CFAB-6F9C-0CEE-7CFA9659F2E5}"/>
                    </a:ext>
                  </a:extLst>
                </p14:cNvPr>
                <p14:cNvContentPartPr/>
                <p14:nvPr/>
              </p14:nvContentPartPr>
              <p14:xfrm>
                <a:off x="4164660" y="945368"/>
                <a:ext cx="96120" cy="1260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D96144C9-CFAB-6F9C-0CEE-7CFA9659F2E5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4155660" y="936728"/>
                  <a:ext cx="1137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0214F8E8-8314-322C-1E2F-32413BC21B1E}"/>
                    </a:ext>
                  </a:extLst>
                </p14:cNvPr>
                <p14:cNvContentPartPr/>
                <p14:nvPr/>
              </p14:nvContentPartPr>
              <p14:xfrm>
                <a:off x="3769740" y="1202048"/>
                <a:ext cx="189360" cy="9756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0214F8E8-8314-322C-1E2F-32413BC21B1E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3761100" y="1193048"/>
                  <a:ext cx="2070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CA8474F6-489A-25A2-F021-0631F310C77F}"/>
                    </a:ext>
                  </a:extLst>
                </p14:cNvPr>
                <p14:cNvContentPartPr/>
                <p14:nvPr/>
              </p14:nvContentPartPr>
              <p14:xfrm>
                <a:off x="4000500" y="1262168"/>
                <a:ext cx="27720" cy="2628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CA8474F6-489A-25A2-F021-0631F310C77F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3991500" y="1253528"/>
                  <a:ext cx="453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0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4739C010-5499-9488-0653-FDA63EFBA95A}"/>
                    </a:ext>
                  </a:extLst>
                </p14:cNvPr>
                <p14:cNvContentPartPr/>
                <p14:nvPr/>
              </p14:nvContentPartPr>
              <p14:xfrm>
                <a:off x="3977820" y="1168928"/>
                <a:ext cx="7560" cy="648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4739C010-5499-9488-0653-FDA63EFBA95A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3968820" y="1159928"/>
                  <a:ext cx="252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2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DB83B9D8-97F0-2B41-A2AA-B72FBC64D585}"/>
                    </a:ext>
                  </a:extLst>
                </p14:cNvPr>
                <p14:cNvContentPartPr/>
                <p14:nvPr/>
              </p14:nvContentPartPr>
              <p14:xfrm>
                <a:off x="4078260" y="1153088"/>
                <a:ext cx="56880" cy="14796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DB83B9D8-97F0-2B41-A2AA-B72FBC64D585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4069260" y="1144448"/>
                  <a:ext cx="745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4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7C66B51F-3562-904C-5DB9-75A279EAE56F}"/>
                    </a:ext>
                  </a:extLst>
                </p14:cNvPr>
                <p14:cNvContentPartPr/>
                <p14:nvPr/>
              </p14:nvContentPartPr>
              <p14:xfrm>
                <a:off x="4028220" y="1231208"/>
                <a:ext cx="92160" cy="2592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7C66B51F-3562-904C-5DB9-75A279EAE56F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4019220" y="1222208"/>
                  <a:ext cx="1098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6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4F7D5693-002A-88E0-4693-D25FD68C9482}"/>
                    </a:ext>
                  </a:extLst>
                </p14:cNvPr>
                <p14:cNvContentPartPr/>
                <p14:nvPr/>
              </p14:nvContentPartPr>
              <p14:xfrm>
                <a:off x="4135500" y="1153088"/>
                <a:ext cx="164160" cy="13464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4F7D5693-002A-88E0-4693-D25FD68C9482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4126500" y="1144448"/>
                  <a:ext cx="1818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35D3E81C-CFC6-0027-1D69-12015D481B18}"/>
                    </a:ext>
                  </a:extLst>
                </p14:cNvPr>
                <p14:cNvContentPartPr/>
                <p14:nvPr/>
              </p14:nvContentPartPr>
              <p14:xfrm>
                <a:off x="3751020" y="1387088"/>
                <a:ext cx="171000" cy="11088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35D3E81C-CFC6-0027-1D69-12015D481B18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3742020" y="1378088"/>
                  <a:ext cx="1886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0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A9D86277-6D7D-AF2D-23EE-43693C8615CE}"/>
                    </a:ext>
                  </a:extLst>
                </p14:cNvPr>
                <p14:cNvContentPartPr/>
                <p14:nvPr/>
              </p14:nvContentPartPr>
              <p14:xfrm>
                <a:off x="3909420" y="1356848"/>
                <a:ext cx="81360" cy="12132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A9D86277-6D7D-AF2D-23EE-43693C8615CE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3900420" y="1348208"/>
                  <a:ext cx="990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2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20E0F8DA-3430-F402-3E71-44E3760A2F25}"/>
                    </a:ext>
                  </a:extLst>
                </p14:cNvPr>
                <p14:cNvContentPartPr/>
                <p14:nvPr/>
              </p14:nvContentPartPr>
              <p14:xfrm>
                <a:off x="4047300" y="1323008"/>
                <a:ext cx="97560" cy="12492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20E0F8DA-3430-F402-3E71-44E3760A2F25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4038660" y="1314368"/>
                  <a:ext cx="1152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4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31D21760-ECE7-8B7E-DB84-DB0DF200E8EC}"/>
                    </a:ext>
                  </a:extLst>
                </p14:cNvPr>
                <p14:cNvContentPartPr/>
                <p14:nvPr/>
              </p14:nvContentPartPr>
              <p14:xfrm>
                <a:off x="4083300" y="1429568"/>
                <a:ext cx="20880" cy="432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31D21760-ECE7-8B7E-DB84-DB0DF200E8EC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4074660" y="1420928"/>
                  <a:ext cx="385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6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FBAEB3D8-F63E-D3A7-D794-3CDEE0B84A22}"/>
                    </a:ext>
                  </a:extLst>
                </p14:cNvPr>
                <p14:cNvContentPartPr/>
                <p14:nvPr/>
              </p14:nvContentPartPr>
              <p14:xfrm>
                <a:off x="4114620" y="1383488"/>
                <a:ext cx="78480" cy="1440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FBAEB3D8-F63E-D3A7-D794-3CDEE0B84A22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4105620" y="1374488"/>
                  <a:ext cx="961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8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BC224D3A-9B34-DABC-9D9E-1D50CACF7706}"/>
                    </a:ext>
                  </a:extLst>
                </p14:cNvPr>
                <p14:cNvContentPartPr/>
                <p14:nvPr/>
              </p14:nvContentPartPr>
              <p14:xfrm>
                <a:off x="4062780" y="1433888"/>
                <a:ext cx="28080" cy="3096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BC224D3A-9B34-DABC-9D9E-1D50CACF7706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4053780" y="1424888"/>
                  <a:ext cx="457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9DE2A61E-ECBE-79DB-C3E9-7D16AC2E2E7F}"/>
                    </a:ext>
                  </a:extLst>
                </p14:cNvPr>
                <p14:cNvContentPartPr/>
                <p14:nvPr/>
              </p14:nvContentPartPr>
              <p14:xfrm>
                <a:off x="3371220" y="1532528"/>
                <a:ext cx="58320" cy="15120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9DE2A61E-ECBE-79DB-C3E9-7D16AC2E2E7F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3362580" y="1523528"/>
                  <a:ext cx="759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C035448D-2175-E376-E1FD-C9530F77E882}"/>
                    </a:ext>
                  </a:extLst>
                </p14:cNvPr>
                <p14:cNvContentPartPr/>
                <p14:nvPr/>
              </p14:nvContentPartPr>
              <p14:xfrm>
                <a:off x="3355020" y="1603088"/>
                <a:ext cx="74160" cy="32400"/>
              </p14:xfrm>
            </p:contentPart>
          </mc:Choice>
          <mc:Fallback xmlns=""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C035448D-2175-E376-E1FD-C9530F77E882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3346020" y="1594088"/>
                  <a:ext cx="918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4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5D2ED010-6C27-82DE-2269-17015E47C946}"/>
                    </a:ext>
                  </a:extLst>
                </p14:cNvPr>
                <p14:cNvContentPartPr/>
                <p14:nvPr/>
              </p14:nvContentPartPr>
              <p14:xfrm>
                <a:off x="3471660" y="1611728"/>
                <a:ext cx="81000" cy="4500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5D2ED010-6C27-82DE-2269-17015E47C946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3463020" y="1602728"/>
                  <a:ext cx="986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6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1CC69C85-0444-1EDD-459F-21589A960E15}"/>
                    </a:ext>
                  </a:extLst>
                </p14:cNvPr>
                <p14:cNvContentPartPr/>
                <p14:nvPr/>
              </p14:nvContentPartPr>
              <p14:xfrm>
                <a:off x="3678300" y="1605248"/>
                <a:ext cx="89640" cy="7056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1CC69C85-0444-1EDD-459F-21589A960E15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3669660" y="1596248"/>
                  <a:ext cx="1072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8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98118EF0-35D2-FF6D-782A-13194A980386}"/>
                    </a:ext>
                  </a:extLst>
                </p14:cNvPr>
                <p14:cNvContentPartPr/>
                <p14:nvPr/>
              </p14:nvContentPartPr>
              <p14:xfrm>
                <a:off x="3792420" y="1580768"/>
                <a:ext cx="68400" cy="80640"/>
              </p14:xfrm>
            </p:contentPart>
          </mc:Choice>
          <mc:Fallback xmlns=""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98118EF0-35D2-FF6D-782A-13194A980386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3783780" y="1572128"/>
                  <a:ext cx="860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0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BFA12841-5402-5299-DE81-90BAA1EA9E1F}"/>
                    </a:ext>
                  </a:extLst>
                </p14:cNvPr>
                <p14:cNvContentPartPr/>
                <p14:nvPr/>
              </p14:nvContentPartPr>
              <p14:xfrm>
                <a:off x="3903300" y="1596248"/>
                <a:ext cx="65160" cy="76680"/>
              </p14:xfrm>
            </p:contentPart>
          </mc:Choice>
          <mc:Fallback xmlns=""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BFA12841-5402-5299-DE81-90BAA1EA9E1F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3894300" y="1587248"/>
                  <a:ext cx="828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2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4C6530EA-F7E3-CE25-11C9-66689C948BE5}"/>
                    </a:ext>
                  </a:extLst>
                </p14:cNvPr>
                <p14:cNvContentPartPr/>
                <p14:nvPr/>
              </p14:nvContentPartPr>
              <p14:xfrm>
                <a:off x="3990060" y="1626128"/>
                <a:ext cx="33480" cy="30240"/>
              </p14:xfrm>
            </p:contentPart>
          </mc:Choice>
          <mc:Fallback xmlns=""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4C6530EA-F7E3-CE25-11C9-66689C948BE5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3981060" y="1617128"/>
                  <a:ext cx="511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4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B4597A20-1C3C-1F79-FD5E-E08F7C6E1F47}"/>
                    </a:ext>
                  </a:extLst>
                </p14:cNvPr>
                <p14:cNvContentPartPr/>
                <p14:nvPr/>
              </p14:nvContentPartPr>
              <p14:xfrm>
                <a:off x="3969180" y="1527128"/>
                <a:ext cx="12600" cy="35640"/>
              </p14:xfrm>
            </p:contentPart>
          </mc:Choice>
          <mc:Fallback xmlns=""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B4597A20-1C3C-1F79-FD5E-E08F7C6E1F47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3960180" y="1518488"/>
                  <a:ext cx="302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6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D0B5890B-C39E-7D1A-EB31-4038D1344355}"/>
                    </a:ext>
                  </a:extLst>
                </p14:cNvPr>
                <p14:cNvContentPartPr/>
                <p14:nvPr/>
              </p14:nvContentPartPr>
              <p14:xfrm>
                <a:off x="4070340" y="1461608"/>
                <a:ext cx="96120" cy="252360"/>
              </p14:xfrm>
            </p:contentPart>
          </mc:Choice>
          <mc:Fallback xmlns=""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D0B5890B-C39E-7D1A-EB31-4038D1344355}"/>
                    </a:ext>
                  </a:extLst>
                </p:cNvPr>
                <p:cNvPicPr/>
                <p:nvPr/>
              </p:nvPicPr>
              <p:blipFill>
                <a:blip r:embed="rId807"/>
                <a:stretch>
                  <a:fillRect/>
                </a:stretch>
              </p:blipFill>
              <p:spPr>
                <a:xfrm>
                  <a:off x="4061700" y="1452968"/>
                  <a:ext cx="1137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8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1CDB0117-78CE-8D51-C535-67D51162599B}"/>
                    </a:ext>
                  </a:extLst>
                </p14:cNvPr>
                <p14:cNvContentPartPr/>
                <p14:nvPr/>
              </p14:nvContentPartPr>
              <p14:xfrm>
                <a:off x="4311180" y="1434608"/>
                <a:ext cx="211680" cy="25452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1CDB0117-78CE-8D51-C535-67D51162599B}"/>
                    </a:ext>
                  </a:extLst>
                </p:cNvPr>
                <p:cNvPicPr/>
                <p:nvPr/>
              </p:nvPicPr>
              <p:blipFill>
                <a:blip r:embed="rId809"/>
                <a:stretch>
                  <a:fillRect/>
                </a:stretch>
              </p:blipFill>
              <p:spPr>
                <a:xfrm>
                  <a:off x="4302540" y="1425608"/>
                  <a:ext cx="22932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0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4D564BAF-BB0F-CE22-8C85-4BD98CC8C982}"/>
                    </a:ext>
                  </a:extLst>
                </p14:cNvPr>
                <p14:cNvContentPartPr/>
                <p14:nvPr/>
              </p14:nvContentPartPr>
              <p14:xfrm>
                <a:off x="4447260" y="1438928"/>
                <a:ext cx="6480" cy="3528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4D564BAF-BB0F-CE22-8C85-4BD98CC8C982}"/>
                    </a:ext>
                  </a:extLst>
                </p:cNvPr>
                <p:cNvPicPr/>
                <p:nvPr/>
              </p:nvPicPr>
              <p:blipFill>
                <a:blip r:embed="rId811"/>
                <a:stretch>
                  <a:fillRect/>
                </a:stretch>
              </p:blipFill>
              <p:spPr>
                <a:xfrm>
                  <a:off x="4438260" y="1430288"/>
                  <a:ext cx="24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2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CE1D8312-9F9A-BF82-F8D9-36D001B3D4C8}"/>
                    </a:ext>
                  </a:extLst>
                </p14:cNvPr>
                <p14:cNvContentPartPr/>
                <p14:nvPr/>
              </p14:nvContentPartPr>
              <p14:xfrm>
                <a:off x="4555260" y="1544408"/>
                <a:ext cx="87480" cy="9180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CE1D8312-9F9A-BF82-F8D9-36D001B3D4C8}"/>
                    </a:ext>
                  </a:extLst>
                </p:cNvPr>
                <p:cNvPicPr/>
                <p:nvPr/>
              </p:nvPicPr>
              <p:blipFill>
                <a:blip r:embed="rId813"/>
                <a:stretch>
                  <a:fillRect/>
                </a:stretch>
              </p:blipFill>
              <p:spPr>
                <a:xfrm>
                  <a:off x="4546620" y="1535408"/>
                  <a:ext cx="1051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4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2F2C2CC3-BC93-B817-23B3-DBA2D68BCE4A}"/>
                    </a:ext>
                  </a:extLst>
                </p14:cNvPr>
                <p14:cNvContentPartPr/>
                <p14:nvPr/>
              </p14:nvContentPartPr>
              <p14:xfrm>
                <a:off x="4620780" y="1506608"/>
                <a:ext cx="119520" cy="12024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2F2C2CC3-BC93-B817-23B3-DBA2D68BCE4A}"/>
                    </a:ext>
                  </a:extLst>
                </p:cNvPr>
                <p:cNvPicPr/>
                <p:nvPr/>
              </p:nvPicPr>
              <p:blipFill>
                <a:blip r:embed="rId815"/>
                <a:stretch>
                  <a:fillRect/>
                </a:stretch>
              </p:blipFill>
              <p:spPr>
                <a:xfrm>
                  <a:off x="4611780" y="1497608"/>
                  <a:ext cx="1371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6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1CF7E293-CA4C-7F82-5180-E5EA11DD50E4}"/>
                    </a:ext>
                  </a:extLst>
                </p14:cNvPr>
                <p14:cNvContentPartPr/>
                <p14:nvPr/>
              </p14:nvContentPartPr>
              <p14:xfrm>
                <a:off x="4748580" y="1542968"/>
                <a:ext cx="23760" cy="4500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1CF7E293-CA4C-7F82-5180-E5EA11DD50E4}"/>
                    </a:ext>
                  </a:extLst>
                </p:cNvPr>
                <p:cNvPicPr/>
                <p:nvPr/>
              </p:nvPicPr>
              <p:blipFill>
                <a:blip r:embed="rId817"/>
                <a:stretch>
                  <a:fillRect/>
                </a:stretch>
              </p:blipFill>
              <p:spPr>
                <a:xfrm>
                  <a:off x="4739580" y="1533968"/>
                  <a:ext cx="414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8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1730211E-C480-EA7A-9EA9-2C29B42D75CC}"/>
                    </a:ext>
                  </a:extLst>
                </p14:cNvPr>
                <p14:cNvContentPartPr/>
                <p14:nvPr/>
              </p14:nvContentPartPr>
              <p14:xfrm>
                <a:off x="4712220" y="1418048"/>
                <a:ext cx="44640" cy="83880"/>
              </p14:xfrm>
            </p:contentPart>
          </mc:Choice>
          <mc:Fallback xmlns=""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1730211E-C480-EA7A-9EA9-2C29B42D75CC}"/>
                    </a:ext>
                  </a:extLst>
                </p:cNvPr>
                <p:cNvPicPr/>
                <p:nvPr/>
              </p:nvPicPr>
              <p:blipFill>
                <a:blip r:embed="rId819"/>
                <a:stretch>
                  <a:fillRect/>
                </a:stretch>
              </p:blipFill>
              <p:spPr>
                <a:xfrm>
                  <a:off x="4703220" y="1409408"/>
                  <a:ext cx="622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0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8474F65E-61C2-7CE0-1A53-84A9C6AE6D3F}"/>
                    </a:ext>
                  </a:extLst>
                </p14:cNvPr>
                <p14:cNvContentPartPr/>
                <p14:nvPr/>
              </p14:nvContentPartPr>
              <p14:xfrm>
                <a:off x="4810860" y="1523528"/>
                <a:ext cx="79560" cy="3852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8474F65E-61C2-7CE0-1A53-84A9C6AE6D3F}"/>
                    </a:ext>
                  </a:extLst>
                </p:cNvPr>
                <p:cNvPicPr/>
                <p:nvPr/>
              </p:nvPicPr>
              <p:blipFill>
                <a:blip r:embed="rId821"/>
                <a:stretch>
                  <a:fillRect/>
                </a:stretch>
              </p:blipFill>
              <p:spPr>
                <a:xfrm>
                  <a:off x="4801860" y="1514888"/>
                  <a:ext cx="972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2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8F51A112-E2E3-46F2-DE24-54DF8949DF4C}"/>
                    </a:ext>
                  </a:extLst>
                </p14:cNvPr>
                <p14:cNvContentPartPr/>
                <p14:nvPr/>
              </p14:nvContentPartPr>
              <p14:xfrm>
                <a:off x="4823460" y="1508768"/>
                <a:ext cx="111600" cy="21312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8F51A112-E2E3-46F2-DE24-54DF8949DF4C}"/>
                    </a:ext>
                  </a:extLst>
                </p:cNvPr>
                <p:cNvPicPr/>
                <p:nvPr/>
              </p:nvPicPr>
              <p:blipFill>
                <a:blip r:embed="rId823"/>
                <a:stretch>
                  <a:fillRect/>
                </a:stretch>
              </p:blipFill>
              <p:spPr>
                <a:xfrm>
                  <a:off x="4814460" y="1500128"/>
                  <a:ext cx="1292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4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C97FE60C-11DF-978B-6EBC-E4006F2776D2}"/>
                    </a:ext>
                  </a:extLst>
                </p14:cNvPr>
                <p14:cNvContentPartPr/>
                <p14:nvPr/>
              </p14:nvContentPartPr>
              <p14:xfrm>
                <a:off x="4863060" y="1616048"/>
                <a:ext cx="42120" cy="5724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C97FE60C-11DF-978B-6EBC-E4006F2776D2}"/>
                    </a:ext>
                  </a:extLst>
                </p:cNvPr>
                <p:cNvPicPr/>
                <p:nvPr/>
              </p:nvPicPr>
              <p:blipFill>
                <a:blip r:embed="rId825"/>
                <a:stretch>
                  <a:fillRect/>
                </a:stretch>
              </p:blipFill>
              <p:spPr>
                <a:xfrm>
                  <a:off x="4854060" y="1607048"/>
                  <a:ext cx="59760" cy="7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6A9887D4-B436-6B7D-F416-C161E20E3EB1}"/>
              </a:ext>
            </a:extLst>
          </p:cNvPr>
          <p:cNvGrpSpPr/>
          <p:nvPr/>
        </p:nvGrpSpPr>
        <p:grpSpPr>
          <a:xfrm>
            <a:off x="254340" y="253808"/>
            <a:ext cx="1992960" cy="551520"/>
            <a:chOff x="254340" y="253808"/>
            <a:chExt cx="1992960" cy="55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6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B05F2FC9-B34D-50AD-8520-5D99CC3B2292}"/>
                    </a:ext>
                  </a:extLst>
                </p14:cNvPr>
                <p14:cNvContentPartPr/>
                <p14:nvPr/>
              </p14:nvContentPartPr>
              <p14:xfrm>
                <a:off x="670140" y="430928"/>
                <a:ext cx="15480" cy="26424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B05F2FC9-B34D-50AD-8520-5D99CC3B2292}"/>
                    </a:ext>
                  </a:extLst>
                </p:cNvPr>
                <p:cNvPicPr/>
                <p:nvPr/>
              </p:nvPicPr>
              <p:blipFill>
                <a:blip r:embed="rId827"/>
                <a:stretch>
                  <a:fillRect/>
                </a:stretch>
              </p:blipFill>
              <p:spPr>
                <a:xfrm>
                  <a:off x="661140" y="422288"/>
                  <a:ext cx="331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8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EFBECABF-05AB-33FD-8F8E-4D606C4C3E04}"/>
                    </a:ext>
                  </a:extLst>
                </p14:cNvPr>
                <p14:cNvContentPartPr/>
                <p14:nvPr/>
              </p14:nvContentPartPr>
              <p14:xfrm>
                <a:off x="628380" y="362888"/>
                <a:ext cx="543960" cy="39600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EFBECABF-05AB-33FD-8F8E-4D606C4C3E04}"/>
                    </a:ext>
                  </a:extLst>
                </p:cNvPr>
                <p:cNvPicPr/>
                <p:nvPr/>
              </p:nvPicPr>
              <p:blipFill>
                <a:blip r:embed="rId829"/>
                <a:stretch>
                  <a:fillRect/>
                </a:stretch>
              </p:blipFill>
              <p:spPr>
                <a:xfrm>
                  <a:off x="619740" y="353888"/>
                  <a:ext cx="56160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0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B002BADE-0434-C4A4-AF03-A0EE3BD33E07}"/>
                    </a:ext>
                  </a:extLst>
                </p14:cNvPr>
                <p14:cNvContentPartPr/>
                <p14:nvPr/>
              </p14:nvContentPartPr>
              <p14:xfrm>
                <a:off x="773460" y="515168"/>
                <a:ext cx="67320" cy="14436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B002BADE-0434-C4A4-AF03-A0EE3BD33E07}"/>
                    </a:ext>
                  </a:extLst>
                </p:cNvPr>
                <p:cNvPicPr/>
                <p:nvPr/>
              </p:nvPicPr>
              <p:blipFill>
                <a:blip r:embed="rId831"/>
                <a:stretch>
                  <a:fillRect/>
                </a:stretch>
              </p:blipFill>
              <p:spPr>
                <a:xfrm>
                  <a:off x="764460" y="506168"/>
                  <a:ext cx="849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2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DA1303CC-E883-AD16-9AAA-4D01B907C237}"/>
                    </a:ext>
                  </a:extLst>
                </p14:cNvPr>
                <p14:cNvContentPartPr/>
                <p14:nvPr/>
              </p14:nvContentPartPr>
              <p14:xfrm>
                <a:off x="886860" y="495368"/>
                <a:ext cx="141480" cy="12420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DA1303CC-E883-AD16-9AAA-4D01B907C237}"/>
                    </a:ext>
                  </a:extLst>
                </p:cNvPr>
                <p:cNvPicPr/>
                <p:nvPr/>
              </p:nvPicPr>
              <p:blipFill>
                <a:blip r:embed="rId833"/>
                <a:stretch>
                  <a:fillRect/>
                </a:stretch>
              </p:blipFill>
              <p:spPr>
                <a:xfrm>
                  <a:off x="877860" y="486368"/>
                  <a:ext cx="1591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4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F00ECFBC-B76E-5212-00E6-A6FF3967DDE8}"/>
                    </a:ext>
                  </a:extLst>
                </p14:cNvPr>
                <p14:cNvContentPartPr/>
                <p14:nvPr/>
              </p14:nvContentPartPr>
              <p14:xfrm>
                <a:off x="736380" y="595088"/>
                <a:ext cx="33840" cy="4752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F00ECFBC-B76E-5212-00E6-A6FF3967DDE8}"/>
                    </a:ext>
                  </a:extLst>
                </p:cNvPr>
                <p:cNvPicPr/>
                <p:nvPr/>
              </p:nvPicPr>
              <p:blipFill>
                <a:blip r:embed="rId835"/>
                <a:stretch>
                  <a:fillRect/>
                </a:stretch>
              </p:blipFill>
              <p:spPr>
                <a:xfrm>
                  <a:off x="727740" y="586088"/>
                  <a:ext cx="514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6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E04950ED-770C-C9E1-9814-0E6D2BC51C59}"/>
                    </a:ext>
                  </a:extLst>
                </p14:cNvPr>
                <p14:cNvContentPartPr/>
                <p14:nvPr/>
              </p14:nvContentPartPr>
              <p14:xfrm>
                <a:off x="254340" y="560888"/>
                <a:ext cx="327600" cy="2124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E04950ED-770C-C9E1-9814-0E6D2BC51C59}"/>
                    </a:ext>
                  </a:extLst>
                </p:cNvPr>
                <p:cNvPicPr/>
                <p:nvPr/>
              </p:nvPicPr>
              <p:blipFill>
                <a:blip r:embed="rId837"/>
                <a:stretch>
                  <a:fillRect/>
                </a:stretch>
              </p:blipFill>
              <p:spPr>
                <a:xfrm>
                  <a:off x="245700" y="552248"/>
                  <a:ext cx="3452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8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31DDA46F-14D4-DF90-3E3B-96032F326FFE}"/>
                    </a:ext>
                  </a:extLst>
                </p14:cNvPr>
                <p14:cNvContentPartPr/>
                <p14:nvPr/>
              </p14:nvContentPartPr>
              <p14:xfrm>
                <a:off x="515700" y="522728"/>
                <a:ext cx="118080" cy="9216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31DDA46F-14D4-DF90-3E3B-96032F326FFE}"/>
                    </a:ext>
                  </a:extLst>
                </p:cNvPr>
                <p:cNvPicPr/>
                <p:nvPr/>
              </p:nvPicPr>
              <p:blipFill>
                <a:blip r:embed="rId839"/>
                <a:stretch>
                  <a:fillRect/>
                </a:stretch>
              </p:blipFill>
              <p:spPr>
                <a:xfrm>
                  <a:off x="507060" y="513728"/>
                  <a:ext cx="1357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0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03713E85-F394-3D27-D955-72AFE72B7662}"/>
                    </a:ext>
                  </a:extLst>
                </p14:cNvPr>
                <p14:cNvContentPartPr/>
                <p14:nvPr/>
              </p14:nvContentPartPr>
              <p14:xfrm>
                <a:off x="1210500" y="538568"/>
                <a:ext cx="286200" cy="1224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03713E85-F394-3D27-D955-72AFE72B7662}"/>
                    </a:ext>
                  </a:extLst>
                </p:cNvPr>
                <p:cNvPicPr/>
                <p:nvPr/>
              </p:nvPicPr>
              <p:blipFill>
                <a:blip r:embed="rId841"/>
                <a:stretch>
                  <a:fillRect/>
                </a:stretch>
              </p:blipFill>
              <p:spPr>
                <a:xfrm>
                  <a:off x="1201500" y="529568"/>
                  <a:ext cx="3038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2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3AB9D03B-C726-724E-72D8-CF36341E4144}"/>
                    </a:ext>
                  </a:extLst>
                </p14:cNvPr>
                <p14:cNvContentPartPr/>
                <p14:nvPr/>
              </p14:nvContentPartPr>
              <p14:xfrm>
                <a:off x="1444500" y="295928"/>
                <a:ext cx="31680" cy="46440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3AB9D03B-C726-724E-72D8-CF36341E4144}"/>
                    </a:ext>
                  </a:extLst>
                </p:cNvPr>
                <p:cNvPicPr/>
                <p:nvPr/>
              </p:nvPicPr>
              <p:blipFill>
                <a:blip r:embed="rId843"/>
                <a:stretch>
                  <a:fillRect/>
                </a:stretch>
              </p:blipFill>
              <p:spPr>
                <a:xfrm>
                  <a:off x="1435500" y="286928"/>
                  <a:ext cx="4932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4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FAEE1328-E871-19CA-4A4D-ACCEE86A6ED1}"/>
                    </a:ext>
                  </a:extLst>
                </p14:cNvPr>
                <p14:cNvContentPartPr/>
                <p14:nvPr/>
              </p14:nvContentPartPr>
              <p14:xfrm>
                <a:off x="1444140" y="253808"/>
                <a:ext cx="678600" cy="2160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FAEE1328-E871-19CA-4A4D-ACCEE86A6ED1}"/>
                    </a:ext>
                  </a:extLst>
                </p:cNvPr>
                <p:cNvPicPr/>
                <p:nvPr/>
              </p:nvPicPr>
              <p:blipFill>
                <a:blip r:embed="rId845"/>
                <a:stretch>
                  <a:fillRect/>
                </a:stretch>
              </p:blipFill>
              <p:spPr>
                <a:xfrm>
                  <a:off x="1435500" y="245168"/>
                  <a:ext cx="6962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6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61E9DC48-1B68-787F-4003-BD9EFE760797}"/>
                    </a:ext>
                  </a:extLst>
                </p14:cNvPr>
                <p14:cNvContentPartPr/>
                <p14:nvPr/>
              </p14:nvContentPartPr>
              <p14:xfrm>
                <a:off x="2192220" y="259928"/>
                <a:ext cx="55080" cy="49824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61E9DC48-1B68-787F-4003-BD9EFE760797}"/>
                    </a:ext>
                  </a:extLst>
                </p:cNvPr>
                <p:cNvPicPr/>
                <p:nvPr/>
              </p:nvPicPr>
              <p:blipFill>
                <a:blip r:embed="rId847"/>
                <a:stretch>
                  <a:fillRect/>
                </a:stretch>
              </p:blipFill>
              <p:spPr>
                <a:xfrm>
                  <a:off x="2183580" y="251288"/>
                  <a:ext cx="7272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8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6B7F3167-836F-3FEA-A069-529181EF66B2}"/>
                    </a:ext>
                  </a:extLst>
                </p14:cNvPr>
                <p14:cNvContentPartPr/>
                <p14:nvPr/>
              </p14:nvContentPartPr>
              <p14:xfrm>
                <a:off x="1454940" y="783368"/>
                <a:ext cx="768600" cy="2196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6B7F3167-836F-3FEA-A069-529181EF66B2}"/>
                    </a:ext>
                  </a:extLst>
                </p:cNvPr>
                <p:cNvPicPr/>
                <p:nvPr/>
              </p:nvPicPr>
              <p:blipFill>
                <a:blip r:embed="rId849"/>
                <a:stretch>
                  <a:fillRect/>
                </a:stretch>
              </p:blipFill>
              <p:spPr>
                <a:xfrm>
                  <a:off x="1446300" y="774728"/>
                  <a:ext cx="786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0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7029D695-0A1D-606D-10C8-41AAA5A0D7A2}"/>
                    </a:ext>
                  </a:extLst>
                </p14:cNvPr>
                <p14:cNvContentPartPr/>
                <p14:nvPr/>
              </p14:nvContentPartPr>
              <p14:xfrm>
                <a:off x="1594980" y="327248"/>
                <a:ext cx="101520" cy="10944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7029D695-0A1D-606D-10C8-41AAA5A0D7A2}"/>
                    </a:ext>
                  </a:extLst>
                </p:cNvPr>
                <p:cNvPicPr/>
                <p:nvPr/>
              </p:nvPicPr>
              <p:blipFill>
                <a:blip r:embed="rId851"/>
                <a:stretch>
                  <a:fillRect/>
                </a:stretch>
              </p:blipFill>
              <p:spPr>
                <a:xfrm>
                  <a:off x="1585980" y="318248"/>
                  <a:ext cx="1191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2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640002B7-6C92-C0A3-5C02-837EF28AAB05}"/>
                    </a:ext>
                  </a:extLst>
                </p14:cNvPr>
                <p14:cNvContentPartPr/>
                <p14:nvPr/>
              </p14:nvContentPartPr>
              <p14:xfrm>
                <a:off x="1718820" y="310688"/>
                <a:ext cx="73800" cy="11448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640002B7-6C92-C0A3-5C02-837EF28AAB05}"/>
                    </a:ext>
                  </a:extLst>
                </p:cNvPr>
                <p:cNvPicPr/>
                <p:nvPr/>
              </p:nvPicPr>
              <p:blipFill>
                <a:blip r:embed="rId853"/>
                <a:stretch>
                  <a:fillRect/>
                </a:stretch>
              </p:blipFill>
              <p:spPr>
                <a:xfrm>
                  <a:off x="1709820" y="302048"/>
                  <a:ext cx="914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4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F39A9F9D-8853-196F-F7DA-49E42828227A}"/>
                    </a:ext>
                  </a:extLst>
                </p14:cNvPr>
                <p14:cNvContentPartPr/>
                <p14:nvPr/>
              </p14:nvContentPartPr>
              <p14:xfrm>
                <a:off x="1833660" y="301328"/>
                <a:ext cx="105120" cy="11124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F39A9F9D-8853-196F-F7DA-49E42828227A}"/>
                    </a:ext>
                  </a:extLst>
                </p:cNvPr>
                <p:cNvPicPr/>
                <p:nvPr/>
              </p:nvPicPr>
              <p:blipFill>
                <a:blip r:embed="rId855"/>
                <a:stretch>
                  <a:fillRect/>
                </a:stretch>
              </p:blipFill>
              <p:spPr>
                <a:xfrm>
                  <a:off x="1824660" y="292688"/>
                  <a:ext cx="1227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6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3BB3BB02-90D4-BBE3-D0EA-45C2867EB576}"/>
                    </a:ext>
                  </a:extLst>
                </p14:cNvPr>
                <p14:cNvContentPartPr/>
                <p14:nvPr/>
              </p14:nvContentPartPr>
              <p14:xfrm>
                <a:off x="1854540" y="342368"/>
                <a:ext cx="73440" cy="2700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3BB3BB02-90D4-BBE3-D0EA-45C2867EB576}"/>
                    </a:ext>
                  </a:extLst>
                </p:cNvPr>
                <p:cNvPicPr/>
                <p:nvPr/>
              </p:nvPicPr>
              <p:blipFill>
                <a:blip r:embed="rId857"/>
                <a:stretch>
                  <a:fillRect/>
                </a:stretch>
              </p:blipFill>
              <p:spPr>
                <a:xfrm>
                  <a:off x="1845900" y="333368"/>
                  <a:ext cx="910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8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5C395B58-96B2-AE94-5BDB-268839B384E6}"/>
                    </a:ext>
                  </a:extLst>
                </p14:cNvPr>
                <p14:cNvContentPartPr/>
                <p14:nvPr/>
              </p14:nvContentPartPr>
              <p14:xfrm>
                <a:off x="1562220" y="492128"/>
                <a:ext cx="125640" cy="19044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5C395B58-96B2-AE94-5BDB-268839B384E6}"/>
                    </a:ext>
                  </a:extLst>
                </p:cNvPr>
                <p:cNvPicPr/>
                <p:nvPr/>
              </p:nvPicPr>
              <p:blipFill>
                <a:blip r:embed="rId859"/>
                <a:stretch>
                  <a:fillRect/>
                </a:stretch>
              </p:blipFill>
              <p:spPr>
                <a:xfrm>
                  <a:off x="1553220" y="483128"/>
                  <a:ext cx="1432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0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D8683E31-A103-FF1F-68D3-AEE07D74D7E5}"/>
                    </a:ext>
                  </a:extLst>
                </p14:cNvPr>
                <p14:cNvContentPartPr/>
                <p14:nvPr/>
              </p14:nvContentPartPr>
              <p14:xfrm>
                <a:off x="1731420" y="550088"/>
                <a:ext cx="107280" cy="6264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D8683E31-A103-FF1F-68D3-AEE07D74D7E5}"/>
                    </a:ext>
                  </a:extLst>
                </p:cNvPr>
                <p:cNvPicPr/>
                <p:nvPr/>
              </p:nvPicPr>
              <p:blipFill>
                <a:blip r:embed="rId861"/>
                <a:stretch>
                  <a:fillRect/>
                </a:stretch>
              </p:blipFill>
              <p:spPr>
                <a:xfrm>
                  <a:off x="1722420" y="541448"/>
                  <a:ext cx="1249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2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8FD3BCA5-098F-2394-F1A1-D5F3FF514B5A}"/>
                    </a:ext>
                  </a:extLst>
                </p14:cNvPr>
                <p14:cNvContentPartPr/>
                <p14:nvPr/>
              </p14:nvContentPartPr>
              <p14:xfrm>
                <a:off x="1883700" y="634328"/>
                <a:ext cx="72720" cy="4572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8FD3BCA5-098F-2394-F1A1-D5F3FF514B5A}"/>
                    </a:ext>
                  </a:extLst>
                </p:cNvPr>
                <p:cNvPicPr/>
                <p:nvPr/>
              </p:nvPicPr>
              <p:blipFill>
                <a:blip r:embed="rId863"/>
                <a:stretch>
                  <a:fillRect/>
                </a:stretch>
              </p:blipFill>
              <p:spPr>
                <a:xfrm>
                  <a:off x="1874700" y="625328"/>
                  <a:ext cx="903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4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DF6186A6-E231-2071-638E-F546534C6807}"/>
                    </a:ext>
                  </a:extLst>
                </p14:cNvPr>
                <p14:cNvContentPartPr/>
                <p14:nvPr/>
              </p14:nvContentPartPr>
              <p14:xfrm>
                <a:off x="1688220" y="533888"/>
                <a:ext cx="14400" cy="5292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DF6186A6-E231-2071-638E-F546534C6807}"/>
                    </a:ext>
                  </a:extLst>
                </p:cNvPr>
                <p:cNvPicPr/>
                <p:nvPr/>
              </p:nvPicPr>
              <p:blipFill>
                <a:blip r:embed="rId865"/>
                <a:stretch>
                  <a:fillRect/>
                </a:stretch>
              </p:blipFill>
              <p:spPr>
                <a:xfrm>
                  <a:off x="1679220" y="524888"/>
                  <a:ext cx="320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6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71AD8EE5-46CF-2D5D-074F-C108DE069A88}"/>
                    </a:ext>
                  </a:extLst>
                </p14:cNvPr>
                <p14:cNvContentPartPr/>
                <p14:nvPr/>
              </p14:nvContentPartPr>
              <p14:xfrm>
                <a:off x="1760940" y="566288"/>
                <a:ext cx="360" cy="36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71AD8EE5-46CF-2D5D-074F-C108DE069A88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1752300" y="55728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7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FCF424EC-F8DC-1E3C-0F5A-EA7D69301DC9}"/>
                    </a:ext>
                  </a:extLst>
                </p14:cNvPr>
                <p14:cNvContentPartPr/>
                <p14:nvPr/>
              </p14:nvContentPartPr>
              <p14:xfrm>
                <a:off x="1922220" y="576368"/>
                <a:ext cx="62640" cy="576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FCF424EC-F8DC-1E3C-0F5A-EA7D69301DC9}"/>
                    </a:ext>
                  </a:extLst>
                </p:cNvPr>
                <p:cNvPicPr/>
                <p:nvPr/>
              </p:nvPicPr>
              <p:blipFill>
                <a:blip r:embed="rId868"/>
                <a:stretch>
                  <a:fillRect/>
                </a:stretch>
              </p:blipFill>
              <p:spPr>
                <a:xfrm>
                  <a:off x="1913220" y="567728"/>
                  <a:ext cx="80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9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F411A5E4-AA83-8B08-23D4-D1BA4413C5E7}"/>
                    </a:ext>
                  </a:extLst>
                </p14:cNvPr>
                <p14:cNvContentPartPr/>
                <p14:nvPr/>
              </p14:nvContentPartPr>
              <p14:xfrm>
                <a:off x="1925820" y="528488"/>
                <a:ext cx="38160" cy="144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F411A5E4-AA83-8B08-23D4-D1BA4413C5E7}"/>
                    </a:ext>
                  </a:extLst>
                </p:cNvPr>
                <p:cNvPicPr/>
                <p:nvPr/>
              </p:nvPicPr>
              <p:blipFill>
                <a:blip r:embed="rId870"/>
                <a:stretch>
                  <a:fillRect/>
                </a:stretch>
              </p:blipFill>
              <p:spPr>
                <a:xfrm>
                  <a:off x="1916820" y="519848"/>
                  <a:ext cx="558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1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1E7BD1F5-2BAA-3B00-027E-329E4D658073}"/>
                    </a:ext>
                  </a:extLst>
                </p14:cNvPr>
                <p14:cNvContentPartPr/>
                <p14:nvPr/>
              </p14:nvContentPartPr>
              <p14:xfrm>
                <a:off x="2036340" y="429488"/>
                <a:ext cx="22320" cy="6768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1E7BD1F5-2BAA-3B00-027E-329E4D658073}"/>
                    </a:ext>
                  </a:extLst>
                </p:cNvPr>
                <p:cNvPicPr/>
                <p:nvPr/>
              </p:nvPicPr>
              <p:blipFill>
                <a:blip r:embed="rId872"/>
                <a:stretch>
                  <a:fillRect/>
                </a:stretch>
              </p:blipFill>
              <p:spPr>
                <a:xfrm>
                  <a:off x="2027700" y="420848"/>
                  <a:ext cx="399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3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81E68A96-C9E2-B8C4-E63C-518DF9EEFDE8}"/>
                    </a:ext>
                  </a:extLst>
                </p14:cNvPr>
                <p14:cNvContentPartPr/>
                <p14:nvPr/>
              </p14:nvContentPartPr>
              <p14:xfrm>
                <a:off x="2098620" y="436328"/>
                <a:ext cx="11520" cy="5688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81E68A96-C9E2-B8C4-E63C-518DF9EEFDE8}"/>
                    </a:ext>
                  </a:extLst>
                </p:cNvPr>
                <p:cNvPicPr/>
                <p:nvPr/>
              </p:nvPicPr>
              <p:blipFill>
                <a:blip r:embed="rId874"/>
                <a:stretch>
                  <a:fillRect/>
                </a:stretch>
              </p:blipFill>
              <p:spPr>
                <a:xfrm>
                  <a:off x="2089980" y="427328"/>
                  <a:ext cx="291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5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2A86237D-1EFD-53F2-ED80-8EBE4C16649D}"/>
                    </a:ext>
                  </a:extLst>
                </p14:cNvPr>
                <p14:cNvContentPartPr/>
                <p14:nvPr/>
              </p14:nvContentPartPr>
              <p14:xfrm>
                <a:off x="1999260" y="413288"/>
                <a:ext cx="126000" cy="1404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2A86237D-1EFD-53F2-ED80-8EBE4C16649D}"/>
                    </a:ext>
                  </a:extLst>
                </p:cNvPr>
                <p:cNvPicPr/>
                <p:nvPr/>
              </p:nvPicPr>
              <p:blipFill>
                <a:blip r:embed="rId876"/>
                <a:stretch>
                  <a:fillRect/>
                </a:stretch>
              </p:blipFill>
              <p:spPr>
                <a:xfrm>
                  <a:off x="1990260" y="404288"/>
                  <a:ext cx="1436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7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FB517304-7A71-22F2-C515-40C222FB17F1}"/>
                    </a:ext>
                  </a:extLst>
                </p14:cNvPr>
                <p14:cNvContentPartPr/>
                <p14:nvPr/>
              </p14:nvContentPartPr>
              <p14:xfrm>
                <a:off x="2021580" y="560888"/>
                <a:ext cx="134640" cy="1080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FB517304-7A71-22F2-C515-40C222FB17F1}"/>
                    </a:ext>
                  </a:extLst>
                </p:cNvPr>
                <p:cNvPicPr/>
                <p:nvPr/>
              </p:nvPicPr>
              <p:blipFill>
                <a:blip r:embed="rId878"/>
                <a:stretch>
                  <a:fillRect/>
                </a:stretch>
              </p:blipFill>
              <p:spPr>
                <a:xfrm>
                  <a:off x="2012580" y="551888"/>
                  <a:ext cx="1522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9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E8E0B7D4-7DA2-E424-FBC4-B1B09D4F15DB}"/>
                    </a:ext>
                  </a:extLst>
                </p14:cNvPr>
                <p14:cNvContentPartPr/>
                <p14:nvPr/>
              </p14:nvContentPartPr>
              <p14:xfrm>
                <a:off x="2071260" y="619568"/>
                <a:ext cx="119160" cy="8172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E8E0B7D4-7DA2-E424-FBC4-B1B09D4F15DB}"/>
                    </a:ext>
                  </a:extLst>
                </p:cNvPr>
                <p:cNvPicPr/>
                <p:nvPr/>
              </p:nvPicPr>
              <p:blipFill>
                <a:blip r:embed="rId880"/>
                <a:stretch>
                  <a:fillRect/>
                </a:stretch>
              </p:blipFill>
              <p:spPr>
                <a:xfrm>
                  <a:off x="2062620" y="610568"/>
                  <a:ext cx="1368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1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09B7A8FB-8BEA-3790-1054-D78D0100B96E}"/>
                    </a:ext>
                  </a:extLst>
                </p14:cNvPr>
                <p14:cNvContentPartPr/>
                <p14:nvPr/>
              </p14:nvContentPartPr>
              <p14:xfrm>
                <a:off x="1315980" y="467288"/>
                <a:ext cx="151200" cy="91440"/>
              </p14:xfrm>
            </p:contentPart>
          </mc:Choice>
          <mc:Fallback xmlns=""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09B7A8FB-8BEA-3790-1054-D78D0100B96E}"/>
                    </a:ext>
                  </a:extLst>
                </p:cNvPr>
                <p:cNvPicPr/>
                <p:nvPr/>
              </p:nvPicPr>
              <p:blipFill>
                <a:blip r:embed="rId882"/>
                <a:stretch>
                  <a:fillRect/>
                </a:stretch>
              </p:blipFill>
              <p:spPr>
                <a:xfrm>
                  <a:off x="1307340" y="458648"/>
                  <a:ext cx="1688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3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DD5E5205-923E-EFBF-3F00-7B9FC736AD68}"/>
                    </a:ext>
                  </a:extLst>
                </p14:cNvPr>
                <p14:cNvContentPartPr/>
                <p14:nvPr/>
              </p14:nvContentPartPr>
              <p14:xfrm>
                <a:off x="1364580" y="567728"/>
                <a:ext cx="73440" cy="2664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DD5E5205-923E-EFBF-3F00-7B9FC736AD68}"/>
                    </a:ext>
                  </a:extLst>
                </p:cNvPr>
                <p:cNvPicPr/>
                <p:nvPr/>
              </p:nvPicPr>
              <p:blipFill>
                <a:blip r:embed="rId884"/>
                <a:stretch>
                  <a:fillRect/>
                </a:stretch>
              </p:blipFill>
              <p:spPr>
                <a:xfrm>
                  <a:off x="1355940" y="558728"/>
                  <a:ext cx="91080" cy="44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86078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0:20–0:25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Aliasing: when stretched copies overlap</a:t>
            </a:r>
            <a:endParaRPr lang="en-US" sz="2550" dirty="0"/>
          </a:p>
        </p:txBody>
      </p:sp>
      <p:pic>
        <p:nvPicPr>
          <p:cNvPr id="4" name="Image 0" descr="/mnt/data/week6_multirate/assets/spectrum_alia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14539"/>
            <a:ext cx="5486400" cy="3394683"/>
          </a:xfrm>
          <a:prstGeom prst="rect">
            <a:avLst/>
          </a:prstGeom>
        </p:spPr>
      </p:pic>
      <p:pic>
        <p:nvPicPr>
          <p:cNvPr id="5" name="Image 1" descr="/mnt/data/week6_multirate/assets/spectrum_no_ali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971117"/>
            <a:ext cx="5303520" cy="328152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063240" y="5559552"/>
            <a:ext cx="6035040" cy="658368"/>
          </a:xfrm>
          <a:prstGeom prst="roundRect">
            <a:avLst>
              <a:gd name="adj" fmla="val 8333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3227832" y="5687568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Alias-free requirement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227832" y="5998464"/>
            <a:ext cx="5705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↓M, confine the signal to |ω| &lt; π/M (with a practical transition band).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Decimation = filter + downsample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lowpass filter removes content that would fold into the preserved band.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0:25–0:32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anti-aliasing filter is necessary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11430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167128"/>
            <a:ext cx="1143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2478024"/>
            <a:ext cx="9144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0" y="1965960"/>
            <a:ext cx="1920240" cy="1024128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0" y="1984248"/>
            <a:ext cx="192024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HAA(z)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2478024"/>
            <a:ext cx="9601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23560" y="2057400"/>
            <a:ext cx="1325880" cy="841248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23560" y="2075688"/>
            <a:ext cx="1325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49440" y="2478024"/>
            <a:ext cx="100584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0" y="2148840"/>
            <a:ext cx="11430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55280" y="2167128"/>
            <a:ext cx="1143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0120" y="388620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24712" y="401421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cutoff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4712" y="4325112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ω_c = π/M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977640" y="3886200"/>
            <a:ext cx="3749040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42232" y="401421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filter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42232" y="4325112"/>
            <a:ext cx="3419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passband edge &lt; π/M and stopband edge ≤ π/M.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001000" y="388620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65592" y="4014216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tradeoff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65592" y="4325112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Sharper transition ⇒ longer FIR ⇒ more delay and computation.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0:32–0:39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design example: decimate by 2</a:t>
            </a:r>
            <a:endParaRPr lang="en-US" sz="2550" dirty="0"/>
          </a:p>
        </p:txBody>
      </p:sp>
      <p:pic>
        <p:nvPicPr>
          <p:cNvPr id="4" name="Image 0" descr="/mnt/data/week6_multirate/assets/anti_alias_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47083"/>
            <a:ext cx="5577840" cy="21753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645920"/>
            <a:ext cx="452628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Nyquist limit corresponds to input |ω| = π/2.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the useful band below the transition region.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Suppress energy above π/2 before ↓2.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linear-phase FIR gives constant group delay in the passband.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720840" y="4709160"/>
            <a:ext cx="4434840" cy="960120"/>
          </a:xfrm>
          <a:prstGeom prst="roundRect">
            <a:avLst>
              <a:gd name="adj" fmla="val 5714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85432" y="4837176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note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85432" y="5148072"/>
            <a:ext cx="4105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scipy.signal.decimate or resample_poly handles filtering + rate change for you—but the design assumptions still matter.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0:39–0:46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linear-phase FIR is a common choice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" y="16367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Preserved waveform shape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1832" y="19476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 group delay keeps relative phase relationships across the passband.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5087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73952" y="16367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by construction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73952" y="19476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Finite impulse response filters have no recursive poles to destabilize the decimator.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35661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36941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Predictable delay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41832" y="40050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Symmetric taps give delay (N−1)/2 samples at the input rate.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09360" y="35661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73952" y="36941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structures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73952" y="40050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implementations avoid computing samples that will be discarded.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5715000"/>
            <a:ext cx="10469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nuance: linear phase is useful, not mandatory. Minimum-phase or IIR designs may be preferred when latency dominates.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check: safe decimation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61320" cy="19202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1874520"/>
            <a:ext cx="992124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signal occupies |ω| ≤ 0.22π. What is the largest integer M that can be used without aliasing, assuming an ideal anti-alias filter that preserves the whole band?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103120" y="4069080"/>
            <a:ext cx="7955280" cy="10515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77640" y="43708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after discussion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strides are downsampling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strided convolution combines learned filtering with sample selection.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0:50–0:57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Conv1d with stride M: the DSP view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5087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075688"/>
            <a:ext cx="150876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map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48840" y="2468880"/>
            <a:ext cx="8229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71800" y="1874520"/>
            <a:ext cx="2331720" cy="1188720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71800" y="1892808"/>
            <a:ext cx="233172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FIR-like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kernel h[k]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03520" y="2468880"/>
            <a:ext cx="8229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1554480" cy="914400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2029968"/>
            <a:ext cx="155448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80960" y="2468880"/>
            <a:ext cx="86868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549640" y="2057400"/>
            <a:ext cx="15087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49640" y="2075688"/>
            <a:ext cx="150876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1760" y="3794760"/>
            <a:ext cx="4297680" cy="6400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086600" y="3703320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251192" y="383133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difference from classical decimation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51192" y="4142232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kernel is learned for task loss—not explicitly constrained to be a lowpass anti-aliasing filter.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0:57–1:04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aliasing can hurt shift equivariance</a:t>
            </a:r>
            <a:endParaRPr lang="en-US" sz="2550" dirty="0"/>
          </a:p>
        </p:txBody>
      </p:sp>
      <p:pic>
        <p:nvPicPr>
          <p:cNvPr id="4" name="Image 0" descr="/mnt/data/week6_multirate/assets/shift_equivari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75729"/>
            <a:ext cx="5669280" cy="33637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600200"/>
            <a:ext cx="44805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Convolution alone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shift equivariant (ignoring boundaries).
</a:t>
            </a: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Subsampling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chooses a sampling phase.
</a:t>
            </a: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one-sample input shift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can move energy to a different phase before ↓M.
</a:t>
            </a: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Aliased high-frequency feature content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makes the output vary sharply under small shifts.</a:t>
            </a:r>
            <a:endParaRPr lang="en-US" sz="1720" dirty="0"/>
          </a:p>
        </p:txBody>
      </p:sp>
      <p:sp>
        <p:nvSpPr>
          <p:cNvPr id="6" name="Shape 3"/>
          <p:cNvSpPr/>
          <p:nvPr/>
        </p:nvSpPr>
        <p:spPr>
          <a:xfrm>
            <a:off x="6720840" y="4983480"/>
            <a:ext cx="4434840" cy="841248"/>
          </a:xfrm>
          <a:prstGeom prst="roundRect">
            <a:avLst>
              <a:gd name="adj" fmla="val 6522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85432" y="5111496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symptom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85432" y="5422392"/>
            <a:ext cx="4105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Predictions or feature maps can change more than expected after tiny translations or time shifts.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1:04–1:10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Anti-aliased CNNs: restore the missing DSP step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777240" y="2057400"/>
            <a:ext cx="1828800" cy="822960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075688"/>
            <a:ext cx="18288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conv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06040" y="2468880"/>
            <a:ext cx="6858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91840" y="2057400"/>
            <a:ext cx="1828800" cy="822960"/>
          </a:xfrm>
          <a:prstGeom prst="roundRect">
            <a:avLst/>
          </a:prstGeom>
          <a:solidFill>
            <a:srgbClr val="F3F8FB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2075688"/>
            <a:ext cx="18288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nonlinearity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20640" y="2468880"/>
            <a:ext cx="6858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06440" y="1901952"/>
            <a:ext cx="2240280" cy="1143000"/>
          </a:xfrm>
          <a:prstGeom prst="roundRect">
            <a:avLst/>
          </a:prstGeom>
          <a:solidFill>
            <a:srgbClr val="EEF7F1"/>
          </a:solidFill>
          <a:ln w="19050">
            <a:solidFill>
              <a:srgbClr val="2C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06440" y="1920240"/>
            <a:ext cx="2240280" cy="1124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/ constrained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 blur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0" y="2468880"/>
            <a:ext cx="6858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732520" y="2057400"/>
            <a:ext cx="1371600" cy="822960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32520" y="2075688"/>
            <a:ext cx="13716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840480"/>
            <a:ext cx="1001268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BlurPool-style idea: lowpass before spatial or temporal subsampling.
</a:t>
            </a: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Alternative: constrain the strided kernel to have stronger lowpass behavior.
</a:t>
            </a: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Tradeoff: suppressing high-frequency detail can reduce aliasing but may also remove task-relevant features.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1:10–1:14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Mini-demo / coding prompt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three stride-2 pipelines on the same 1-D signal: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22768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Raw subsampling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258775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= x[::2]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34840" y="214884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99432" y="22768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Learned stride-2 conv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99432" y="258775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torch.nn.Conv1d(..., stride=2)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0" y="214884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11312" y="22768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Blur + stride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11312" y="258775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lowpass(x) → take every 2nd sample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3000" y="41605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 the input by one sample. Which pipeline changes least, and why?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743200" y="5166360"/>
            <a:ext cx="6675120" cy="749808"/>
          </a:xfrm>
          <a:prstGeom prst="roundRect">
            <a:avLst>
              <a:gd name="adj" fmla="val 7317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07792" y="5294376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accompanying notebook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07792" y="5605272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Sections 1–5 reproduce the DSP spectra and the PyTorch stride comparison.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1:14–1:15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13 wrap-up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58368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changes the sample rate and stretches spectral copies.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occurs when those copies overlap.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Decimation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anti-alias lowpass filtering followed by ↓M.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Strided CNN layers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are learned-filter + downsample systems.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Anti-aliased CNNs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reintroduce an explicit lowpass step before subsampling.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001000" y="210312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65592" y="223113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65592" y="2542032"/>
            <a:ext cx="30540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one sentence: why can a perfectly reasonable learned convolution still be a poor anti-aliasing filter?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01000" y="4343400"/>
            <a:ext cx="3383280" cy="1188720"/>
          </a:xfrm>
          <a:prstGeom prst="roundRect">
            <a:avLst>
              <a:gd name="adj" fmla="val 4615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65592" y="447141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lecture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65592" y="478231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insertion creates images; interpolation removes them.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1954</TotalTime>
  <Words>1611</Words>
  <Application>Microsoft Office PowerPoint</Application>
  <PresentationFormat>Widescreen</PresentationFormat>
  <Paragraphs>204</Paragraphs>
  <Slides>25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DSP and ML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11: Downsampling, Decimation, and CNN Strides</dc:title>
  <dc:subject>Week 6 Multi-rate DSP</dc:subject>
  <dc:creator>OpenAI</dc:creator>
  <cp:lastModifiedBy>Peter Mathys</cp:lastModifiedBy>
  <cp:revision>8</cp:revision>
  <dcterms:created xsi:type="dcterms:W3CDTF">2026-09-04T18:33:06Z</dcterms:created>
  <dcterms:modified xsi:type="dcterms:W3CDTF">2026-10-20T19:42:52Z</dcterms:modified>
</cp:coreProperties>
</file>