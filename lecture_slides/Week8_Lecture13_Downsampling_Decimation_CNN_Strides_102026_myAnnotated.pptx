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 network architecture.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Week8_Multirate_DSP_and_ML_Demos.ipynb.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Week8_Multirate_Homework_Quiz_Solutions.docx.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1695</Words>
  <Application>Microsoft Office PowerPoint</Application>
  <PresentationFormat>Widescreen</PresentationFormat>
  <Paragraphs>210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5</cp:revision>
  <dcterms:created xsi:type="dcterms:W3CDTF">2026-09-04T18:33:06Z</dcterms:created>
  <dcterms:modified xsi:type="dcterms:W3CDTF">2026-10-15T18:36:03Z</dcterms:modified>
</cp:coreProperties>
</file>