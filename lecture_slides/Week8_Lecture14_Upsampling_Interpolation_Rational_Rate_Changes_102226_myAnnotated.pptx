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7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14, 10-22-26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14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14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network architectures.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1745</Words>
  <Application>Microsoft Office PowerPoint</Application>
  <PresentationFormat>Widescreen</PresentationFormat>
  <Paragraphs>197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Peter Mathys</cp:lastModifiedBy>
  <cp:revision>4</cp:revision>
  <dcterms:created xsi:type="dcterms:W3CDTF">2026-09-04T18:33:06Z</dcterms:created>
  <dcterms:modified xsi:type="dcterms:W3CDTF">2026-10-22T05:53:40Z</dcterms:modified>
</cp:coreProperties>
</file>