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8:41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 0 0 0,'0'-6'15905'0'0,"0"24"-10760"0"0,3 27-3645 0 0,7 24-534 0 0,-8-50-749 0 0,6 21-1 0 0,-1-5-68 0 0,-5-11-29 0 0,0 1 0 0 0,-2 28-1 0 0,-1-19-15 0 0,1-18-34 0 0,-1-1-1 0 0,-1 0 1 0 0,-6 27 0 0 0,7-34-33 0 0,0-1 0 0 0,0 1 1 0 0,1 11-1 0 0,-1 8 67 0 0,-1 43 130 0 0,-1 9-78 0 0,-1 38 30 0 0,4-107-174 0 0,-5 17 14 0 0,4-13 0 0 0,-5 26-1 0 0,2-17-32 0 0,2-14 10 0 0,-1 3 15 0 0,-4 102 73 0 0,12-27 84 0 0,-4-74-175 0 0,-2 21-1 0 0,1-23 9 0 0,-1 0 0 0 0,4 20 0 0 0,-3-19-4 0 0,0-11-1 0 0,0 0 0 0 0,0 1 0 0 0,1-1 0 0 0,-1 1 0 0 0,0-1 0 0 0,0 1 0 0 0,1-1 0 0 0,-1 1 0 0 0,1-1 0 0 0,0 3 0 0 0,1 1 0 0 0,0 0-1 0 0,-1 0 1 0 0,0 1 0 0 0,0-1-1 0 0,0 1 1 0 0,0-1-1 0 0,-1 1 1 0 0,-1 10 0 0 0,1-7 2 0 0,2 10 114 0 0,-1-16-152 0 0,0 0 1 0 0,-1 0-1 0 0,1 1 1 0 0,-1-1-1 0 0,0 0 0 0 0,0 1 1 0 0,0-1-1 0 0,-2 5 1 0 0,2-7-209 0 0,0-1 0 0 0,-1 1 0 0 0,1-1 0 0 0,-1 0 0 0 0,1 1 0 0 0,-1-1 0 0 0,1 0 1 0 0,0 0-1 0 0,-1 1 0 0 0,1-1 0 0 0,-1 0 0 0 0,1 0 0 0 0,-1 0 0 0 0,1 0 0 0 0,-1 1 1 0 0,1-1-1 0 0,-1 0 0 0 0,0 0 0 0 0,1 0 0 0 0,-1 0 0 0 0,1 0 0 0 0,-1 0 0 0 0,1 0 1 0 0,-2-1-1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0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0 0 0,'-4'5'24405'0'0,"-1"-5"-23615"0"0,5 15-1134 0 0,0 69 481 0 0,4-54-121 0 0,1-3 57 0 0,4 32 89 0 0,-2-17-93 0 0,0-4 45 0 0,-4-25-60 0 0,-1 0 0 0 0,1 24 0 0 0,1 3 55 0 0,-4-30-86 0 0,1-1-1 0 0,2 10 0 0 0,-1-10-1 0 0,-1 0-1 0 0,1 11 1 0 0,-2 94 364 0 0,7-60-58 0 0,-6-34-240 0 0,6 36 0 0 0,-7-55-88 0 0,4 39 20 0 0,0 25 35 0 0,-1-13-44 0 0,-2 52-37 0 0,-2-54 52 0 0,1-45-30 0 0,0 0 9 0 0,0-1 0 0 0,0 0 0 0 0,0 0 0 0 0,1 0 0 0 0,1 6 0 0 0,-1-5-2 0 0,-1 0 0 0 0,1 0-1 0 0,-1 0 1 0 0,0 0 0 0 0,-1 9 0 0 0,0 1 2 0 0,1 103 30 0 0,1-111-22 0 0,0-1 0 0 0,1 1 0 0 0,0 0 0 0 0,3 7 0 0 0,-4-9-7 0 0,1 1 4 0 0,1 0 0 0 0,-1 0-1 0 0,1 0 1 0 0,0 0 0 0 0,5 7 0 0 0,-7-12-7 0 0,-1 0 24 0 0,-1-7-3527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1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86 0 0 0,'0'0'11237'0'0,"-1"-2"-10415"0"0,0-18 2906 0 0,1 19-3276 0 0,0 1-371 0 0,0-1 0 0 0,0 1 0 0 0,0-1 0 0 0,0 1 0 0 0,0-1 0 0 0,0 1 0 0 0,0-1 0 0 0,0 1 0 0 0,0-1 0 0 0,1 1-1 0 0,-1-1 1 0 0,0 1 0 0 0,0-1 0 0 0,0 1 0 0 0,1 0 0 0 0,-1-1 0 0 0,0 1 0 0 0,1-1 0 0 0,-1 1 0 0 0,1-1 0 0 0,7-5 552 0 0,-8 5-569 0 0,1 0 0 0 0,0 1 0 0 0,-1-1 0 0 0,1 0 0 0 0,-1 1 0 0 0,1-1 0 0 0,0 1 1 0 0,0 0-1 0 0,-1-1 0 0 0,1 1 0 0 0,0-1 0 0 0,0 1 0 0 0,-1 0 0 0 0,1 0 0 0 0,1-1 1 0 0,11-1 334 0 0,0 1 0 0 0,0 0 0 0 0,1 1 1 0 0,18 2-1 0 0,58 6 562 0 0,-39-3-597 0 0,62-2 0 0 0,9 0 175 0 0,-51-1-133 0 0,8 0-109 0 0,9 0-109 0 0,-67-2-154 0 0,1 0-12 0 0,4-1-20 0 0,51 7 0 0 0,-54-4-6 0 0,27 1 0 0 0,5 0 27 0 0,-22 1 60 0 0,0-2 1 0 0,0-1-1 0 0,-1-1 1 0 0,38-6-1 0 0,-28 3-24 0 0,-27 1-57 0 0,28 2 0 0 0,-6 0-15 0 0,-23-1 3 0 0,0 0 0 0 0,0 1 0 0 0,0 1 0 0 0,0 0 0 0 0,25 7 0 0 0,-24-5 7 0 0,1 0 0 0 0,22 2 0 0 0,-6-2 4 0 0,-11 0 40 0 0,-1-2 0 0 0,1 0 1 0 0,32-3-1 0 0,-42 0-28 0 0,0 0-1 0 0,-1-1 0 0 0,1 0 1 0 0,10-6-1 0 0,-19 8-11 0 0,26-5 19 0 0,-23 5-31 0 0,0-1 0 0 0,0 1 0 0 0,1 0 0 0 0,6 0 0 0 0,12-3-25 0 0,-6 0-383 0 0,22-1-1 0 0,13-2-1204 0 0,-43 4 1207 0 0,0 1 1 0 0,-1-1 0 0 0,16-8-1 0 0,2-1 185 0 0,-27 12 52 0 0,1-1 1 0 0,-1 1-1 0 0,0 0 0 0 0,0-1 0 0 0,1 1 1 0 0,-1-1-1 0 0,0 1 0 0 0,1-1 0 0 0,-1 1 0 0 0,0 0 1 0 0,0-1-1 0 0,0 1 0 0 0,0-1 0 0 0,0 1 1 0 0,1-1-1 0 0,-1 1 0 0 0,0-1 0 0 0,0 1 0 0 0,0-1 1 0 0,0 1-1 0 0,0-1 0 0 0,0 1 0 0 0,-1-1 1 0 0,1-1 586 0 0,2 3-591 0 0,-2-2 255 0 0,1 1 0 0 0,-1 0 0 0 0,0 0-1 0 0,1 0 1 0 0,-1 0 0 0 0,0 0 0 0 0,0 0-1 0 0,1 0 1 0 0,-1 0 0 0 0,0 0 0 0 0,1 0-1 0 0,-1 0 1 0 0,0 0 0 0 0,0 0-1 0 0,1 0 1 0 0,-1 0 0 0 0,0 1 0 0 0,1-1-1 0 0,-1 0 1 0 0,0 0 0 0 0,0 0 0 0 0,1 0-1 0 0,-1 0 1 0 0,0 1 0 0 0,0-1 0 0 0,1 0-1 0 0,-1 0 1 0 0,0 0 0 0 0,0 1 0 0 0,0-1-1 0 0,0 0 1 0 0,1 1 0 0 0,-1 4-63 0 0,1 0 0 0 0,0 1-1 0 0,0-1 1 0 0,0 0 0 0 0,1 0 0 0 0,3 8 0 0 0,-3-7 40 0 0,1-1 0 0 0,-2 1 0 0 0,1 0 1 0 0,1 11-1 0 0,-2-12-7 0 0,0 1 0 0 0,0-1 0 0 0,3 9-1 0 0,4 14 162 0 0,-2 13 55 0 0,4 31 444 0 0,5 92 859 0 0,-14-153-1381 0 0,5 18 0 0 0,1 5 53 0 0,1 16 20 0 0,-5-29-163 0 0,0 0 0 0 0,0 22-1 0 0,-2 7 44 0 0,-3 73 230 0 0,-4 60 162 0 0,5-75-392 0 0,4-40-109 0 0,1 4 21 0 0,-4-68-41 0 0,0-1 1 0 0,1 0 0 0 0,-1 1-1 0 0,1-1 1 0 0,0 0 0 0 0,0 0-1 0 0,3 6 1 0 0,-3-8-4 0 0,0 1 1 0 0,-1 0-1 0 0,1 0 1 0 0,-1 0-1 0 0,1-1 1 0 0,-1 1-1 0 0,1 0 0 0 0,-1 0 1 0 0,0 4-1 0 0,1 2 1 0 0,0 15-1 0 0,3 53-512 0 0,-4-68 203 0 0,0-7 130 0 0,0 1-1 0 0,1 0 0 0 0,-1-1 1 0 0,0 1-1 0 0,-1 0 1 0 0,1-1-1 0 0,0 1 0 0 0,0 0 1 0 0,-1-1-1 0 0,1 1 0 0 0,-1-1 1 0 0,1 1-1 0 0,-1-1 1 0 0,0 1-1 0 0,0-1 0 0 0,1 1 1 0 0,-1-1-1 0 0,0 1 1 0 0,0-1-1 0 0,-2 2 0 0 0,-6 10-1884 0 0,8-11 1639 0 0,0-1 0 0 0,0 1 1 0 0,0 0-1 0 0,0-1 0 0 0,0 1 0 0 0,0-1 1 0 0,-3 3-1 0 0,-2 8-1520 0 0,0-7 587 0 0,3-4 631 0 0,1 1 0 0 0,0 0 0 0 0,-1-1 0 0 0,1 1 0 0 0,0 0 0 0 0,1 0 0 0 0,-1 0 0 0 0,0 1 0 0 0,-1 2 0 0 0,2-4 685 0 0,-4 15-624 0 0,6-6 2980 0 0,2-1 4343 0 0,-3-8-6678 0 0,0 0 0 0 0,0 0 0 0 0,0-1 0 0 0,0 1 1 0 0,0 0-1 0 0,0 0 0 0 0,-1 0 0 0 0,1-1 1 0 0,0 1-1 0 0,0 0 0 0 0,-1 0 0 0 0,1 0 0 0 0,0-1 1 0 0,-1 1-1 0 0,1 0 0 0 0,-1-1 0 0 0,1 1 1 0 0,-1 0-1 0 0,1-1 0 0 0,-1 1 0 0 0,0-1 0 0 0,1 1 1 0 0,-1-1-1 0 0,0 1 0 0 0,1-1 0 0 0,-2 1 1 0 0,-26 14 259 0 0,11-6 239 0 0,-26 11-1 0 0,28-16-197 0 0,-1 0 0 0 0,-27 4-1 0 0,-38-2 1116 0 0,-91-5-1 0 0,92-1-459 0 0,-63-11 719 0 0,51 2-750 0 0,48 3-545 0 0,-8 0 64 0 0,-141 1 286 0 0,49 10-309 0 0,26-1 128 0 0,-70-14 133 0 0,110 4-366 0 0,-89 1 76 0 0,118 10-234 0 0,42-5-127 0 0,1 1-1 0 0,-1 0 1 0 0,-7 3 0 0 0,-6 0 40 0 0,11-2-229 0 0,0 0-1 0 0,-14 6 0 0 0,5-1-5072 0 0,12-5 1308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04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0 0 0,'0'0'5975'0'0,"0"-20"4460"0"0,0 91-3690 0 0,0 105-4835 0 0,6-134-1487 0 0,-5-32-367 0 0,-1-6-32 0 0,0 1 0 0 0,1-1 0 0 0,0 1 0 0 0,2 6 0 0 0,-2-6-11 0 0,0 0 0 0 0,-1 0 1 0 0,1 0-1 0 0,-1 0 0 0 0,-1 9 0 0 0,1-3 2 0 0,7 181 785 0 0,-7-41-420 0 0,1-141-265 0 0,0 0 1 0 0,2 12 0 0 0,-1-12-49 0 0,0 1 1 0 0,0 11-1 0 0,-2-12-32 0 0,4 18 0 0 0,-2-19-24 0 0,0 19 0 0 0,2 16 4 0 0,1 9-12 0 0,-5 119-9 0 0,-5-109 21 0 0,0-26-6 0 0,3 49 9 0 0,0 66 74 0 0,-1-122-22 0 0,3 18-2098 0 0,0-29-8925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2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1607 31 0 0 0,'64'-2'1150'0'0,"-38"-3"5578"0"0,-15-1 2630 0 0,-19 5-8115 0 0,-16 2-623 0 0,12-1-91 0 0,0 1-1 0 0,0-2 0 0 0,-20-2 1 0 0,3-2 293 0 0,-54-3 0 0 0,-31 7-89 0 0,70 1-487 0 0,-122 4 581 0 0,-109-4-59 0 0,215 7-674 0 0,30-1-55 0 0,-18-2 177 0 0,-55-5 1 0 0,41 0-67 0 0,1 1-63 0 0,18 4-26 0 0,-119-4 400 0 0,118-4-349 0 0,-143 4 382 0 0,178 0-519 0 0,7 0-48 0 0,0 0-1 0 0,0 0 1 0 0,1 0-1 0 0,-1 0 1 0 0,0 0-1 0 0,0 0 1 0 0,0 0-1 0 0,1 1 1 0 0,-1-1-1 0 0,0 1 1 0 0,0-1-1 0 0,-1 2 1 0 0,-4 1-474 0 0,1 0 1 0 0,0-1-1 0 0,-11 2 1 0 0,-9 1-6314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2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1818 6 0 0 0,'0'0'2084'0'0,"6"0"-1642"0"0,-2-1-362 0 0,-1 0 103 0 0,1 0 0 0 0,0 0 0 0 0,0 1 1 0 0,0-1-1 0 0,0 1 0 0 0,0 0 0 0 0,26 21 18541 0 0,-32-21-20162 0 0,2 0 1585 0 0,-12 2 529 0 0,-1007-4 5752 0 0,866 0-6335 0 0,30 9-45 0 0,-24-7 127 0 0,104 6-175 0 0,-31-3 48 0 0,29 1-43 0 0,-22-1 142 0 0,52 1-107 0 0,-47-4 551 0 0,62 0-570 0 0,-12-1 67 0 0,12 1-85 0 0,0 0-1 0 0,0-1 1 0 0,0 1-1 0 0,-1 0 1 0 0,1 0-1 0 0,0-1 1 0 0,0 1-1 0 0,0 0 1 0 0,-1 0-1 0 0,1 0 1 0 0,0-1-1 0 0,0 1 1 0 0,-1 0-1 0 0,1 0 1 0 0,0 0-1 0 0,0 0 1 0 0,-1 0-1 0 0,1 0 1 0 0,0 0-1 0 0,-1-1 1 0 0,1 1-1 0 0,0 0 1 0 0,0 0-1 0 0,-1 0 1 0 0,1 0-1 0 0,0 0 1 0 0,-1 0-1 0 0,1 0 1 0 0,0 0-1 0 0,-1 1 1 0 0,1-1-1 0 0,0 0 1 0 0,0 0-1 0 0,-1 0 1 0 0,-7 0-4 0 0,7 0 101 0 0,1 0-104 0 0,-31 0 60 0 0,31 0-34 0 0,-21 0 241 0 0,21 0-267 0 0,-11 0 1 0 0,-18 0-7 0 0,29 0 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4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43 0 0 0,'0'0'5449'0'0,"0"-4"-4429"0"0,-3-13 711 0 0,-5-4 14598 0 0,8 21-16097 0 0,-1 5 144 0 0,-2 182 215 0 0,2-163-431 0 0,0-14-76 0 0,1 1 0 0 0,0 0 0 0 0,1-1 0 0 0,0 1 0 0 0,1 0 0 0 0,4 14 0 0 0,2 9 126 0 0,-2-6-97 0 0,1 1-25 0 0,2 9 19 0 0,-1-5-2 0 0,-3-6-33 0 0,-3-17-56 0 0,0 0 0 0 0,-1-1 0 0 0,1 19 0 0 0,0 11 9 0 0,1 2 13 0 0,-2-29-2 0 0,2 21 0 0 0,4 35 104 0 0,-5-51-120 0 0,0 0-1 0 0,-1 0 1 0 0,-3 22 0 0 0,1-3 26 0 0,3 41 65 0 0,5-46-51 0 0,-1 204 57 0 0,-7-162-95 0 0,1 116-6 0 0,-7-69 21 0 0,2-78-46 0 0,3 40-3 0 0,-3-39 24 0 0,2 98 2 0 0,-1-73-30 0 0,8 50 72 0 0,-3-90-47 0 0,-1-18-4 0 0,1 0 0 0 0,0 0 0 0 0,2 14-1 0 0,-1-17-5 0 0,-1 0 0 0 0,0 0-1 0 0,0 8 1 0 0,-1-8 6 0 0,0 0 1 0 0,1 0-1 0 0,2 7 0 0 0,-2-8-3 0 0,0 0-1 0 0,0 1 0 0 0,-1 9 0 0 0,1 5 14 0 0,6 52 7 0 0,1-33 32 0 0,-6-22-47 0 0,12 88 25 0 0,-13-95-33 0 0,1-1-1 0 0,-1 15 1 0 0,0 5 21 0 0,12 181 41 0 0,-8-36-71 0 0,-1-116 24 0 0,-3 97 37 0 0,3-98-31 0 0,-1-37-20 0 0,1 26 4 0 0,-1-32 15 0 0,1 0-7 0 0,1 67-30 0 0,-3-12 1 0 0,0-63 10 0 0,1 3-2 0 0,-4 2 19 0 0,1-11-10 0 0,-1-1 0 0 0,1 1 0 0 0,0 0 0 0 0,0 0-1 0 0,0 0 1 0 0,0 0 0 0 0,0 0 0 0 0,0 0 0 0 0,0 0 0 0 0,0 0-1 0 0,1 0 1 0 0,-1 1 0 0 0,1 1-3 0 0,0 1 1 0 0,-1 0-1 0 0,1 0 0 0 0,-1 0 1 0 0,0 7-1 0 0,0-7 12 0 0,3 57 1 0 0,1-22-16 0 0,-2-27 2 0 0,-2-12 14 0 0,0 11-26 0 0,0-10-3 0 0,1 19-887 0 0,2-10-3825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45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22 455 0 0 0,'0'0'14199'0'0,"-1"-6"-13610"0"0,-9-40 2080 0 0,5 29-211 0 0,4 15-2209 0 0,0 0 0 0 0,0 0 0 0 0,1-1 0 0 0,-1 1 0 0 0,1 0 0 0 0,-1-1 0 0 0,1-3 0 0 0,0-59 2432 0 0,1 60-2517 0 0,0-1 0 0 0,0 1 0 0 0,1 0 0 0 0,1-5 0 0 0,-1 3-24 0 0,19-40 824 0 0,-16 38-810 0 0,0 0-1 0 0,0 1 1 0 0,1 0-1 0 0,9-10 1 0 0,-7 8-28 0 0,19-19 82 0 0,-23 25-192 0 0,0 0 0 0 0,1 0 1 0 0,5-4-1 0 0,0 0-17 0 0,-5 4-5 0 0,2 0 0 0 0,-1 0 0 0 0,0 1 0 0 0,1 0 0 0 0,0 0 0 0 0,9-2 1 0 0,14-6-9 0 0,-8 1 1 0 0,0 1 1 0 0,1 1-1 0 0,0 1 0 0 0,33-6 0 0 0,-13 8-56 0 0,48-1 0 0 0,-45 7 17 0 0,60 7 1 0 0,-72-2 22 0 0,56 18-1 0 0,73 35 3 0 0,-147-52 22 0 0,-1 1 0 0 0,26 17-1 0 0,-22-13-3 0 0,-14-10 10 0 0,-1 1 0 0 0,0-1 0 0 0,0 1-1 0 0,5 5 1 0 0,3 2-6 0 0,21 15 0 0 0,-5-4 19 0 0,-9-5-10 0 0,-4-5-2 0 0,-1 1-1 0 0,-1 0 0 0 0,15 18 0 0 0,-15-17-11 0 0,-10-10 7 0 0,0 0 0 0 0,0 0 0 0 0,0 1 0 0 0,-1-1 0 0 0,4 6 0 0 0,-1 0 0 0 0,12 15 0 0 0,3 6 8 0 0,25 41-17 0 0,-35-46 7 0 0,-8-21-2 0 0,-1 0 0 0 0,1 0 1 0 0,-1 0-1 0 0,0 0 0 0 0,0 0 1 0 0,1 9-1 0 0,3 11-9 0 0,-3-19 9 0 0,-1 0-1 0 0,0 1 0 0 0,0-1 1 0 0,-1 1-1 0 0,0 8 1 0 0,1 8 12 0 0,0-11-19 0 0,0-1 1 0 0,-1 0-1 0 0,0 0 0 0 0,-1 1 0 0 0,-3 19 0 0 0,1-18 2 0 0,-3 21-1 0 0,5-30 7 0 0,1 0-1 0 0,-1 0 1 0 0,0 0-1 0 0,0-1 1 0 0,-1 1 0 0 0,-1 3-1 0 0,-4 12-24 0 0,6-16 34 0 0,0 1 1 0 0,0 0-1 0 0,-1 0 0 0 0,1 0 1 0 0,-3 3-1 0 0,-2 3 1 0 0,-14 24-40 0 0,7-13 31 0 0,5-11-5 0 0,0 1 5 0 0,7-7 5 0 0,-2 1-1 0 0,1-1 1 0 0,0 0 0 0 0,-1 0 0 0 0,1 0-1 0 0,-4 3 1 0 0,-6 6 1 0 0,8-7-5 0 0,0-1 0 0 0,0 0 0 0 0,-1 1 1 0 0,1-1-1 0 0,-1-1 0 0 0,-7 5 0 0 0,-10 4 14 0 0,14-7-3 0 0,-1 0 0 0 0,0-1 0 0 0,-15 5 1 0 0,2-2 46 0 0,14-4-42 0 0,1 0 0 0 0,-1-1 0 0 0,0 0 0 0 0,0 0-1 0 0,-9 0 1 0 0,-10 2-1 0 0,-31 3 53 0 0,1-5 9 0 0,36-1-22 0 0,1 0 0 0 0,-1-1 0 0 0,-29-4 0 0 0,16-2-1 0 0,-29-6 23 0 0,30 5-32 0 0,17 4 12 0 0,-24-8 1 0 0,29 8-30 0 0,0 0 0 0 0,-13-2 0 0 0,-10-2 3 0 0,-58-22 119 0 0,78 24-99 0 0,1-1-1 0 0,-14-7 0 0 0,-3-2 85 0 0,7 4-39 0 0,-34-23 1 0 0,4-3-37 0 0,-13-9 58 0 0,44 28-53 0 0,6 5-67 0 0,13 12 14 0 0,1-1 0 0 0,-1 0-1 0 0,1 0 1 0 0,0 0 0 0 0,-1 0-1 0 0,-1-3 1 0 0,-5-4 17 0 0,-7-9-22 0 0,14 16-1 0 0,1 1 1 0 0,-1-1-1 0 0,0 0 0 0 0,0 1 1 0 0,1-1-1 0 0,0 0 0 0 0,-2-2 1 0 0,2 2 13 0 0,-1 0 0 0 0,1 0 0 0 0,-1 0 0 0 0,1 0 0 0 0,-1 1 0 0 0,0-1 0 0 0,-2-1-1 0 0,3 1 3 0 0,0 1-1 0 0,-1-1 0 0 0,1 1 1 0 0,0-1-1 0 0,0 0 0 0 0,0 1 0 0 0,0-1 1 0 0,0-2-1 0 0,-5-8 54 0 0,5 10-56 0 0,0 0-1 0 0,0 0 0 0 0,0 0 1 0 0,0 0-1 0 0,0 0 1 0 0,0-2-1 0 0,-6-12 24 0 0,6 14-58 0 0,0 0 0 0 0,0-1 1 0 0,0 1-1 0 0,0-1 0 0 0,0 1 1 0 0,0-1-1 0 0,0 1 0 0 0,1-1 0 0 0,-1 0 1 0 0,1-2-1 0 0,1-29 663 0 0,0 4-3701 0 0,-1 27 1748 0 0,0 0 0 0 0,0 0 0 0 0,-1 0-1 0 0,1 0 1 0 0,-1 1 0 0 0,0-1 0 0 0,-2-5-1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5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207 115 0 0 0,'0'0'12015'0'0,"0"-9"-5086"0"0,0 5-6322 0 0,0 0 24 0 0,0 3-572 0 0,0-1 0 0 0,0 0 0 0 0,0 0 0 0 0,0 0 0 0 0,0 1 0 0 0,0-1 0 0 0,0 0 0 0 0,-1 0 0 0 0,1 0 0 0 0,-1 1 0 0 0,1-1 0 0 0,-1 0 0 0 0,0 1 0 0 0,0-1 0 0 0,0 1 0 0 0,1-1 0 0 0,-1 1 0 0 0,-2-3 0 0 0,-4-3 28 0 0,0 1 1 0 0,-1 0-1 0 0,1 1 0 0 0,-13-8 0 0 0,12 7 175 0 0,7 6-218 0 0,1-1-1 0 0,-1 0 1 0 0,0 0-1 0 0,0 1 1 0 0,0-1-1 0 0,0 0 1 0 0,0 1 0 0 0,0-1-1 0 0,0 1 1 0 0,0 0-1 0 0,0-1 1 0 0,-1 0-1 0 0,1 1-36 0 0,-11 2-124 0 0,-32 31 129 0 0,13-12 32 0 0,31-21-24 0 0,-1 0 0 0 0,1 0-1 0 0,-1 1 1 0 0,1-1 0 0 0,-1 0 0 0 0,1 0 0 0 0,0 1 0 0 0,-1-1 0 0 0,1 1 0 0 0,-1-1-1 0 0,1 0 1 0 0,0 1 0 0 0,0-1 0 0 0,-1 1 0 0 0,1-1 0 0 0,0 1 0 0 0,0-1 0 0 0,-1 1-1 0 0,1-1 1 0 0,0 1 0 0 0,0-1 0 0 0,0 1 0 0 0,0-1 0 0 0,0 1 0 0 0,0 0 0 0 0,0 0 52 0 0,0 0 0 0 0,0 0 0 0 0,1 0 0 0 0,-1 0 1 0 0,0-1-1 0 0,1 1 0 0 0,-1 0 0 0 0,1 0 0 0 0,-1-1 0 0 0,1 1 1 0 0,0 0-1 0 0,-1-1 0 0 0,1 1 0 0 0,0 0 0 0 0,3 2 63 0 0,-1-1 0 0 0,1 0 0 0 0,-1 0 0 0 0,1 0 0 0 0,0 0 0 0 0,4 1 0 0 0,15 7 35 0 0,-20-8-134 0 0,1 0 1 0 0,-1-1-1 0 0,1 1 1 0 0,0-1-1 0 0,0 0 1 0 0,0 0 0 0 0,-1 0-1 0 0,1 0 1 0 0,5 0-1 0 0,-8-1 2 0 0,0 0 0 0 0,0 0 1 0 0,1 0-1 0 0,-1-1 0 0 0,0 1 0 0 0,0 0 0 0 0,0 0 0 0 0,0-1 0 0 0,0 1 0 0 0,1-1 1 0 0,-1 1-1 0 0,0-1 0 0 0,0 1 0 0 0,0-1 0 0 0,0 1 0 0 0,1-2 0 0 0,-1 1-3 0 0,0-1 0 0 0,0 1-1 0 0,0 0 1 0 0,-1-1 0 0 0,1 1-1 0 0,0-1 1 0 0,-1 1 0 0 0,1-1-1 0 0,-1 1 1 0 0,1-1 0 0 0,-1 1-1 0 0,1-4 1 0 0,-1 1-33 0 0,1 1 0 0 0,-1-1 0 0 0,0 0 0 0 0,0 0-1 0 0,0 0 1 0 0,0 0 0 0 0,-3-7 0 0 0,3 9-15 0 0,-1 0 0 0 0,1 1-1 0 0,-1-1 1 0 0,0 0 0 0 0,0 1 0 0 0,0-1 0 0 0,0 1-1 0 0,0-1 1 0 0,0 1 0 0 0,-1 0 0 0 0,1-1-1 0 0,0 1 1 0 0,-1 0 0 0 0,1 0 0 0 0,-1 0 0 0 0,1 0-1 0 0,-1 0 1 0 0,-2-1 0 0 0,-2-1-21 0 0,1 2 0 0 0,-1-1 1 0 0,0 1-1 0 0,1 0 0 0 0,-1 0 0 0 0,0 0 0 0 0,0 1 1 0 0,1 0-1 0 0,-1 0 0 0 0,0 0 0 0 0,0 1 1 0 0,1 0-1 0 0,-1 0 0 0 0,0 1 0 0 0,1-1 0 0 0,-1 1 1 0 0,-8 5-1 0 0,12-6 29 0 0,1 0 0 0 0,0 0 1 0 0,-1 0-1 0 0,1 0 0 0 0,0 1 1 0 0,0-1-1 0 0,0 0 0 0 0,0 1 1 0 0,0-1-1 0 0,1 1 0 0 0,-1-1 0 0 0,0 1 1 0 0,0-1-1 0 0,1 1 0 0 0,-1-1 1 0 0,1 1-1 0 0,0 0 0 0 0,-1 2 1 0 0,1-3 15 0 0,0 0 0 0 0,0 0 1 0 0,0 0-1 0 0,0 1 0 0 0,0-1 1 0 0,0 0-1 0 0,0 0 1 0 0,0 0-1 0 0,0 0 0 0 0,1 0 1 0 0,-1 0-1 0 0,0 0 0 0 0,1 0 1 0 0,-1 0-1 0 0,1 0 1 0 0,-1 0-1 0 0,1 0 0 0 0,-1 0 1 0 0,1 0-1 0 0,0-1 0 0 0,-1 1 1 0 0,1 0-1 0 0,0 0 1 0 0,0-1-1 0 0,0 1 0 0 0,-1 0 1 0 0,1-1-1 0 0,0 1 1 0 0,2 0-1 0 0,7 6 79 0 0,0 0 1 0 0,0-1-1 0 0,1 0 1 0 0,17 6-1 0 0,-26-11-51 0 0,1 0 1 0 0,-1 0-1 0 0,1 0 1 0 0,0-1-1 0 0,0 1 0 0 0,-1-1 1 0 0,1 0-1 0 0,0 0 0 0 0,0 0 1 0 0,-1 0-1 0 0,1-1 1 0 0,0 1-1 0 0,0-1 0 0 0,-1 1 1 0 0,1-1-1 0 0,0 0 0 0 0,-1 0 1 0 0,5-2-1 0 0,-5 1-16 0 0,-1 0 1 0 0,1 0-1 0 0,-1 0 0 0 0,1 0 0 0 0,-1 0 1 0 0,0 0-1 0 0,0 0 0 0 0,0 0 0 0 0,0 0 1 0 0,0-1-1 0 0,0 1 0 0 0,-1 0 1 0 0,1-1-1 0 0,-1 1 0 0 0,0 0 0 0 0,1-1 1 0 0,-1 1-1 0 0,-1-5 0 0 0,1 3-33 0 0,0 1 0 0 0,-1 0 0 0 0,1 0-1 0 0,-1-1 1 0 0,0 1 0 0 0,0 0 0 0 0,0 0 0 0 0,0 0 0 0 0,-1 0-1 0 0,1 0 1 0 0,-1 1 0 0 0,0-1 0 0 0,1 0 0 0 0,-4-2 0 0 0,3 2-14 0 0,-1 0 0 0 0,1 1 0 0 0,-1-1 1 0 0,0 1-1 0 0,0 0 0 0 0,0-1 1 0 0,0 1-1 0 0,0 1 0 0 0,0-1 0 0 0,-1 0 1 0 0,1 1-1 0 0,-1 0 0 0 0,1 0 1 0 0,-1 0-1 0 0,0 0 0 0 0,1 0 1 0 0,-6 0-1 0 0,6 1 16 0 0,1 0 0 0 0,0 1 0 0 0,0-1-1 0 0,0 0 1 0 0,-1 1 0 0 0,1-1 0 0 0,0 1 0 0 0,0 0 0 0 0,0 0 0 0 0,0 0 0 0 0,0 0 0 0 0,0 0 0 0 0,0 0 0 0 0,1 1 0 0 0,-1-1-1 0 0,0 0 1 0 0,1 1 0 0 0,-1 0 0 0 0,1-1 0 0 0,-1 1 0 0 0,1 0 0 0 0,0 0 0 0 0,-1-1 0 0 0,0 4 0 0 0,0 0 8 0 0,0 0 1 0 0,0 0 0 0 0,0 0-1 0 0,1 0 1 0 0,0 1 0 0 0,0-1-1 0 0,0 1 1 0 0,0 10 0 0 0,1-13 7 0 0,1 0 0 0 0,-1 0-1 0 0,1 0 1 0 0,0 0 0 0 0,0 0 0 0 0,0-1 0 0 0,0 1 0 0 0,0 0 0 0 0,0 0 0 0 0,1-1-1 0 0,-1 1 1 0 0,1-1 0 0 0,0 1 0 0 0,0-1 0 0 0,0 0 0 0 0,0 0 0 0 0,0 0 0 0 0,3 2 0 0 0,3 2 8 0 0,0 0 0 0 0,0-1 1 0 0,0 0-1 0 0,13 5 1 0 0,-17-8 23 0 0,1-1 0 0 0,-1 0 0 0 0,1-1 0 0 0,-1 1 1 0 0,1-1-1 0 0,-1 1 0 0 0,1-1 0 0 0,-1-1 0 0 0,8 0 0 0 0,-11 0-27 0 0,0 0 0 0 0,0 1 0 0 0,0-1 0 0 0,0 0-1 0 0,-1 1 1 0 0,1-1 0 0 0,0 0 0 0 0,-1 0 0 0 0,1 0 0 0 0,0 0 0 0 0,-1 0-1 0 0,1 0 1 0 0,-1 0 0 0 0,0 0 0 0 0,1 0 0 0 0,-1 0 0 0 0,1-2 0 0 0,3-19 101 0 0,-4 17-125 0 0,-1 0 1 0 0,1-1 0 0 0,-1 1 0 0 0,0 0 0 0 0,0-1 0 0 0,-1 1-1 0 0,0 0 1 0 0,1 0 0 0 0,-2 0 0 0 0,-3-7 0 0 0,-2 0-19 0 0,-1 0 0 0 0,-14-16 0 0 0,7 11-24 0 0,14 16 32 0 0,1 0 0 0 0,-1 0 0 0 0,-1 0 0 0 0,1 0 0 0 0,0 0 0 0 0,0 0 0 0 0,0 0 0 0 0,0 1 0 0 0,-1-1 0 0 0,1 1 0 0 0,0-1 0 0 0,0 1 0 0 0,-1 0 1 0 0,1 0-1 0 0,0 0 0 0 0,-1 1 0 0 0,1-1 0 0 0,0 0 0 0 0,0 1 0 0 0,-1-1 0 0 0,1 1 0 0 0,-4 2 0 0 0,2 0 19 0 0,0 0 1 0 0,1 1-1 0 0,-1-1 0 0 0,1 1 1 0 0,0 0-1 0 0,0 0 0 0 0,0 1 1 0 0,1-1-1 0 0,-1 0 0 0 0,1 1 1 0 0,0 0-1 0 0,1-1 0 0 0,-1 1 1 0 0,1 0-1 0 0,0 0 0 0 0,0 0 1 0 0,0 0-1 0 0,1 0 0 0 0,0 9 1 0 0,0-11 10 0 0,0-1 0 0 0,0 0 1 0 0,0 1-1 0 0,1-1 0 0 0,-1 0 0 0 0,1 1 1 0 0,0-1-1 0 0,0 0 0 0 0,0 0 1 0 0,0 0-1 0 0,0 0 0 0 0,0 0 0 0 0,2 3 1 0 0,0-2 17 0 0,0 0 0 0 0,0 0 0 0 0,0 0 0 0 0,1 0 0 0 0,-1 0 0 0 0,7 3 0 0 0,2 0 41 0 0,1 0 0 0 0,-1-1 0 0 0,22 6 0 0 0,-30-10-45 0 0,0-1 1 0 0,1 1 0 0 0,-1-1 0 0 0,1 1 0 0 0,5-2-1 0 0,0 1 55 0 0,-8 0-61 0 0,-1 0 1 0 0,1-1 0 0 0,0 1-1 0 0,-1 0 1 0 0,1-1-1 0 0,0 0 1 0 0,-1 1 0 0 0,1-1-1 0 0,-1 0 1 0 0,1 0-1 0 0,-1 0 1 0 0,1 0 0 0 0,-1 0-1 0 0,2-1 1 0 0,0-1 4 0 0,-1 1 1 0 0,0 0-1 0 0,0-1 0 0 0,0 1 1 0 0,-1-1-1 0 0,1 0 0 0 0,1-3 0 0 0,-1 3-23 0 0,-1-1-1 0 0,0 0 0 0 0,0 1 1 0 0,-1-1-1 0 0,1 0 1 0 0,-1 0-1 0 0,1 0 0 0 0,-1 0 1 0 0,-1 1-1 0 0,1-1 0 0 0,0 0 1 0 0,-1 0-1 0 0,0 0 1 0 0,0 1-1 0 0,-2-8 0 0 0,2 9-27 0 0,0-1 0 0 0,0 1-1 0 0,0 0 1 0 0,-1 0 0 0 0,1 0-1 0 0,-1 0 1 0 0,1 0 0 0 0,-1 0-1 0 0,1 0 1 0 0,-1 0 0 0 0,0 1 0 0 0,0-1-1 0 0,0 1 1 0 0,0-1 0 0 0,0 1-1 0 0,0 0 1 0 0,0 0 0 0 0,-1 0-1 0 0,1 0 1 0 0,0 0 0 0 0,-1 0-1 0 0,1 1 1 0 0,0-1 0 0 0,-1 1 0 0 0,-4-1-1 0 0,3 1-27 0 0,0 0-10 0 0,0 0 0 0 0,0 0 0 0 0,0 0 0 0 0,0 0-1 0 0,0 1 1 0 0,0-1 0 0 0,0 1 0 0 0,0 0 0 0 0,0 1-1 0 0,0-1 1 0 0,0 1 0 0 0,1-1 0 0 0,-6 4 0 0 0,-25 19-1601 0 0,11-8-6409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40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5485 1 0 0 0,'0'0'233'0'0,"2"1"366"0"0,5 1 658 0 0,0-1 0 0 0,-1 0 1 0 0,1 0-1 0 0,0 0 0 0 0,21 2 11540 0 0,-38-3-8037 0 0,-5 0-2428 0 0,-10 1-2975 0 0,-19 0 229 0 0,5 0 601 0 0,14 0 24 0 0,-27-3-1 0 0,19-3-9 0 0,-4 1 91 0 0,-342 3-81 0 0,270 6-227 0 0,37-2 14 0 0,-183-1 71 0 0,175 2-84 0 0,-150-1 19 0 0,-35 1 156 0 0,174-4-123 0 0,-164-4 182 0 0,220 4-179 0 0,21 0-6 0 0,1 0 0 0 0,-20-4 1 0 0,-20-1 112 0 0,15 2-90 0 0,-86-4 87 0 0,108 6-147 0 0,1 1 0 0 0,-1 1 0 0 0,-25 4 0 0 0,22-4 26 0 0,-23 0 0 0 0,28-1-9 0 0,-3-1 2 0 0,10 1-14 0 0,0 0 0 0 0,0 0 0 0 0,0 1 0 0 0,-14 2 0 0 0,16-2-2 0 0,0-1 1 0 0,0 1-1 0 0,-1-1 0 0 0,1 0 0 0 0,-6 0 0 0 0,-15 0 1 0 0,-9 3-29 0 0,27-2 36 0 0,-1 0 1 0 0,-10 0-1 0 0,-14 2-33 0 0,-40 6 53 0 0,49-7-20 0 0,-33 1 0 0 0,7-2-27 0 0,-51 8 55 0 0,58-6-61 0 0,-6 1 14 0 0,9 1 33 0 0,-73-3 0 0 0,79-2-27 0 0,-146 2 13 0 0,34 5 0 0 0,88-5-4 0 0,-5 3-10 0 0,39-5 42 0 0,-10 0 31 0 0,-46-5 1 0 0,69 4-63 0 0,-19 1 0 0 0,-2-1 45 0 0,-98 0 10 0 0,69 2-80 0 0,-232-1 155 0 0,279 1-135 0 0,-23 3-1 0 0,22-1 2 0 0,-21-1 0 0 0,25-1-2 0 0,-20 3 0 0 0,5 0 0 0 0,-108 0 59 0 0,106-4-50 0 0,-16 3-28 0 0,23-2 21 0 0,-36 7 1 0 0,27-3-5 0 0,-11-1 24 0 0,-53-1 0 0 0,34 1-45 0 0,-7-1 14 0 0,-256-1 12 0 0,320-2 17 0 0,1 0 0 0 0,-1 0 0 0 0,1 1 0 0 0,-1-1 0 0 0,1 1 0 0 0,-3 0 0 0 0,-3 4-1849 0 0,5 4-5733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52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57 0 0 0,'10'-7'347'0'0,"12"-4"992"0"0,-15 7-88 0 0,0 0 0 0 0,-1 0 1 0 0,1-1-1 0 0,-1 0 1 0 0,8-11 11983 0 0,-16 21-13214 0 0,-2-1 95 0 0,-1-1 0 0 0,1 1 0 0 0,0-1 0 0 0,-1-1 0 0 0,0 1 0 0 0,0 0 0 0 0,-8 2 0 0 0,-29 8 1193 0 0,24-8-738 0 0,-17 7 1 0 0,2-1-100 0 0,-5 6-194 0 0,-50 15 0 0 0,82-30-244 0 0,4-2-13 0 0,1 0-1 0 0,-1 1 1 0 0,1-1-1 0 0,0 1 1 0 0,-1 0-1 0 0,1-1 0 0 0,0 1 1 0 0,0 0-1 0 0,-1 0 1 0 0,1 0-1 0 0,0-1 0 0 0,-1 3 1 0 0,2-3 50 0 0,-1 1-126 0 0,1 0 48 0 0,0 0 0 0 0,0 0 0 0 0,0-1 0 0 0,-1 1 0 0 0,1 0 1 0 0,0 0-1 0 0,-1-1 0 0 0,1 1 0 0 0,0 0 0 0 0,-1 0 0 0 0,1-1 0 0 0,-2 2 1 0 0,0 1-11 0 0,1-3 13 0 0,1 0 0 0 0,-1 1 0 0 0,1-1 0 0 0,0 1-1 0 0,-1-1 1 0 0,1 1 0 0 0,0-1 0 0 0,-1 1 0 0 0,1-1 0 0 0,0 1 0 0 0,0-1-1 0 0,0 1 1 0 0,-1-1 0 0 0,1 2 0 0 0,-1 1-108 0 0,0-1 1 0 0,-1 1-1 0 0,1 0 1 0 0,-1-1-1 0 0,1 1 0 0 0,-1-1 1 0 0,0 1-1 0 0,-3 2 1 0 0,-4 7 1954 0 0,16-8-275 0 0,12-3-1571 0 0,0 1 1 0 0,0 1-1 0 0,34 10 1 0 0,7 1 27 0 0,70 17-51 0 0,-46-1-953 0 0,-55-15-1378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3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0 0 0,'17'-17'18404'0'0,"-19"29"-17521"0"0,0 4-407 0 0,1 1 0 0 0,1-1 1 0 0,1 20-1 0 0,0-1 223 0 0,1 192 998 0 0,0-212-1620 0 0,-2-13-68 0 0,1 0-1 0 0,-1 1 0 0 0,0-1 0 0 0,0 0 1 0 0,0 0-1 0 0,0 0 0 0 0,0 1 0 0 0,0 2 1 0 0,-1-2 8 0 0,1 1 1 0 0,0 0-1 0 0,0 0 1 0 0,0 0-1 0 0,0 0 1 0 0,1-1-1 0 0,1 6 1 0 0,1 18 96 0 0,-1 545 1658 0 0,2-502-1716 0 0,-4 428 462 0 0,-4-397-436 0 0,1 39-1 0 0,-1-58 7 0 0,1 42-1 0 0,3 16 33 0 0,7-93-50 0 0,-4 47-3 0 0,1-32 0 0 0,-2-40-74 0 0,5 40 112 0 0,-3-32-106 0 0,0 34 0 0 0,0 2 46 0 0,1 11-14 0 0,-5-55-11 0 0,0-1-19 0 0,0 1 0 0 0,-6 36 1 0 0,3-35 7 0 0,1-1 0 0 0,2 45 1 0 0,0-30-6 0 0,-1 394 42 0 0,-1-148 23 0 0,5-85-32 0 0,-1 153-69 0 0,-4-194 151 0 0,2-150-119 0 0,0 1 1 0 0,1-1-1 0 0,0 1 1 0 0,2 9-1 0 0,-1-9 5 0 0,-1 0 0 0 0,1 0 0 0 0,-2 0 0 0 0,1 0 0 0 0,-1 9 0 0 0,1 19 3 0 0,7 102 28 0 0,-10-21-58 0 0,0 428 161 0 0,0-359-118 0 0,8-96-31 0 0,-1-55 48 0 0,0 0 30 0 0,-5-30-59 0 0,0-1 1 0 0,1 1-1 0 0,-1 0 0 0 0,1-1 0 0 0,0 1 0 0 0,0-1 0 0 0,3 8 1 0 0,0 9 8 0 0,-1-7-36 0 0,-1-1 1 0 0,-1 1-1 0 0,0 0 0 0 0,-2 28 0 0 0,1-10 2 0 0,0-18 10 0 0,-1-1-1 0 0,-3 23 1 0 0,0-21 22 0 0,4-11-15 0 0,-1 0 0 0 0,1 0 0 0 0,-1 0 0 0 0,1-1 0 0 0,0 1 1 0 0,1 5-1 0 0,0 4-2 0 0,-1-6 3 0 0,0-4 0 0 0,0-1 0 0 0,0 1 1 0 0,0-1-1 0 0,0 0 0 0 0,0 1 1 0 0,-1-1-1 0 0,1 0 0 0 0,-2 5 1 0 0,1-4-4 0 0,1-1 1 0 0,-1 1-1 0 0,1 0 1 0 0,0 0-1 0 0,0-1 1 0 0,0 1-1 0 0,0 0 1 0 0,1 3-1 0 0,-1 5 3 0 0,0 39 31 0 0,0-50-31 0 0,0 1-122 0 0,1-1 16 0 0,-1 1 0 0 0,0-1 1 0 0,0 1-1 0 0,0 0 0 0 0,-1-1 0 0 0,1 1 1 0 0,0-1-1 0 0,0 1 0 0 0,0 0 0 0 0,0-1 1 0 0,0 1-1 0 0,-1-1 0 0 0,1 1 0 0 0,0-1 1 0 0,-1 1-1 0 0,1-1 0 0 0,0 1 0 0 0,-1 0 0 0 0,-8-1-6838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34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1764 60 0 0 0,'0'0'11933'0'0,"2"-2"-11277"0"0,-1 2-546 0 0,-1 0-49 0 0,1-1-1 0 0,0 1 1 0 0,0-1 0 0 0,-1 1-1 0 0,1-1 1 0 0,0 1-1 0 0,-1-1 1 0 0,1 0 0 0 0,-1 1-1 0 0,1-1 1 0 0,-1 0-1 0 0,1 1 1 0 0,-1-1 0 0 0,1-1 1107 0 0,-3-1 454 0 0,2 2-1627 0 0,0 1 0 0 0,0-1 0 0 0,0 1 0 0 0,0 0-1 0 0,-1-1 1 0 0,1 1 0 0 0,0 0 0 0 0,0 0 0 0 0,-1-1 0 0 0,1 1 0 0 0,0 0 0 0 0,0-1 0 0 0,-1 1 0 0 0,1 0-1 0 0,0 0 1 0 0,-1 0 0 0 0,0-1 0 0 0,-8-3 473 0 0,-1 0 0 0 0,0 0 0 0 0,0 1 1 0 0,-19-3-1 0 0,18 3 97 0 0,-5-1 146 0 0,9 4-367 0 0,1-1-1 0 0,-13-2 1 0 0,13 1-109 0 0,-1 1 0 0 0,-11-1 0 0 0,-36 1 821 0 0,19 0-380 0 0,-38 4-1 0 0,21 5-269 0 0,30-3-256 0 0,8-1-84 0 0,-15 3 71 0 0,21-5-57 0 0,0 0 1 0 0,0 0 0 0 0,0-1-1 0 0,-11 1 1 0 0,-105-1 895 0 0,-53 3-386 0 0,-77-1-37 0 0,27-1-251 0 0,169 3-276 0 0,23-2 6 0 0,-85 3 136 0 0,39-1-113 0 0,36 4-30 0 0,43-9-26 0 0,-1 0 0 0 0,1 1 1 0 0,-1-1-1 0 0,1 1 0 0 0,-5 1 0 0 0,4-1 0 0 0,1 0 0 0 0,-1 0 1 0 0,1-1-1 0 0,-1 1 1 0 0,-4 0-1 0 0,-55 6-263 0 0,34-6-369 0 0,13-1-1947 0 0,-1 0-5844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1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2387 15 0 0 0,'0'0'4530'0'0,"8"-2"-4288"0"0,28-6-46 0 0,-29 6-139 0 0,1 1 1 0 0,-1 1 0 0 0,1-1 0 0 0,-1 1-1 0 0,12 1 1 0 0,1 0 267 0 0,-10-1 279 0 0,10 0 8984 0 0,-20 1-9525 0 0,0-1-90 0 0,0 0 0 0 0,0 0 0 0 0,0 0 0 0 0,0 0 0 0 0,0 0 0 0 0,0 1 0 0 0,0-1 0 0 0,0 0 0 0 0,0 0 0 0 0,0 0 0 0 0,0 0 0 0 0,0 1 0 0 0,0-1 1 0 0,0 0-1 0 0,0 0 0 0 0,-1 0 0 0 0,1 0 0 0 0,0 0 0 0 0,0 1 0 0 0,0-1 0 0 0,0 0 0 0 0,0 0 0 0 0,0 0 0 0 0,0 0 0 0 0,0 0 0 0 0,-1 0 0 0 0,1 1 0 0 0,0-1 0 0 0,0 0 0 0 0,0 0 0 0 0,0 0 0 0 0,0 0 0 0 0,-1 0 0 0 0,1 0 0 0 0,0 0 0 0 0,0 0 0 0 0,0 0 0 0 0,0 0 0 0 0,-1 0 0 0 0,1 0 0 0 0,-2 0 60 0 0,0 1 0 0 0,0-1 0 0 0,0 1 0 0 0,0 0 0 0 0,0-1 0 0 0,-4 3 0 0 0,-11 3 490 0 0,-10-2 361 0 0,1-2 0 0 0,-1 0 0 0 0,-28-4 0 0 0,7 2-103 0 0,-402 0 2988 0 0,119 5-2409 0 0,-61-5-232 0 0,308 6-1026 0 0,23 0 6 0 0,-14 0-22 0 0,-31 2 108 0 0,-187-4 488 0 0,276-4-659 0 0,-78 2 40 0 0,43 3-20 0 0,-39 2 26 0 0,25-4-10 0 0,25 1 29 0 0,2-1-23 0 0,-59 4 7 0 0,80-6 47 0 0,12-1-187 0 0,8 1-730 0 0,9 11-3580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15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533 197 0 0 0,'0'0'17937'0'0,"-3"-5"-17626"0"0,0 2-266 0 0,-1-2 97 0 0,1 1 1 0 0,-1 0-1 0 0,0 0 0 0 0,0 0 1 0 0,0 1-1 0 0,-5-4 0 0 0,-5-2 157 0 0,10 7-227 0 0,0-1-1 0 0,1 1 1 0 0,-1 0 0 0 0,-1 0-1 0 0,1 0 1 0 0,-6-2 0 0 0,-5 0 113 0 0,-1-1 1 0 0,-16-8 0 0 0,15 6-103 0 0,-28-8-1 0 0,-130-30 629 0 0,61 13 3 0 0,82 23-210 0 0,44 9 3128 0 0,3-1-3743 0 0,1 1-1 0 0,17 2 1 0 0,75 27-312 0 0,1 0 68 0 0,-81-23 295 0 0,35 14 0 0 0,-37-11 39 0 0,3 3 13 0 0,-21-8-4 0 0,1 0 1 0 0,11 3-1 0 0,-13-2-37 0 0,-6-5 41 0 0,-1 1 0 0 0,0-1-1 0 0,0 0 1 0 0,1 0-1 0 0,-1 1 1 0 0,0-1 0 0 0,1 0-1 0 0,-1 0 1 0 0,1 1-1 0 0,-1-1 1 0 0,0 0 0 0 0,1 0-1 0 0,-1 0 1 0 0,1 1-1 0 0,-1-1 1 0 0,0 0 0 0 0,2 0-1 0 0,-2 0-3 0 0,0 0 0 0 0,0 1 0 0 0,1-1 0 0 0,-1 0 0 0 0,0 1-1 0 0,1-1 1 0 0,-1 0 0 0 0,0 1 0 0 0,0-1 0 0 0,0 0 0 0 0,1 1 0 0 0,-1-1-1 0 0,0 0 1 0 0,0 1 0 0 0,0-1 0 0 0,0 1 0 0 0,0 0 0 0 0,4 6-56 0 0,-4-6 26 0 0,1-1-2 0 0,0 1-1 0 0,0 0 1 0 0,0 0 0 0 0,-1 0-1 0 0,1 0 1 0 0,0 0 0 0 0,-1 0 0 0 0,1 0-1 0 0,-1 0 1 0 0,1 0 0 0 0,-1 0-1 0 0,1 0 1 0 0,-1 1 0 0 0,0-1-1 0 0,1 0 1 0 0,-1 1 0 0 0,-15 9-336 0 0,13-9 386 0 0,0 0 1 0 0,-1 1-1 0 0,0-2 1 0 0,1 1-1 0 0,-1 0 1 0 0,0 0-1 0 0,0-1 0 0 0,-4 2 1 0 0,-27 9 96 0 0,-109 21 477 0 0,46-11-294 0 0,90-21-418 0 0,-1 1 0 0 0,1 0-1 0 0,0 0 1 0 0,0 0 0 0 0,0 1 0 0 0,0 0 0 0 0,0 0 0 0 0,-9 7 0 0 0,-7 3-5286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21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0 0 0,'-7'-17'26559'0'0,"7"19"-27076"0"0,0 1 509 0 0,1 0 1 0 0,-1 0-1 0 0,1 0 1 0 0,0 0-1 0 0,0 0 1 0 0,1 0 0 0 0,-1 0-1 0 0,4 4 1 0 0,2 7 12 0 0,2 8-5 0 0,-2 0 1 0 0,8 34-1 0 0,-2-6 14 0 0,-9-36-13 0 0,0 1 1 0 0,2 21-1 0 0,-5-22 9 0 0,5 17-1 0 0,-3-20-3 0 0,-1 1 0 0 0,2 14 0 0 0,-1 25 4 0 0,2 27 28 0 0,-5 417 142 0 0,5-437-158 0 0,-5-56-19 0 0,0 15 16 0 0,1 1 0 0 0,3 23 0 0 0,-3-39-17 0 0,0 3-1 0 0,0 1 0 0 0,0-1 0 0 0,-1 1 0 0 0,0-1 0 0 0,0 8 0 0 0,0-8 0 0 0,0 0 1 0 0,0 0-1 0 0,0 0 1 0 0,1 1 0 0 0,1 7-1 0 0,2 16 2 0 0,-4-24-3 0 0,0-2 0 0 0,0-1 0 0 0,0 0 1 0 0,0 1-1 0 0,0-1 0 0 0,1 1 1 0 0,-1-1-1 0 0,2 4 0 0 0,-2-5 0 0 0,1 0 0 0 0,-1 0 0 0 0,0 0 0 0 0,0-1 0 0 0,1 1 0 0 0,-1 0 0 0 0,0 0 0 0 0,0 0 0 0 0,0 0 0 0 0,0 0 0 0 0,0-1 0 0 0,0 1 1 0 0,0 0-1 0 0,0 0 0 0 0,-1 1 0 0 0,1 4-2 0 0,1 1-9 0 0,1 0 0 0 0,0 13 0 0 0,-1 0 15 0 0,-1-20 4 0 0,2 13-6 0 0,0 43-2 0 0,5 41-6 0 0,-4-79 4 0 0,-3-16-4 0 0,0-1 7 0 0,0 1-1 0 0,0 0 1 0 0,0-1-1 0 0,0 1 1 0 0,0-1-1 0 0,0 1 1 0 0,0-1-1 0 0,1 3 1 0 0,1-2 3 0 0,4 14-260 0 0,-2-10-399 0 0,3 2-1134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2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0 0 0,'0'0'12363'0'0,"0"-3"-11778"0"0,0-11 27 0 0,0 5 2438 0 0,0 9-2923 0 0,0-1-1 0 0,0 1 1 0 0,0-1 0 0 0,0 1-1 0 0,0 0 1 0 0,1-1 0 0 0,-1 1-1 0 0,0-1 1 0 0,0 1-1 0 0,0 0 1 0 0,1-1 0 0 0,-1 1-1 0 0,0 0 1 0 0,1-1-1 0 0,-1 1 1 0 0,0 0 0 0 0,1-1-1 0 0,-1 1 1 0 0,0 0 0 0 0,1 0-1 0 0,-1-1 1 0 0,0 1-1 0 0,1 0 1 0 0,-1 0 0 0 0,1-1-1 0 0,13-2 890 0 0,-8 1-441 0 0,3-1-306 0 0,0 1 1 0 0,0-1-1 0 0,0 2 0 0 0,9-2 1 0 0,-7 2 25 0 0,21-6 0 0 0,7-1 131 0 0,-29 7-332 0 0,6-1-9 0 0,-1 1-1 0 0,23 2 1 0 0,-6 0-22 0 0,14-1-34 0 0,75 9 0 0 0,-3 14-21 0 0,-92-18 23 0 0,0-1 0 0 0,0-1-1 0 0,1-2 1 0 0,-1 0 0 0 0,37-5-1 0 0,-54 2-7 0 0,0 0 0 0 0,11-4 0 0 0,-11 3 3 0 0,-1 0 0 0 0,16-2 0 0 0,23-2-31 0 0,-23 3 5 0 0,46-2 0 0 0,37 2-10 0 0,-77 4 30 0 0,0-1-1 0 0,34-6 1 0 0,25-2-4 0 0,-68 6-34 0 0,1 2-1 0 0,32 2 1 0 0,-13 0-23 0 0,238 2 45 0 0,-101 4-1991 0 0,-172-6 854 0 0,12-2-1820 0 0,-17 1 2774 0 0,-1 0 0 0 0,1 0 0 0 0,0 0 0 0 0,-1 0 0 0 0,1 0 0 0 0,0-1 0 0 0,-1 1 0 0 0,1 0 0 0 0,-1 0 0 0 0,1-1 0 0 0,0 1 0 0 0,-1 0 0 0 0,1-1 0 0 0,-1 1 0 0 0,1-1 0 0 0,-1 1 0 0 0,1 0 0 0 0,-1-1 0 0 0,1 1 0 0 0,-1-2 1 0 0,1 2 56 0 0,-1-1 0 0 0,0 0 1 0 0,1 0-1 0 0,-1 0 1 0 0,1 0-1 0 0,0 0 1 0 0,-1 1-1 0 0,1-1 0 0 0,0 0 1 0 0,-1 0-1 0 0,1 1 1 0 0,0-1-1 0 0,0 1 1 0 0,-1-1-1 0 0,1 0 1 0 0,0 1-1 0 0,0 0 0 0 0,0-1 1 0 0,2 0-1 0 0,4-1-722 0 0,7-1-171 0 0,-13 3 937 0 0,0 0 73 0 0,0 1-1 0 0,0-1 0 0 0,0 0 0 0 0,0 0 0 0 0,0 0 0 0 0,0-1 0 0 0,0 1 0 0 0,0 0 0 0 0,0 0 0 0 0,0 0 1 0 0,0-1-1 0 0,0 1 0 0 0,0 0 0 0 0,0-1 0 0 0,-1 1 0 0 0,1-1 0 0 0,2 0 0 0 0,1-4 1744 0 0,-4 5-1584 0 0,1-1 0 0 0,0 0 0 0 0,-1 0 0 0 0,1 1 0 0 0,0-1 0 0 0,0 0 1 0 0,0 1-1 0 0,0-1 0 0 0,-1 1 0 0 0,1-1 0 0 0,0 1 0 0 0,0 0 0 0 0,0-1 0 0 0,0 1 0 0 0,0 0 0 0 0,0 0 0 0 0,0-1 1 0 0,0 1-1 0 0,0 0 0 0 0,0 0 0 0 0,0 0 0 0 0,1 0 0 0 0,0 1 0 0 0,8-2-176 0 0,-8 1 23 0 0,1 0 1 0 0,0 0 0 0 0,0 0 0 0 0,0 0-1 0 0,-1 0 1 0 0,1 1 0 0 0,0-1 0 0 0,-1 1-1 0 0,1-1 1 0 0,0 1 0 0 0,4 2 0 0 0,0-1-29 0 0,-7-2 28 0 0,1 0 0 0 0,-1 0-1 0 0,0 0 1 0 0,0 0 0 0 0,1 0 0 0 0,-1 0-1 0 0,0 0 1 0 0,1 1 0 0 0,-1-1 0 0 0,0 0-1 0 0,0 0 1 0 0,1 0 0 0 0,-1 0 0 0 0,0 0 0 0 0,0 0-1 0 0,1 1 1 0 0,-1-1 0 0 0,0 0 0 0 0,0 0-1 0 0,1 0 1 0 0,-1 1 0 0 0,0-1 0 0 0,0 0-1 0 0,0 0 1 0 0,1 0 0 0 0,-1 1 0 0 0,0-1-1 0 0,18 2 4323 0 0,-18-2-4340 0 0,0 1 1 0 0,0 0 0 0 0,0-1-1 0 0,0 1 1 0 0,0 0 0 0 0,1-1-1 0 0,-1 1 1 0 0,0-1 0 0 0,1 1-1 0 0,-1 0 1 0 0,0-1 0 0 0,2 2-1 0 0,-2-2 9 0 0,1 1 0 0 0,-1 0-1 0 0,1-1 1 0 0,-1 1 0 0 0,0 0 0 0 0,1 0-1 0 0,-1-1 1 0 0,0 1 0 0 0,1 0 0 0 0,-1 0-1 0 0,0 0 1 0 0,0-1 0 0 0,0 2 0 0 0,6 27 1 0 0,-1-6 55 0 0,-2-11 28 0 0,2 20 0 0 0,1-5-23 0 0,-4-21-26 0 0,-1 0 1 0 0,2 11-1 0 0,0 1 61 0 0,4 20 0 0 0,-4-24-18 0 0,0 1 0 0 0,1 28 0 0 0,3 156 280 0 0,-7-178-306 0 0,1-4 61 0 0,-2-1 0 0 0,-2 21 0 0 0,2-23 35 0 0,0 1 0 0 0,2 24 0 0 0,-1-8 48 0 0,1-24-111 0 0,0 1 1 0 0,3 13 0 0 0,1 7 23 0 0,3 29 19 0 0,-6-39-93 0 0,0 32 0 0 0,0-1 22 0 0,2 42 66 0 0,2-39 28 0 0,-2-23-99 0 0,-1 32 1 0 0,-3 82-44 0 0,4-72 29 0 0,-4-69-30 0 0,0-1 1 0 0,0 0 0 0 0,1 1-1 0 0,-1-1 1 0 0,0 1 0 0 0,1-1 0 0 0,-1 0-1 0 0,1 2 1 0 0,0-1-1 0 0,0-1 0 0 0,-1 0 0 0 0,1 1 0 0 0,-1-1 0 0 0,0 0 0 0 0,0 1 0 0 0,1-1 0 0 0,-1 2 0 0 0,3 81-1215 0 0,-3-82 1069 0 0,0 1-413 0 0,0 0 0 0 0,0 0 0 0 0,0 0 0 0 0,0 0 0 0 0,1 0 0 0 0,-1 0 0 0 0,1 0 0 0 0,0 0 0 0 0,0 0 0 0 0,0-1 0 0 0,3 7-1 0 0,3 16-10074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2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1970 0 0 0 0,'1'3'335'0'0,"4"10"142"0"0,-4-10 1928 0 0,-6 1-522 0 0,5-4-1843 0 0,-1 0 0 0 0,1 0 1 0 0,0 0-1 0 0,-1 0 0 0 0,1 0 0 0 0,0 0 1 0 0,0 1-1 0 0,-1-1 0 0 0,1 0 0 0 0,0 0 1 0 0,0 0-1 0 0,-1 0 0 0 0,1 1 0 0 0,0-1 1 0 0,0 0-1 0 0,-1 0 0 0 0,1 1 1 0 0,0-1-1 0 0,0 0 0 0 0,-1 1 0 0 0,0 0 52 0 0,0 0 0 0 0,0 0-1 0 0,-1 1 1 0 0,1-1 0 0 0,0-1-1 0 0,-1 1 1 0 0,1 0 0 0 0,-1 0-1 0 0,0 0 1 0 0,1-1 0 0 0,-1 1-1 0 0,1-1 1 0 0,-1 1 0 0 0,0-1-1 0 0,1 0 1 0 0,-1 1 0 0 0,-2-1 0 0 0,-17 6 504 0 0,16-5-464 0 0,0 1 0 0 0,-1 0-1 0 0,1-1 1 0 0,-7 1 0 0 0,-4 1 382 0 0,10-2-223 0 0,-1 0 1 0 0,1 0 0 0 0,0-1 0 0 0,-8 0-1 0 0,-17 1 786 0 0,13 0-419 0 0,1 0 1 0 0,-23-2-1 0 0,5 0 61 0 0,-100-5 1909 0 0,22-9-970 0 0,79 12-1405 0 0,-25-4 196 0 0,20 0-91 0 0,-49 0 1 0 0,-85 6 27 0 0,91 2-129 0 0,-84 6 139 0 0,150-7-352 0 0,-20 5-1 0 0,2-1 41 0 0,-2-2 165 0 0,-1-1-1 0 0,-42-4 1 0 0,-170-8 149 0 0,191 16-342 0 0,31 0-7 0 0,14-2-23 0 0,-21 9-21 0 0,20-8 0 0 0,-19 7 1 0 0,4 0 8 0 0,17-8-30 0 0,0 0 0 0 0,-1-1 0 0 0,-22 1 0 0 0,4-4-4573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1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0 0 0,'0'0'2223'0'0,"1"-5"-1444"0"0,1-2-432 0 0,-1 5-10 0 0,0-1-1 0 0,0 0 1 0 0,-1 1 0 0 0,0-1 0 0 0,4-11 11280 0 0,-2 8-8756 0 0,-2 5-2794 0 0,0 1 1 0 0,0-1 0 0 0,0 1-1 0 0,0-1 1 0 0,0 1 0 0 0,0-1-1 0 0,0 0 1 0 0,0 1 0 0 0,0-1-1 0 0,1 1 1 0 0,-1-1 0 0 0,0 1-1 0 0,0 0 1 0 0,1-1 0 0 0,-1 1-1 0 0,0-1 1 0 0,1 1 0 0 0,-1-1-1 0 0,1 1 1 0 0,-1 0 0 0 0,0-1-1 0 0,1 1 1 0 0,-1 0 0 0 0,1-1-1 0 0,-1 1 1 0 0,1 0 0 0 0,-1 0-1 0 0,1-1 1 0 0,0 1 0 0 0,-1 0-21 0 0,0 0 0 0 0,1 0 1 0 0,-1 0-1 0 0,0 0 1 0 0,1 0-1 0 0,-1 0 1 0 0,0-1-1 0 0,0 1 0 0 0,1 0 1 0 0,-1 0-1 0 0,0 0 1 0 0,1-1-1 0 0,-1 1 1 0 0,0 0-1 0 0,0 0 0 0 0,0 0 1 0 0,1-1-1 0 0,-1 1 1 0 0,0 0-1 0 0,0-1 1 0 0,1 1-1 0 0,-1 0 17 0 0,0-1-1 0 0,0 1 1 0 0,0 0-1 0 0,0-1 1 0 0,1 1-1 0 0,-1 0 1 0 0,0 0 0 0 0,0-1-1 0 0,1 1 1 0 0,-1 0-1 0 0,0 0 1 0 0,0 0-1 0 0,1-1 1 0 0,-1 1-1 0 0,0 0 1 0 0,1 0 0 0 0,-1 0-1 0 0,0 0 1 0 0,0 0-1 0 0,1 0 1 0 0,0-1-1 0 0,-1 1 105 0 0,6 10-329 0 0,2 10 216 0 0,-1 0-1 0 0,-1 1 0 0 0,0-1 1 0 0,3 31-1 0 0,-1-8 8 0 0,0 17 45 0 0,-1-4 14 0 0,8 49 160 0 0,-9-58-164 0 0,-2-3 51 0 0,-3 51 1 0 0,-1-63-84 0 0,0 311 312 0 0,6-308-402 0 0,-4-9 28 0 0,-1-4 48 0 0,8 38-1 0 0,0-5-15 0 0,-7-46-48 0 0,-1 1 0 0 0,0-1 1 0 0,0 12-1 0 0,-2-15-6 0 0,1 1-1 0 0,1-1 1 0 0,0 1 0 0 0,2 11 0 0 0,0 2 14 0 0,-3-17-17 0 0,1-1 0 0 0,-1 1 0 0 0,0-1 1 0 0,1 1-1 0 0,-1-1 0 0 0,2 5 1 0 0,-1-6 3 0 0,-1 0-1 0 0,0 0 1 0 0,0 0 0 0 0,1 0 0 0 0,-1 0 0 0 0,0 0 0 0 0,0 0 0 0 0,0 0 0 0 0,0 0 0 0 0,-1 1 0 0 0,1 6 29 0 0,0-3-26 0 0,1 4 80 0 0,-1-7-367 0 0,1-4-411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1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0 0 0,'5'0'20251'0'0,"16"-2"-19485"0"0,10-5 34 0 0,-20 5-417 0 0,21-6 0 0 0,-15 3-300 0 0,0 1 0 0 0,0 1 0 0 0,1 1 0 0 0,-1 0 0 0 0,24 2 0 0 0,-1-1-23 0 0,47-3 61 0 0,38-1 48 0 0,-89 2 2 0 0,50-12 0 0 0,-57 10-36 0 0,50-4 1 0 0,92 7-123 0 0,-111 2-10 0 0,-36 1-22 0 0,32 6 0 0 0,-33-3 11 0 0,35 0-1 0 0,35 0 65 0 0,138-4-65 0 0,-219 0-19 0 0,0 2 0 0 0,24 4 0 0 0,0 1-39 0 0,30 5-36 0 0,32 3 93 0 0,-27-14 59 0 0,-50-1-41 0 0,-18 0-7 0 0,0 0 0 0 0,0-1 0 0 0,0 0 1 0 0,0 1-1 0 0,0-1 0 0 0,4-2 0 0 0,-5 2-1 0 0,1 0 0 0 0,0 0 1 0 0,-1 0-1 0 0,1 0 0 0 0,0 1 0 0 0,3-1 0 0 0,36-4-324 0 0,153 5-3102 0 0,-193 0 3273 0 0,0 0-1 0 0,0 0 1 0 0,0 0 0 0 0,0-1-1 0 0,0 1 1 0 0,0 0-1 0 0,0-1 1 0 0,0 1-1 0 0,0-1 1 0 0,0 0 0 0 0,0 0-1 0 0,0 0 1 0 0,-1 0-1 0 0,1 0 1 0 0,0 0-1 0 0,-1 0 1 0 0,1 0 0 0 0,0-1-1 0 0,-1 1 1 0 0,0-1-1 0 0,2-1 1 0 0,-2-3-1425 0 0,-1 6 1522 0 0,0 0-1 0 0,0 0 1 0 0,0-1 0 0 0,0 1-1 0 0,0 0 1 0 0,0 0-1 0 0,0 0 1 0 0,0 0 0 0 0,0-1-1 0 0,0 1 1 0 0,0 0 0 0 0,0 0-1 0 0,0 0 1 0 0,0 0 0 0 0,0-1-1 0 0,0 1 1 0 0,0 0 0 0 0,0 0-1 0 0,0 0 1 0 0,0 0 0 0 0,0 0-1 0 0,0-1 1 0 0,0 1 0 0 0,0 0-1 0 0,0 0 1 0 0,1 0 0 0 0,-1 0-1 0 0,0 0 1 0 0,0 0 0 0 0,0 0-1 0 0,0-1 1 0 0,0 1 0 0 0,0 0-1 0 0,1 0 1 0 0,-1 0-1 0 0,0 0 1 0 0,0 0 0 0 0,0 0-1 0 0,0 0 1 0 0,1 0 0 0 0,-1 0-1 0 0,0 0 1 0 0,1-1-316 0 0,0 1 1 0 0,0-1-1 0 0,0 0 0 0 0,-1 0 0 0 0,1 1 0 0 0,0-1 1 0 0,-1 0-1 0 0,1 0 0 0 0,0 0 0 0 0,-1 0 1 0 0,1 0-1 0 0,-1 0 0 0 0,1 0 0 0 0,-1 0 0 0 0,0 0 1 0 0,1 0-1 0 0,-1 0 0 0 0,0 0 0 0 0,0 0 1 0 0,0-1-1 0 0,3-6 207 0 0,9-13 293 0 0,-7 13 186 0 0,-5 7-236 0 0,0 1-1 0 0,1-1 0 0 0,-1 0 1 0 0,1 0-1 0 0,-1 1 0 0 0,1-1 1 0 0,-1 0-1 0 0,1 1 0 0 0,-1-1 1 0 0,1 1-1 0 0,0-1 1 0 0,-1 1-1 0 0,1-1 0 0 0,0 1 1 0 0,0-1-1 0 0,1 0 0 0 0,4-2 1142 0 0,-5 2-1079 0 0,0 0-1 0 0,0 1 1 0 0,0-1 0 0 0,0 1 0 0 0,0-1 0 0 0,0 1 0 0 0,0-1 0 0 0,0 1 0 0 0,0 0 0 0 0,2-1 0 0 0,7 1-220 0 0,-9-1 14 0 0,1 1-1 0 0,0 0 1 0 0,-1 0 0 0 0,1 0 0 0 0,0 0-1 0 0,-1 0 1 0 0,1 0 0 0 0,0 0 0 0 0,-1 1-1 0 0,1-1 1 0 0,0 1 0 0 0,-1-1 0 0 0,1 1-1 0 0,-1 0 1 0 0,1-1 0 0 0,-1 1-1 0 0,1 0 1 0 0,-1 0 0 0 0,3 2 0 0 0,12 3 202 0 0,-12-4-83 0 0,-3-2-3 0 0,0 0 0 0 0,0 0 1 0 0,0 1-1 0 0,0-1 1 0 0,0 1-1 0 0,0-1 1 0 0,0 1-1 0 0,0-1 1 0 0,0 1-1 0 0,-1 0 1 0 0,1-1-1 0 0,0 1 1 0 0,0 0-1 0 0,-1-1 0 0 0,2 3 1 0 0,-1-2 127 0 0,-1-1-135 0 0,0 0 0 0 0,1 0 0 0 0,-1 0 0 0 0,0 1 0 0 0,0-1 0 0 0,0 0 0 0 0,1 0 0 0 0,-1 0 0 0 0,0 1 0 0 0,0-1 0 0 0,0 0 0 0 0,0 0 0 0 0,1 1 0 0 0,-1-1 0 0 0,0 0 0 0 0,0 0 0 0 0,0 1 0 0 0,0-1 0 0 0,0 0 0 0 0,0 1 0 0 0,0-1 0 0 0,0 0 0 0 0,0 0 0 0 0,0 1 0 0 0,0-1 0 0 0,0 0 0 0 0,0 0 0 0 0,0 1 0 0 0,0-1-1 0 0,0 0 1 0 0,0 1 0 0 0,0-1 0 0 0,0 0 0 0 0,-1 0 0 0 0,1 1 0 0 0,0-1 0 0 0,-1 2 133 0 0,0 0-1 0 0,0 0 0 0 0,0 0 1 0 0,1 0-1 0 0,-1 0 1 0 0,1 0-1 0 0,-1 1 0 0 0,1-1 1 0 0,0 4-1 0 0,1 24 1697 0 0,-1-13-970 0 0,0 2-275 0 0,1 0 0 0 0,0 1-1 0 0,6 26 1 0 0,3 17 185 0 0,-2 0-223 0 0,0 4 13 0 0,15 81 472 0 0,-2 37-85 0 0,-16-123-570 0 0,0 28 179 0 0,-4-68-458 0 0,0-1 0 0 0,6 29 0 0 0,-5-32-23 0 0,1 29 0 0 0,-1-12-39 0 0,-2-1 1 0 0,0-22-68 0 0,0-1-1 0 0,3 15 0 0 0,0-7 34 0 0,2 36-1 0 0,0-21-4 0 0,-5-29-34 0 0,1 1 0 0 0,0-1 0 0 0,1 6 0 0 0,-1-5-8 0 0,1 0 0 0 0,-1 1 1 0 0,0 6-1 0 0,-1 128-148 0 0,0-141 115 0 0,0 1-61 0 0,0-1 50 0 0,0 0-1 0 0,0 1 1 0 0,0-1-1 0 0,0 0 0 0 0,-1 1 1 0 0,1-1-1 0 0,0 1 1 0 0,0-1-1 0 0,0 0 1 0 0,0 1-1 0 0,0-1 0 0 0,0 0 1 0 0,-1 1-1 0 0,1-1 1 0 0,0 0-1 0 0,0 1 0 0 0,-1-1 1 0 0,-8 1-843 0 0,8-1 695 0 0,-1 0 1 0 0,0 1-1 0 0,0-1 1 0 0,0 0-1 0 0,1 0 1 0 0,-1-1-1 0 0,0 1 0 0 0,0 0 1 0 0,0 0-1 0 0,1-1 1 0 0,-1 1-1 0 0,0-1 0 0 0,-1 0 1 0 0,-41-26-10435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17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2126 19 0 0 0,'0'0'11216'0'0,"-18"0"-10887"0"0,-81 0 199 0 0,42 4 1230 0 0,44-3-1431 0 0,-47 3 1294 0 0,0-3 0 0 0,-88-10 0 0 0,-162-11 269 0 0,155 25-1478 0 0,-59-4 316 0 0,110-2-494 0 0,31-1-115 0 0,33 1-59 0 0,-75 5 1 0 0,-100 27-37 0 0,123-13-26 0 0,-23-1 85 0 0,102-17-64 0 0,9 0-14 0 0,0 1 0 0 0,1-1-1 0 0,-1 1 1 0 0,1-1 0 0 0,-1 1 0 0 0,-6 3-1 0 0,5-3 31 0 0,-1 1 0 0 0,1-1 0 0 0,-10 1 0 0 0,0 0 68 0 0,-5 1-303 0 0,0-1-1 0 0,-37-2 1 0 0,26-1-2105 0 0,13 0-5559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18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2608 23 0 0 0,'0'0'8946'0'0,"6"-2"-7539"0"0,29-14 9977 0 0,-31 15-12070 0 0,-2 1 696 0 0,-2 0-3 0 0,0 0 1 0 0,0 0-1 0 0,0 0 0 0 0,0 0 0 0 0,1 0 0 0 0,-1 0 0 0 0,0 0 1 0 0,0 0-1 0 0,0 0 0 0 0,0 0 0 0 0,1 0 0 0 0,-1 0 1 0 0,0 0-1 0 0,0 0 0 0 0,0 0 0 0 0,0 0 0 0 0,1 0 0 0 0,-1 0 1 0 0,0 0-1 0 0,0 0 0 0 0,0 0 0 0 0,0 0 0 0 0,1 0 0 0 0,-1-1 1 0 0,0 1-1 0 0,0 0 0 0 0,0 0 0 0 0,0 0 0 0 0,0 0 0 0 0,0 0 1 0 0,0 0-1 0 0,1-1 0 0 0,-1 1 0 0 0,0 0 0 0 0,0 0 0 0 0,0 0 1 0 0,0 0-1 0 0,0 0 0 0 0,0-1 0 0 0,0 1 0 0 0,0-1 415 0 0,-18 1-378 0 0,-460 0 2882 0 0,403 5-2645 0 0,0-1-8 0 0,14 1-38 0 0,1 1-23 0 0,-145 8 200 0 0,111-9-244 0 0,49-4-64 0 0,-24 2 67 0 0,-7-1-6 0 0,51-3-99 0 0,-34 4 0 0 0,33-1 64 0 0,-39-3-1 0 0,25 1-50 0 0,-453 0 538 0 0,406-4-502 0 0,-103 4-86 0 0,159 4-1 0 0,-10-1-17 0 0,-116-1 198 0 0,-16 3-109 0 0,173-5-171 0 0,-1 0 0 0 0,0 0 0 0 0,1 0 0 0 0,-1 0 0 0 0,0 1-1 0 0,1-1 1 0 0,-1 0 0 0 0,0 0 0 0 0,1 1 0 0 0,-1-1 0 0 0,0 0-1 0 0,1 1 1 0 0,-1-1 0 0 0,1 1 0 0 0,-1-1 0 0 0,1 0 0 0 0,-1 1-1 0 0,1-1 1 0 0,-1 1 0 0 0,1-1 0 0 0,0 1 0 0 0,-1 0 0 0 0,1-1 0 0 0,0 1-1 0 0,-1-1 1 0 0,1 2 0 0 0,-2 5-2930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19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509 213 0 0 0,'0'0'17900'0'0,"2"-4"-17571"0"0,6-14-58 0 0,-8 18-249 0 0,0-1 1 0 0,0 0 0 0 0,0 1-1 0 0,-1-1 1 0 0,1 1-1 0 0,0-1 1 0 0,0 0-1 0 0,0 1 1 0 0,-1-1-1 0 0,1 1 1 0 0,0-1-1 0 0,0 1 1 0 0,-1-1-1 0 0,1 1 1 0 0,-1-1-1 0 0,1 1 1 0 0,0-1-1 0 0,-1 1 1 0 0,1 0-1 0 0,-1-1 1 0 0,1 1-1 0 0,-1 0 1 0 0,1-1 0 0 0,-1 1-1 0 0,1 0 1 0 0,-2-1-1 0 0,0 0 77 0 0,-32-22 1296 0 0,19 14-1213 0 0,-1 1 0 0 0,0 1 0 0 0,0 1 0 0 0,-18-5 0 0 0,-6-3 184 0 0,-36-11 255 0 0,18 6-116 0 0,34 11-261 0 0,1 0 0 0 0,-2 2 0 0 0,-32-4 0 0 0,39 4-77 0 0,15 5-123 0 0,1 1 0 0 0,-1-1 0 0 0,1 0 0 0 0,-1 0 0 0 0,1 1 0 0 0,-4-1 0 0 0,3 1 12 0 0,-1-1 1 0 0,1 0-1 0 0,0 0 1 0 0,-7-2-1 0 0,1-1 271 0 0,7 2 108 0 0,3 2 269 0 0,6 3-694 0 0,-1-1 0 0 0,1 1-1 0 0,6 3 1 0 0,5 3 16 0 0,271 129-398 0 0,-267-125 348 0 0,-14-8 22 0 0,0-1-1 0 0,0 0 1 0 0,9 4 0 0 0,-8-4 62 0 0,-9-4-45 0 0,2 11-264 0 0,-1-9 243 0 0,0 0 0 0 0,0 0-1 0 0,1 0 1 0 0,-1 0 0 0 0,1-1-1 0 0,1 3 1 0 0,3 4-84 0 0,5 5 46 0 0,-9-9-131 0 0,-6-4-317 0 0,-6 2 396 0 0,2 1 128 0 0,0 0 0 0 0,1 0 0 0 0,-14 2 0 0 0,12-3-13 0 0,0 0 0 0 0,-14 6 0 0 0,11-3 3 0 0,-1-1-1 0 0,-19 4 0 0 0,-8 2 54 0 0,15-2-15 0 0,-1-2-1 0 0,0 0 1 0 0,-40 3 0 0 0,60-9-189 0 0,0 1 0 0 0,0 1 0 0 0,1-1 1 0 0,-1 1-1 0 0,0 0 0 0 0,1 0 0 0 0,-1 1 1 0 0,1 0-1 0 0,0 0 0 0 0,-6 4 0 0 0,1 4-5536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2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2675 6 0 0 0,'0'0'2874'0'0,"4"0"-1490"0"0,15 0 5211 0 0,-33 0-6703 0 0,-11 3 1138 0 0,-323 4 6559 0 0,-62-4-3956 0 0,331-8-3070 0 0,-25 0 222 0 0,11 2-254 0 0,-33 4-263 0 0,-133-3 350 0 0,151-3-410 0 0,-521 5 878 0 0,571 4-998 0 0,-89-2 68 0 0,117 1-117 0 0,-132 1 268 0 0,151-5-627 0 0,0 2 0 0 0,0 0 0 0 0,0 0 0 0 0,0 1 0 0 0,-16 4-1 0 0,19-3-515 0 0,-2 0-1339 0 0,4-1-2939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2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718 289 0 0 0,'0'0'13562'0'0,"-9"-6"-12990"0"0,-3-3-351 0 0,4 4 134 0 0,-1-1 0 0 0,-16-8 1 0 0,22 13-81 0 0,1-1 1 0 0,-1 1 0 0 0,1-1 0 0 0,0 1 0 0 0,-1-1 0 0 0,-1-2 0 0 0,2 3-103 0 0,1 0 0 0 0,0 0 0 0 0,-1 0 0 0 0,1 0 0 0 0,0 0 0 0 0,-1 1 0 0 0,-3-2-1 0 0,4 1-60 0 0,0 1 0 0 0,-1-1 0 0 0,1 1 0 0 0,-1-1-1 0 0,1 0 1 0 0,0 0 0 0 0,-3-1 0 0 0,0 0-91 0 0,0 0 0 0 0,1 1 0 0 0,-1 0 0 0 0,-5-1 0 0 0,8 1-17 0 0,-131-38 487 0 0,66 19 77 0 0,-19-10 897 0 0,62 21-1067 0 0,-13-3 263 0 0,19 3-622 0 0,10 7-26 0 0,1 0-1 0 0,0 0 1 0 0,-11-6-1 0 0,-4-2 31 0 0,8 2-4 0 0,12 7-36 0 0,0 0 0 0 0,0 1 0 0 0,1-1 0 0 0,-1 0 0 0 0,0 1 0 0 0,-1-1 0 0 0,1 1 0 0 0,0-1 0 0 0,0 1 0 0 0,0-1 0 0 0,0 1 0 0 0,-3-1 0 0 0,1 0 102 0 0,-1 0 1 0 0,1 0-1 0 0,-1 0 1 0 0,1-1 0 0 0,-6-3-1 0 0,3 2-104 0 0,0 0 0 0 0,0 0 1 0 0,0 0-1 0 0,0 1 0 0 0,0 0 0 0 0,-13-3 0 0 0,-13-5 20 0 0,18 5-17 0 0,4 0 493 0 0,18 5 1020 0 0,18 4-843 0 0,76 26-886 0 0,-42-11 124 0 0,41 17-80 0 0,21 3 78 0 0,-93-29 97 0 0,-16-5 4 0 0,0-1 0 0 0,0 0 0 0 0,25 4 0 0 0,-33-8 1 0 0,0 0 1 0 0,0 1-1 0 0,0 0 1 0 0,0 0-1 0 0,0 1 0 0 0,5 1 1 0 0,-3-2-17 0 0,4 1 4 0 0,0 0 0 0 0,16 7 0 0 0,-23-8 0 0 0,0 1 18 0 0,11 1 94 0 0,-11-3-263 0 0,-6 2-480 0 0,-5 0 532 0 0,1 0 0 0 0,0 1 0 0 0,-10 5 1 0 0,-14 7 175 0 0,-15 2 21 0 0,-38 13 83 0 0,58-23-131 0 0,12-3-13 0 0,0 0-1 0 0,-21 3 1 0 0,17-3-42 0 0,14-3 2 0 0,1 0 0 0 0,-1 0 0 0 0,0 0 0 0 0,0-1 0 0 0,-5 1 0 0 0,-3 0-121 0 0,1 0-1 0 0,0 1 1 0 0,-1 1-1 0 0,-10 3 1 0 0,-15 4-7532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3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21 0 0 0,'0'0'18323'0'0,"-2"0"-17151"0"0,0-1-749 0 0,-3-1-131 0 0,1 2 3256 0 0,12 5-1014 0 0,6-6-2400 0 0,0 0-1 0 0,21-6 0 0 0,2 0-277 0 0,-5 3-148 0 0,1 2 0 0 0,53 1 0 0 0,-86 19-200 0 0,0-15 464 0 0,-1 0 1 0 0,0 0-1 0 0,1 0 0 0 0,-1 0 1 0 0,0-1-1 0 0,-1 1 0 0 0,1 0 1 0 0,0-1-1 0 0,-1 1 0 0 0,-2 3 1 0 0,0 0 2 0 0,-11 15-98 0 0,-6 5 74 0 0,16-20 44 0 0,-1 0 0 0 0,1 1 1 0 0,-7 13-1 0 0,5-11 13 0 0,1 2-7 0 0,3-3 1 0 0,1-1 0 0 0,-1 0 0 0 0,-1 0 0 0 0,-6 12 0 0 0,4-12-26 0 0,0 2 0 0 0,1-1 0 0 0,-4 10 0 0 0,-2-3 48 0 0,11-13-26 0 0,-1 0 0 0 0,0-1 0 0 0,0 1 0 0 0,0 0 0 0 0,0-1 0 0 0,0 1 0 0 0,0-1 0 0 0,0 1 0 0 0,-2 1 0 0 0,-5 7 6 0 0,8-10-3 0 0,0 1 0 0 0,0 0 1 0 0,-1-1-1 0 0,1 1 1 0 0,0-1-1 0 0,0 1 1 0 0,0-1-1 0 0,0 1 0 0 0,0 0 1 0 0,0-1-1 0 0,0 1 1 0 0,0-1-1 0 0,0 1 0 0 0,0-1 1 0 0,0 1-1 0 0,0 0 1 0 0,0-1-1 0 0,0 1 1 0 0,1-1-1 0 0,-1 1 0 0 0,0-1 1 0 0,0 1-1 0 0,1-1 1 0 0,-1 1-1 0 0,0-1 0 0 0,1 1 1 0 0,-1-1-1 0 0,0 1 1 0 0,1-1-1 0 0,-1 1 0 0 0,1-1 1 0 0,-1 0-1 0 0,1 1 1 0 0,-1-1-1 0 0,1 0 1 0 0,0 1-1 0 0,3 1 30 0 0,-1-1-1 0 0,1 1 1 0 0,0-1-1 0 0,4 2 1 0 0,-5-3-4 0 0,16 5 118 0 0,0-2 0 0 0,0-1 1 0 0,32 1-1 0 0,1 0-88 0 0,52-1-261 0 0,-77-2-424 0 0,-17 0 219 0 0,-3 0-1767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0 0 0,'0'0'19574'0'0,"2"-2"-19148"0"0,0-1-423 0 0,-1 2 82 0 0,-1-1 0 0 0,1 1 0 0 0,0-1 0 0 0,0 1-1 0 0,0 0 1 0 0,0 0 0 0 0,0-1 0 0 0,1 1-1 0 0,-1 0 1 0 0,0 0 0 0 0,0 0 0 0 0,1 0-1 0 0,-1 1 1 0 0,0-1 0 0 0,1 0 0 0 0,2 0 0 0 0,7-2 116 0 0,-5 1-178 0 0,0 0 1 0 0,1 1 0 0 0,0 0 0 0 0,10-1 0 0 0,76 2-609 0 0,-72 0-2838 0 0,-2 0-3300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29 0 0 0,'0'0'19479'0'0,"-3"-5"-18944"0"0,-10-13-47 0 0,10 13 1205 0 0,3 5-1675 0 0,0 1-1 0 0,0-1 1 0 0,0 1-1 0 0,0-1 1 0 0,0 1-1 0 0,0-1 1 0 0,0 0-1 0 0,0 1 1 0 0,-1-1-1 0 0,1 1 1 0 0,0-1-1 0 0,0 0 0 0 0,0 1 1 0 0,0-1-1 0 0,-1 1 1 0 0,1-1-1 0 0,0 0 1 0 0,0 1-1 0 0,-1-1 1 0 0,0 1-1 0 0,-6 2 60 0 0,-1 0-1 0 0,0 0 1 0 0,0-1-1 0 0,-1 0 1 0 0,1 0-1 0 0,-15 1 1 0 0,-55-3 185 0 0,38-1-326 0 0,22 1-586 0 0,-19 0-215 0 0,12-4-8877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3577 0 0,'0'0'18776'0'0,"0"-1"-18571"0"0,-4-2-188 0 0,6 10-338 0 0,0 4 296 0 0,1 5 76 0 0,0 9 38 0 0,-2-14-60 0 0,0 0 1 0 0,2 0-1 0 0,-1-1 1 0 0,1 1-1 0 0,1-1 1 0 0,8 18-1 0 0,2 9-42 0 0,-13-33-123 0 0,1 0-1 0 0,-1-1 0 0 0,0 1 1 0 0,0 0-1 0 0,0 0 0 0 0,0 0 1 0 0,-1 0-1 0 0,0 6 1 0 0,1 9-5165 0 0,-1-13 1716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0 0 0,'0'0'20664'0'0,"1"-1"-19851"0"0,0 0-531 0 0,0 0 0 0 0,-1-1 0 0 0,1 1 0 0 0,-1 0 0 0 0,1 0 0 0 0,-1 0 0 0 0,1 0 0 0 0,-1-1 0 0 0,0 1 0 0 0,1 0 0 0 0,-1-1 0 0 0,0 1 0 0 0,0 0 0 0 0,0 0 0 0 0,0-3 1 0 0,0 4-258 0 0,0-1 1 0 0,1 1 0 0 0,-1-1-1 0 0,0 1 1 0 0,1-1 0 0 0,-1 1 0 0 0,1-1-1 0 0,-1 1 1 0 0,1 0 0 0 0,-1-1 0 0 0,1 1-1 0 0,-1-1 1 0 0,1 1 0 0 0,-1 0-1 0 0,1-1 1 0 0,-1 1 0 0 0,1 0 0 0 0,-1 0-1 0 0,1 0 1 0 0,0-1 0 0 0,-1 1 0 0 0,2 0-1 0 0,19-5-38 0 0,-14 4 9 0 0,5-1-55 0 0,0 1 1 0 0,0 0-1 0 0,22 2 0 0 0,-12-1 9 0 0,-9 1 1 0 0,0 0-1 0 0,-1 1 1 0 0,15 4 0 0 0,-15-3 29 0 0,0-1 1 0 0,0 0 0 0 0,13 0-1 0 0,-16-1 61 0 0,-7 0-87 0 0,-7-1-382 0 0,-9 10-218 0 0,6-1 632 0 0,-4 2 12 0 0,6-7 1 0 0,1 1 0 0 0,0 0 0 0 0,-1 0 0 0 0,2 1 0 0 0,-1-1 0 0 0,1 1 0 0 0,0 0 0 0 0,0 0 0 0 0,-4 10 0 0 0,2-6-1 0 0,0-1 0 0 0,-13 18 0 0 0,11-16 0 0 0,0 1-1 0 0,0 0 1 0 0,1 0-1 0 0,-9 23 1 0 0,13-28 2 0 0,-10 25-15 0 0,9-20 21 0 0,-12 22-1 0 0,0 2-35 0 0,15-35 27 0 0,0 2 0 0 0,0-1 1 0 0,-1 0 0 0 0,2 0-1 0 0,-1 1 1 0 0,0-1 0 0 0,0 1-1 0 0,1-1 1 0 0,-1 3 0 0 0,1-4 4 0 0,0 1-22 0 0,0-2 27 0 0,0 0 0 0 0,0 1 1 0 0,0-1-1 0 0,0 0 0 0 0,0 1 0 0 0,0-1 1 0 0,-1 0-1 0 0,1 1 0 0 0,0-1 0 0 0,0 0 1 0 0,1 1-1 0 0,-1-1 0 0 0,0 0 0 0 0,0 1 1 0 0,0-1-1 0 0,0 0 0 0 0,0 1 0 0 0,0-1 1 0 0,0 0-1 0 0,0 1 0 0 0,1-1 0 0 0,-1 0 1 0 0,0 0-1 0 0,0 1 0 0 0,0-1 0 0 0,1 0 1 0 0,-1 0-1 0 0,0 1 0 0 0,0-1 0 0 0,1 0 1 0 0,-1 0-1 0 0,0 0 0 0 0,0 1 0 0 0,1-1 1 0 0,12 2 321 0 0,-9-2-290 0 0,-1 0 0 0 0,0 0 1 0 0,1 0-1 0 0,-1 1 0 0 0,5 0 0 0 0,7 2 3 0 0,15-2-4 0 0,29-2 0 0 0,-7-1-61 0 0,-30 2-239 0 0,0-2 0 0 0,34-6 0 0 0,-51 7-417 0 0,9-3-1163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0 0 0,'0'0'19187'0'0,"3"-1"-18704"0"0,-1 0-448 0 0,0 0 67 0 0,0 0 0 0 0,0 0 0 0 0,0 0 0 0 0,0 0 0 0 0,0 0 0 0 0,1 1 0 0 0,-1-1 0 0 0,0 1-1 0 0,4-1 1 0 0,37-3 1181 0 0,71 4-1429 0 0,-65 0-9582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 3441 0 0,'0'0'17770'0'0,"-3"0"-17710"0"0,-12-3-29 0 0,0 2 0 0 0,0 0-1 0 0,-19 1 1 0 0,13 0 12 0 0,-59 4-231 0 0,38-3-618 0 0,20-1-2020 0 0,1 0-6033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3441 0 0,'0'0'19960'0'0,"-2"2"-20081"0"0,3 2 122 0 0,-1 1 0 0 0,1-1 1 0 0,1 0-1 0 0,-1 0 0 0 0,0 0 1 0 0,1 0-1 0 0,0-1 1 0 0,0 1-1 0 0,0 0 0 0 0,5 6 1 0 0,8 15 44 0 0,27 52-265 0 0,-29-57-389 0 0,-1 7-2041 0 0,-5-9-5758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0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0 0 0,'0'0'14614'0'0,"0"-3"-13474"0"0,0-13 830 0 0,21 16 1997 0 0,98 0-2414 0 0,-38 3-1393 0 0,-51-3 20 0 0,-29 0-155 0 0,-1 6-1443 0 0,0-5 1414 0 0,0 1 1 0 0,0-1 0 0 0,1 0 0 0 0,-2 1 0 0 0,1-1 0 0 0,0 0 0 0 0,0 1 0 0 0,0-1 0 0 0,0 0-1 0 0,-1 1 1 0 0,1-1 0 0 0,-1 2 0 0 0,-1 0-2 0 0,0 0 1 0 0,1 1-1 0 0,-1-1 0 0 0,1 0 1 0 0,-2 7-1 0 0,-3 8-24 0 0,2-9 24 0 0,-1 4-9 0 0,-1-1-1 0 0,0 0 0 0 0,-12 16 0 0 0,12-18 4 0 0,-1 0 1 0 0,-5 13 0 0 0,3-7 3 0 0,-27 63 11 0 0,20-40-2 0 0,14-34-2 0 0,1-3 4 0 0,-1 0 1 0 0,2 1-1 0 0,-1-1 1 0 0,0 1 0 0 0,0-1-1 0 0,0 4 1 0 0,-2 15-43 0 0,1-13 2568 0 0,16-8-1567 0 0,244 0-2731 0 0,-258 0 1598 0 0,0 0 0 0 0,1 0 0 0 0,-1 0 0 0 0,1 0 0 0 0,-1 0 0 0 0,1 0 0 0 0,-1 0 0 0 0,0-1 0 0 0,1 1 0 0 0,-1 0 0 0 0,1 0 0 0 0,-1 0 0 0 0,0-1 0 0 0,1 1 0 0 0,-1 0 0 0 0,0-1 0 0 0,1 1 0 0 0,-1 0 0 0 0,0-1 0 0 0,0 1 0 0 0,1 0 0 0 0,-1-1 0 0 0,0 1 0 0 0,0-1 0 0 0,1 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0 0 0,'0'0'18727'0'0,"2"-3"-17942"0"0,0 0-590 0 0,-2 1-142 0 0,1 1 0 0 0,-1 0-1 0 0,1 0 1 0 0,0 0-1 0 0,0 0 1 0 0,-1 0 0 0 0,1 0-1 0 0,0 0 1 0 0,0 1 0 0 0,0-1-1 0 0,0 0 1 0 0,0 0-1 0 0,0 1 1 0 0,0-1 0 0 0,0 0-1 0 0,0 1 1 0 0,0-1-1 0 0,2 0 1 0 0,18-2 414 0 0,1 0 1 0 0,-1 1-1 0 0,1 1 0 0 0,25 3 0 0 0,-3-2-277 0 0,25-1-647 0 0,-60 0-1533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35 3329 0 0,'0'0'15742'0'0,"-2"-1"-15533"0"0,-14-1 49 0 0,1 0 1 0 0,0 1-1 0 0,-17 1 0 0 0,14 1 151 0 0,0-2 0 0 0,-21-2-1 0 0,-75-16-1059 0 0,105 15-526 0 0,5 2-1115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5121 0 0,'0'0'16869'0'0,"-4"10"-16949"0"0,4-2 81 0 0,0 0 149 0 0,0 1-1 0 0,0-1 1 0 0,1 1-1 0 0,0-1 1 0 0,1 0 0 0 0,3 15-1 0 0,21 41 246 0 0,-25-57-624 0 0,0 0 0 0 0,0-1 0 0 0,0 1-1 0 0,-1 0 1 0 0,0-1 0 0 0,-1 12 0 0 0,0 4-3924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8:5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 0 0 0,'-5'9'21178'0'0,"95"-16"-20086"0"0,68 1-182 0 0,-113 6-817 0 0,122 4 270 0 0,-66 3-54 0 0,-49-5-184 0 0,18 2 17 0 0,-26 0 20 0 0,52-2 0 0 0,-68-2-107 0 0,91 4 20 0 0,1 1-40 0 0,-40-11 29 0 0,-3 0-49 0 0,-11 4-53 0 0,-33 0-4 0 0,1 2 0 0 0,39 5 0 0 0,-51-3 57 0 0,27-2 0 0 0,-31 0-6 0 0,11 5-35 0 0,37-8-44 0 0,-65 3 43 0 0,-1 0 1 0 0,0 0-1 0 0,1 0 1 0 0,-1 0-1 0 0,0 0 1 0 0,1 0-1 0 0,-1 0 1 0 0,0 0-1 0 0,1 0 1 0 0,-1 0-1 0 0,0-1 0 0 0,1 1 1 0 0,-1 0-1 0 0,0 0 1 0 0,1 0-1 0 0,-1 0 1 0 0,0-1-1 0 0,0 1 1 0 0,1 0-1 0 0,-1 0 1 0 0,0 0-1 0 0,0-1 1 0 0,1 1-1 0 0,-1-1 1 0 0,1-7-5507 0 0,18 1-1310 0 0,-17 6 7430 0 0,0 1-1 0 0,-1 0 1 0 0,1 0 0 0 0,0-1 0 0 0,-1 1 0 0 0,1-1-1 0 0,2-1 1 0 0,-2 1-304 0 0,-1 1-1 0 0,1-1 1 0 0,-1 1-1 0 0,1-1 1 0 0,-1 1 0 0 0,1-1-1 0 0,3 1 1 0 0,-5 0-255 0 0,12 0-335 0 0,9 0-12 0 0,23 0 3141 0 0,-43 18-1931 0 0,12 32-611 0 0,-11-37-202 0 0,-1 1 0 0 0,-1-1 0 0 0,-1 17 0 0 0,0-18-15 0 0,1 0 0 0 0,3 16 0 0 0,3 20 129 0 0,-2-27-116 0 0,1 36 1 0 0,-2 79 140 0 0,1-99-113 0 0,3 21 59 0 0,-6-41-108 0 0,0 0 1 0 0,5 20-1 0 0,-3-16-33 0 0,-2 0 1 0 0,-2 38-1 0 0,0-18 21 0 0,2-13 1 0 0,0-15-30 0 0,-1 0 0 0 0,0 0 0 0 0,-1-1 0 0 0,-4 22 0 0 0,1 0 13 0 0,3-25-26 0 0,0 0 0 0 0,1 0 0 0 0,0 0 0 0 0,1 9 0 0 0,0 7 1 0 0,-3 92 67 0 0,-2-65-45 0 0,4 121 165 0 0,2-166-163 0 0,-2-7-22 0 0,-1 3-512 0 0,1-3 495 0 0,0 0-1 0 0,0 0 1 0 0,0 0 0 0 0,0 0 0 0 0,0 0-1 0 0,0 0 1 0 0,0 1 0 0 0,0-1 0 0 0,0 0-1 0 0,0 0 1 0 0,0 0 0 0 0,0 0 0 0 0,0 0-1 0 0,0 0 1 0 0,0 0 0 0 0,0 1-1 0 0,0-1 1 0 0,0 0 0 0 0,0 0 0 0 0,-1 0-1 0 0,1 0 1 0 0,0 0 0 0 0,0 0 0 0 0,0 0-1 0 0,0 0 1 0 0,0 0 0 0 0,0 0 0 0 0,0 0-1 0 0,0 1 1 0 0,0-1 0 0 0,-1 0-1 0 0,1 0 1 0 0,0 0 0 0 0,0 0 0 0 0,0 0-1 0 0,0 0 1 0 0,0 0 0 0 0,0 0 0 0 0,-1 0-1 0 0,1 0 1 0 0,0 0 0 0 0,0 0 0 0 0,0 0-1 0 0,0 0 1 0 0,0 0 0 0 0,0 0-1 0 0,0 0 1 0 0,-1 0 0 0 0,1 0 0 0 0,0-1-1 0 0,0 1 1 0 0,-13 2-2549 0 0,6-1-416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8:5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1917 72 0 0 0,'2'2'13036'0'0,"-19"-2"-12516"0"0,0-1-1 0 0,0 0 0 0 0,0-1 1 0 0,0-1-1 0 0,-20-6 1 0 0,23 5-186 0 0,0 1 0 0 0,0 1 0 0 0,-23-1 0 0 0,4 0 78 0 0,-63-4 769 0 0,21 3-175 0 0,66 3-873 0 0,-321-23 2592 0 0,-320 17-1042 0 0,503 7-1651 0 0,59 5-4 0 0,1 1 6 0 0,48 1-12 0 0,32-7-12 0 0,-1 0-1 0 0,1 1 0 0 0,0-1 1 0 0,-8 3-1 0 0,-16 2 2 0 0,6-2 11 0 0,-26 5 25 0 0,42-7-19 0 0,8 0-12 0 0,2 1 4 0 0,-1-2 8 0 0,-4 12-5316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0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3993 5 0 0 0,'3'-1'0'0'0,"1"0"0"0"0,0 0 0 0 0,-1 0 0 0 0,1 1 0 0 0,-1 0 0 0 0,1-1 0 0 0,0 1 0 0 0,-1 0 0 0 0,1 1 0 0 0,0-1 0 0 0,-1 1 0 0 0,1 0 0 0 0,4 1 0 0 0,-1 1 6 0 0,-2-1 61 0 0,1 0-1 0 0,0 1 1 0 0,11 1 1557 0 0,-15-4-918 0 0,0 0 0 0 0,0 0 0 0 0,-1 0 0 0 0,1-1 0 0 0,0 1 0 0 0,3-1 0 0 0,-31 1 7814 0 0,0-1-3571 0 0,-29 0-2414 0 0,-59-1-3170 0 0,34 2 1199 0 0,-122 2 307 0 0,92 8-559 0 0,-20 1-70 0 0,-309 1 701 0 0,380-11-870 0 0,-74 9 0 0 0,31-1-28 0 0,0 1 2 0 0,-4-1 50 0 0,-210-1 777 0 0,213-9-685 0 0,-172 1 0 0 0,213 4-188 0 0,-1 1 14 0 0,-41 0 17 0 0,42-1 4 0 0,-373 19 136 0 0,394-21-145 0 0,-23 1 41 0 0,45-1-37 0 0,-28-2-1 0 0,31 0 5 0 0,0 0 1 0 0,-26 4-1 0 0,26-2-21 0 0,-31 0 0 0 0,3 0 18 0 0,-93 4 88 0 0,-88-2 513 0 0,28-4-498 0 0,187 0-380 0 0,-1 1 0 0 0,-15 4 0 0 0,6 0-2428 0 0,-2-1-7227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1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632 152 0 0 0,'0'0'10937'0'0,"8"0"-10365"0"0,4-1-309 0 0,32-1 6814 0 0,-73 0-6346 0 0,0-1 0 0 0,-53-13 0 0 0,26 5-212 0 0,24 5-261 0 0,-136-30 937 0 0,66 9-692 0 0,37 11-270 0 0,18 5-63 0 0,-23-6 158 0 0,59 14-300 0 0,7 2 2835 0 0,10 1-2655 0 0,10 1-247 0 0,0 0 0 0 0,0 1 0 0 0,0 0-1 0 0,22 8 1 0 0,-13-4 19 0 0,47 16-31 0 0,34 12-47 0 0,-41-14 68 0 0,40 11-36 0 0,-38-9 57 0 0,32 11 7 0 0,-83-26-10 0 0,-15-6 8 0 0,-1 0-2 0 0,0-1 0 0 0,1 1 0 0 0,-1-1-1 0 0,0 1 1 0 0,1-1 0 0 0,-1 1 0 0 0,1-1 0 0 0,-1 0 0 0 0,1 1 0 0 0,-1-1-1 0 0,1 1 1 0 0,-1-1 0 0 0,1 0 0 0 0,-1 1 0 0 0,2-1 0 0 0,5 6-69 0 0,1 0 3 0 0,-8-6 67 0 0,1 1 0 0 0,-1-1-1 0 0,1 0 1 0 0,-1 0 0 0 0,1 1-1 0 0,-1-1 1 0 0,1 1-1 0 0,-1-1 1 0 0,1 0 0 0 0,-1 1-1 0 0,0-1 1 0 0,1 1 0 0 0,-1-1-1 0 0,0 1 1 0 0,1-1 0 0 0,-1 1-1 0 0,0 0 1 0 0,1-1-1 0 0,-1 1 1 0 0,0-1 0 0 0,0 2-1 0 0,0-2 33 0 0,-7 10-891 0 0,3-6 866 0 0,0-1 0 0 0,0 0 1 0 0,-1 0-1 0 0,1-1 0 0 0,-1 1 0 0 0,1-1 1 0 0,-9 3-1 0 0,-37 9 89 0 0,-60 6 86 0 0,-32 7 113 0 0,116-21-231 0 0,18-4-26 0 0,-1 0-1 0 0,0 1 0 0 0,-11 5 0 0 0,-27 13-352 0 0,41-17 109 0 0,3-2-63 0 0,-1 0 0 0 0,1 0 0 0 0,0 0 0 0 0,0 1 0 0 0,0-1 0 0 0,-3 4 0 0 0,-4 3-2823 0 0,-1-1-4186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5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 0 0 0,'-5'4'24170'0'0,"27"-9"-23277"0"0,-9 1-782 0 0,5 1-89 0 0,69-1-34 0 0,-11 8 163 0 0,-75-4-129 0 0,-1 0-35 0 0,0 0 0 0 0,0 0-1 0 0,0 0 1 0 0,0 0 0 0 0,0 0-1 0 0,0-1 1 0 0,1 1 0 0 0,-1 0-1 0 0,0 0 1 0 0,0 0-1 0 0,0 0 1 0 0,0 0 0 0 0,0 0-1 0 0,0 0 1 0 0,0 0 0 0 0,0 1-1 0 0,1-1 1 0 0,-1 0 0 0 0,0 0-1 0 0,0 0 1 0 0,0 0 0 0 0,0 0-1 0 0,0 0 1 0 0,0 0-1 0 0,0 0 1 0 0,0 0 0 0 0,0 0-1 0 0,1 0 1 0 0,-1 0 0 0 0,0 0-1 0 0,0 0 1 0 0,0 0 0 0 0,0 1-1 0 0,0-1 1 0 0,0 0 0 0 0,0 0-1 0 0,0 0 1 0 0,0 0-1 0 0,0 0 1 0 0,0 0 0 0 0,0 0-1 0 0,0 0 1 0 0,0 1 0 0 0,0-1-1 0 0,0 0 1 0 0,0 0 0 0 0,0 0-1 0 0,0 0 1 0 0,0 0 0 0 0,0 0-1 0 0,0 0 1 0 0,0 0-1 0 0,0 1 1 0 0,0-1 0 0 0,0 0-1 0 0,0 0 1 0 0,0 0 0 0 0,0 0-1 0 0,0 0 1 0 0,0 0 0 0 0,0 0-1 0 0,0 1 1 0 0,-1-1 6 0 0,0 1 1 0 0,1 0-1 0 0,-1 0 0 0 0,1 0 1 0 0,-1 0-1 0 0,1 0 0 0 0,0 0 1 0 0,-1 0-1 0 0,1 0 1 0 0,0 0-1 0 0,0 0 0 0 0,-1 0 1 0 0,1 0-1 0 0,0 0 0 0 0,0 0 1 0 0,1 2-1 0 0,-3 10-23 0 0,-3 4 29 0 0,5-14 1 0 0,-1 0 0 0 0,1 0-1 0 0,-1 0 1 0 0,0 0 0 0 0,-2 5 0 0 0,1-6-3 0 0,1 0 0 0 0,0 1 0 0 0,1 0 1 0 0,-1-1-1 0 0,0 1 0 0 0,0 4 0 0 0,1-4 0 0 0,0 0 0 0 0,-1 0 0 0 0,0 0-1 0 0,1 0 1 0 0,-3 4 0 0 0,-15 30 19 0 0,11-22-30 0 0,-5 17 0 0 0,0 2 1 0 0,10-30 12 0 0,1 0 1 0 0,0 1 0 0 0,0-1 0 0 0,1 0 0 0 0,-1 6 0 0 0,-3 14 3 0 0,-1-10-1 0 0,4-11-2 0 0,0 1-1 0 0,-1 0 1 0 0,1 0 0 0 0,0 0 0 0 0,1 0-1 0 0,-1 6 1 0 0,-3 16-5 0 0,3-16 1085 0 0,16-10 103 0 0,212-1-1254 0 0,-225 1 13 0 0,1 0-5 0 0,-1 0-1 0 0,1 0 0 0 0,0 0 1 0 0,0-1-1 0 0,5-1 1 0 0,-8 2-108 0 0,0 0 1 0 0,1 0 0 0 0,-1 0-1 0 0,1-1 1 0 0,-1 1 0 0 0,1 0 0 0 0,-1-1-1 0 0,0 1 1 0 0,1 0 0 0 0,-1-1-1 0 0,1 1 1 0 0,-1 0 0 0 0,0-1-1 0 0,0 1 1 0 0,1-1 0 0 0,-1 1-1 0 0,0-1 1 0 0,0 1 0 0 0,1 0 0 0 0,-1-1-1 0 0,0 1 1 0 0,0-1 0 0 0,0 1-1 0 0,0-1 1 0 0,0 1 0 0 0,0-1-1 0 0,0 1 1 0 0,0-1 0 0 0,0 1 0 0 0,0-1-1 0 0,0 1 1 0 0,0-1 0 0 0,0 1-1 0 0,0-1 1 0 0,0 1 0 0 0,-1-1-1 0 0,1 1 1 0 0,0-1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5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18 0 0 0,'-3'0'21891'0'0,"32"-8"-20588"0"0,74 0-1628 0 0,-102 8 259 0 0,-1 0 1 0 0,0 0-1 0 0,0 0 1 0 0,1 0-1 0 0,-1 0 1 0 0,0 0-1 0 0,0 0 0 0 0,1 0 1 0 0,-1 0-1 0 0,0 0 1 0 0,0 0-1 0 0,1 0 1 0 0,-1 0-1 0 0,0 0 1 0 0,0 0-1 0 0,0 0 0 0 0,1 0 1 0 0,-1-1-1 0 0,0 1 1 0 0,0 0-1 0 0,1 0 1 0 0,-1 0-1 0 0,0-1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0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0 0 0,'0'0'21375'0'0,"0"6"-20548"0"0,-1-4-830 0 0,0-1-26 0 0,-16 0-618 0 0,-16 2 821 0 0,-47-2 0 0 0,47-1-439 0 0,20 0-507 0 0,1-1 0 0 0,-14-2-1 0 0,6-2-9246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0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5233 0 0,'0'0'16474'0'0,"-4"10"-17142"0"0,5 14 786 0 0,4 24 0 0 0,2-16 19 0 0,-4-22-86 0 0,-1 1 0 0 0,1 10 0 0 0,-2-15-3 0 0,0 1 1 0 0,0-1 0 0 0,5 11 0 0 0,1 8 226 0 0,-6-16-190 0 0,-1-8-63 0 0,0 1-1 0 0,0-1 1 0 0,0 1-1 0 0,1-1 1 0 0,-1 1-1 0 0,1-1 1 0 0,-1 1 0 0 0,2 2-1 0 0,-2-4-55 0 0,1 1 1 0 0,-1 0-1 0 0,1 0 0 0 0,-1 0 1 0 0,1 0-1 0 0,-1 0 0 0 0,0 0 1 0 0,0 0-1 0 0,1 0 0 0 0,-1 0 1 0 0,0 0-1 0 0,0 0 0 0 0,0 0 1 0 0,0 0-1 0 0,0 2 0 0 0,-1-2-454 0 0,1-1 1 0 0,0 1-1 0 0,0-1 0 0 0,0 1 0 0 0,-1 0 0 0 0,1-1 0 0 0,0 1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0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0 0 0,'0'0'5692'0'0,"3"-25"10869"0"0,-2 24-17153 0 0,0 1 566 0 0,-1 14-227 0 0,4 12 377 0 0,-1-8 92 0 0,0-1-1 0 0,5 18 1 0 0,-5-23-45 0 0,0-1 0 0 0,-1 1 0 0 0,-1 0 1 0 0,0 17-1 0 0,4 9 190 0 0,-5 30 249 0 0,0-66-633 0 0,0-1 0 0 0,-1 1 0 0 0,1-1 0 0 0,-1 1 0 0 0,1-1 0 0 0,-1 1 0 0 0,0-1 0 0 0,-1 3 0 0 0,-4 8-877 0 0,1-6-430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05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0 0 0 0,'0'0'22345'0'0,"-7"11"-20764"0"0,-28 3-1184 0 0,20-8-168 0 0,-25 7 0 0 0,15-7-117 0 0,-1-1-1 0 0,0-1 0 0 0,-46 0 1 0 0,71-4-144 0 0,-110 0-1451 0 0,64 0-7342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0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22 275 0 0 0,'0'0'17909'0'0,"-4"-3"-17058"0"0,-8-12-111 0 0,11 15-569 0 0,0-1-1 0 0,1 0 0 0 0,-1 0 1 0 0,1 0-1 0 0,0 0 0 0 0,-1 0 1 0 0,1 0-1 0 0,0 0 0 0 0,-1 0 1 0 0,1-1-1 0 0,0 1 1 0 0,0 0-1 0 0,0 0 0 0 0,0 0 1 0 0,0 0-1 0 0,0 0 0 0 0,0 0 1 0 0,1-2-1 0 0,-1-2 387 0 0,0 0-305 0 0,0 0 0 0 0,0 0 0 0 0,0-1 0 0 0,1 1 0 0 0,0 0 0 0 0,0 0 0 0 0,0 0 0 0 0,1 0 0 0 0,3-8 0 0 0,0-4 124 0 0,6-9 86 0 0,-5 19-330 0 0,0 0 0 0 0,1 0 0 0 0,-1 1 0 0 0,1 0 1 0 0,0 0-1 0 0,1 0 0 0 0,7-4 0 0 0,-1 1-97 0 0,-11 7-26 0 0,0 0-1 0 0,0 0 1 0 0,0 0 0 0 0,0 0-1 0 0,0 1 1 0 0,5-2 0 0 0,52-23 11 0 0,-46 22-26 0 0,28-7 1 0 0,-26 9-12 0 0,18 0 0 0 0,-6 0 16 0 0,99-1-3 0 0,-96 3-8 0 0,-23 0 3 0 0,1 1-1 0 0,-1 0 1 0 0,1 0-1 0 0,-1 1 1 0 0,0 0-1 0 0,9 4 1 0 0,46 23-64 0 0,-56-25 64 0 0,7 3-3 0 0,-1 0 1 0 0,0 1-1 0 0,0 1 0 0 0,22 20 1 0 0,-22-17-18 0 0,-2 0 17 0 0,11 12 1 0 0,-18-19 8 0 0,0 0 1 0 0,0 0 0 0 0,-1 1 0 0 0,0-1-1 0 0,4 9 1 0 0,12 22-48 0 0,-16-29 39 0 0,-1-1 0 0 0,0 0-1 0 0,-1 1 1 0 0,0 0 0 0 0,0-1 0 0 0,1 9 0 0 0,-2 3-13 0 0,-2 21 0 0 0,1-37 25 0 0,1 0-1 0 0,0 0 0 0 0,-1 0 1 0 0,0 0-1 0 0,1 0 1 0 0,-1 0-1 0 0,-1 2 0 0 0,-4 11 0 0 0,4-10-1 0 0,0 1 0 0 0,0-1 0 0 0,-1 1 0 0 0,0-1 0 0 0,1 0 0 0 0,-2 0 0 0 0,-5 8 0 0 0,-32 29-12 0 0,29-30 10 0 0,0-1-7 0 0,0-1 1 0 0,0-1 0 0 0,-1 0-1 0 0,-20 10 1 0 0,22-13 33 0 0,0 0-1 0 0,-1-1 1 0 0,1-1 0 0 0,-1 0-1 0 0,0-1 1 0 0,0 0-1 0 0,0-1 1 0 0,-1 0 0 0 0,-24 0-1 0 0,-96 2 153 0 0,99-4-155 0 0,-41-1 185 0 0,68 0-157 0 0,0 0 0 0 0,0-1 0 0 0,-7-3 0 0 0,-5-1 70 0 0,12 3-66 0 0,-1 0 0 0 0,1-1 0 0 0,0 1 1 0 0,-13-10-1 0 0,-8-3 78 0 0,19 10-74 0 0,0 0-1 0 0,0-1 0 0 0,1 0 1 0 0,0 0-1 0 0,0-1 0 0 0,-7-9 1 0 0,10 11 45 0 0,1 1 0 0 0,0-1-1 0 0,0-1 1 0 0,0 1 0 0 0,1 0 0 0 0,0-1 0 0 0,0 0 0 0 0,-2-8 0 0 0,-2-22-1473 0 0,5-1-7118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1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0 0 0,'0'0'5455'0'0,"0"-1"-4485"0"0,0-35 11296 0 0,0 35-11966 0 0,0-6 2084 0 0,0 146-1241 0 0,5-106-829 0 0,-5 177 1007 0 0,-5-193-1290 0 0,5 328 1316 0 0,4-325-1199 0 0,1-4-51 0 0,-2 23-41 0 0,-1 53 1 0 0,-2-66-36 0 0,2 14 68 0 0,0-34-61 0 0,-1-6-27 0 0,-1 0 0 0 0,0 1-1 0 0,0-1 1 0 0,1 0 0 0 0,-1 1 0 0 0,0-1 0 0 0,0 0-1 0 0,0 1 1 0 0,0-1 0 0 0,1 0 0 0 0,-1 1 0 0 0,0-1 0 0 0,0 1-1 0 0,0-1 1 0 0,0 0 0 0 0,0 1 0 0 0,0 0 0 0 0,4 56 103 0 0,-3 39-27 0 0,5 2 26 0 0,-3-27-127 0 0,-3 24 86 0 0,-3-65-36 0 0,-3 13-45 0 0,3-19 70 0 0,3-23-43 0 0,0 11 0 0 0,0 7-532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1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27 0 0 0,'0'0'19277'0'0,"-1"-1"-18767"0"0,0 0-354 0 0,0 1-1 0 0,0-1 1 0 0,0 1 0 0 0,0-1 0 0 0,1 1-1 0 0,-1 0 1 0 0,0-1 0 0 0,0 1 0 0 0,0 0-1 0 0,0 0 1 0 0,0 0 0 0 0,0 0 0 0 0,-2 0 290 0 0,-6 3-302 0 0,3 2-73 0 0,0 0 0 0 0,1 1 1 0 0,-1-1-1 0 0,1 1 0 0 0,1 1 0 0 0,-1-1 0 0 0,-3 8 0 0 0,2-5 24 0 0,-15 24 131 0 0,8-12-90 0 0,-24 29 0 0 0,19-33-47 0 0,15-15-58 0 0,1 1 0 0 0,-1 0 0 0 0,0 0 0 0 0,1 0 0 0 0,0 0 0 0 0,-3 5 0 0 0,3-5 68 0 0,2-2-58 0 0,-1 0 0 0 0,1 0 0 0 0,-1 1 0 0 0,1-1 0 0 0,-1 0-1 0 0,1 0 1 0 0,0 0 0 0 0,0 0 0 0 0,-1 0 0 0 0,1 0 0 0 0,0 1 0 0 0,0 1 0 0 0,0-3 78 0 0,-1 0 0 0 0,1 0 0 0 0,-1-1-1 0 0,1 1 1 0 0,-1 0 0 0 0,1 0 0 0 0,-1 0-1 0 0,1 0 1 0 0,-1-1 0 0 0,1 1 0 0 0,-1 0-1 0 0,1-1 1 0 0,0 1 0 0 0,-1 0 0 0 0,1-1-1 0 0,-1 1 1 0 0,1 0 0 0 0,-1-1 0 0 0,-14-25-11 0 0,-1 0 0 0 0,-36-41 0 0 0,48 62-95 0 0,-24-27 12 0 0,13 16-13 0 0,-16-24-1 0 0,8 11-12 0 0,21 21 256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27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0 0 0,'0'0'453'0'0,"2"-5"150"0"0,15-20 1462 0 0,-13 19-987 0 0,-3 5-894 0 0,0 0 0 0 0,-1 0 0 0 0,1 0-1 0 0,0 0 1 0 0,-1 0 0 0 0,1 0 0 0 0,0 0 0 0 0,-1 0-1 0 0,1 0 1 0 0,-1 0 0 0 0,0-1 0 0 0,1 1-1 0 0,-1-2 1 0 0,0 1 347 0 0,1 0 0 0 0,-1 0 0 0 0,1 0-1 0 0,-1 0 1 0 0,1 1 0 0 0,0-1 0 0 0,-1 0 0 0 0,1 0-1 0 0,2-2 1 0 0,-2 3 9 0 0,10-18 15162 0 0,-13 20-16742 0 0,2-1 1173 0 0,-2 14 187 0 0,-3 66 478 0 0,3 229-262 0 0,2-302-537 0 0,-1-1 0 0 0,0 0 1 0 0,-3 11-1 0 0,2-11 1 0 0,1 0-1 0 0,0 0 1 0 0,-1 13 0 0 0,-2 24 3 0 0,-1-15 15 0 0,0 26-2 0 0,3 43 20 0 0,0 133 155 0 0,6-194-208 0 0,-1-5 55 0 0,4 29 12 0 0,-3-35-36 0 0,-1-6 8 0 0,13 65 63 0 0,-9-38-77 0 0,-4-29-2 0 0,0 0 0 0 0,0 20 1 0 0,-3-30-13 0 0,1 0 0 0 0,2 10 1 0 0,-2-10 10 0 0,1 0 1 0 0,-1 11 0 0 0,6 38-18 0 0,-6-36 28 0 0,7 37 0 0 0,-4-37 2 0 0,1 39 1 0 0,2-7-35 0 0,-4-17 34 0 0,1 25-35 0 0,-1 28 31 0 0,3-45-22 0 0,-6 478 118 0 0,5-415-82 0 0,-2 156-30 0 0,-6-168 27 0 0,1 135-85 0 0,6 76 123 0 0,-1-229-51 0 0,4-39-10 0 0,-5-10-5 0 0,-1-14 0 0 0,0 0-1 0 0,4 18 1 0 0,-5-27 1 0 0,1 0 0 0 0,-1-1 0 0 0,0 1-1 0 0,0 0 1 0 0,0 6 0 0 0,-1 11 11 0 0,1-20-2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29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53 0 0 0,'0'0'4742'0'0,"-3"-1"-3571"0"0,-30-12 11300 0 0,33 16-10298 0 0,-1 12-3240 0 0,1-13 1755 0 0,0 3-548 0 0,0-1 0 0 0,0 1 1 0 0,1 0-1 0 0,-1-1 0 0 0,1 1 0 0 0,0 0 1 0 0,0-1-1 0 0,1 1 0 0 0,2 6 1 0 0,32 61 928 0 0,-20-47-855 0 0,2-1-1 0 0,24 28 1 0 0,-2-5-15 0 0,-34-39-188 0 0,-4-6-5 0 0,0-1 0 0 0,0 1-1 0 0,-1 0 1 0 0,1 0 0 0 0,-1 0 0 0 0,0 0 0 0 0,2 4 820 0 0,-14-19 165 0 0,-29-39-935 0 0,28 39-46 0 0,-25-30 34 0 0,7 8 20 0 0,22 25-55 0 0,-1-1 27 0 0,0-1 0 0 0,-12-9-1 0 0,18 18-36 0 0,0-1 0 0 0,0 0 0 0 0,0 1-1 0 0,-4-8 1 0 0,4 6 33 0 0,0 1 0 0 0,0-1 0 0 0,-5-5 0 0 0,-3-4 32 0 0,8 10 44 0 0,-1 0 0 0 0,1 0 0 0 0,0 0 0 0 0,0 0 0 0 0,0 0 0 0 0,0-1 0 0 0,-2-6 0 0 0,4 5 72 0 0,-1 0 1 0 0,2 0-1 0 0,-1-7 1 0 0,-3-1 63 0 0,4 14-191 0 0,0 0-30 0 0,-2 2-60 0 0,0 0 1 0 0,1 0-1 0 0,-1 1 1 0 0,1-1-1 0 0,0 1 1 0 0,0 0-1 0 0,-1 2 1 0 0,0-2 37 0 0,-8 21 5 0 0,0-1-1 0 0,-8 35 1 0 0,12-40-13 0 0,4-14 9 0 0,1-1 0 0 0,0 1-1 0 0,0 0 1 0 0,-1 5 0 0 0,1 0-1 0 0,-1-1 0 0 0,-1 1 0 0 0,0-1 0 0 0,0 0 0 0 0,0 0 1 0 0,-8 13-1 0 0,3-6 9 0 0,-6 6-23 0 0,9-16 19 0 0,4-5-6 0 0,1 0 0 0 0,0 0 1 0 0,0 0-1 0 0,0 1 0 0 0,-1-1 0 0 0,1 0 1 0 0,0 0-1 0 0,0 0 0 0 0,0 0 1 0 0,0 0-1 0 0,-1 0 0 0 0,1 1 1 0 0,0-1-1 0 0,0 0 0 0 0,0 0 0 0 0,0 0 1 0 0,0 0-1 0 0,0 1 0 0 0,-1-1 1 0 0,1 0-1 0 0,0 0 0 0 0,0 0 0 0 0,0 0 1 0 0,0 1-1 0 0,0-1 0 0 0,0 0 1 0 0,0 0-1 0 0,0 1 0 0 0,0-1 1 0 0,0 1-195 0 0,-1 0 1 0 0,1-1 0 0 0,0 1 0 0 0,-1 0 0 0 0,1-1 0 0 0,-1 1 0 0 0,1 0 0 0 0,-1-1 0 0 0,1 1 0 0 0,-1-1 0 0 0,1 1 0 0 0,-1-1 0 0 0,0 1 0 0 0,1-1 0 0 0,-1 1 0 0 0,0-1 0 0 0,0 0 0 0 0,1 1 0 0 0,-1-1 0 0 0,-1 1 0 0 0,0 0-999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5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0 0 0,'-9'3'27893'0'0,"10"25"-28010"0"0,5 45 0 0 0,12 42 160 0 0,-14-87-43 0 0,-3-15 6 0 0,6 22 1 0 0,-6-29 3 0 0,0-1 0 0 0,0 0 0 0 0,-1 0 0 0 0,1 8 0 0 0,-1-13 0 0 0,1 12-8 0 0,1 6 14 0 0,-2-15-309 0 0,1 1 1 0 0,-1-1-1 0 0,0 1 0 0 0,0 0 1 0 0,0-1-1 0 0,-1 5 0 0 0,-3-2-3514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52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0 0 0 0,'0'0'20955'0'0,"-4"4"-19804"0"0,1-2-423 0 0,3-2-726 0 0,0 1-1 0 0,0-1 1 0 0,-1 0 0 0 0,1 0 0 0 0,0 0 0 0 0,0 1 0 0 0,0-1 0 0 0,0 0 0 0 0,0 0 0 0 0,-1 0 0 0 0,1 0 0 0 0,0 0 0 0 0,0 1 0 0 0,0-1 0 0 0,-1 0 0 0 0,1 0 0 0 0,0 0-1 0 0,0 0 1 0 0,-1 0 0 0 0,1 0 0 0 0,0 0 0 0 0,0 0 0 0 0,0 0 0 0 0,-1 0 0 0 0,1 0 0 0 0,0 0 0 0 0,0 0 0 0 0,-1 0 0 0 0,1 0 0 0 0,0 0 0 0 0,-1 0 0 0 0,-2 0 7 0 0,0 1 0 0 0,1-1 1 0 0,-1 1-1 0 0,0 0 0 0 0,-5 1 1 0 0,-7 3 35 0 0,-18 5 67 0 0,24-7-25 0 0,0 0 0 0 0,-15 3 0 0 0,-15-2 345 0 0,-60-1 1 0 0,91-3-435 0 0,-5-1-361 0 0,0-1 0 0 0,0 0-1 0 0,1-1 1 0 0,-21-7 0 0 0,32 10 296 0 0,-13-6-2502 0 0,2 1-5276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54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4 256 0 0 0,'0'0'20479'0'0,"0"-3"-19896"0"0,-1-1-615 0 0,0 3 137 0 0,1 0-1 0 0,0 0 1 0 0,-1 0 0 0 0,1 0 0 0 0,0 0 0 0 0,0 0 0 0 0,0 0 0 0 0,0 0 0 0 0,-1 0-1 0 0,2-1 1 0 0,-1 1 0 0 0,0 0 0 0 0,0 0 0 0 0,0 0 0 0 0,0 0 0 0 0,1 0 0 0 0,-1 0 0 0 0,0 0-1 0 0,1 0 1 0 0,-1 0 0 0 0,1 0 0 0 0,0 0 0 0 0,-1 0 0 0 0,1 0 0 0 0,0 0 0 0 0,-1 0 0 0 0,3-1-1 0 0,0 0 56 0 0,0-1 0 0 0,0 1 0 0 0,0-1-1 0 0,-1 0 1 0 0,1 0 0 0 0,-1 0 0 0 0,4-6-1 0 0,11-12 423 0 0,1 5-121 0 0,1 0 1 0 0,29-18 0 0 0,-37 25-315 0 0,5-3 24 0 0,7-2-27 0 0,-16 10-110 0 0,-1 0 0 0 0,1 1 0 0 0,11-5 0 0 0,10-3 4 0 0,-16 6-32 0 0,-1 1-1 0 0,1 0 1 0 0,15-2 0 0 0,11-2-7 0 0,-23 5-12 0 0,21-3 0 0 0,112 4-60 0 0,-93 2 68 0 0,-43 1-5 0 0,1 0 1 0 0,16 4-1 0 0,-6-1-8 0 0,-8 0-1 0 0,0 0 1 0 0,0 1-1 0 0,-1 0 1 0 0,19 10-1 0 0,-19-9 11 0 0,0 2-1 0 0,1 1-1 0 0,-2 0 1 0 0,26 21 0 0 0,-24-18 18 0 0,17 22-25 0 0,12 16 23 0 0,-20-21-1 0 0,-6-5-30 0 0,-5 1 1 0 0,-12-23 16 0 0,1 0 1 0 0,-1 1-1 0 0,0-1 0 0 0,0 1 0 0 0,-1-1 0 0 0,1 1 0 0 0,0-1 1 0 0,-1 1-1 0 0,1 3 0 0 0,-2 27-96 0 0,1-17 80 0 0,-1-9 14 0 0,0 0-1 0 0,0 0 1 0 0,-1 0 0 0 0,0 0 0 0 0,0-1 0 0 0,-1 1 0 0 0,-4 8 0 0 0,5-10 11 0 0,-3 3-16 0 0,1 0 0 0 0,-11 14 0 0 0,-5 8 44 0 0,14-23-34 0 0,0 1 1 0 0,0 0-1 0 0,0-1 1 0 0,-1 0-1 0 0,-9 7 1 0 0,12-11 2 0 0,-11 9 13 0 0,-1-1-1 0 0,-32 18 0 0 0,5-8-10 0 0,34-17 2 0 0,1 0 0 0 0,0-1-1 0 0,-14 4 1 0 0,12-4 16 0 0,-16 7-1 0 0,15-5-16 0 0,0-1 0 0 0,0-1 0 0 0,0 0 0 0 0,-15 2 0 0 0,1-1 52 0 0,-1 0 0 0 0,-29-1 0 0 0,24-5 19 0 0,-51-8 0 0 0,46 4-24 0 0,-35-10 0 0 0,28 6-5 0 0,30 6-6 0 0,0 1 0 0 0,1-2 0 0 0,-17-7 0 0 0,-2 1 41 0 0,14 2 79 0 0,-23-18 0 0 0,32 22-123 0 0,2 1 13 0 0,1 0 1 0 0,-9-9-1 0 0,5 6-21 0 0,6 4-7 0 0,0 0 1 0 0,0 0-1 0 0,0 0 0 0 0,-2-3 0 0 0,-2-4 43 0 0,2 4-27 0 0,1-1 0 0 0,0 0 1 0 0,0-1-1 0 0,-3-7 0 0 0,4 5-192 0 0,1 1 0 0 0,0-1 0 0 0,0 1-1 0 0,1-1 1 0 0,0 0 0 0 0,1-14 0 0 0,0 23-40 0 0,1 0 1 0 0,-1 0 0 0 0,0 0 0 0 0,0 0 0 0 0,0 0-1 0 0,1 1 1 0 0,-1-1 0 0 0,0 0 0 0 0,1 0 0 0 0,-1 0-1 0 0,1-1 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56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0 0 0,'0'-2'24199'0'0,"13"27"-24043"0"0,8 33 40 0 0,-5-10-24 0 0,0 1 44 0 0,-4-11-34 0 0,4 26-59 0 0,-12-50-110 0 0,-1 4-132 0 0,-1 0 0 0 0,0 1-1 0 0,-2 21 1 0 0,-5-39-4315 0 0,5-1 4303 0 0,0 0-1 0 0,0 0 0 0 0,0-1 1 0 0,-2 0-922 0 0,-3-4-3017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57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0 0 0 0,'0'0'23413'0'0,"5"0"-22235"0"0,-24 6-1013 0 0,0-1 1 0 0,-1-1 0 0 0,1-1 0 0 0,-1 0 0 0 0,-31-1-1 0 0,-70-9 226 0 0,32 3-785 0 0,51 4-3233 0 0,25 0 1212 0 0,5 1-3431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5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94 325 0 0 0,'0'0'14957'0'0,"2"-4"-13875"0"0,4-35 4393 0 0,-1 11-3259 0 0,5-23-769 0 0,-8 45-1317 0 0,0-1-1 0 0,0 1 0 0 0,1 0 0 0 0,-1 0 0 0 0,6-7 0 0 0,5-10 242 0 0,2-1-14 0 0,0 6-111 0 0,11-13 84 0 0,-23 28-304 0 0,2-1 25 0 0,0-1-1 0 0,1 1 1 0 0,11-6 0 0 0,-4 4-40 0 0,1 0 1 0 0,0 2-1 0 0,0 0 1 0 0,0 0-1 0 0,0 1 1 0 0,1 1-1 0 0,17-1 1 0 0,-12 2-21 0 0,-4-1-7 0 0,0 1-1 0 0,1 1 1 0 0,-1 0-1 0 0,0 1 1 0 0,0 1-1 0 0,19 4 1 0 0,14 6-27 0 0,12 3 52 0 0,-50-12-27 0 0,3 1 6 0 0,0 1-1 0 0,-1 1 1 0 0,18 9-1 0 0,24 16-10 0 0,3 2-7 0 0,-27-12 16 0 0,-12-10 1 0 0,-1 1-1 0 0,0 1 0 0 0,17 18 1 0 0,-30-27 2 0 0,-1 1 1 0 0,-1 0-1 0 0,1 0 1 0 0,-1 0-1 0 0,0 0 0 0 0,0 1 1 0 0,0-1-1 0 0,-1 1 1 0 0,0 0-1 0 0,0 0 1 0 0,0 0-1 0 0,0 7 0 0 0,0-7 2 0 0,-1-1 3 0 0,0-1-1 0 0,0 0 1 0 0,0 1-1 0 0,-1-1 0 0 0,1 1 1 0 0,-1-1-1 0 0,0 1 1 0 0,0-1-1 0 0,0 1 1 0 0,-1-1-1 0 0,0 1 0 0 0,-1 4 1 0 0,-21 48-1 0 0,-7-12 20 0 0,28-43-13 0 0,1 0-1 0 0,-1 0 0 0 0,0 0 1 0 0,0 0-1 0 0,0 0 0 0 0,-2 2 0 0 0,2-3 0 0 0,0 1 0 0 0,0 0 0 0 0,0-1 0 0 0,1 1 0 0 0,-1 0 0 0 0,-1 3 0 0 0,0-2 4 0 0,1 1 0 0 0,-1-1 0 0 0,0 0-1 0 0,0 0 1 0 0,0 0 0 0 0,-7 5 0 0 0,0 0 31 0 0,3-3-23 0 0,0 0 0 0 0,0-1 1 0 0,0 0-1 0 0,-11 5 0 0 0,-10 5 21 0 0,-53 24 22 0 0,-3-5-27 0 0,65-27 28 0 0,-32 7 0 0 0,35-10-60 0 0,5-1 57 0 0,-21 1 0 0 0,7-2-34 0 0,-4 2 20 0 0,-1-1 1 0 0,0-1-1 0 0,1-2 1 0 0,-41-6-1 0 0,-19-13 198 0 0,80 17-183 0 0,0 0 1 0 0,1 0-1 0 0,-1-1 1 0 0,1 0 0 0 0,0-1-1 0 0,0 1 1 0 0,-8-7-1 0 0,7 3 13 0 0,0 0 0 0 0,1-1 0 0 0,1 1 0 0 0,-1-1 0 0 0,1-1 0 0 0,-11-19-1 0 0,11 14-48 0 0,-1-1 0 0 0,2 0-1 0 0,-6-22 1 0 0,10 33-16 0 0,-4-13-43 0 0,-3-12-488 0 0,7 24-25 0 0,-2-16-1795 0 0,0 9-7421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3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32 0 0 0,'0'0'4210'0'0,"1"-3"-3274"0"0,0 0-642 0 0,13-23 21461 0 0,-14 26-21736 0 0,-1 0-1 0 0,1 0 0 0 0,0 0 1 0 0,0 0-1 0 0,0 0 0 0 0,0 0 1 0 0,0 0-1 0 0,-1 0 1 0 0,1 0-1 0 0,0 1 0 0 0,0-1 1 0 0,0 0-1 0 0,0 0 0 0 0,0 0 1 0 0,-1 0-1 0 0,1 0 1 0 0,0 0-1 0 0,0 0 0 0 0,0 1 1 0 0,0-1-1 0 0,0 0 0 0 0,0 0 1 0 0,0 0-1 0 0,0 0 1 0 0,0 0-1 0 0,-1 0 0 0 0,1 1 1 0 0,0-1-1 0 0,0 0 0 0 0,0 0 1 0 0,0 0-1 0 0,0 0 1 0 0,0 1-1 0 0,0-1 0 0 0,0 0 1 0 0,-1 21-9 0 0,-5 28 0 0 0,1-8 54 0 0,-2 139 448 0 0,8-164-417 0 0,3 20 1 0 0,-1-13-23 0 0,7 29 52 0 0,-9-37-109 0 0,5 58 58 0 0,0-17-34 0 0,1 31 6 0 0,-3-7 41 0 0,1-62-62 0 0,0 163 222 0 0,-3 453-307 0 0,-2-601 74 0 0,7 44 0 0 0,-6-61-11 0 0,0 1 0 0 0,-2 22 0 0 0,0-6 8 0 0,1 89-19 0 0,7-29 88 0 0,-6-25-36 0 0,1-19-48 0 0,-3 0 1 0 0,-7 49-1 0 0,4-42 6 0 0,3-44-3 0 0,0 0 0 0 0,1 23 0 0 0,0-15-11 0 0,-2 81 59 0 0,0 19-33 0 0,1 85-16 0 0,4 99 34 0 0,1-252-32 0 0,-1-22-24 0 0,4 7 50 0 0,-2 15-70 0 0,-1-30 12 0 0,3 10 40 0 0,-5-3-13 0 0,-2-22 4 0 0,1 0-1 0 0,0 0 1 0 0,0 0 0 0 0,2 8-1 0 0,-1-8 2 0 0,-1 1 0 0 0,0-1 0 0 0,-1 0-1 0 0,1 1 1 0 0,-1-1 0 0 0,-2 9 0 0 0,1 9 8 0 0,1-24-3 0 0,0 21-15 0 0,0 26-1168 0 0,0-27-5462 0 0,0-14 2400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3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0 0 0,'0'0'18235'0'0,"7"3"-14424"0"0,23 12-3898 0 0,-12-2 89 0 0,22 20-1 0 0,-18-15 19 0 0,98 89 61 0 0,-111-98-86 0 0,0 0 0 0 0,-1 1 0 0 0,11 16 0 0 0,-4-6-28 0 0,-2 5 12 0 0,-12-24 20 0 0,0-1 0 0 0,-1 1 1 0 0,1 0-1 0 0,-1-1 0 0 0,1 1 0 0 0,-1 0 1 0 0,0 0-1 0 0,1-1 0 0 0,-1 1 1 0 0,0 0-1 0 0,1 0 0 0 0,-1-1 1 0 0,0 1-1 0 0,0 0 0 0 0,0 0 0 0 0,0 0 1 0 0,1 0-1 0 0,-2 1 0 0 0,1-2 335 0 0,-2-2-206 0 0,-1 0 0 0 0,0 0 0 0 0,1-1 0 0 0,0 1 0 0 0,-4-5 0 0 0,1 2-77 0 0,-28-28 11 0 0,19 19 7 0 0,-22-25 0 0 0,9 5 67 0 0,16 21-12 0 0,1 0 0 0 0,0-1 1 0 0,-10-19-1 0 0,-2-9 556 0 0,19 37-588 0 0,-3-8 236 0 0,5 13-313 0 0,1-1-1 0 0,0 1 0 0 0,0-1 0 0 0,0 1 0 0 0,-1-1 1 0 0,1 1-1 0 0,0 0 0 0 0,-1-1 0 0 0,1 1 0 0 0,0 0 1 0 0,-1-1-1 0 0,1 1 0 0 0,0 0 0 0 0,-1-1 1 0 0,1 1-1 0 0,-1 0 0 0 0,1 0 0 0 0,0-1 0 0 0,-1 1 1 0 0,1 0-1 0 0,-1 0 0 0 0,0 0-13 0 0,1-1 1 0 0,-1 1-1 0 0,1 0 0 0 0,-1 0 1 0 0,0-1-1 0 0,1 1 0 0 0,-1 0 0 0 0,1-1 1 0 0,0 1-1 0 0,-1 0 0 0 0,1-1 1 0 0,-1 1-1 0 0,1-1 0 0 0,0 1 1 0 0,-1-1-1 0 0,1 1 0 0 0,0-1 0 0 0,-1 1 1 0 0,1-1-1 0 0,0 0 2 0 0,0 1 1 0 0,0 0-1 0 0,-1 0 1 0 0,1-1-1 0 0,0 1 0 0 0,0 0 1 0 0,0-1-1 0 0,0 1 0 0 0,0 0 1 0 0,-1 0-1 0 0,1 0 0 0 0,0-1 1 0 0,0 1-1 0 0,0 0 1 0 0,-1 0-1 0 0,1 0 0 0 0,0-1 1 0 0,0 1-1 0 0,0 0 0 0 0,-1 0 1 0 0,1 0-1 0 0,0 0 0 0 0,0 0 1 0 0,-1-1-1 0 0,1 1 1 0 0,0 0-1 0 0,-1 0 0 0 0,1 0 1 0 0,0 0-1 0 0,0 0 0 0 0,-1 0 1 0 0,1 0-1 0 0,0 0 0 0 0,-1 0 1 0 0,1 0-1 0 0,0 0 1 0 0,0 0-1 0 0,-1 0 0 0 0,1 1 1 0 0,0-1-1 0 0,-1 0 0 0 0,1 0 1 0 0,0 0-1 0 0,0 0 0 0 0,-1 0 1 0 0,1 1-1 0 0,0-1 1 0 0,0 0-1 0 0,-1 0 0 0 0,-12 13-108 0 0,10-10 145 0 0,-5 7-21 0 0,0 0 0 0 0,1 0 0 0 0,-1 1 0 0 0,-8 18 0 0 0,1-2 34 0 0,0 4-26 0 0,12-24-7 0 0,0 0-1 0 0,-1 0 0 0 0,0-1 1 0 0,-5 8-1 0 0,5-6-15 0 0,3-7-6 0 0,1 1-1 0 0,-1-1 1 0 0,1 0-1 0 0,-1 0 1 0 0,1 0-1 0 0,-1 0 1 0 0,0 0-1 0 0,0 0 1 0 0,1 0-1 0 0,-1-1 1 0 0,0 1-1 0 0,0 0 1 0 0,-2 1-1 0 0,-10 6-393 0 0,-3 2-1412 0 0,4-6-4256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38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 0 0 0,'0'0'5312'0'0,"0"-1"-4533"0"0,0-24 19341 0 0,-1 47-20110 0 0,1-10 39 0 0,-1 0-1 0 0,2 0 0 0 0,0 0 1 0 0,4 21-1 0 0,-2-19-11 0 0,0 1 0 0 0,-1-1 0 0 0,0 25 0 0 0,-1-24 21 0 0,0 1 0 0 0,6 25 1 0 0,-3-5 80 0 0,-3-29-98 0 0,0 0 0 0 0,0 0 1 0 0,0 0-1 0 0,4 11 0 0 0,-2-8-4 0 0,-1 0 1 0 0,0 1-1 0 0,2 13 0 0 0,1 10 57 0 0,-1-10-52 0 0,2 38 1 0 0,-4-42-33 0 0,4 23 7 0 0,-3-30 5 0 0,-1 1 1 0 0,0 17 0 0 0,-1-18-22 0 0,3 18 1 0 0,-2-18-2 0 0,0 19 1 0 0,5 46 60 0 0,0 6 28 0 0,0 0 10 0 0,-2 43-9 0 0,-2-95-24 0 0,-2-24-52 0 0,0 1 1 0 0,-1-1 0 0 0,0 9 0 0 0,-2 33 11 0 0,5 60 0 0 0,0-13 11 0 0,-1 102-2 0 0,1 40 16 0 0,2-215-33 0 0,-5 35-35 0 0,-5-33 25 0 0,5 30 23 0 0,6-36-22 0 0,-1 69 50 0 0,0-11-7 0 0,-4-48-65 0 0,-2-22 19 0 0,2 0-1 0 0,1 14 1 0 0,0-5-11 0 0,0-1 1 0 0,-1 21-1 0 0,1 13 15 0 0,0-17-10 0 0,-1-22 12 0 0,0 1-1 0 0,4 19 0 0 0,-2-13-4 0 0,0-1 0 0 0,0 22-1 0 0,-2-18 10 0 0,4 21 0 0 0,1 18-29 0 0,-5-47 14 0 0,0 1-1 0 0,-1 22 0 0 0,0-13-6 0 0,2 526 76 0 0,2-504-41 0 0,-2-30-20 0 0,0 19 0 0 0,-2-20-52 0 0,0 3 39 0 0,3 30-1 0 0,-2-35-5 0 0,0-1 0 0 0,-1 19 0 0 0,-1-6 48 0 0,3 49-69 0 0,-1-48 70 0 0,-1-25-35 0 0,1 0 1 0 0,-1 1-68 0 0,1-1-1 0 0,-1 1 1 0 0,0-1-1 0 0,0 1 1 0 0,1 0-1 0 0,-1-1 1 0 0,0 1-1 0 0,0 0 1 0 0,0-1-1 0 0,0 1 1 0 0,0-1-1 0 0,0 1 1 0 0,0 0-1 0 0,0-1 1 0 0,0 1-1 0 0,0 0 1 0 0,0-1-1 0 0,-1 2 1 0 0,1-1-99 0 0,0 3-1319 0 0,0 1-892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3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84 0 0 0,'0'0'8095'0'0,"1"-4"-6903"0"0,2-20 9915 0 0,-3 21-10492 0 0,0-9 1008 0 0,4 12-1597 0 0,-1 0 0 0 0,1 1 0 0 0,0-1 1 0 0,-1 1-1 0 0,1 0 0 0 0,-1 0 0 0 0,0 1 1 0 0,1-1-1 0 0,4 4 0 0 0,4 2-93 0 0,14 11 1 0 0,-2 0 109 0 0,-4-4-18 0 0,33 33 0 0 0,-38-34-5 0 0,57 51 16 0 0,-70-61 3 0 0,1 0 113 0 0,-3-3-151 0 0,0 0 1 0 0,0 0-1 0 0,0 0 0 0 0,0 0 1 0 0,0 0-1 0 0,0 0 0 0 0,0 0 1 0 0,0 0-1 0 0,0 0 0 0 0,0 0 1 0 0,0 0-1 0 0,0 0 0 0 0,0 0 1 0 0,0 0-1 0 0,0 0 0 0 0,0 0 1 0 0,0 0-1 0 0,0 0 0 0 0,0 0 1 0 0,0 0-1 0 0,0 0 0 0 0,0-1 1 0 0,0 1-1 0 0,0 0 0 0 0,0 0 1 0 0,1 0-1 0 0,-1 0 0 0 0,0 0 1 0 0,0 0-1 0 0,0 0 0 0 0,0 0 1 0 0,0 0-1 0 0,0 0 0 0 0,0 0 1 0 0,0 0-1 0 0,0 0 0 0 0,0 0 1 0 0,0 0-1 0 0,0 0 0 0 0,0 0 1 0 0,0 0-1 0 0,0 0 0 0 0,0 0 1 0 0,0 0-1 0 0,0 0 0 0 0,0 0 1 0 0,0 0-1 0 0,0 0 0 0 0,0 0 1 0 0,0 0-1 0 0,0 0 0 0 0,0 0 1 0 0,0 0-1 0 0,0 0 0 0 0,1 0 1 0 0,-1 0-1 0 0,0 0 0 0 0,0 0 1 0 0,0 1-1 0 0,0-1 0 0 0,0 0 1 0 0,0 0-1 0 0,0 0 0 0 0,0 0 1 0 0,0 0-1 0 0,0 0 0 0 0,0 0 1 0 0,0 0-1 0 0,0 0 0 0 0,1 1-2 0 0,0 1 0 0 0,0-1 0 0 0,1 0 0 0 0,-1 0 0 0 0,0 0 0 0 0,1 0 0 0 0,-1 0 0 0 0,1 0 0 0 0,1 1 0 0 0,-1-1 1 0 0,0 2 0 0 0,-1-3 6 0 0,-1 0-1 0 0,0 1 1 0 0,0-1 0 0 0,0 0 0 0 0,1 1 0 0 0,-1-1 0 0 0,0 0 0 0 0,0 0 0 0 0,1 1 0 0 0,-1-1-1 0 0,0 0 1 0 0,1 0 0 0 0,-1 1 0 0 0,0-1 0 0 0,1 0 0 0 0,-1 0 0 0 0,0 0 0 0 0,1 0 0 0 0,-1 1-1 0 0,1-1 1 0 0,-1 0 0 0 0,0 0 0 0 0,2 0 856 0 0,-11-9-659 0 0,2-3-290 0 0,0 0 0 0 0,-1 1-1 0 0,0 1 1 0 0,-10-11 0 0 0,-18-22 107 0 0,-45-73 315 0 0,74 106-265 0 0,-4-7 258 0 0,11 19-306 0 0,0 0 0 0 0,-1-1 0 0 0,1 1 0 0 0,-1 0 0 0 0,1 0 0 0 0,-1-1-1 0 0,1 1 1 0 0,-1 0 0 0 0,0-1 0 0 0,0 1 0 0 0,0-1 0 0 0,-1 2 0 0 0,-1 4 43 0 0,-12 24 46 0 0,4-8 5 0 0,1 0 1 0 0,-7 25-1 0 0,-6 14 15 0 0,14-41-73 0 0,-8 30 46 0 0,10-37-285 0 0,1-3-802 0 0,2-1-5840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3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96 0 0 0,'0'0'8412'0'0,"-2"-4"-7311"0"0,-4-13 307 0 0,5 13 170 0 0,0 0 1 0 0,0 0-1 0 0,0 0 0 0 0,1-6 0 0 0,0-16 1855 0 0,0 26-3208 0 0,-4-11 957 0 0,3 1-83 0 0,1 8-88 0 0,-1 7-751 0 0,-6 30-236 0 0,4 28 168 0 0,1 180 488 0 0,2-241-662 0 0,1 0 0 0 0,-1 0 0 0 0,0 0 0 0 0,1 0 0 0 0,0 0 0 0 0,-1 0 0 0 0,1 0 0 0 0,0 0 0 0 0,1 1 0 0 0,-1-1 2 0 0,0 0 0 0 0,0-1 0 0 0,0 1 0 0 0,0 0 0 0 0,-1 0 0 0 0,1 0 0 0 0,-1 0 0 0 0,1 0 0 0 0,-1 2 0 0 0,5 14 60 0 0,-5-15-79 0 0,1-1 1 0 0,-1 0 0 0 0,0 1-1 0 0,1-1 1 0 0,-1 0 0 0 0,1 0-1 0 0,1 4 1 0 0,-1-4 0 0 0,0 1-1 0 0,0 0 1 0 0,0-1-1 0 0,-1 1 1 0 0,1 0-1 0 0,-1 0 1 0 0,1 4-1 0 0,-1-5 67 0 0,0 0-1 0 0,0-1 1 0 0,0 1 0 0 0,1 0-1 0 0,-1-1 1 0 0,1 1-1 0 0,-1 0 1 0 0,1-1 0 0 0,0 1-1 0 0,-1 0 1 0 0,1-1-1 0 0,0 1 1 0 0,1 1 0 0 0,3 5-2901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38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4 0 0 0,'0'0'18813'0'0,"-1"-4"-16582"0"0,-1 5-2187 0 0,0-1 0 0 0,1 1 0 0 0,-1-1 0 0 0,0 0-1 0 0,0 0 1 0 0,1 0 0 0 0,-1 0 0 0 0,-3 0-1 0 0,2 0 104 0 0,-18 0 176 0 0,-1 0 0 0 0,0 2 0 0 0,-31 6 0 0 0,38-5-202 0 0,-22 2 0 0 0,22-4 13 0 0,-110 3 1393 0 0,89-4-975 0 0,15 0-359 0 0,-24 3 1 0 0,12-1 815 0 0,18-2-3596 0 0,1 0-8067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40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6 272 0 0 0,'0'0'17918'0'0,"0"-1"-17173"0"0,-2-7 200 0 0,2 1 1 0 0,-1 0-1 0 0,1-1 1 0 0,0 1-1 0 0,1-1 1 0 0,1-7-1 0 0,8-2-378 0 0,-6 11-376 0 0,2-3 58 0 0,4-7 106 0 0,-10 15-344 0 0,0 0-1 0 0,0 1 1 0 0,1-1 0 0 0,-1 1-1 0 0,0-1 1 0 0,1 1 0 0 0,-1-1-1 0 0,0 1 1 0 0,1-1-1 0 0,-1 1 1 0 0,1-1 0 0 0,-1 1-1 0 0,1-1 1 0 0,-1 1 0 0 0,2-1-1 0 0,5-6 101 0 0,-4 3-58 0 0,0 1-1 0 0,0-1 0 0 0,1 1 1 0 0,0-1-1 0 0,4-2 0 0 0,12-12 55 0 0,-17 14-87 0 0,1 1 1 0 0,-1 0 0 0 0,1 1-1 0 0,0-1 1 0 0,6-3 0 0 0,7-5 5 0 0,-11 7-4 0 0,0 0 1 0 0,14-5-1 0 0,-2 0 13 0 0,-14 6-32 0 0,0 1 1 0 0,0 0-1 0 0,0 0 1 0 0,1 1 0 0 0,-1-1-1 0 0,8-1 1 0 0,-8 3-4 0 0,0-1 1 0 0,0 0-1 0 0,-1-1 1 0 0,1 1-1 0 0,3-2 0 0 0,-4 1-5 0 0,1 0-1 0 0,0 1 1 0 0,-1 0-1 0 0,6-2 1 0 0,8 0 12 0 0,-14 2-13 0 0,1 0 0 0 0,0 0 0 0 0,0 1 0 0 0,6-1 0 0 0,9-2-9 0 0,-14 2 8 0 0,0 0 0 0 0,-1 0 0 0 0,9 0 0 0 0,6 1-35 0 0,-6-1-16 0 0,0 1-1 0 0,0 1 1 0 0,0 0 0 0 0,0 1-1 0 0,22 5 1 0 0,48 14-100 0 0,-80-20 149 0 0,14 3-7 0 0,30 14 0 0 0,-37-14-6 0 0,4 2-6 0 0,0 0-1 0 0,0 1 1 0 0,-1 0 0 0 0,0 2 0 0 0,21 16-1 0 0,-29-21 37 0 0,43 41-61 0 0,-41-38 24 0 0,-1 0 0 0 0,0 1 1 0 0,0 0-1 0 0,7 15 0 0 0,-3-4-8 0 0,-5-11 29 0 0,-1 0 0 0 0,0 1-1 0 0,-1-1 1 0 0,5 15-1 0 0,-2-5-7 0 0,-5-15 13 0 0,0 0 0 0 0,1 0 0 0 0,-2 0 0 0 0,1 0-1 0 0,0 0 1 0 0,0 0 0 0 0,-1 4 0 0 0,1 1-6 0 0,-1 0 1 0 0,4 12-1 0 0,-3-12 3 0 0,0 0 1 0 0,1 11-1 0 0,-2-8-3 0 0,0-7 0 0 0,1 0 0 0 0,-1 0 1 0 0,0 0-1 0 0,-1 0 1 0 0,1 0-1 0 0,-1 0 1 0 0,0 0-1 0 0,-2 6 1 0 0,-1 2-1 0 0,4-11 8 0 0,0 1 0 0 0,0-1 0 0 0,-1 0 0 0 0,1 1 0 0 0,-1-1 0 0 0,1 0-1 0 0,-1 1 1 0 0,1-1 0 0 0,-1 0 0 0 0,0 0 0 0 0,0 0 0 0 0,0 2 0 0 0,-3 1-3 0 0,2 0 0 0 0,-1 0-1 0 0,0 1 1 0 0,1-1 0 0 0,-4 10 0 0 0,5-11 4 0 0,0 0 0 0 0,0 0 0 0 0,0 0 0 0 0,-1 0 0 0 0,0 0 1 0 0,1 0-1 0 0,-1-1 0 0 0,-3 5 0 0 0,4-6-1 0 0,0 0-1 0 0,0 1 1 0 0,0-1 0 0 0,0 1 0 0 0,0 0-1 0 0,0-1 1 0 0,0 3 0 0 0,-6 9-6 0 0,4-8 8 0 0,0-1 0 0 0,0-1 1 0 0,0 1 0 0 0,0-1 0 0 0,0 0-1 0 0,0 0 1 0 0,-6 4 0 0 0,-23 16-5 0 0,-1-2 9 0 0,13-8-3 0 0,13-9-3 0 0,1 0-1 0 0,-13 6 1 0 0,-4 3 22 0 0,17-10-22 0 0,0 1 0 0 0,-1-1 1 0 0,-6 2-1 0 0,-75 22 141 0 0,71-24-45 0 0,0 1-1 0 0,0-2 0 0 0,-25 0 1 0 0,22-1-28 0 0,11-1-22 0 0,0 1 0 0 0,0-2 0 0 0,0 1-1 0 0,0-1 1 0 0,1-1 0 0 0,-1 1 0 0 0,-14-6-1 0 0,0 1 59 0 0,19 6-77 0 0,0-1-1 0 0,0 0 1 0 0,0-1 0 0 0,0 1 0 0 0,0-1-1 0 0,-6-3 1 0 0,6 4-3 0 0,1-1 0 0 0,-1 0-1 0 0,0 1 1 0 0,-7-2 0 0 0,-12-5 148 0 0,13 3-97 0 0,6 4-36 0 0,0-1 0 0 0,0 0-1 0 0,0 0 1 0 0,1-1 0 0 0,-1 1 0 0 0,-5-6 0 0 0,-24-15 250 0 0,14 9-155 0 0,15 10-99 0 0,-1 1 0 0 0,0-1 0 0 0,-6-7-1 0 0,-4-3 33 0 0,13 13-60 0 0,-1-1 0 0 0,1 0 0 0 0,0 0 0 0 0,0 0-1 0 0,0 0 1 0 0,0 0 0 0 0,-3-4 0 0 0,4 3-2 0 0,-1 1 1 0 0,0-1 0 0 0,0 1-1 0 0,0 0 1 0 0,0 0-1 0 0,0 0 1 0 0,0 0 0 0 0,-1 1-1 0 0,-3-3 1 0 0,5 2 21 0 0,-1 1 1 0 0,1-1-1 0 0,0 0 0 0 0,0 1 1 0 0,0-1-1 0 0,0 0 0 0 0,-1-2 1 0 0,-3-4 78 0 0,4 6-84 0 0,0 0 0 0 0,0 0 0 0 0,1 0 0 0 0,-1 0 0 0 0,1 0 0 0 0,-1 0 0 0 0,1 0 0 0 0,-1 0 0 0 0,1-2 0 0 0,-3-13 65 0 0,-1 7-83 0 0,-6-19 67 0 0,5 12-57 0 0,3 7-3 0 0,-3-18 0 0 0,3-41-341 0 0,2 63 130 0 0,3 0-1564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49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 0 0 0,'0'0'12503'0'0,"15"0"-12177"0"0,-15 0-294 0 0,1 0 0 0 0,-1 0 0 0 0,1 0 0 0 0,-1 0 0 0 0,1 0 0 0 0,-1 0 0 0 0,1 0 0 0 0,-1 0 0 0 0,1 0 0 0 0,-1 0 0 0 0,1-1-1 0 0,-1 1 1 0 0,1 0 0 0 0,-1 0 0 0 0,1 0 0 0 0,-1-1 0 0 0,1 1 0 0 0,1-1 39 0 0,-1 0 396 0 0,10 3 4087 0 0,-6 2-4424 0 0,0-1 0 0 0,0 1 1 0 0,0 0-1 0 0,5 6 0 0 0,1 0 35 0 0,10 11 317 0 0,20 25 0 0 0,5 5 192 0 0,-25-31-453 0 0,59 65 457 0 0,-63-62-462 0 0,-17-23-198 0 0,0 0 1 0 0,0 0 0 0 0,0 0 0 0 0,0 0-1 0 0,0 0 1 0 0,0 0 0 0 0,0 0 0 0 0,0 0-1 0 0,0 0 1 0 0,0 0 0 0 0,1 0 0 0 0,-1 0-1 0 0,0 0 1 0 0,0 0 0 0 0,0 0 0 0 0,0 0-1 0 0,0 0 1 0 0,0 1 0 0 0,0-1 0 0 0,0 0-1 0 0,0 0 1 0 0,0 0 0 0 0,0 0 0 0 0,1 0 0 0 0,-1 0-1 0 0,0 0 1 0 0,0 0 0 0 0,0 0 0 0 0,0 0-1 0 0,0 0 1 0 0,0 0 0 0 0,0 0 0 0 0,0 0-1 0 0,0 0 1 0 0,0 0 0 0 0,0 1 0 0 0,0-1-1 0 0,0 0 1 0 0,0 0 0 0 0,0 0 0 0 0,0 0-1 0 0,0 0 1 0 0,0 0 0 0 0,0 0 0 0 0,0 0-1 0 0,0 0 1 0 0,0 0 0 0 0,0 1 0 0 0,0-1-1 0 0,0 0 1 0 0,0 0 0 0 0,0 1 504 0 0,-3-4-722 0 0,-3-1 84 0 0,5 2 110 0 0,0 1 1 0 0,0-1-1 0 0,0 1 1 0 0,0-1 0 0 0,-1 1-1 0 0,1 0 1 0 0,-2-2-1 0 0,-7-7 50 0 0,-14-13 13 0 0,18 17-33 0 0,0 0 0 0 0,-9-10 1 0 0,-61-79 219 0 0,25 28-48 0 0,50 66-151 0 0,0-1-1 0 0,0 1 1 0 0,0-1 0 0 0,0 0-1 0 0,0 1 1 0 0,1-1-1 0 0,-1 0 1 0 0,1 1-1 0 0,-1-1 1 0 0,0-3-1 0 0,-1-6 325 0 0,-2 6-308 0 0,3 5-61 0 0,1 0 0 0 0,0-1 1 0 0,-1 1-1 0 0,1 0 0 0 0,0 0 1 0 0,0-1-1 0 0,-1 1 0 0 0,1 0 1 0 0,0-1-1 0 0,0 1 0 0 0,-1 0 1 0 0,1-1-1 0 0,0 1 0 0 0,0-1 1 0 0,0 1-1 0 0,0 0 0 0 0,-1-1 1 0 0,1 1-1 0 0,0-1 0 0 0,0 1 1 0 0,0-1-1 0 0,-3-8 507 0 0,0 8 45 0 0,2 6-619 0 0,1-5 63 0 0,0 1 0 0 0,0 0 1 0 0,0 0-1 0 0,-1-1 0 0 0,1 1 0 0 0,0 0 0 0 0,0-1 1 0 0,-1 1-1 0 0,1 0 0 0 0,0-1 0 0 0,-1 1 0 0 0,0 0 1 0 0,-3 8 39 0 0,-9 55 290 0 0,11-51-287 0 0,0 1-1 0 0,-1-1 1 0 0,-5 13 0 0 0,-6 18 18 0 0,-5-3-39 0 0,15-31 8 0 0,-8 13 31 0 0,12-22-106 0 0,0-1 0 0 0,-1 1 0 0 0,1-1 0 0 0,0 1 1 0 0,0-1-1 0 0,0 0 0 0 0,0 1 0 0 0,0-1 0 0 0,0 1 0 0 0,0-1 0 0 0,0 1 0 0 0,0-1 0 0 0,0 1 0 0 0,0-1 0 0 0,0 0 0 0 0,0 1 0 0 0,0 0 0 0 0,0 2-481 0 0,0 7-2507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5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0 0 0,'0'0'6881'0'0,"1"-3"-5963"0"0,0-3-1807 0 0,1-8 12901 0 0,-2 7-10054 0 0,2 3-1498 0 0,6-11 5657 0 0,-8 15-6061 0 0,0 0-66 0 0,0 11-170 0 0,0 224 676 0 0,0-76-181 0 0,6-108-195 0 0,-3-28-51 0 0,0-9-43 0 0,-1 4 42 0 0,0 24 1 0 0,-1-34-58 0 0,-1 0 0 0 0,4 12-1 0 0,-2-11 0 0 0,-1-1 1 0 0,2 13-1 0 0,2 76 58 0 0,-5-87-58 0 0,0 1 1 0 0,1 0 0 0 0,4 19-1 0 0,-4-24-8 0 0,0 0 0 0 0,-1-1-1 0 0,1 1 1 0 0,-1 0 0 0 0,-1 7-1 0 0,0 5 8 0 0,3 85 51 0 0,3-57-40 0 0,-4 23-5 0 0,0-60-16 0 0,-1 2-5 0 0,0-9 8 0 0,-1 0 0 0 0,1 0 0 0 0,0 1 0 0 0,0-1 0 0 0,0 0-1 0 0,0 0 1 0 0,1 0 0 0 0,0 4 0 0 0,1 11-11 0 0,-2-9 6 0 0,0-5 3 0 0,-1 0 0 0 0,1 0 1 0 0,1 0-1 0 0,-1 1 1 0 0,0-1-1 0 0,1 0 1 0 0,1 5-1 0 0,-2-6-1 0 0,1 0 0 0 0,-1-1 0 0 0,1 1 1 0 0,-1 0-1 0 0,0-1 0 0 0,0 1 0 0 0,0 0 0 0 0,0 2 0 0 0,0 8 18 0 0,0-7-19 0 0,1-1 0 0 0,-1 1 0 0 0,-1 8 0 0 0,1-10 3 0 0,-1 0 1 0 0,1 0-1 0 0,0 0 1 0 0,0 0-1 0 0,0 0 1 0 0,1 0 0 0 0,-1 0-1 0 0,1 0 1 0 0,1 6-1 0 0,-1-7 0 0 0,-1-1 1 0 0,1 1-1 0 0,-1-1 0 0 0,0 1 0 0 0,0 0 1 0 0,0-1-1 0 0,0 1 0 0 0,0 0 0 0 0,0 2 1 0 0,0 10 35 0 0,1-9-35 0 0,-1 0 1 0 0,0-1 0 0 0,0 1-1 0 0,0 8 1 0 0,-1-9-4 0 0,1 1 0 0 0,-1 0-1 0 0,1-1 1 0 0,1 1 0 0 0,-1 0 0 0 0,2 5 0 0 0,-1 6-276 0 0,-2-7-1900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5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27 624 0 0,'0'0'22341'0'0,"-2"-3"-21885"0"0,-8-6-60 0 0,8 7 446 0 0,-7 4 52 0 0,-14 32-841 0 0,10-17 77 0 0,1 1-1 0 0,0 1 1 0 0,-11 26-1 0 0,4-2 17 0 0,19-42-143 0 0,-1 0 1 0 0,1 0 0 0 0,-1 0 0 0 0,1 0 0 0 0,-1 0 0 0 0,0 0 0 0 0,0 0-1 0 0,1 0 1 0 0,-1-1 0 0 0,-1 2 0 0 0,1-1 0 0 0,0 0-1 0 0,0 0 1 0 0,0 0 0 0 0,0 0-1 0 0,1 0 1 0 0,-1 0-1 0 0,0 0 1 0 0,1 0 0 0 0,-2 2-1 0 0,-7 11 12 0 0,8-13-9 0 0,0 0-1 0 0,0 0 1 0 0,0 0 0 0 0,1 0-1 0 0,-1 0 1 0 0,0 0-1 0 0,1 1 1 0 0,-1-1-1 0 0,0 0 1 0 0,1 1 0 0 0,-1-1-1 0 0,1 0 1 0 0,0 1-1 0 0,-1 1 1 0 0,1-2 115 0 0,-9-5 323 0 0,3-7-412 0 0,-2 0 0 0 0,1 1 0 0 0,-15-15-1 0 0,13 15-6 0 0,-21-23 53 0 0,14 17-111 0 0,-19-26 0 0 0,-18-26 139 0 0,52 67-102 0 0,0-1 0 0 0,0 1 0 0 0,1 0-1 0 0,-1 0 1 0 0,0-1 0 0 0,1 1 0 0 0,-1 0 0 0 0,1-1 0 0 0,-1 1 0 0 0,1 0 0 0 0,-1-3 0 0 0,1 4 14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5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0 0 0,'0'0'7932'0'0,"2"-2"-7349"0"0,-1-1-399 0 0,0 2-121 0 0,-1 0 0 0 0,1 0 0 0 0,-1 1 0 0 0,1-1 1 0 0,0 0-1 0 0,-1 0 0 0 0,1 0 0 0 0,0 1 0 0 0,0-1 0 0 0,-1 0 0 0 0,1 1 0 0 0,1-1 0 0 0,20-10 15982 0 0,-26 99-15399 0 0,-1-50-442 0 0,5 334 957 0 0,5-341-1122 0 0,1 36 40 0 0,-3 15-35 0 0,1-51-19 0 0,-3 80 24 0 0,3 56 129 0 0,-1-44-2 0 0,1-47-79 0 0,-1-48-73 0 0,3 40-3 0 0,-7-60-51 0 0,0-7 20 0 0,1 0 1 0 0,0 0-1 0 0,0-1 0 0 0,0 1 0 0 0,0 0 0 0 0,0 0 0 0 0,0 0 0 0 0,0 0 0 0 0,0 0 0 0 0,0 0 0 0 0,0 0 0 0 0,0 0 0 0 0,0 0 0 0 0,1 0 0 0 0,-1-1 0 0 0,0 1 1 0 0,1 0-1 0 0,0 1 0 0 0,-1-1-49 0 0,0-1 0 0 0,0 0 0 0 0,1 0 0 0 0,-1 0 1 0 0,0 0-1 0 0,0 0 0 0 0,0 0 0 0 0,0 0 0 0 0,0 0 0 0 0,0 1 1 0 0,1-1-1 0 0,-1 0 0 0 0,0 0 0 0 0,0 0 0 0 0,0 0 0 0 0,0 0 1 0 0,0 1-1 0 0,0-1 0 0 0,0 0 0 0 0,0 0 0 0 0,0 0 0 0 0,0 0 1 0 0,0 1-1 0 0,0-1 0 0 0,0 0 0 0 0,0 0 0 0 0,0 0 0 0 0,0 1 1 0 0,0-1-1 0 0,0 0 0 0 0,0 0 0 0 0,0 0 0 0 0,0 0 0 0 0,0 1 1 0 0,0-1-1 0 0,0 0 0 0 0,0 0 0 0 0,0 0 0 0 0,0 0 0 0 0,0 0 1 0 0,0 1-1 0 0,-1-1 0 0 0,1 0 0 0 0,0 0 0 0 0,0 0 0 0 0,0 0 1 0 0,0 0-1 0 0,0 0 0 0 0,0 1 0 0 0,-1-1 0 0 0,1 0 0 0 0,0 0 1 0 0,0 0-1 0 0,0 0 0 0 0,0 0 0 0 0,-1 0 0 0 0,1 0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5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57 1368 0 0,'0'0'18530'0'0,"2"0"-17960"0"0,3 1 308 0 0,-7 2 453 0 0,1-3-1291 0 0,0 1 0 0 0,1 0 0 0 0,-1 0 0 0 0,0 0 0 0 0,0-1 0 0 0,1 1-1 0 0,-1 0 1 0 0,1 0 0 0 0,-1 0 0 0 0,1 0 0 0 0,-1 0 0 0 0,0 3 0 0 0,-11 33 391 0 0,7-21-241 0 0,-1-1 5 0 0,4-12-143 0 0,1 1-1 0 0,-1 0 0 0 0,1-1 0 0 0,0 1 1 0 0,0 5-1 0 0,0-3 23 0 0,-1 0-1 0 0,1 0 1 0 0,-3 6 0 0 0,2-8-31 0 0,1 1-1 0 0,-1 0 1 0 0,1-1-1 0 0,0 1 1 0 0,0 7 0 0 0,1-8-29 0 0,-1-1 0 0 0,1 1 0 0 0,-1 0 1 0 0,0-1-1 0 0,0 1 0 0 0,-1 0 0 0 0,1-1 0 0 0,-1 0 1 0 0,-1 4-1 0 0,0-1 2 0 0,2-4-2 0 0,0 0-1 0 0,0 0 0 0 0,0 1 1 0 0,1-1-1 0 0,-1 0 0 0 0,1 1 1 0 0,-1 2-1 0 0,1-5 6 0 0,0 1-1 0 0,0-1 1 0 0,0 0 0 0 0,0 1 0 0 0,0-1-1 0 0,0 0 1 0 0,0 1 0 0 0,0-1-1 0 0,-1 0 1 0 0,1 0 0 0 0,0 1 0 0 0,0-1-1 0 0,0 0 1 0 0,0 1 0 0 0,-1-1-1 0 0,1 0 1 0 0,0 0 0 0 0,0 0 0 0 0,-1 1-1 0 0,1-1 1 0 0,0 0 0 0 0,0 0-1 0 0,-1 0 1 0 0,1 0 0 0 0,0 1 0 0 0,0-1-1 0 0,-1 0 1 0 0,1 0 0 0 0,0 0-1 0 0,-1 0 1 0 0,1 0 0 0 0,0 0 0 0 0,-1 0-1 0 0,1 0 1 0 0,0 0 0 0 0,-1 0-1 0 0,1 0 1 0 0,0 0 0 0 0,-1 0 0 0 0,1 0-1 0 0,0 0 1 0 0,0 0 0 0 0,-1 0-1 0 0,1 0 1 0 0,0-1 0 0 0,-1 1 0 0 0,1 0-1 0 0,0 0 1 0 0,0 0 0 0 0,-1 0-1 0 0,1-1 1 0 0,0 1 0 0 0,0 0 0 0 0,-1 0-1 0 0,1-1 1 0 0,0 1 0 0 0,0 0-1 0 0,0 0 1 0 0,0-1 0 0 0,-1 1-1 0 0,1 0 1 0 0,0 0 0 0 0,0-1 0 0 0,-8-10 23 0 0,0 0 1 0 0,0 1 0 0 0,-15-14 0 0 0,-5-6-26 0 0,-93-119 143 0 0,119 146-152 0 0,-20-26 90 0 0,19 26-66 0 0,1-1 0 0 0,0 1 0 0 0,0-1 0 0 0,1 0 0 0 0,-1 1 0 0 0,-1-7 0 0 0,3 9-72 0 0,-1 1 0 0 0,1 0 0 0 0,0 0 0 0 0,0 0 0 0 0,0 0-1 0 0,0 0 1 0 0,0 0 0 0 0,0 0 0 0 0,0-1 0 0 0,0 1 0 0 0,0 0-1 0 0,0 0 1 0 0,0 0 0 0 0,0 0 0 0 0,0 0 0 0 0,0 0-1 0 0,1-1 1 0 0,-1 1 0 0 0,0 0 0 0 0,0 0 0 0 0,0 0 0 0 0,0 0-1 0 0,0 0 1 0 0,0 0 0 0 0,0 0 0 0 0,0 0 0 0 0,0-1 0 0 0,0 1-1 0 0,0 0 1 0 0,0 0 0 0 0,1 0 0 0 0,-1 0 0 0 0,0 0 0 0 0,0 0-1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2:5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0 0 0,'0'0'922'0'0,"1"-3"11"0"0,2-26 24187 0 0,-3 30-25108 0 0,0 2-8 0 0,0-2 0 0 0,0 17-203 0 0,-4 97 275 0 0,-1-26 15 0 0,5 81 46 0 0,5-139-119 0 0,-1 58 39 0 0,1-61-17 0 0,-2-6 12 0 0,-2 28-1 0 0,-1-42-43 0 0,3 33-5 0 0,-2-20 32 0 0,4 25 1 0 0,-2-25-24 0 0,0 26 1 0 0,1 3 0 0 0,-1 33 24 0 0,3-25-18 0 0,-3 131 58 0 0,-3-171-85 0 0,-1-9 10 0 0,1 0 0 0 0,0 0 0 0 0,3 11 0 0 0,1 33 26 0 0,-3-45-27 0 0,1-1-10 0 0,-1 1 0 0 0,1 13 0 0 0,1-14 480 0 0,-1-2-1833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00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444 101 0 0 0,'0'0'19535'0'0,"-3"-6"-19186"0"0,-9-17-53 0 0,12 23-269 0 0,0-1-1 0 0,0 1 0 0 0,-1-1 1 0 0,1 1-1 0 0,0 0 0 0 0,0-1 1 0 0,-1 1-1 0 0,1-1 0 0 0,0 1 1 0 0,-1 0-1 0 0,1-1 0 0 0,0 1 1 0 0,-1 0-1 0 0,1-1 0 0 0,0 1 1 0 0,-1 0-1 0 0,1 0 0 0 0,-1-1 1 0 0,1 1-1 0 0,-1 0 0 0 0,1 0 1 0 0,-1 0-1 0 0,1 0 0 0 0,-1 0 0 0 0,1-1 1 0 0,-1 1-1 0 0,1 0 0 0 0,-1 0 1 0 0,1 0-1 0 0,-1 1 0 0 0,0-1 57 0 0,-6-1-6 0 0,5 1-50 0 0,1 0 0 0 0,0 0 0 0 0,-1 0 1 0 0,1 0-1 0 0,-1 0 0 0 0,1 0 0 0 0,-1 0 0 0 0,1 0 0 0 0,-1 0 0 0 0,1 1 1 0 0,-1-1-1 0 0,1 1 0 0 0,0-1 0 0 0,-1 1 0 0 0,1 0 0 0 0,0-1 0 0 0,-2 2 1 0 0,-4 5 178 0 0,3-3-57 0 0,-1 0 0 0 0,1 1 0 0 0,0 0 1 0 0,0 0-1 0 0,0 0 0 0 0,0 0 1 0 0,-2 7-1 0 0,4-8-87 0 0,-3 8 218 0 0,0 0 0 0 0,-5 21-1 0 0,4-16-113 0 0,0 3-10 0 0,4-5-62 0 0,-1 0 1 0 0,-1 0-1 0 0,-8 20 0 0 0,7-29-73 0 0,0-1 17 0 0,4-5 24 0 0,1 0 1 0 0,0 0-1 0 0,-1 0 0 0 0,1 0 1 0 0,0 0-1 0 0,-1-1 0 0 0,1 1 1 0 0,-1 0-1 0 0,1 0 0 0 0,0 0 1 0 0,-1 0-1 0 0,1 0 0 0 0,0-1 1 0 0,-1 1-1 0 0,1 0 0 0 0,0 0 1 0 0,-1-1-1 0 0,1 1 0 0 0,0 0 1 0 0,0 0-1 0 0,-1-1 0 0 0,1 1 1 0 0,0 0-1 0 0,-1-1 0 0 0,-11-13-140 0 0,5 5 170 0 0,-199-211 63 0 0,198 210-440 0 0,-10-19 0 0 0,4 6-3582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03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217 134 0 0 0,'0'0'11422'0'0,"2"-1"-9807"0"0,0 1-1219 0 0,4-3 644 0 0,-6 3-971 0 0,0 0-1 0 0,0 0 0 0 0,0 0 0 0 0,0 0 0 0 0,0 0 1 0 0,0 0-1 0 0,0-1 0 0 0,0 1 0 0 0,0 0 0 0 0,0 0 1 0 0,0 0-1 0 0,0 0 0 0 0,0 0 0 0 0,0 0 1 0 0,0-1-1 0 0,0 1 0 0 0,0 0 0 0 0,0 0 0 0 0,0 0 1 0 0,0 0-1 0 0,0 0 0 0 0,0 0 0 0 0,0-1 0 0 0,0 1 1 0 0,0 0-1 0 0,0 0 0 0 0,0 0 0 0 0,0 0 1 0 0,0 0-1 0 0,0 0 0 0 0,0 0 0 0 0,0-1 0 0 0,0 1 1 0 0,0 0-1 0 0,0 0 0 0 0,-1 0 0 0 0,1 0 0 0 0,0 0 1 0 0,0 0-1 0 0,0 0 0 0 0,0 0 0 0 0,-8-9 1284 0 0,-11-9-698 0 0,-6 2-140 0 0,22 15-520 0 0,-1 0 0 0 0,1-1 1 0 0,0 1-1 0 0,0 0 1 0 0,-1 0-1 0 0,1 1 1 0 0,-1-1-1 0 0,1 1 0 0 0,-1 0 1 0 0,-4 0-1 0 0,7 0-18 0 0,-6 6-33 0 0,-5 5 48 0 0,8-6 14 0 0,-1 0 1 0 0,-10 8 0 0 0,14-12 43 0 0,0 1-1 0 0,0-1 1 0 0,0 1 0 0 0,0 0 0 0 0,0-1-1 0 0,0 1 1 0 0,1 0 0 0 0,-1 0 0 0 0,1 0-1 0 0,-1-1 1 0 0,1 1 0 0 0,0 0 0 0 0,-1 0-1 0 0,1 0 1 0 0,0 0 0 0 0,0 0 0 0 0,0 0-1 0 0,1 0 1 0 0,-1-1 0 0 0,0 1 0 0 0,1 0 0 0 0,-1 0-1 0 0,1 0 1 0 0,1 2 0 0 0,2 2 101 0 0,1-1 1 0 0,0 0 0 0 0,0-1-1 0 0,0 1 1 0 0,1-1-1 0 0,0 0 1 0 0,0 0 0 0 0,0-1-1 0 0,0 0 1 0 0,10 4 0 0 0,-6-3-47 0 0,1-1 0 0 0,-1 0 1 0 0,0-1-1 0 0,1 0 0 0 0,0-1 1 0 0,13 1-1 0 0,-23-2-65 0 0,0 0 1 0 0,0 0-1 0 0,-1-1 0 0 0,1 1 1 0 0,0 0-1 0 0,0 0 0 0 0,-1 0 1 0 0,1-1-1 0 0,0 1 1 0 0,-1 0-1 0 0,1-1 0 0 0,0 1 1 0 0,-1 0-1 0 0,1-1 0 0 0,-1 1 1 0 0,1-1-1 0 0,0 1 0 0 0,-1-1 1 0 0,2-1-1 0 0,-1 1 17 0 0,0-1 0 0 0,0 0 0 0 0,0 0 0 0 0,0 0 0 0 0,-1 0-1 0 0,1 0 1 0 0,0-3 0 0 0,1-2 22 0 0,-1-1 1 0 0,0 0-1 0 0,-1-9 0 0 0,0 13-90 0 0,0-1 0 0 0,-1 0 0 0 0,1 1 1 0 0,-1-1-1 0 0,0 0 0 0 0,0 1 0 0 0,0-1 0 0 0,-1 1 0 0 0,0-1 1 0 0,0 1-1 0 0,0 0 0 0 0,0 0 0 0 0,-1 0 0 0 0,1 0 0 0 0,-5-4 1 0 0,0-1-11 0 0,-1 0 1 0 0,0 1 0 0 0,-1 0 0 0 0,1 0 0 0 0,-16-9-1 0 0,18 13 6 0 0,1 1 0 0 0,-1 0 0 0 0,0 0 0 0 0,-1 1 0 0 0,1 0 0 0 0,0 0 0 0 0,-1 0 0 0 0,1 1 0 0 0,-1 0 0 0 0,0 0 0 0 0,-6 0 0 0 0,9 1-1 0 0,0 1 0 0 0,0-1 0 0 0,0 1 0 0 0,1 0 0 0 0,-1 0 1 0 0,0 0-1 0 0,1 0 0 0 0,-1 1 0 0 0,1-1 0 0 0,-1 1 1 0 0,1 0-1 0 0,-5 3 0 0 0,3-2 12 0 0,3-2 5 0 0,0 0 1 0 0,-1 1-1 0 0,1-1 1 0 0,0 1 0 0 0,0 0-1 0 0,0-1 1 0 0,0 1-1 0 0,0 0 1 0 0,0 0 0 0 0,0 0-1 0 0,1 1 1 0 0,-1-1 0 0 0,1 0-1 0 0,-1 1 1 0 0,1-1-1 0 0,0 1 1 0 0,0-1 0 0 0,0 1-1 0 0,0-1 1 0 0,1 1-1 0 0,-1 0 1 0 0,1-1 0 0 0,0 1-1 0 0,-1 0 1 0 0,1 3-1 0 0,0-3 36 0 0,0 0 0 0 0,0 0 0 0 0,1 0 0 0 0,-1-1 0 0 0,1 1 0 0 0,-1 0 0 0 0,1 0 0 0 0,0 0 0 0 0,0 0 0 0 0,0-1 0 0 0,0 1 0 0 0,1 0 0 0 0,-1-1 0 0 0,1 1 0 0 0,0-1 0 0 0,-1 1 0 0 0,1-1 0 0 0,0 0 0 0 0,1 0-1 0 0,-1 0 1 0 0,0 0 0 0 0,4 2 0 0 0,9 6 48 0 0,1 0-1 0 0,0-1 1 0 0,1-1-1 0 0,17 6 1 0 0,-24-10-43 0 0,0 0 0 0 0,1-1 0 0 0,-1 0 0 0 0,1-1 0 0 0,0 0 0 0 0,0-1 0 0 0,15 0 0 0 0,-26-1-20 0 0,1 0 1 0 0,-1 0 0 0 0,1 0-1 0 0,-1 0 1 0 0,1 0-1 0 0,0 0 1 0 0,-1-1 0 0 0,1 1-1 0 0,-1 0 1 0 0,1 0-1 0 0,-1-1 1 0 0,1 1-1 0 0,-1 0 1 0 0,1-1 0 0 0,-1 1-1 0 0,1 0 1 0 0,-1-1-1 0 0,0 1 1 0 0,1-1 0 0 0,-1 1-1 0 0,0-1 1 0 0,1 0-1 0 0,0-1 16 0 0,0 1-1 0 0,0-1 0 0 0,-1 0 0 0 0,1 0 1 0 0,-1 0-1 0 0,1 0 0 0 0,-1-2 0 0 0,1-3 10 0 0,-1 1 0 0 0,0-1 0 0 0,-1-8-1 0 0,-1 5-47 0 0,-1 1-1 0 0,0-1 1 0 0,0 1-1 0 0,-1 0 1 0 0,-1 0-1 0 0,1 0 1 0 0,-1 1-1 0 0,-7-9 1 0 0,5 8 13 0 0,1 0 0 0 0,-1 0 1 0 0,-1 1-1 0 0,0 0 0 0 0,-11-9 1 0 0,17 16-29 0 0,1 0-1 0 0,0 0 1 0 0,-1 0 0 0 0,1 0 0 0 0,-1 1 0 0 0,0-1 0 0 0,1 0 0 0 0,-1 1-1 0 0,0-1 1 0 0,1 1 0 0 0,-1 0 0 0 0,0 0 0 0 0,1-1 0 0 0,-1 1 0 0 0,0 0-1 0 0,1 0 1 0 0,-1 1 0 0 0,-3 0 0 0 0,2-1 6 0 0,1 1-1 0 0,-1 1 1 0 0,0-1-1 0 0,1 0 1 0 0,-1 1 0 0 0,1-1-1 0 0,0 1 1 0 0,0 0-1 0 0,-1 0 1 0 0,-2 3-1 0 0,0 1 8 0 0,0 1-1 0 0,0 0 0 0 0,0 0 1 0 0,1 0-1 0 0,0 0 0 0 0,-5 14 1 0 0,7-11 9 0 0,0 0 1 0 0,0 0 0 0 0,1 0-1 0 0,0 0 1 0 0,1 0 0 0 0,0 0-1 0 0,2 10 1 0 0,-2-17 3 0 0,0 1 1 0 0,1-1-1 0 0,-1 0 0 0 0,1 1 1 0 0,0-1-1 0 0,0 0 0 0 0,1 0 1 0 0,-1 0-1 0 0,0 0 0 0 0,1 0 1 0 0,0 0-1 0 0,0 0 0 0 0,0-1 0 0 0,0 1 1 0 0,0-1-1 0 0,0 1 0 0 0,4 2 1 0 0,-2-3 44 0 0,-1 1-1 0 0,1-1 1 0 0,-1 0 0 0 0,1 0 0 0 0,0 0 0 0 0,0-1 0 0 0,0 1-1 0 0,0-1 1 0 0,0 0 0 0 0,0 0 0 0 0,1 0 0 0 0,-1-1 0 0 0,7 1-1 0 0,-9-1-25 0 0,-1 0 0 0 0,1 0-1 0 0,0 0 1 0 0,0 0 0 0 0,0-1-1 0 0,0 1 1 0 0,0 0-1 0 0,0-1 1 0 0,0 1 0 0 0,0-1-1 0 0,-1 0 1 0 0,1 0-1 0 0,0 0 1 0 0,0 1 0 0 0,-1-2-1 0 0,1 1 1 0 0,-1 0-1 0 0,1 0 1 0 0,-1 0 0 0 0,1-1-1 0 0,-1 1 1 0 0,0-1-1 0 0,0 1 1 0 0,1-1 0 0 0,-1 0-1 0 0,0 1 1 0 0,0-1-1 0 0,-1 0 1 0 0,2-3 0 0 0,2-6 47 0 0,-3 10-70 0 0,0 0 1 0 0,-1 0-1 0 0,1-1 0 0 0,-1 1 0 0 0,1 0 1 0 0,-1-1-1 0 0,0 1 0 0 0,1 0 0 0 0,-1-1 1 0 0,0-1-1 0 0,0-7 1 0 0,1 7-22 0 0,-1 0 0 0 0,0 0 0 0 0,0 0 1 0 0,0 0-1 0 0,0 0 0 0 0,0-1 0 0 0,-1 1 0 0 0,0 0 0 0 0,1 0 1 0 0,-1 0-1 0 0,0 0 0 0 0,-2-3 0 0 0,-1 1-113 0 0,4 4 77 0 0,-1 1-1 0 0,1-1 1 0 0,-1 0 0 0 0,0 0 0 0 0,1 0-1 0 0,-1 1 1 0 0,0-1 0 0 0,0 1 0 0 0,1-1-1 0 0,-1 0 1 0 0,0 1 0 0 0,0-1-1 0 0,0 1 1 0 0,0 0 0 0 0,1-1 0 0 0,-1 1-1 0 0,0 0 1 0 0,0-1 0 0 0,0 1 0 0 0,0 0-1 0 0,0 0 1 0 0,0 0 0 0 0,0 0-1 0 0,0 0 1 0 0,0 0 0 0 0,-1 0 0 0 0,-3 1-603 0 0,0-1 1 0 0,0 1 0 0 0,0 0-1 0 0,0 0 1 0 0,0 1 0 0 0,1-1-1 0 0,-10 6 1 0 0,3-3-4776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04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0 0 0,'0'0'5731'0'0,"0"2"-5565"0"0,0 1-246 0 0,-3 11 416 0 0,-1-5-2939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0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286 182 312 0 0,'0'0'13978'0'0,"-6"-3"-13278"0"0,-17-11 1169 0 0,1-1 0 0 0,-34-28-1 0 0,47 33-784 0 0,-12-10 1002 0 0,15 14-1229 0 0,6 5-842 0 0,-1 1-1 0 0,1-1 1 0 0,-1 1 0 0 0,1-1 0 0 0,-1 1 0 0 0,1 0 0 0 0,-1-1-1 0 0,1 1 1 0 0,-1-1 0 0 0,0 1 0 0 0,1 0 0 0 0,-1 0-1 0 0,0-1 1 0 0,1 1 0 0 0,-1 0 0 0 0,0 0 0 0 0,1 0 0 0 0,-1 0-1 0 0,0 0 1 0 0,1 0 0 0 0,-1 0 0 0 0,0 0 0 0 0,1 0 0 0 0,-2 0-1 0 0,-101 0-92 0 0,102 0 72 0 0,0 0 1 0 0,0 0 0 0 0,0 0 0 0 0,1 0-1 0 0,-1 1 1 0 0,0-1 0 0 0,0 0 0 0 0,0 0 0 0 0,0 1-1 0 0,0-1 1 0 0,0 1 0 0 0,1-1 0 0 0,-1 1-1 0 0,0-1 1 0 0,0 1 0 0 0,1-1 0 0 0,-1 1-1 0 0,0 0 1 0 0,1-1 0 0 0,-1 1 0 0 0,1 0-1 0 0,-1 0 1 0 0,0-1 0 0 0,1 1 0 0 0,0 0 0 0 0,-1 0-1 0 0,1 0 1 0 0,0 0 0 0 0,-1 0 0 0 0,1-1-1 0 0,0 2 1 0 0,-1 3 27 0 0,0 0 0 0 0,1 0 1 0 0,-1 0-1 0 0,1 8 0 0 0,1-7 71 0 0,-1-3-53 0 0,0 0 1 0 0,1 0 0 0 0,0 0 0 0 0,0 0 0 0 0,0 0 0 0 0,0-1-1 0 0,0 1 1 0 0,0 0 0 0 0,1-1 0 0 0,-1 1 0 0 0,1-1-1 0 0,0 1 1 0 0,-1-1 0 0 0,1 0 0 0 0,1 1 0 0 0,-1-1-1 0 0,0 0 1 0 0,0-1 0 0 0,1 1 0 0 0,2 2 0 0 0,7 3 59 0 0,0-1 0 0 0,0 1 0 0 0,14 4 0 0 0,-13-7-26 0 0,0 0 0 0 0,0-1 0 0 0,1 0 0 0 0,-1-1 0 0 0,1 0 0 0 0,-1-1 0 0 0,18-1 0 0 0,-30-1-51 0 0,0 1-1 0 0,0 0 0 0 0,0-1 0 0 0,0 1 0 0 0,0-1 1 0 0,0 1-1 0 0,0-1 0 0 0,0 0 0 0 0,0 1 0 0 0,0-1 1 0 0,0 0-1 0 0,0 0 0 0 0,0 1 0 0 0,0-1 0 0 0,-1 0 1 0 0,1 0-1 0 0,0 0 0 0 0,-1 0 0 0 0,1 0 0 0 0,-1 0 1 0 0,1 0-1 0 0,0-3 0 0 0,8-24 139 0 0,-9 27-159 0 0,2-10 2 0 0,0-1-1 0 0,-1 0 1 0 0,-1 0 0 0 0,-1-20 0 0 0,0 26-25 0 0,0 1 0 0 0,0-1 1 0 0,-1 1-1 0 0,0-1 1 0 0,0 1-1 0 0,0 0 0 0 0,-1-1 1 0 0,1 1-1 0 0,-1 1 1 0 0,0-1-1 0 0,-1 0 0 0 0,1 1 1 0 0,-1-1-1 0 0,0 1 1 0 0,-6-5-1 0 0,8 8-5 0 0,1 0 0 0 0,-1 0 0 0 0,0 0 0 0 0,1 0-1 0 0,-1 1 1 0 0,0-1 0 0 0,1 1 0 0 0,-1-1 0 0 0,0 1 0 0 0,0 0-1 0 0,0-1 1 0 0,0 1 0 0 0,1 0 0 0 0,-1 0 0 0 0,0 0 0 0 0,0 1-1 0 0,0-1 1 0 0,0 0 0 0 0,-1 1 0 0 0,-1 0-2 0 0,0 1 0 0 0,1-1 0 0 0,-1 1 0 0 0,1-1-1 0 0,-1 1 1 0 0,1 1 0 0 0,-5 2 0 0 0,-7 6-14 0 0,11-8 31 0 0,0 0-1 0 0,0 0 1 0 0,0 1 0 0 0,-6 6-1 0 0,8-7 11 0 0,-1 0 0 0 0,0 0 0 0 0,1 0-1 0 0,0 0 1 0 0,0 1 0 0 0,0-1-1 0 0,0 1 1 0 0,0 0 0 0 0,1-1 0 0 0,-1 1-1 0 0,1 0 1 0 0,0 0 0 0 0,0 0 0 0 0,1 0-1 0 0,-1 0 1 0 0,1 0 0 0 0,0 6 0 0 0,1-8 12 0 0,-1 0 1 0 0,1 0-1 0 0,0 0 1 0 0,0 0-1 0 0,0 0 1 0 0,0 0 0 0 0,0 0-1 0 0,0 0 1 0 0,1 0-1 0 0,-1 0 1 0 0,1-1-1 0 0,-1 1 1 0 0,3 1 0 0 0,0 1 28 0 0,0-1 0 0 0,0 0 1 0 0,1 0-1 0 0,6 3 1 0 0,0 0 26 0 0,0-1 1 0 0,1 0-1 0 0,0-1 0 0 0,0 0 1 0 0,1-1-1 0 0,-1-1 1 0 0,1 0-1 0 0,22 1 0 0 0,-33-3-43 0 0,-1 0-1 0 0,1-1 0 0 0,-1 1 0 0 0,0-1 0 0 0,1 1 0 0 0,-1-1 0 0 0,0 1 0 0 0,1-1 1 0 0,-1 0-1 0 0,0 1 0 0 0,0-1 0 0 0,1 0 0 0 0,-1 0 0 0 0,0 0 0 0 0,0 0 0 0 0,0 0 1 0 0,0 0-1 0 0,0 0 0 0 0,-1 0 0 0 0,1-1 0 0 0,0 1 0 0 0,-1 0 0 0 0,1-1 0 0 0,0 1 1 0 0,-1 0-1 0 0,1-2 0 0 0,1-3 27 0 0,0 0 0 0 0,-1 0-1 0 0,0 0 1 0 0,1-9 0 0 0,-1 9-55 0 0,-1 1 0 0 0,0 0 0 0 0,-1 0 0 0 0,1-1 0 0 0,-1 1 0 0 0,0 0 0 0 0,-1 0 0 0 0,1 0-1 0 0,-1 0 1 0 0,0 0 0 0 0,0 0 0 0 0,-4-6 0 0 0,-1 2-21 0 0,1 0 1 0 0,-1 0-1 0 0,-1 0 0 0 0,-14-12 0 0 0,19 19 8 0 0,1 0 0 0 0,0 1 0 0 0,-1-1 0 0 0,1 1 0 0 0,-1 0 1 0 0,1 0-1 0 0,-1 0 0 0 0,1 0 0 0 0,-1 0 0 0 0,0 0 0 0 0,0 1 0 0 0,1-1 0 0 0,-1 1 0 0 0,0 0 0 0 0,0 0 0 0 0,0 0 0 0 0,1 0 0 0 0,-6 1 0 0 0,4 0 3 0 0,0 0-1 0 0,1 0 1 0 0,-1 0-1 0 0,0 0 1 0 0,1 1-1 0 0,0-1 1 0 0,-1 1 0 0 0,1 0-1 0 0,0 0 1 0 0,0 0-1 0 0,0 1 1 0 0,0-1-1 0 0,-4 5 1 0 0,2-1 12 0 0,1-2-2 0 0,0 0 0 0 0,1 0 0 0 0,-1 1 0 0 0,1-1 0 0 0,0 1 0 0 0,0 0 1 0 0,0 0-1 0 0,1 0 0 0 0,0 1 0 0 0,0-1 0 0 0,0 0 0 0 0,-1 9 0 0 0,2-10 13 0 0,1 1 1 0 0,-1 0-1 0 0,1 0 0 0 0,0 0 0 0 0,0-1 1 0 0,1 1-1 0 0,0 0 0 0 0,-1 0 0 0 0,1-1 0 0 0,1 1 1 0 0,-1 0-1 0 0,1-1 0 0 0,0 0 0 0 0,0 1 1 0 0,0-1-1 0 0,1 0 0 0 0,-1 0 0 0 0,1 0 0 0 0,0 0 1 0 0,0 0-1 0 0,0-1 0 0 0,1 0 0 0 0,-1 1 1 0 0,1-1-1 0 0,0 0 0 0 0,0-1 0 0 0,0 1 0 0 0,0-1 1 0 0,6 3-1 0 0,11 2 195 0 0,-20-6-157 0 0,1-1 0 0 0,-1 0 0 0 0,1 0 0 0 0,-1 1-1 0 0,1-1 1 0 0,-1 0 0 0 0,1 0 0 0 0,-1 0 0 0 0,0 0-1 0 0,1-1 1 0 0,-1 1 0 0 0,3-1 0 0 0,-3 0-31 0 0,0 0 1 0 0,0 0-1 0 0,0 1 1 0 0,0-1-1 0 0,0 0 0 0 0,0 0 1 0 0,-1-1-1 0 0,1 1 1 0 0,0 0-1 0 0,-1 0 1 0 0,1 0-1 0 0,-1 0 1 0 0,1 0-1 0 0,-1-1 0 0 0,1 1 1 0 0,-1 0-1 0 0,0 0 1 0 0,0-1-1 0 0,0 1 1 0 0,0 0-1 0 0,0-1 1 0 0,0 1-1 0 0,0-2 1 0 0,0 0-39 0 0,-1 0 1 0 0,1 1 0 0 0,0-1 0 0 0,-1 1 0 0 0,0-1 0 0 0,1 0 0 0 0,-1 1 0 0 0,0-1 0 0 0,0 1 0 0 0,-3-4 0 0 0,1 2-29 0 0,-1-1-6 0 0,1 1 0 0 0,-1 0 1 0 0,0 0-1 0 0,-6-5 0 0 0,8 8 3 0 0,0-1 0 0 0,0 1 0 0 0,0 0 0 0 0,-1 0 0 0 0,1 0 0 0 0,0 0 0 0 0,-1 1 0 0 0,1-1 0 0 0,-1 1 0 0 0,1-1 0 0 0,0 1 0 0 0,-6 0 1 0 0,7 0 36 0 0,0 0 1 0 0,-1 0-1 0 0,1 0 1 0 0,0 0-1 0 0,-1 1 1 0 0,1-1-1 0 0,0 0 1 0 0,0 1-1 0 0,0-1 1 0 0,-1 1-1 0 0,1-1 1 0 0,0 1 0 0 0,0 0-1 0 0,0-1 1 0 0,0 1-1 0 0,0 0 1 0 0,0 0-1 0 0,0 0 1 0 0,0 0-1 0 0,-1 1 1 0 0,1 0 14 0 0,0 0 0 0 0,0 0 0 0 0,0-1 1 0 0,0 1-1 0 0,1 0 0 0 0,-1 0 0 0 0,0 0 0 0 0,1 0 0 0 0,0 0 1 0 0,-1 0-1 0 0,1 0 0 0 0,0 3 0 0 0,0-5 17 0 0,30 2-915 0 0,-26 0-2598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0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362 233 0 0 0,'0'0'14190'0'0,"-6"-12"-13354"0"0,-20-37 5 0 0,22 41-426 0 0,-1 1 0 0 0,1-1 0 0 0,-1 1-1 0 0,-1 0 1 0 0,1 1 0 0 0,-10-9 0 0 0,-2-2 752 0 0,-38-33 2229 0 0,54 49-3399 0 0,0 1-1 0 0,0-1 0 0 0,1 1 1 0 0,-1 0-1 0 0,0-1 1 0 0,0 1-1 0 0,0 0 0 0 0,1 0 1 0 0,-1 0-1 0 0,0-1 0 0 0,0 1 1 0 0,0 0-1 0 0,0 0 0 0 0,1 0 1 0 0,-1 0-1 0 0,0 1 1 0 0,0-1-1 0 0,0 0 0 0 0,0 0 1 0 0,1 0-1 0 0,-1 1 0 0 0,0-1 1 0 0,0 0-1 0 0,0 1 1 0 0,1-1-1 0 0,-2 1 0 0 0,-18 12-67 0 0,19-12 78 0 0,-30 27-7 0 0,25-25 6 0 0,-11 10 23 0 0,-25 12 1 0 0,42-25-14 0 0,0 0 0 0 0,-1 0 1 0 0,1 1-1 0 0,0-1 0 0 0,0 0 0 0 0,0 0 0 0 0,-1 0 0 0 0,1 0 1 0 0,0 1-1 0 0,0-1 0 0 0,0 0 0 0 0,0 0 0 0 0,-1 0 1 0 0,1 1-1 0 0,0-1 0 0 0,0 0 0 0 0,0 0 0 0 0,0 1 1 0 0,0-1-1 0 0,0 0 0 0 0,0 0 0 0 0,0 1 0 0 0,0-1 1 0 0,0 0-1 0 0,0 0 0 0 0,0 1 0 0 0,0-1 0 0 0,0 0 0 0 0,0 0 1 0 0,0 1-1 0 0,0-1 0 0 0,0 0 0 0 0,0 0 0 0 0,0 0 1 0 0,0 1-1 0 0,0-1 0 0 0,0 0 0 0 0,1 0 0 0 0,-1 1 1 0 0,0-1-1 0 0,0 0 0 0 0,0 0 0 0 0,0 0 0 0 0,1 1 0 0 0,-1-1 1 0 0,0 0-1 0 0,0 0 0 0 0,1 0 0 0 0,10 9 691 0 0,-11-8-784 0 0,16 10 142 0 0,1-1 1 0 0,0 0-1 0 0,0-1 0 0 0,0-1 1 0 0,1 0-1 0 0,1-2 0 0 0,-1 0 1 0 0,22 4-1 0 0,-37-10-13 0 0,0 1 1 0 0,0-1-1 0 0,0 0 1 0 0,0 0-1 0 0,1 0 0 0 0,2-1 1 0 0,-5 1-26 0 0,-1 0 0 0 0,1 0 0 0 0,0 0 0 0 0,-1 0 0 0 0,1-1 0 0 0,-1 1 0 0 0,1 0 0 0 0,0 0 0 0 0,-1-1 0 0 0,1 1 0 0 0,-1 0 0 0 0,1-1 0 0 0,-1 1 0 0 0,1-1 0 0 0,-1 1 0 0 0,1-1 0 0 0,-1 1 0 0 0,1-1 0 0 0,-1 1 0 0 0,0-1 0 0 0,1 1 0 0 0,-1-1 0 0 0,0 0 0 0 0,0 1 0 0 0,1-1 0 0 0,-1 1 0 0 0,0-1 0 0 0,0 0 0 0 0,0 1 0 0 0,0-1 0 0 0,0 0 0 0 0,0-1 0 0 0,1-4-21 0 0,-1 0 1 0 0,-1 0-1 0 0,1 0 1 0 0,-1 0 0 0 0,0 0-1 0 0,-1 0 1 0 0,1 0-1 0 0,-1 0 1 0 0,-1 0-1 0 0,1 0 1 0 0,-1 1 0 0 0,0-1-1 0 0,0 1 1 0 0,-6-8-1 0 0,5 9-15 0 0,1-1-6 0 0,-1 0 0 0 0,0 0 1 0 0,0 1-1 0 0,-1 0 0 0 0,0 0 0 0 0,1 0 0 0 0,-10-5 0 0 0,12 9-2 0 0,0-1-1 0 0,0 1 1 0 0,0 0 0 0 0,-1-1-1 0 0,1 1 1 0 0,0 0-1 0 0,0 0 1 0 0,0 1-1 0 0,0-1 1 0 0,-1 0 0 0 0,1 1-1 0 0,0-1 1 0 0,0 1-1 0 0,0 0 1 0 0,0 0-1 0 0,0 0 1 0 0,0 0-1 0 0,0 0 1 0 0,0 0 0 0 0,1 0-1 0 0,-1 0 1 0 0,-3 4-1 0 0,-1 0 3 0 0,0 1-1 0 0,0 1 1 0 0,0-1-1 0 0,-6 12 1 0 0,8-13 10 0 0,1 1 0 0 0,0 0 0 0 0,0 1 0 0 0,0-1 0 0 0,1 0 1 0 0,0 1-1 0 0,1-1 0 0 0,-1 1 0 0 0,1 0 0 0 0,0-1 1 0 0,1 1-1 0 0,0 7 0 0 0,0-13 11 0 0,0 0 1 0 0,0-1-1 0 0,1 1 0 0 0,-1 0 1 0 0,0 0-1 0 0,1-1 0 0 0,-1 1 1 0 0,0 0-1 0 0,1-1 1 0 0,-1 1-1 0 0,1-1 0 0 0,-1 1 1 0 0,1-1-1 0 0,-1 1 0 0 0,1-1 1 0 0,0 1-1 0 0,-1-1 0 0 0,1 1 1 0 0,-1-1-1 0 0,2 1 1 0 0,16 8 110 0 0,-11-6-73 0 0,1 0-10 0 0,1 0 1 0 0,-1-1 0 0 0,1 0-1 0 0,0 0 1 0 0,0 0 0 0 0,0-1-1 0 0,0-1 1 0 0,0 0 0 0 0,0 0-1 0 0,9-1 1 0 0,-16 0-21 0 0,0 1 1 0 0,0-1-1 0 0,0 1 0 0 0,0-1 1 0 0,0 0-1 0 0,0 0 0 0 0,0 0 1 0 0,0 0-1 0 0,0 0 0 0 0,0 0 1 0 0,-1-1-1 0 0,1 1 0 0 0,0-1 1 0 0,-1 1-1 0 0,1-1 0 0 0,-1 1 1 0 0,0-1-1 0 0,3-3 0 0 0,-2 1-8 0 0,-1 1 0 0 0,1 0-1 0 0,0-1 1 0 0,-1 1 0 0 0,0-1-1 0 0,0 1 1 0 0,0-1 0 0 0,0 1-1 0 0,-1-1 1 0 0,1-5 0 0 0,0 3-22 0 0,-1 0 0 0 0,0 0 0 0 0,-1-1 1 0 0,1 1-1 0 0,-1 0 0 0 0,0 0 0 0 0,-1 0 1 0 0,0 0-1 0 0,1 0 0 0 0,-2 0 0 0 0,-3-8 0 0 0,0 5-13 0 0,-1 0-1 0 0,0 0 1 0 0,-1 1 0 0 0,0 0-1 0 0,0 0 1 0 0,0 1-1 0 0,-1 0 1 0 0,-12-7-1 0 0,15 10 7 0 0,0 0-1 0 0,-1 1 0 0 0,1 0 1 0 0,-1 0-1 0 0,0 0 0 0 0,0 1 1 0 0,0 0-1 0 0,0 1 0 0 0,0 0 1 0 0,0 0-1 0 0,0 0 1 0 0,-1 1-1 0 0,-12 1 0 0 0,16-1 13 0 0,0 1-1 0 0,0 1 1 0 0,-1-1-1 0 0,1 1 0 0 0,0-1 1 0 0,0 1-1 0 0,1 0 1 0 0,-1 1-1 0 0,0-1 0 0 0,-6 6 1 0 0,5-3 3 0 0,0 0 0 0 0,0 0 0 0 0,1 0 0 0 0,0 0 0 0 0,0 1 0 0 0,-5 8 1 0 0,8-11 15 0 0,-1 0 0 0 0,1 0 1 0 0,-1 1-1 0 0,1-1 1 0 0,0 1-1 0 0,0-1 1 0 0,1 1-1 0 0,-1-1 0 0 0,1 1 1 0 0,-1-1-1 0 0,1 1 1 0 0,0 0-1 0 0,1-1 1 0 0,-1 1-1 0 0,1 0 0 0 0,-1-1 1 0 0,1 1-1 0 0,0-1 1 0 0,3 6-1 0 0,-2-4 22 0 0,1-1 0 0 0,-1 1 0 0 0,1-1 0 0 0,0 0 0 0 0,1 0 0 0 0,-1 0 1 0 0,1-1-1 0 0,-1 1 0 0 0,1-1 0 0 0,0 0 0 0 0,0 0 0 0 0,1 0 0 0 0,4 2 0 0 0,-2-1-6 0 0,5 3 9 0 0,1-1 0 0 0,-1 0 0 0 0,2-1 0 0 0,14 4 0 0 0,-20-7-28 0 0,0 0 21 0 0,-1 0-1 0 0,0-1 1 0 0,13 1-1 0 0,-16-2 18 0 0,0 0 0 0 0,-1 0-1 0 0,1-1 1 0 0,0 1 0 0 0,0-1 0 0 0,5-1 0 0 0,-8 2-32 0 0,-1-1 1 0 0,1 1-1 0 0,0-1 1 0 0,0 0-1 0 0,0 1 1 0 0,0-1-1 0 0,0 1 1 0 0,-1-1-1 0 0,1 0 1 0 0,0 0 0 0 0,-1 0-1 0 0,1 1 1 0 0,-1-1-1 0 0,1 0 1 0 0,0 0-1 0 0,-1 0 1 0 0,0 0-1 0 0,1 0 1 0 0,-1 0-1 0 0,0 0 1 0 0,1 0 0 0 0,-1 0-1 0 0,0 0 1 0 0,0 0-1 0 0,0 0 1 0 0,0 0-1 0 0,0-2 1 0 0,0-1-10 0 0,0 0-35 0 0,0 0-1 0 0,0-1 1 0 0,0 1-1 0 0,-3-8 1 0 0,3 10 0 0 0,-1 1 0 0 0,0-1 0 0 0,0 0 0 0 0,0 0 0 0 0,0 1 0 0 0,0-1 0 0 0,0 0 0 0 0,0 1 0 0 0,-1-1 0 0 0,1 1 0 0 0,0 0 0 0 0,-1-1 0 0 0,-2-1 0 0 0,2 2-31 0 0,0 0 0 0 0,0 0 0 0 0,0 0-1 0 0,0 0 1 0 0,0 0 0 0 0,0 0 0 0 0,0 0 0 0 0,-1 1 0 0 0,1-1 0 0 0,0 1-1 0 0,0 0 1 0 0,-1-1 0 0 0,1 1 0 0 0,0 0 0 0 0,0 0 0 0 0,-1 1-1 0 0,1-1 1 0 0,0 0 0 0 0,0 1 0 0 0,0-1 0 0 0,-1 1 0 0 0,-2 1-1 0 0,1 0-469 0 0,-1 1-1 0 0,1-1 1 0 0,-7 5-1 0 0,-9 9-5278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0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224 116 0 0 0,'0'0'15546'0'0,"-1"0"-14514"0"0,0 0-865 0 0,0-1-1 0 0,0 1 1 0 0,0 0-1 0 0,0-1 1 0 0,0 1-1 0 0,0 0 0 0 0,0-1 1 0 0,1 1-1 0 0,-1-1 1 0 0,0 0-1 0 0,0 1 1 0 0,0-1-1 0 0,0-1 1 0 0,-13-13 754 0 0,3 3-616 0 0,-3 1-62 0 0,0 0 0 0 0,-1 1 0 0 0,-17-10 0 0 0,29 18-228 0 0,-1 1 0 0 0,0-1-1 0 0,1 1 1 0 0,-1 0 0 0 0,1 0 0 0 0,-1 0-1 0 0,-5 0 1 0 0,7 1-21 0 0,0 0-1 0 0,0-1 1 0 0,-1 2-1 0 0,1-1 1 0 0,0 0-1 0 0,0 0 1 0 0,0 1 0 0 0,0-1-1 0 0,0 1 1 0 0,0-1-1 0 0,0 1 1 0 0,0 0-1 0 0,0 0 1 0 0,-3 2 0 0 0,1 0 2 0 0,2-2 5 0 0,0 0 0 0 0,1 0 0 0 0,-1 1 1 0 0,1-1-1 0 0,-1 0 0 0 0,1 0 0 0 0,0 1 1 0 0,-1-1-1 0 0,1 1 0 0 0,0-1 1 0 0,0 1-1 0 0,0-1 0 0 0,0 1 0 0 0,0 0 1 0 0,1 0-1 0 0,-1-1 0 0 0,0 1 0 0 0,1 0 1 0 0,-1 0-1 0 0,1 3 0 0 0,0 1 78 0 0,-1-5-28 0 0,1 1 0 0 0,0-1-1 0 0,0 1 1 0 0,0 0 0 0 0,0-1 0 0 0,0 1-1 0 0,1-1 1 0 0,-1 1 0 0 0,0-1 0 0 0,1 1-1 0 0,-1-1 1 0 0,1 1 0 0 0,-1-1-1 0 0,1 1 1 0 0,0-1 0 0 0,0 0 0 0 0,-1 1-1 0 0,1-1 1 0 0,2 2 0 0 0,6 5 126 0 0,42 35 309 0 0,-44-38-476 0 0,1 0-1 0 0,0 0 1 0 0,1 0 0 0 0,-1-1-1 0 0,10 3 1 0 0,-14-6 99 0 0,0 0 0 0 0,0 0 0 0 0,0 0 0 0 0,0-1 0 0 0,0 1-1 0 0,0-1 1 0 0,0 0 0 0 0,1 0 0 0 0,-1-1 0 0 0,4 0 0 0 0,-7 0-74 0 0,-1 1 1 0 0,1-1-1 0 0,0 1 0 0 0,-1-1 1 0 0,1 1-1 0 0,-1-1 1 0 0,1 0-1 0 0,0 0 0 0 0,-1 1 1 0 0,0-1-1 0 0,1 0 0 0 0,-1 0 1 0 0,1 1-1 0 0,-1-1 1 0 0,0 0-1 0 0,0 0 0 0 0,1 0 1 0 0,-1 0-1 0 0,0-1 0 0 0,2-17 283 0 0,-2 14-260 0 0,0-3-34 0 0,0 1-1 0 0,0 0 1 0 0,-1 0-1 0 0,1-1 1 0 0,-2 1-1 0 0,1 0 1 0 0,-1 0-1 0 0,-3-8 1 0 0,2 7-13 0 0,0 1 0 0 0,-1 0 0 0 0,0 0 0 0 0,0 0 1 0 0,0 0-1 0 0,-1 1 0 0 0,-10-12 0 0 0,14 17-22 0 0,0 1 0 0 0,0-1 0 0 0,0 0 0 0 0,0 1 0 0 0,0-1-1 0 0,0 1 1 0 0,0-1 0 0 0,-1 1 0 0 0,1-1 0 0 0,0 1 0 0 0,0 0 0 0 0,0-1 0 0 0,0 1 0 0 0,-1 0-1 0 0,1 0 1 0 0,0 0 0 0 0,0 0 0 0 0,-1 0 0 0 0,0 0 0 0 0,0 1-1 0 0,0 0 0 0 0,0-1 0 0 0,0 1 0 0 0,0 0-1 0 0,0 0 1 0 0,0 0 0 0 0,0 0 0 0 0,0 1 0 0 0,-3 1 0 0 0,-1 3 8 0 0,0 1 0 0 0,1-1-1 0 0,-1 1 1 0 0,-4 8 0 0 0,8-11 6 0 0,0 1-1 0 0,0-1 1 0 0,0 1 0 0 0,1-1-1 0 0,-1 1 1 0 0,1 0-1 0 0,0 0 1 0 0,1 0 0 0 0,-1-1-1 0 0,1 1 1 0 0,0 0-1 0 0,0 0 1 0 0,2 9 0 0 0,-1-12 6 0 0,0 0 0 0 0,0 1 0 0 0,0-1 1 0 0,0 0-1 0 0,0 0 0 0 0,0 0 0 0 0,0 1 1 0 0,1-2-1 0 0,-1 1 0 0 0,1 0 0 0 0,0 0 0 0 0,0 0 1 0 0,2 2-1 0 0,5 2 15 0 0,16 10-1 0 0,-16-10-21 0 0,0 0 9 0 0,1-1 0 0 0,0 0 0 0 0,0-1-1 0 0,0 0 1 0 0,0 0 0 0 0,1-1 0 0 0,0 0 0 0 0,-1-1-1 0 0,1-1 1 0 0,0 1 0 0 0,0-2 0 0 0,0 1 0 0 0,12-2-1 0 0,-22 1 6 0 0,0-1-1 0 0,0 1 0 0 0,1 0 0 0 0,-1 0 0 0 0,0-1 0 0 0,0 1 0 0 0,0-1 0 0 0,0 1 0 0 0,0-1 0 0 0,0 1 1 0 0,0-1-1 0 0,0 0 0 0 0,0 1 0 0 0,0-1 0 0 0,0 0 0 0 0,0 0 0 0 0,-1 0 0 0 0,2-1 0 0 0,-1 0 9 0 0,1 0 1 0 0,-1 0-1 0 0,0 0 0 0 0,0-1 0 0 0,0 1 0 0 0,0-1 0 0 0,-1 1 1 0 0,1-3-1 0 0,1-5 17 0 0,-2 0 0 0 0,1 0-1 0 0,-2-13 1 0 0,1 22-41 0 0,-1-4-12 0 0,0 0-1 0 0,0 0 0 0 0,0 0 1 0 0,0 0-1 0 0,-1 1 0 0 0,0-1 0 0 0,0 1 1 0 0,0-1-1 0 0,-1 1 0 0 0,1 0 1 0 0,-1-1-1 0 0,0 1 0 0 0,0 1 1 0 0,0-1-1 0 0,-1 0 0 0 0,0 1 1 0 0,1 0-1 0 0,-1 0 0 0 0,0 0 1 0 0,-1 0-1 0 0,1 0 0 0 0,0 1 1 0 0,-1 0-1 0 0,1 0 0 0 0,-1 0 1 0 0,0 1-1 0 0,1-1 0 0 0,-1 1 0 0 0,0 0 1 0 0,-8 0-1 0 0,9 0-3 0 0,-1 1 0 0 0,1 0 0 0 0,-1 1 0 0 0,1-1 0 0 0,-1 1 0 0 0,1-1 0 0 0,-1 2 0 0 0,1-1 0 0 0,-1 0 0 0 0,1 1 0 0 0,-7 3 0 0 0,5-2 12 0 0,-1 1 0 0 0,1 0 0 0 0,0 1 0 0 0,0-1 0 0 0,0 1 0 0 0,1 0 1 0 0,-1 1-1 0 0,1-1 0 0 0,1 1 0 0 0,-1 0 0 0 0,1 0 0 0 0,0 0 0 0 0,0 1 0 0 0,1 0 0 0 0,0-1 0 0 0,-4 12 0 0 0,4-10 18 0 0,3-7 4 0 0,-1 1-1 0 0,0 0 1 0 0,0 0 0 0 0,1-1-1 0 0,-1 1 1 0 0,1 0-1 0 0,0 0 1 0 0,-1 0-1 0 0,1 0 1 0 0,0 0-1 0 0,0 0 1 0 0,0-1-1 0 0,0 1 1 0 0,1 3-1 0 0,0-4 19 0 0,1 0 0 0 0,-1 0 0 0 0,0-1 0 0 0,1 1-1 0 0,-1 0 1 0 0,0-1 0 0 0,1 1 0 0 0,-1-1-1 0 0,1 1 1 0 0,-1-1 0 0 0,1 1 0 0 0,-1-1 0 0 0,3 0-1 0 0,2 1 80 0 0,-2 0-40 0 0,1 0 0 0 0,-1 0 1 0 0,0 0-1 0 0,0-1 1 0 0,0 0-1 0 0,0 1 0 0 0,1-2 1 0 0,4 0-1 0 0,-8 1-56 0 0,0-1-1 0 0,-1 1 1 0 0,1-1-1 0 0,0 0 0 0 0,-1 0 1 0 0,1 1-1 0 0,-1-1 1 0 0,1 0-1 0 0,-1 0 1 0 0,1 0-1 0 0,-1 1 1 0 0,0-1-1 0 0,1 0 1 0 0,-1 0-1 0 0,0 0 1 0 0,1-2-1 0 0,1-14 218 0 0,-2 10-249 0 0,-1 0 0 0 0,0 0-1 0 0,0 1 1 0 0,-1-1 0 0 0,1 0-1 0 0,-1 1 1 0 0,-1-1 0 0 0,1 1-1 0 0,-1 0 1 0 0,0 0 0 0 0,-1 0-1 0 0,0 0 1 0 0,1 1-1 0 0,-2-1 1 0 0,-6-6 0 0 0,-15-13-93 0 0,24 24 66 0 0,0 1-1 0 0,-1-1 1 0 0,1 1 0 0 0,0 0-1 0 0,-1 0 1 0 0,1 0 0 0 0,0 0-1 0 0,-1 0 1 0 0,1 0 0 0 0,-4 2-1 0 0,4-1 33 0 0,0 1 1 0 0,0 0-1 0 0,0-1 0 0 0,0 1 0 0 0,0 0 0 0 0,1 0 0 0 0,-1 0 0 0 0,1 0 0 0 0,-1 1 1 0 0,1-1-1 0 0,0 0 0 0 0,0 0 0 0 0,0 1 0 0 0,0-1 0 0 0,0 5 0 0 0,-1 1 22 0 0,1 0-1 0 0,0 1 1 0 0,1 12-1 0 0,0-19-4 0 0,0 0 0 0 0,1 1 0 0 0,-1-1 0 0 0,1 0 0 0 0,0 0 0 0 0,0 0 0 0 0,0 1 0 0 0,0-1 0 0 0,0 0 0 0 0,0 0 0 0 0,0 0 0 0 0,4 3-1 0 0,0 0 9 0 0,-1 0-1 0 0,12 9 1 0 0,-6-7-312 0 0,16 8 1 0 0,-10-5-1684 0 0,-9-8-531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29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0 0 0,'0'-7'16861'0'0,"0"31"-16486"0"0,-1-10 194 0 0,1 1-1 0 0,1-1 1 0 0,0 0-1 0 0,5 22 1 0 0,-4-26-228 0 0,0 2 1 0 0,-1-1-1 0 0,1 16 0 0 0,-2-14 68 0 0,4 24 0 0 0,0-10 45 0 0,-2 1 0 0 0,-1 48 0 0 0,-1-43-225 0 0,-2 182 1031 0 0,7-166-1040 0 0,2-21-147 0 0,-5-23-56 0 0,-1 1 0 0 0,0-1-1 0 0,0 0 1 0 0,1 9-1 0 0,1 117 52 0 0,-6-53-21 0 0,1 19 40 0 0,-1-61-66 0 0,3 21 18 0 0,-5-28-43 0 0,1 113 7 0 0,4-141-10 0 0,0-1 1 0 0,1 1-1 0 0,-1 0 1 0 0,0-1-1 0 0,0 1 1 0 0,1-1 0 0 0,-1 1-1 0 0,0 0 1 0 0,1-1-1 0 0,-1 1 1 0 0,1-1 0 0 0,-1 1-1 0 0,0-1 1 0 0,1 1-1 0 0,-1-1 1 0 0,1 1 0 0 0,0-1-1 0 0,7 10-262 0 0,-3 0-219 0 0,1 3-1312 0 0,-3-4-4469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3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1811 22 0 0 0,'0'0'15025'0'0,"-2"-4"-14675"0"0,-5-10-78 0 0,5 11 222 0 0,-9 8-429 0 0,-8 2 194 0 0,10-3-1 0 0,0-1 0 0 0,-11 3-1 0 0,-15-2 864 0 0,0 0 0 0 0,-66-3-1 0 0,58-2-347 0 0,-52 6 0 0 0,75-3-610 0 0,10-1-25 0 0,1 0 1 0 0,-14 4 0 0 0,-19 4 370 0 0,-75 8-1 0 0,53-14-114 0 0,40-1-214 0 0,-28-3-1 0 0,-20 2 205 0 0,51 0-264 0 0,14-1-72 0 0,1 0-1 0 0,-1 0 0 0 0,-8 2 0 0 0,-7 3 54 0 0,-1-1 0 0 0,-31 1 0 0 0,-47-4 117 0 0,63-1-164 0 0,-3 0 9 0 0,8 1 21 0 0,1-1-1 0 0,-50-8 0 0 0,-1-3 107 0 0,52 6-161 0 0,-24 2 51 0 0,-107 1 87 0 0,89-2-66 0 0,-7-1-41 0 0,79 5-68 0 0,0 0 0 0 0,-1 0 0 0 0,1 0 0 0 0,0 0 1 0 0,-1 0-1 0 0,1 1 0 0 0,0-1 0 0 0,0 0 0 0 0,-1 1 0 0 0,1-1 0 0 0,-2 1 0 0 0,1 0 194 0 0,-2-1-2581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32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0 0 0,'-1'4'22832'0'0,"0"3"-21955"0"0,2 66-616 0 0,-2 63 354 0 0,0 11 318 0 0,2-75-640 0 0,-1 134 39 0 0,-4-77-169 0 0,4 145-25 0 0,0-262-124 0 0,-1-1-1 0 0,-4 16 1 0 0,3-16 2 0 0,0 0 1 0 0,0 15 0 0 0,-2 28 60 0 0,1-32-26 0 0,-2 14 2 0 0,3 76 179 0 0,5-91-82 0 0,-3-21-149 0 0,0 0 1 0 0,0 0 0 0 0,1 0 0 0 0,-1 0-1 0 0,0 1 1 0 0,0-1 0 0 0,1 0-1 0 0,-1 0 1 0 0,0 0 0 0 0,0 0-1 0 0,1 1 1 0 0,-1-1 0 0 0,0 0-1 0 0,0 0 1 0 0,0 1 0 0 0,0-1-1 0 0,0 0 1 0 0,1 0 0 0 0,-1 1-1 0 0,0-1 1 0 0,0 0 0 0 0,0 0-1 0 0,0 1 1 0 0,0-1 0 0 0,0 0-1 0 0,0 1 1 0 0,0-1 0 0 0,0 1-1 0 0,0-1 2 0 0,0 1 0 0 0,0 0 0 0 0,1-1 0 0 0,-1 1 0 0 0,0 0 0 0 0,0 0 0 0 0,1-1 0 0 0,-1 1-1 0 0,0-1 1 0 0,1 1 0 0 0,-1 0 0 0 0,0-1 0 0 0,1 1 0 0 0,0 0 0 0 0,-1 0-35 0 0,1-1-1 0 0,-1 1 1 0 0,0-1 0 0 0,1 1 0 0 0,-1-1-1 0 0,0 1 1 0 0,1-1 0 0 0,-1 1 0 0 0,0 0-1 0 0,0-1 1 0 0,0 1 0 0 0,0-1-1 0 0,0 1 1 0 0,1 0 0 0 0,-1-1 0 0 0,0 1-1 0 0,-1 0-23 0 0,1-1 0 0 0,0 1 0 0 0,0-1 0 0 0,0 0 0 0 0,0 1 0 0 0,1-1 0 0 0,-1 0 0 0 0,0 1 0 0 0,0-1 0 0 0,0 1 0 0 0,0-1 0 0 0,0 0 0 0 0,0 1 0 0 0,0-1 0 0 0,1 0 0 0 0,-1 1 0 0 0,0-1 0 0 0,0 0 0 0 0,0 0 0 0 0,1 1 0 0 0,-1-1 0 0 0,0 0 0 0 0,1 0 0 0 0,-1 1 0 0 0,0-1 0 0 0,0 0 0 0 0,1 0 0 0 0,0 1 0 0 0,12 4-5105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33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1899 1 0 0 0,'0'0'12852'0'0,"18"1"-12525"0"0,55 4-46 0 0,-54-4 574 0 0,-32-1-876 0 0,7 1 237 0 0,-1-1 0 0 0,1 2 0 0 0,0-1 0 0 0,-1 1 0 0 0,1 0 0 0 0,-10 4 0 0 0,8-2 226 0 0,-1-1 0 0 0,-14 4 0 0 0,-19 2 794 0 0,-10 3 220 0 0,-118 3 1080 0 0,-1-14-1424 0 0,108-1-812 0 0,-79-5 493 0 0,-1 1-143 0 0,100 4-506 0 0,-108 3 407 0 0,43 2-258 0 0,22-3-70 0 0,-49 5 166 0 0,115-5-328 0 0,-69 7 78 0 0,62-2-93 0 0,19-4-54 0 0,0-1 0 0 0,-13 1 1 0 0,14-2 13 0 0,0 1 1 0 0,-12 3-1 0 0,11-2-1 0 0,0-1-1 0 0,-11 2 1 0 0,7-3 3 0 0,-3 0 64 0 0,-16 4 0 0 0,23-3-42 0 0,0-2 0 0 0,0 1-1 0 0,0-1 1 0 0,-11-1 0 0 0,-2 0 8 0 0,-7 1-12 0 0,10 1-135 0 0,0-1 1 0 0,0-1-1 0 0,-23-4 1 0 0,-21-8-2124 0 0,38 8-2610 0 0,9 4-6092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46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0 0 0,'-2'1'16383'0'0,"-3"0"-14010"0"0,4 13 2103 0 0,-2 1-3622 0 0,1-9-920 0 0,1 0 0 0 0,-1 12 0 0 0,-3 16 315 0 0,5 204 955 0 0,4-195-940 0 0,0-10-46 0 0,9 76 233 0 0,-6 109-26 0 0,-7-172-320 0 0,4 19 24 0 0,1 0-10 0 0,-5 125 40 0 0,-2-136-121 0 0,1-23 44 0 0,2 33 0 0 0,6 155-10 0 0,-7-215-72 0 0,0 88 116 0 0,5-102-2017 0 0,-1 1-5355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4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1912 58 0 0 0,'0'0'15498'0'0,"1"-3"-14978"0"0,-1 1-364 0 0,0 2-125 0 0,1 0 1 0 0,-1-1 0 0 0,0 1-1 0 0,0-1 1 0 0,0 1-1 0 0,0 0 1 0 0,0-1-1 0 0,1 1 1 0 0,-1-1 0 0 0,0 1-1 0 0,0 0 1 0 0,0-1-1 0 0,0 1 1 0 0,0-1-1 0 0,0 1 1 0 0,-1 0 0 0 0,1-1-1 0 0,0 1 1 0 0,0-1-1 0 0,0 1 1 0 0,0 0-1 0 0,0-1 1 0 0,-1 1 0 0 0,1-1-1 0 0,0 1 1 0 0,-1-1 314 0 0,-13 1 281 0 0,-114-5 1411 0 0,97 2-1550 0 0,-48-7 763 0 0,-18-3-132 0 0,81 11-1006 0 0,-96-4 482 0 0,65 3-360 0 0,-50 4 1 0 0,35 0-6 0 0,-180 2 701 0 0,72-1-364 0 0,78 0-439 0 0,16 1-1 0 0,-2 2-91 0 0,30-1-4 0 0,-54 3 25 0 0,-86-7 35 0 0,129 7-63 0 0,55-7-29 0 0,-11 0-17 0 0,-1 0-1 0 0,1-1 1 0 0,0 0-1 0 0,-29-8 0 0 0,37 8-328 0 0,1 0-1 0 0,-1 0 0 0 0,-9-1 1 0 0,-2 1-1946 0 0,8 0-2569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49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 0 0 0,'0'0'12459'0'0,"2"-3"-11897"0"0,8-13 6381 0 0,-10 15-6929 0 0,0 1 0 0 0,0 0 0 0 0,0 0 1 0 0,1 0-1 0 0,-1 0 0 0 0,0 0 0 0 0,0 0 0 0 0,-1 0 0 0 0,1-1 0 0 0,0 1 0 0 0,0 0 0 0 0,0 0 0 0 0,0 0 0 0 0,0 0 0 0 0,0 0 0 0 0,0 0 0 0 0,0 0 0 0 0,0 0 0 0 0,0-1 0 0 0,0 1 1 0 0,0 0-1 0 0,0 0 0 0 0,0 0 0 0 0,0 0 0 0 0,0 0 0 0 0,0 0 0 0 0,-1 0 0 0 0,1 0 0 0 0,0 0 0 0 0,0 0 0 0 0,0 0 0 0 0,0 0 0 0 0,0-1 0 0 0,0 1 0 0 0,0 0 0 0 0,0 0 0 0 0,-1 0 1 0 0,1 0-1 0 0,0 0 0 0 0,0 0 0 0 0,0 0 0 0 0,0 0 0 0 0,0 0 0 0 0,0 0 0 0 0,0 0 0 0 0,-1 0 0 0 0,1 0 0 0 0,0 0 0 0 0,0 0 0 0 0,0 0 0 0 0,0 1 0 0 0,0-1 0 0 0,0 0 1 0 0,0 0-1 0 0,-1 0 0 0 0,1 0 0 0 0,0 0 0 0 0,0 0 0 0 0,0 0 0 0 0,0 0 0 0 0,0 0 0 0 0,0 0 0 0 0,0 0 0 0 0,0 0 0 0 0,0 1 0 0 0,0-1 0 0 0,0 0 0 0 0,0 0 0 0 0,-1 0 0 0 0,-1 10 94 0 0,0 0 0 0 0,-2 19 0 0 0,1-3 201 0 0,0-2-66 0 0,1 0 1 0 0,3 35-1 0 0,0-16 57 0 0,-2 4 65 0 0,0-19-75 0 0,1 0-1 0 0,5 30 0 0 0,-2-38-158 0 0,5 49 283 0 0,-6-41-313 0 0,1 37 88 0 0,4 101 339 0 0,-5 286 447 0 0,2-396-866 0 0,1-27-92 0 0,-2 64 70 0 0,4 53-296 0 0,-11-143-1185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50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1950 44 0 0 0,'0'0'16400'0'0,"3"-5"-15851"0"0,1 0-388 0 0,8-13 864 0 0,-29 18-2352 0 0,-252-7 4843 0 0,80 0-2139 0 0,37 6-445 0 0,82 2-600 0 0,-123 4 347 0 0,-111 2 405 0 0,29-8-415 0 0,-70 7 210 0 0,290-6-775 0 0,50 1-122 0 0,1-1 0 0 0,0 1-1 0 0,-1 0 1 0 0,-5 1 0 0 0,-8 2-159 0 0,12-3-15 0 0,0 1 1 0 0,0-1-1 0 0,-7 4 0 0 0,-10 2-5257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5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0 0 0,'0'0'13112'0'0,"4"-5"-12436"0"0,1 0-468 0 0,-3 3-86 0 0,0 1 1 0 0,-1-1-1 0 0,1 0 0 0 0,0 0 1 0 0,-1 0-1 0 0,1 0 1 0 0,1-5 2214 0 0,-2 8-2672 0 0,-1-1 315 0 0,1 0 0 0 0,0 1 0 0 0,-1-1 0 0 0,1 1-1 0 0,-1-1 1 0 0,0 1 0 0 0,1-1 0 0 0,-1 1 0 0 0,1-1-1 0 0,-1 1 1 0 0,0-1 0 0 0,1 1 0 0 0,-1-1-1 0 0,0 1 1 0 0,1 0 0 0 0,-1-1 0 0 0,0 1 0 0 0,0 0-1 0 0,5 15 426 0 0,-5-16-400 0 0,18 46 1211 0 0,-5 2-330 0 0,-10-35-699 0 0,1 8 327 0 0,3 32 0 0 0,-1 39 492 0 0,4 158 1256 0 0,-10-192-1875 0 0,-6 140 303 0 0,3-179-617 0 0,-1 9 39 0 0,1 121 531 0 0,1 95-63 0 0,-1-147-405 0 0,3 33-70 0 0,5-114-26 0 0,-5-14-66 0 0,0 0 1 0 0,1 0-1 0 0,-1 0 1 0 0,0-1-1 0 0,1 1 1 0 0,-1 0-1 0 0,1 0 1 0 0,0 0-1 0 0,0-1 1 0 0,0 1-1 0 0,1 2 1 0 0,6 12 104 0 0,-2-1-55 0 0,-5-14-56 0 0,-1 1 0 0 0,1 0-1 0 0,0 0 1 0 0,0-1 0 0 0,-1 1 0 0 0,1 0-1 0 0,-1 0 1 0 0,0 0 0 0 0,1 2-1 0 0,2 16-114 0 0,-1-9-362 0 0,-1 11 115 0 0,-3-12-2789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5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1975 23 0 0 0,'0'0'12251'0'0,"8"-4"-11279"0"0,24-11-75 0 0,-24 11 2281 0 0,-20 4-2859 0 0,-180 2 2980 0 0,96 3-2857 0 0,79-4-291 0 0,-18 3-1 0 0,-6 0 164 0 0,-37-2 315 0 0,37-2-243 0 0,-70 10-1 0 0,91-8-192 0 0,1 0 1 0 0,-36-3-1 0 0,15 0 43 0 0,-59 3 112 0 0,-100-4 211 0 0,-113-5-240 0 0,218 7-254 0 0,7 5 71 0 0,76-5-95 0 0,-154-6 504 0 0,125 3-459 0 0,-56 3 0 0 0,37 1-73 0 0,28-1 83 0 0,31 0-28 0 0,-16 0-853 0 0,-12 1-393 0 0,0 1-3551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5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80 0 0,'0'0'18541'0'0,"-2"2"-18122"0"0,1-1-542 0 0,0-1 171 0 0,1 0 1 0 0,-1 1-1 0 0,0-1 1 0 0,1 1-1 0 0,-1 0 0 0 0,1-1 1 0 0,0 1-1 0 0,-1-1 1 0 0,1 1-1 0 0,-1 0 0 0 0,1-1 1 0 0,0 1-1 0 0,-1 0 0 0 0,1-1 1 0 0,0 1-1 0 0,0 0 1 0 0,-1-1-1 0 0,1 1 0 0 0,0 0 1 0 0,0 0-1 0 0,0 1 1 0 0,-5 17-172 0 0,1-6 367 0 0,1 0 0 0 0,0 0 0 0 0,0 0 0 0 0,0 23 0 0 0,3 11 1137 0 0,10 77 0 0 0,-7-94-1145 0 0,-1 0 1 0 0,-2 31-1 0 0,-1-18 27 0 0,1-32-176 0 0,-2 0-1 0 0,-2 16 0 0 0,-2 13 95 0 0,-1 28 177 0 0,6-49-299 0 0,-1 4 116 0 0,1 0-1 0 0,1-1 0 0 0,3 24 0 0 0,3 32 114 0 0,-5-59-220 0 0,0 23 0 0 0,-1-29-39 0 0,0 12 33 0 0,-1-4 30 0 0,1-1 1 0 0,6 39-1 0 0,-2-39-18 0 0,-1 1 1 0 0,1 30-1 0 0,-3-29-20 0 0,4 25 1 0 0,-2-25-1 0 0,0 25 0 0 0,2 40-7 0 0,2-57-15 0 0,-5-6-11 0 0,5 66 133 0 0,-7-88-155 0 0,0 1 0 0 0,1 0 1 0 0,-1 0-1 0 0,1 0 0 0 0,1 3 1 0 0,-1-3 0 0 0,0 0 0 0 0,0-1 1 0 0,-1 1-1 0 0,1 0 1 0 0,0 5-1 0 0,4 80 59 0 0,-5-87-265 0 0,0 0 1 0 0,0-1-1 0 0,0 1 1 0 0,0-1-1 0 0,0 1 1 0 0,0-1-1 0 0,0 1 1 0 0,0 0-1 0 0,0-1 1 0 0,0 1-1 0 0,0-1 1 0 0,0 1-1 0 0,1-1 1 0 0,-1 1-1 0 0,0-1 1 0 0,1 1-1 0 0,-1-1 1 0 0,0 1-1 0 0,1-1 1 0 0,-1 1-1 0 0,0-1 1 0 0,1 1-1 0 0,0 0 1 0 0,0-1-313 0 0,-1 0 0 0 0,1 0 0 0 0,0 0 0 0 0,-1 0 0 0 0,1 0 0 0 0,0 0 1 0 0,0 0-1 0 0,-1 0 0 0 0,1 0 0 0 0,0 0 0 0 0,0 0 0 0 0,-1-1 1 0 0,1 1-1 0 0,0 0 0 0 0,-1 0 0 0 0,1-1 0 0 0,1 0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5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1793 20 0 0 0,'0'0'7019'0'0,"18"-1"-6182"0"0,52-6-44 0 0,-39 3 736 0 0,-23 2-441 0 0,-2 1-1061 0 0,9-2 5095 0 0,-15 3-5086 0 0,-10-1-721 0 0,-82 1 2933 0 0,-219 3 206 0 0,225-1-1769 0 0,-32 1 221 0 0,40-1-452 0 0,-10 0-65 0 0,-55 1 317 0 0,84-4-437 0 0,-10 5-39 0 0,26-1-94 0 0,-25 6 87 0 0,45-5-44 0 0,-38 1 0 0 0,-233-4 753 0 0,42-2-496 0 0,187 2-189 0 0,42 1 38 0 0,23-2-267 0 0,-17 2 39 0 0,-8-2-1092 0 0,9 0-6652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3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1996 1 0 0 0,'0'0'8867'0'0,"2"2"-8813"0"0,9 9-2 0 0,-11-11-43 0 0,0 1 0 0 0,1-1 0 0 0,-1 0 0 0 0,0 1 0 0 0,0-1 0 0 0,0 0 0 0 0,1 1 0 0 0,-1-1 0 0 0,0 0 0 0 0,0 1 0 0 0,0-1 0 0 0,0 0 0 0 0,0 1 0 0 0,1-1 1 0 0,-1 0-1 0 0,0 1 0 0 0,0-1 0 0 0,0 0 0 0 0,0 1 0 0 0,0-1 0 0 0,0 0 0 0 0,0 1 0 0 0,0-1 0 0 0,-1 1 0 0 0,1-1 3 0 0,0 0 0 0 0,0 0 0 0 0,0 1 0 0 0,0-1 1 0 0,0 0-1 0 0,0 0 0 0 0,0 0 0 0 0,0 0 0 0 0,0 0 0 0 0,0 0 0 0 0,0 1 0 0 0,0-1 0 0 0,0 0 0 0 0,0 0 0 0 0,0 0 1 0 0,0 0-1 0 0,0 0 0 0 0,0 1 0 0 0,0-1 0 0 0,0 0 0 0 0,0 0 0 0 0,0 0 0 0 0,0 0 0 0 0,0 0 0 0 0,1 0 0 0 0,-1 0 1 0 0,0 1-1 0 0,0-1 0 0 0,0 0 0 0 0,0 0 0 0 0,0 0 0 0 0,0 0 0 0 0,2 1 191 0 0,-1 1-1 0 0,0-1 1 0 0,0 1 0 0 0,-1-1-1 0 0,1 1 1 0 0,0-1 0 0 0,0 1-1 0 0,-1-1 1 0 0,2 4 0 0 0,-2-3 31 0 0,1 1 1 0 0,0-1 0 0 0,0 0 0 0 0,1 1 0 0 0,-1-1-1 0 0,3 4 1 0 0,-3-5-28 0 0,-1 0 1 0 0,1 0-1 0 0,0 0 0 0 0,-1 0 0 0 0,1 0 0 0 0,-1 0 1 0 0,1 0-1 0 0,-1 0 0 0 0,1 0 0 0 0,-1 0 0 0 0,0 0 1 0 0,0 0-1 0 0,1 0 0 0 0,-1 0 0 0 0,0 1 0 0 0,0-1 0 0 0,0 0 1 0 0,0 0-1 0 0,0 0 0 0 0,0 0 0 0 0,-1 2 0 0 0,-2 0 3 0 0,-1-1-1 0 0,1 1 0 0 0,-1 0 1 0 0,0-1-1 0 0,0 0 0 0 0,0 0 0 0 0,0 0 1 0 0,0 0-1 0 0,0-1 0 0 0,-1 0 1 0 0,1 0-1 0 0,-8 1 0 0 0,-5 0 754 0 0,-35-2 0 0 0,28 0-608 0 0,2 0-115 0 0,-1 1 1 0 0,-40 6-1 0 0,59-6-214 0 0,-17 4 161 0 0,-27 2 0 0 0,-436 7 1746 0 0,269-14-1668 0 0,-108 0 330 0 0,237-6-501 0 0,-3 0-7 0 0,-141 4-67 0 0,126 4 115 0 0,98-2-140 0 0,1 1 0 0 0,-1 0 0 0 0,1 0 0 0 0,-1 0 0 0 0,1 1 0 0 0,-9 3 0 0 0,7-2 11 0 0,1-1-1 0 0,-1 0 0 0 0,-12 2 0 0 0,2-2-360 0 0,-26 4 248 0 0,16-5-7016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3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64 0 0,'0'0'19644'0'0,"0"14"-20209"0"0,-1-8 618 0 0,0 1 1 0 0,0-1 0 0 0,0 0-1 0 0,0 0 1 0 0,-1 0 0 0 0,-3 7-1 0 0,2-7 24 0 0,1 1 0 0 0,0 0-1 0 0,0 0 1 0 0,0 8 0 0 0,0 4 264 0 0,-2 64 1330 0 0,4-72-1453 0 0,1-1-1 0 0,0 1 1 0 0,0-1-1 0 0,2 0 1 0 0,-1 0-1 0 0,4 10 1 0 0,6 9 169 0 0,-1 1 0 0 0,11 56 1 0 0,-18-51-275 0 0,-2 0 0 0 0,-1 35 0 0 0,-2-34-26 0 0,-2 99 263 0 0,-1-65-178 0 0,1-33-51 0 0,0-11-45 0 0,-2 63 69 0 0,4 45 143 0 0,1-113-226 0 0,1-14-24 0 0,-1 1 1 0 0,4 10-1 0 0,0 5 36 0 0,1 9-29 0 0,-3-21-35 0 0,-1-1 0 0 0,1 16 0 0 0,-1-16 9 0 0,0-1-1 0 0,0 1 1 0 0,5 17 0 0 0,-1-5 34 0 0,-4-18-48 0 0,0 4 1 0 0,1 0 0 0 0,0 11 0 0 0,3 4-44 0 0,-5-18-59 0 0,0 11-201 0 0,0-15 134 0 0,0-1 0 0 0,0 0 0 0 0,0 1-1 0 0,0-1 1 0 0,0 0 0 0 0,1 1 0 0 0,-1-1 0 0 0,0 1-1 0 0,0-1 1 0 0,0 0 0 0 0,0 1 0 0 0,1-1-1 0 0,-1 0 1 0 0,0 0 0 0 0,0 1 0 0 0,0-1-1 0 0,1 0 1 0 0,-1 1 0 0 0,0-1 0 0 0,1 0 0 0 0,-1 0-1 0 0,0 0 1 0 0,1 1 0 0 0,-1-1 0 0 0,0 0-1 0 0,1 0 1 0 0,-1 0 0 0 0,0 0 0 0 0,1 0-1 0 0,-1 1 1 0 0,0-1 0 0 0,1 0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3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1862 8 0 0 0,'0'0'13840'0'0,"10"-1"-13674"0"0,4-1-127 0 0,-3 0 7 0 0,0 1-1 0 0,18 0 1 0 0,-24 1-25 0 0,-4 0-8 0 0,1-1 0 0 0,-1 1-1 0 0,1 0 1 0 0,-1 0 0 0 0,1 0 0 0 0,-1 1 0 0 0,1-1 0 0 0,-1 0 0 0 0,1 1 0 0 0,-1-1 0 0 0,0 0 0 0 0,3 2 0 0 0,-1 0 190 0 0,-4-1 73 0 0,-5-2-674 0 0,-3 2 711 0 0,0 0-1 0 0,-12 2 0 0 0,12-1 21 0 0,0 0 0 0 0,-14 0-1 0 0,-34 2 801 0 0,11 1-69 0 0,6-3-167 0 0,-171 4 2600 0 0,185-6-3246 0 0,-189-6 1395 0 0,7-12-982 0 0,92 17-488 0 0,64 2-69 0 0,0 3-4 0 0,15-1-62 0 0,-15 5 44 0 0,-25 1-17 0 0,26-5 31 0 0,-183 10 374 0 0,139-11-218 0 0,84-2-237 0 0,-1 0 1 0 0,-19 5-1 0 0,-10 0 31 0 0,-29 6 20 0 0,30-4-38 0 0,-18 4 31 0 0,26-9-416 0 0,18-3-5313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39:4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0 0 0,'0'0'9261'0'0,"1"4"-10866"0"0,0-2 1619 0 0,0 5 57 0 0,1-1 0 0 0,0 0 0 0 0,5 11 0 0 0,-5-12-115 0 0,0 0 1 0 0,0 1 0 0 0,0-1 0 0 0,-1 0 0 0 0,2 7-1 0 0,-1 14-3017 0 0,-2-20-1572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4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15 0 0 0,'0'0'14475'0'0,"1"-2"-13355"0"0,0 0-712 0 0,0 2-222 0 0,-1-1-1 0 0,1 1 1 0 0,-1-1-1 0 0,0 0 1 0 0,1 1 0 0 0,-1-1-1 0 0,0 1 1 0 0,1-1-1 0 0,-1 0 1 0 0,0 1-1 0 0,0-1 1 0 0,0 0 0 0 0,1 0-1 0 0,-1 0 1 0 0,-1 6 2893 0 0,1-4-3080 0 0,-1 0-1 0 0,1 0 1 0 0,-1 0-1 0 0,1 0 1 0 0,-1 0-1 0 0,0 0 1 0 0,0 0-1 0 0,1 0 1 0 0,-2 1-1 0 0,-13 17 74 0 0,-9 1 43 0 0,6-5-67 0 0,7-9 10 0 0,-14 11 1 0 0,18-12-39 0 0,-22 15 34 0 0,13-9 3 0 0,14-8-51 0 0,-1-1-1 0 0,0 0 1 0 0,0 0-1 0 0,-1 0 1 0 0,-3 1 0 0 0,4-1 15 0 0,-24 14 51 0 0,17-8-47 0 0,-8 6 19 0 0,8-7-71 0 0,-6 4 3 0 0,15-10 22 0 0,1-1 2 0 0,-1 0 0 0 0,1 1 0 0 0,0-1 0 0 0,-1 0 0 0 0,1 0 0 0 0,0 1 0 0 0,0-1 0 0 0,-1 1 0 0 0,1-1 0 0 0,0 0 0 0 0,0 1 0 0 0,0-1 0 0 0,-1 0 0 0 0,1 1 0 0 0,0-1 0 0 0,0 1 0 0 0,0-1 0 0 0,0 0 0 0 0,0 1 0 0 0,0-1 0 0 0,0 1 0 0 0,0-1 0 0 0,0 1 0 0 0,0-1 45 0 0,1 2 633 0 0,-1-2-640 0 0,0 0-1 0 0,0 1 0 0 0,0-1 1 0 0,0 0-1 0 0,0 0 0 0 0,0 0 0 0 0,0 0 1 0 0,0 0-1 0 0,0 1 0 0 0,0-1 1 0 0,0 0-1 0 0,0 0 0 0 0,0 0 0 0 0,0 0 1 0 0,0 0-1 0 0,0 0 0 0 0,0 1 1 0 0,0-1-1 0 0,0 0 0 0 0,0 0 0 0 0,1 0 1 0 0,-1 0-1 0 0,0 0 0 0 0,0 0 1 0 0,0 0-1 0 0,0 0 0 0 0,0 0 0 0 0,0 1 1 0 0,0-1-1 0 0,1 0 0 0 0,-1 0 1 0 0,0 0-1 0 0,0 0 0 0 0,0 0 0 0 0,0 0 1 0 0,1 0-1 0 0,35 19 872 0 0,51 16-504 0 0,-42-16-297 0 0,64 19 0 0 0,-66-27-99 0 0,46 12-264 0 0,-47-17-644 0 0,-33-6-2595 0 0,1 1-3361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4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2715 11 0 0 0,'0'0'12855'0'0,"1"0"-12254"0"0,4 0 1255 0 0,-11 0 1012 0 0,-15 9-2837 0 0,-2-5 598 0 0,0-1 0 0 0,-38 1 0 0 0,29-4-88 0 0,-99-4 1440 0 0,13-3-928 0 0,20 2-465 0 0,-146-9 579 0 0,147 13-962 0 0,50 2-182 0 0,-59 7 141 0 0,-1 0-84 0 0,-6-2-24 0 0,68-2-9 0 0,-211 17 248 0 0,220-17-267 0 0,22-2-8 0 0,-20 1 0 0 0,15-2-3 0 0,0 1 1 0 0,-21 4 0 0 0,4 0 1 0 0,26-4-9 0 0,-85 9 92 0 0,36-6-23 0 0,-65 2 180 0 0,-14-2 33 0 0,83-1-239 0 0,-4 1 4 0 0,15-1-5 0 0,29-2-32 0 0,-17 1 0 0 0,-27 4 101 0 0,53-7-112 0 0,0 1 0 0 0,1-1 0 0 0,-1 1 0 0 0,1 1 0 0 0,-9 2 0 0 0,1 0 18 0 0,1-1 1 0 0,-1-1 0 0 0,-1 0-1 0 0,-14 1 1 0 0,-56-3 230 0 0,37-1-390 0 0,14 3-891 0 0,31-2-33 0 0,-1 1 1 0 0,1 0-1 0 0,-1 0 1 0 0,1-1-1 0 0,-5 3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43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22 0 0 0,'0'0'21150'0'0,"-1"-4"-20757"0"0,-3-10-26 0 0,4 11 2299 0 0,3 6-1631 0 0,-3-3-1036 0 0,0 0-1 0 0,0 0 0 0 0,1 0 1 0 0,-1 0-1 0 0,0 0 1 0 0,0 0-1 0 0,0 0 0 0 0,0 0 1 0 0,0 0-1 0 0,0 0 1 0 0,0 1-1 0 0,0-1 0 0 0,0 0 1 0 0,0 0-1 0 0,0 0 1 0 0,0 0-1 0 0,0 0 0 0 0,0 0 1 0 0,0 0-1 0 0,1 0 0 0 0,-1 0 1 0 0,0 0-1 0 0,0 0 1 0 0,0 0-1 0 0,0 0 0 0 0,0 0 1 0 0,0 1-1 0 0,0-1 1 0 0,0 0-1 0 0,0 0 0 0 0,0 0 1 0 0,0 0-1 0 0,0 0 0 0 0,0 0 1 0 0,0 0-1 0 0,0 0 1 0 0,0 0-1 0 0,0 0 0 0 0,0 0 1 0 0,0 1-1 0 0,0-1 1 0 0,0 0-1 0 0,0 0 0 0 0,0 0 1 0 0,0 0-1 0 0,0 0 1 0 0,-1 0-1 0 0,1 0 0 0 0,0 0 1 0 0,0 0-1 0 0,0 0 0 0 0,0 0 1 0 0,0 0-1 0 0,0 0 1 0 0,0 0-1 0 0,0 0 0 0 0,0 1 1 0 0,0-1-1 0 0,0 0 1 0 0,0 0-1 0 0,0 0 0 0 0,0 0 1 0 0,-1 0-1 0 0,1 0-151 0 0,-14 9-942 0 0,-16 11 1143 0 0,21-14-35 0 0,0 0-1 0 0,-8 7 0 0 0,-36 26-13 0 0,11-8 1 0 0,-20 12 31 0 0,45-32-22 0 0,-22 10 0 0 0,2-2 5 0 0,15-4 15 0 0,17-9-10 0 0,5-5-18 0 0,-1 0 0 0 0,0-1 0 0 0,1 1 0 0 0,-1 0 0 0 0,0 0 0 0 0,0-1 0 0 0,0 1 0 0 0,0 0 0 0 0,1-1 0 0 0,-1 1 0 0 0,0-1 0 0 0,-2 1 0 0 0,2 0-1 0 0,1 0-7 0 0,-1 0 2 0 0,1-1 16 0 0,0 1-17 0 0,0 0 0 0 0,0 1 6 0 0,0-2 6 0 0,2 4 500 0 0,25 15 143 0 0,36 12-318 0 0,-38-21-279 0 0,50 13 1 0 0,-33-11-33 0 0,103 26-97 0 0,-74-21-893 0 0,-66-17 147 0 0,4 2-539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45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2552 44 0 0 0,'0'0'12023'0'0,"8"-6"-11749"0"0,25-15-38 0 0,-31 20-72 0 0,1-1 0 0 0,-1 1 0 0 0,1-1 0 0 0,0 1 0 0 0,0 0 0 0 0,-1 0-1 0 0,5-1 1 0 0,-6 2 10 0 0,0 0 0 0 0,0 0-1 0 0,0-1 1 0 0,0 1 0 0 0,0 0-1 0 0,-1-1 1 0 0,6-3 4706 0 0,-13 4-4991 0 0,0 1 0 0 0,0 0 0 0 0,-12 3 0 0 0,12-2 270 0 0,0-1-1 0 0,0 1 1 0 0,-13-1 0 0 0,-17 5 509 0 0,-77-3 1095 0 0,41 1-885 0 0,36-4-462 0 0,-75-3 524 0 0,83 1-619 0 0,-43 2 0 0 0,26 1-195 0 0,-327-1 861 0 0,325 5-935 0 0,-45-1-1 0 0,51 1-19 0 0,25-4-15 0 0,-29 5 1 0 0,3 1 15 0 0,28-6-26 0 0,-109 7 315 0 0,-60-7 377 0 0,-185 3-256 0 0,299 1-389 0 0,32-1-59 0 0,-14 1 50 0 0,-51 2-13 0 0,97-7-30 0 0,1 1 0 0 0,-1 0 0 0 0,-6 1 0 0 0,6 0 3 0 0,1-1 0 0 0,0 0 0 0 0,-7 0 0 0 0,-39 6 9 0 0,40-7-2 0 0,1 1 0 0 0,-11 2 0 0 0,11-1 2 0 0,0-1 0 0 0,-10 0 0 0 0,-53-1 101 0 0,48 4-98 0 0,23-4 1 0 0,-3 0-12 0 0,1 0-1 0 0,-1 0 1 0 0,1 0 0 0 0,-1 1 0 0 0,-4 1-1 0 0,-9 0-9 0 0,16-2-5 0 0,0 0 0 0 0,0 1 0 0 0,0-1 0 0 0,0 0 0 0 0,0 0 0 0 0,0 1 0 0 0,-2 0 0 0 0,-25 7-1071 0 0,26-7-78 0 0,0 1-1 0 0,0-1 1 0 0,0 0-1 0 0,-6 1 1 0 0,5-1-1430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47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71 0 0 0,'0'0'9921'0'0,"19"-9"-8673"0"0,59-28-56 0 0,-54 27-244 0 0,-17 5 729 0 0,1-3 4632 0 0,-13 7-5603 0 0,-14 16-910 0 0,-6 4 353 0 0,19-14-80 0 0,0-1 1 0 0,-1 1-1 0 0,-7 3 0 0 0,-91 43 760 0 0,57-22-676 0 0,9-6 23 0 0,23-12-70 0 0,-21 9 0 0 0,1 0 50 0 0,26-14-95 0 0,-4 7 23 0 0,8-9-37 0 0,6-4-44 0 0,0 1 1 0 0,-1-1 0 0 0,1 1-1 0 0,-1-1 1 0 0,0 0-1 0 0,1 1 1 0 0,-1-1 0 0 0,1 0-1 0 0,-1 1 1 0 0,0-1-1 0 0,1 0 1 0 0,-1 0 0 0 0,1 0-1 0 0,-1 0 1 0 0,-1 1-1 0 0,1-1 5 0 0,1 0-8 0 0,0 0 0 0 0,0 0 0 0 0,0 0 1 0 0,0 0-1 0 0,0 0 0 0 0,0 0 0 0 0,0 0 0 0 0,0-1 0 0 0,0 1 1 0 0,0 0-1 0 0,0 0 0 0 0,0 0 0 0 0,0 0 0 0 0,0 0 1 0 0,0 0-1 0 0,0 1 0 0 0,0-1 0 0 0,0 0 0 0 0,-1 0 1 0 0,1 0-1 0 0,0 0 0 0 0,0 0 0 0 0,0 0 0 0 0,0 0 0 0 0,0 0 1 0 0,0 0-1 0 0,0 0 0 0 0,0 0 0 0 0,0 0 0 0 0,0 0 1 0 0,0 0-1 0 0,0 0 0 0 0,0 0 0 0 0,0 0 0 0 0,0 0 0 0 0,0 0 1 0 0,0 0-1 0 0,0 0 0 0 0,0 0 0 0 0,0 0 0 0 0,0 0 1 0 0,0 0-1 0 0,0 0 0 0 0,0 0 0 0 0,0 0 0 0 0,0 1 0 0 0,0-1 1 0 0,0 0-1 0 0,0 0 0 0 0,0 0 0 0 0,0 0 0 0 0,0 0 1 0 0,0 0-1 0 0,0 0 0 0 0,0 0 0 0 0,0 0 0 0 0,0 0 0 0 0,0 0 1 0 0,0 0-1 0 0,0 0 0 0 0,0 0 0 0 0,0 3 45 0 0,0-2-30 0 0,1-1 4 0 0,0 0 1 0 0,-1 0-1 0 0,1 1 0 0 0,0-1 0 0 0,-1 0 0 0 0,1 0 1 0 0,0 1-1 0 0,-1-1 0 0 0,1 1 0 0 0,0-1 0 0 0,-1 0 1 0 0,1 1-1 0 0,-1-1 0 0 0,1 1 0 0 0,-1-1 1 0 0,1 1-1 0 0,-1 0 0 0 0,1-1 0 0 0,-1 1 0 0 0,1-1 1 0 0,0 2-1 0 0,3 4 224 0 0,14 8 91 0 0,0 0 1 0 0,1-1 0 0 0,35 17 0 0 0,66 23-439 0 0,-32-15-490 0 0,-57-19-3633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49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2427 23 0 0 0,'0'0'13145'0'0,"13"-4"-12536"0"0,59-13 770 0 0,-64 16-20 0 0,-14 2-58 0 0,-11 0 133 0 0,3 5-476 0 0,-20 5 0 0 0,33-11-910 0 0,-14 4 595 0 0,-1 0 0 0 0,0-1 0 0 0,-28 1-1 0 0,-304-3 1943 0 0,282 4-2458 0 0,25-2-49 0 0,-8 0 4 0 0,-67 2 184 0 0,-37 2 217 0 0,128-7-412 0 0,6-1-44 0 0,0 1 0 0 0,0 1 0 0 0,0 1 0 0 0,-21 5 0 0 0,25-4-17 0 0,-21 2 0 0 0,19-3 11 0 0,1 1-11 0 0,-30 5-12 0 0,35-6 14 0 0,0-1 0 0 0,-17 1 0 0 0,-1 0 25 0 0,-91 0 161 0 0,7-1-42 0 0,76 0-100 0 0,23-1-22 0 0,-23 2 0 0 0,20 0-7 0 0,-1-1 1 0 0,-23-2-1 0 0,4 0 5 0 0,-171 3 295 0 0,59-1-56 0 0,102 5-235 0 0,-39-1 15 0 0,35 0 2 0 0,-34-1 184 0 0,85-4-213 0 0,-8 0 14 0 0,-109-5-619 0 0,68-1-6221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0:50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1 207 0 0 0,'0'0'21598'0'0,"0"-3"-21277"0"0,0 1-193 0 0,1 0 0 0 0,-1-1 0 0 0,1 1 0 0 0,0 0 0 0 0,0 0-1 0 0,2-5 1 0 0,-3 6-65 0 0,1 0 0 0 0,0 0 0 0 0,-1 0-1 0 0,1-1 1 0 0,0 1 0 0 0,0 0 0 0 0,0 0 0 0 0,0 0-1 0 0,0 0 1 0 0,0 1 0 0 0,2-2 0 0 0,19-20 864 0 0,-10 12-666 0 0,1 0 0 0 0,0 1 0 0 0,1 0 0 0 0,0 1 0 0 0,17-7 1 0 0,15-2-209 0 0,2 3 1 0 0,94-16 0 0 0,-137 29-48 0 0,7-1 46 0 0,-1 0 0 0 0,0 0 0 0 0,0-1 0 0 0,21-9-1 0 0,-25 9 166 0 0,-5 2 52 0 0,-7 1-651 0 0,2 0-94 0 0,2 0 219 0 0,-11 4-297 0 0,-44 27 574 0 0,48-28-6 0 0,0 1-1 0 0,0-1 0 0 0,0 0 0 0 0,-11 3 0 0 0,5-2 0 0 0,-101 21 76 0 0,99-22-71 0 0,10-2-1 0 0,0 1-1 0 0,0-1 1 0 0,-8 0-1 0 0,9 0-14 0 0,0 0 0 0 0,-1 0 0 0 0,1 0 0 0 0,0 1-1 0 0,0 0 1 0 0,-8 4 0 0 0,-3 1 5 0 0,-45 17-40 0 0,59-24 127 0 0,1 1-22 0 0,0-1 0 0 0,0 0-1 0 0,0 0 1 0 0,0 1-1 0 0,0-1 1 0 0,1 0-1 0 0,-1 1 1 0 0,0-1-1 0 0,0 1 1 0 0,0-1-1 0 0,0 1 1 0 0,1 0-1 0 0,-1-1 1 0 0,0 1 0 0 0,0 1-1 0 0,10 9-163 0 0,-4-6 93 0 0,8 8 33 0 0,0 0-1 0 0,1-1 1 0 0,1 0-1 0 0,0-1 1 0 0,0-1-1 0 0,1 0 1 0 0,0-1-1 0 0,1-1 1 0 0,-1 0-1 0 0,24 6 0 0 0,65 23-567 0 0,-101-37 930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0 0 0,'3'-2'19512'0'0,"11"-5"-18742"0"0,-10 5-718 0 0,0 1 0 0 0,1 1 0 0 0,-1-1 1 0 0,1 1-1 0 0,7 0 0 0 0,3 0-25 0 0,76-1 190 0 0,-47 1 1994 0 0,-51 7-3966 0 0,1 1 1754 0 0,1 0 0 0 0,0 0-1 0 0,0 1 1 0 0,1-1 0 0 0,0 1-1 0 0,-4 17 1 0 0,-4 4 33 0 0,4-15-22 0 0,7-13-8 0 0,0 0 1 0 0,0 1 0 0 0,0-1 0 0 0,0 0 0 0 0,0 0-1 0 0,-1 3 1 0 0,-7 26 17 0 0,5-22-16 0 0,1 0 0 0 0,-2 11 0 0 0,0 2 5 0 0,3-16-4 0 0,0 0 0 0 0,-1 12 0 0 0,2-10-16 0 0,0-1 0 0 0,-5 14 1 0 0,0 1 12 0 0,-1-3-2 0 0,5-16 0 0 0,1 1 0 0 0,0-1 0 0 0,0 1 0 0 0,-1 4 0 0 0,1-6-9 0 0,1 1-1 0 0,-1 0 1 0 0,0-1 0 0 0,0 1 0 0 0,0-1 0 0 0,0 1 0 0 0,0-1 0 0 0,0 1 0 0 0,-3 2 0 0 0,4-4 854 0 0,0 0-761 0 0,1-1-1 0 0,-1 1 0 0 0,1-1 0 0 0,-1 0 1 0 0,1 1-1 0 0,0-1 0 0 0,-1 0 0 0 0,1 1 1 0 0,0-1-1 0 0,-1 0 0 0 0,1 0 0 0 0,0 0 0 0 0,-1 0 1 0 0,1 1-1 0 0,0-1 0 0 0,-1 0 0 0 0,1 0 1 0 0,0 0-1 0 0,1-1 0 0 0,19 1 45 0 0,-17 0-46 0 0,168 0-12 0 0,-99 0-2691 0 0,-66-2-804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1 632 0 0,'0'0'18343'0'0,"4"0"-17921"0"0,17 0 271 0 0,69 2 432 0 0,-60 2-886 0 0,-14-2-92 0 0,18 0-1 0 0,41 2-163 0 0,-50-1-1496 0 0,-11 2-6181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5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9 5177 0 0,'0'0'16520'0'0,"0"14"-17094"0"0,-2-12 597 0 0,-1-1 1 0 0,1 0-1 0 0,0 0 0 0 0,0 0 0 0 0,-1 0 0 0 0,1 0 0 0 0,0 0 1 0 0,-1 0-1 0 0,1-1 0 0 0,-1 1 0 0 0,1-1 0 0 0,-1 0 0 0 0,1 0 1 0 0,-1 0-1 0 0,-2 0 0 0 0,-10 0 65 0 0,0 0 0 0 0,0-1 0 0 0,0-1 0 0 0,-18-4 0 0 0,-30-10-970 0 0,43 11-2486 0 0,0 2-4534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3633 0 0,'0'0'12230'0'0,"2"4"-12094"0"0,8 16 27 0 0,-10-18-88 0 0,1 1 1 0 0,0-1-1 0 0,-1 1 0 0 0,1-1 1 0 0,-1 1-1 0 0,0-1 0 0 0,1 1 0 0 0,-1-1 1 0 0,0 1-1 0 0,-1 4 0 0 0,0 3 231 0 0,1 6 331 0 0,-1-10-406 0 0,1 1-1 0 0,0-1 0 0 0,0 0 0 0 0,0 0 0 0 0,1 1 1 0 0,0-1-1 0 0,1 0 0 0 0,-1 0 0 0 0,1 0 1 0 0,4 8-1 0 0,7 18-294 0 0,-11-28-246 0 0,0 0 0 0 0,0 0 0 0 0,-1 0 0 0 0,1 0 0 0 0,-1 0 0 0 0,0 6-1 0 0,1 3-3172 0 0,-2-2-3829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81 0 0 0,'0'0'16310'0'0,"-3"-3"-15750"0"0,-8-7-120 0 0,5 2 1569 0 0,3 6-2309 0 0,-4-3-226 0 0,6 4 504 0 0,1 0 0 0 0,-1 1 0 0 0,0-1 0 0 0,1 1 0 0 0,-1-1 0 0 0,0 1 0 0 0,1-1 0 0 0,-1 1 0 0 0,0-1 0 0 0,0 1 0 0 0,-1-1 0 0 0,-6-2 865 0 0,8 2-718 0 0,0 1 0 0 0,-1 0 0 0 0,1 0 0 0 0,0 0 1 0 0,0 0-1 0 0,0-1 0 0 0,0 1 0 0 0,0 0 0 0 0,0 0 1 0 0,0 0-1 0 0,0-1 0 0 0,0 1 0 0 0,0 0 0 0 0,0 0 0 0 0,0 0 1 0 0,0-1-1 0 0,0 1 0 0 0,0 0 0 0 0,0 0 0 0 0,0 0 1 0 0,0-1-1 0 0,0 1 0 0 0,0 0 0 0 0,0 0 0 0 0,0 0 0 0 0,1-1 1 0 0,5-6 3010 0 0,1 2-4028 0 0,-1 1 933 0 0,0 1 1 0 0,0 0-1 0 0,0 1 1 0 0,1-1-1 0 0,-1 1 1 0 0,1 1-1 0 0,-1-1 1 0 0,1 1-1 0 0,7-1 1 0 0,13 1-116 0 0,26 2 1 0 0,-16-1 110 0 0,-27 0-23 0 0,0 0-10 0 0,0 0-1 0 0,20 3 0 0 0,-25-2 3 0 0,-4-1-3 0 0,-1 0 0 0 0,1 0 0 0 0,-1 0 0 0 0,1 0 1 0 0,0 0-1 0 0,-1 0 0 0 0,1 0 0 0 0,-1 0 0 0 0,1 0 0 0 0,-1 0 0 0 0,1 1 1 0 0,-1-1-1 0 0,1 0 0 0 0,-1 0 0 0 0,1 1 0 0 0,-1-1 0 0 0,1 0 1 0 0,0 1-1 0 0,-1-1-15 0 0,-2 1-189 0 0,0 0 157 0 0,-1 0 0 0 0,1 1-1 0 0,0-1 1 0 0,0 0 0 0 0,0 1-1 0 0,0 0 1 0 0,-3 2-1 0 0,-15 18 95 0 0,15-14-52 0 0,0 0 0 0 0,0 0 0 0 0,1 1-1 0 0,0-1 1 0 0,-4 12 0 0 0,-11 45 5 0 0,3-18-5 0 0,13-38-2 0 0,-1 1 1 0 0,1-1-1 0 0,-2 1 0 0 0,1-1 0 0 0,-9 11 1 0 0,-11 20-25 0 0,23-39 23 0 0,0 1 0 0 0,0-1 0 0 0,0 1 0 0 0,0-1 1 0 0,1 1-1 0 0,-1 0 0 0 0,0-1 0 0 0,1 1 1 0 0,-1 0-1 0 0,1 0 0 0 0,-1 2 0 0 0,1-3-3 0 0,-1-1 7 0 0,1 0 0 0 0,0 0 0 0 0,0 0 0 0 0,0 1-1 0 0,-1-1 1 0 0,1 0 0 0 0,0 0 0 0 0,0 0 0 0 0,0 0-1 0 0,0 1 1 0 0,0-1 0 0 0,-1 0 0 0 0,1 0 0 0 0,0 0 0 0 0,0 1-1 0 0,0-1 1 0 0,0 0 0 0 0,0 0 0 0 0,0 0 0 0 0,0 1-1 0 0,0-1 1 0 0,0 0 0 0 0,0 0 0 0 0,0 1 0 0 0,0-1 0 0 0,0 0-1 0 0,0 0 1 0 0,0 0 0 0 0,0 1 0 0 0,0-1 0 0 0,0 0 0 0 0,-1 2-16 0 0,1-2 20 0 0,0 0 1 0 0,0 0 0 0 0,0 0 0 0 0,0 0-1 0 0,-1 0 1 0 0,1 0 0 0 0,0 0 0 0 0,0 0-1 0 0,0 0 1 0 0,0 0 0 0 0,0 0-1 0 0,0 0 1 0 0,0 0 0 0 0,-1 0 0 0 0,1 0-1 0 0,0 0 1 0 0,0 0 0 0 0,0 1 0 0 0,0-1-1 0 0,0 0 1 0 0,0 0 0 0 0,0 0 0 0 0,0 0-1 0 0,0 0 1 0 0,-1 0 0 0 0,1 0 0 0 0,0 0-1 0 0,0 1 1 0 0,0-1 0 0 0,0 0 0 0 0,0 0-1 0 0,0 0 1 0 0,0 0 0 0 0,0 0 0 0 0,0 0-1 0 0,0 0 1 0 0,0 1 0 0 0,0-1 0 0 0,0 0-1 0 0,0 0 1 0 0,0 0 0 0 0,0 0 0 0 0,0 0-1 0 0,0 0 1 0 0,0 1 0 0 0,0-1 0 0 0,0 0-1 0 0,0 0 1 0 0,0 0 0 0 0,1 0-1 0 0,-1 0 1 0 0,0 0 0 0 0,0 0 0 0 0,0 0-1 0 0,0 1 1 0 0,0-1 0 0 0,0 0 0 0 0,0 0-1 0 0,0 0 1 0 0,0 0 0 0 0,0 0 0 0 0,1 0-1 0 0,-1 0 1 0 0,0 0 0 0 0,11 4 612 0 0,-4-1-663 0 0,-3-2 61 0 0,1 1 1 0 0,-1-1-1 0 0,8 1 1 0 0,2 1 19 0 0,8 2 303 0 0,0-1 1 0 0,35 2-1 0 0,3-4-2520 0 0,-20-1-5451 0 0,-35-1 6202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8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0 0 0,'0'0'15579'0'0,"4"-2"-14558"0"0,-2 0-912 0 0,1 0 155 0 0,-1 0-1 0 0,1 0 1 0 0,-1 0 0 0 0,1 1-1 0 0,0-1 1 0 0,0 1 0 0 0,0 0-1 0 0,-1 0 1 0 0,7-1-1 0 0,18-2 109 0 0,0 2 0 0 0,0 0 0 0 0,0 2 0 0 0,36 5 0 0 0,33 8-1009 0 0,-87-12-5 0 0,4 1-1808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6 8162 0 0,'0'0'14691'0'0,"-11"-1"-14480"0"0,-78-3 513 0 0,-20 11-549 0 0,50-1-1768 0 0,37-5-1823 0 0,13-1-1884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1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4017 0 0,'0'0'16789'0'0,"0"3"-16893"0"0,-1 9 248 0 0,0 0 0 0 0,2-1 0 0 0,-1 1 0 0 0,5 20 0 0 0,3 12 520 0 0,-7-33-399 0 0,1 1 0 0 0,0-1-1 0 0,5 12 1 0 0,0 1 72 0 0,-6-20-298 0 0,1 1 0 0 0,-1 0 1 0 0,1 0-1 0 0,4 7 0 0 0,-5-9-51 0 0,1 1 0 0 0,-1 0 0 0 0,0 0-1 0 0,0-1 1 0 0,0 1 0 0 0,-1 0-1 0 0,1 4 1 0 0,2 10-736 0 0,-2-3-897 0 0,-2-7-2269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0 0 0,'0'0'17364'0'0,"-6"2"-12463"0"0,48-4-4293 0 0,-30 1-644 0 0,1 0 0 0 0,-1 1 1 0 0,0 0-1 0 0,1 1 0 0 0,-1 1 0 0 0,19 4 0 0 0,3 0-27 0 0,-27-5 43 0 0,1 0-1 0 0,-1 1 0 0 0,13 3 1 0 0,-19-4 18 0 0,0-1-2 0 0,1 1 0 0 0,0 0 0 0 0,0-1 0 0 0,0 1 0 0 0,0-1 0 0 0,0 0 0 0 0,0 0 0 0 0,0 0 0 0 0,2 0 0 0 0,-1 2-195 0 0,-5 1-257 0 0,-7 5-485 0 0,7-6 818 0 0,-8 8 171 0 0,0 0 0 0 0,-2-1-1 0 0,-16 12 1 0 0,23-17-45 0 0,0 0-1 0 0,0 0 1 0 0,1 0-1 0 0,-7 9 0 0 0,-4 2 1 0 0,-13 12-9 0 0,16-14 4 0 0,0 1-1 0 0,0 0 0 0 0,1 1 1 0 0,-9 17-1 0 0,16-25 0 0 0,2-3-1 0 0,0-1-1 0 0,0 1 1 0 0,0-1 0 0 0,1 1 0 0 0,0-1 0 0 0,-2 6 0 0 0,3-8 4 0 0,-2 7-3 0 0,1 0 0 0 0,0 0 0 0 0,0 10 0 0 0,1-17-20 0 0,2 9-581 0 0,0-8 435 0 0,-2-2 175 0 0,1 0 0 0 0,-1 0-1 0 0,0 1 1 0 0,0-1 0 0 0,0 0 0 0 0,0 0 0 0 0,1 0 0 0 0,-1 1-1 0 0,0-1 1 0 0,0 0 0 0 0,0 0 0 0 0,1 0 0 0 0,-1 0 0 0 0,0 1 0 0 0,0-1-1 0 0,0 0 1 0 0,1 0 0 0 0,-1 0 0 0 0,0 0 0 0 0,0 0 0 0 0,1 0 0 0 0,-1 0-1 0 0,0 0 1 0 0,0 0 0 0 0,1 0 0 0 0,9 1 202 0 0,-1 0-1 0 0,11 2 1 0 0,15 2 1 0 0,4-1-92 0 0,45 1 70 0 0,39-1-1952 0 0,-123-4 1995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0 0 0,'0'0'13998'0'0,"5"-1"-13796"0"0,6-2-110 0 0,0 1-1 0 0,0 1 1 0 0,0 0-1 0 0,1 1 0 0 0,12 0 1 0 0,63 11 273 0 0,-25-3-437 0 0,0-3-1470 0 0,-21-4-5115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2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39 5153 0 0,'0'0'16194'0'0,"3"-4"-16074"0"0,11-11-53 0 0,-13 14-70 0 0,0 0 0 0 0,0 1 0 0 0,0-1-1 0 0,0 1 1 0 0,0-1 0 0 0,0 1 0 0 0,0 0 0 0 0,0-1 0 0 0,0 1 0 0 0,0 0-1 0 0,0 0 1 0 0,1 0 0 0 0,-1-1 0 0 0,0 1 0 0 0,0 1 0 0 0,0-1 0 0 0,0 0 0 0 0,1 0-1 0 0,0 1 1 0 0,2-1-7 0 0,-87 5-94 0 0,41-5 329 0 0,-49-8 0 0 0,67 5-271 0 0,-26-5-723 0 0,33 7-42 0 0,10 1-2616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3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 7930 0 0,'0'0'15300'0'0,"-1"-3"-15232"0"0,-4-5-72 0 0,9 14-80 0 0,2 3 124 0 0,1 0-1 0 0,-2 0 1 0 0,8 17 0 0 0,-2-6-3 0 0,-6-9-5 0 0,-1-1 0 0 0,0 1 0 0 0,3 15 0 0 0,3 9-8 0 0,-8-30-19 0 0,-1 0 0 0 0,0 0 0 0 0,0 8 0 0 0,0-8-33 0 0,-1-1-1 0 0,1 1 1 0 0,0 0-1 0 0,3 9 1 0 0,-3-11-178 0 0,0 0 1 0 0,0-1 0 0 0,-1 1-1 0 0,1 0 1 0 0,0 4 0 0 0,-1 8-5665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 0 0 0,'-6'-3'22095'0'0,"8"2"-22057"0"0,0 0 0 0 0,0 0 0 0 0,0 0-1 0 0,0 0 1 0 0,0 0 0 0 0,0 0-1 0 0,1 1 1 0 0,-1-1 0 0 0,0 1-1 0 0,3 0 1 0 0,16-2-62 0 0,1 2-1 0 0,-1 0 1 0 0,26 5 0 0 0,-40-5 23 0 0,-1 1 1 0 0,0 0-1 0 0,1 1 1 0 0,-1 0-1 0 0,0 0 1 0 0,0 0-1 0 0,9 5 1 0 0,-7-4-19 0 0,-8-3 15 0 0,1 0 0 0 0,-1 0 0 0 0,0 0 0 0 0,1 1 0 0 0,-1-1 0 0 0,1 0 0 0 0,-1 0 0 0 0,1 0 0 0 0,-1 0-1 0 0,0 1 1 0 0,1-1 0 0 0,-1 0 0 0 0,1 1 0 0 0,-1-1 0 0 0,0 0 0 0 0,1 1 0 0 0,-1-1 0 0 0,0 0 0 0 0,0 1 0 0 0,1-1 0 0 0,-1 0 0 0 0,0 1 0 0 0,0-1 0 0 0,1 1 0 0 0,-1 0 0 0 0,4 5-76 0 0,-3-6 70 0 0,-1 0 1 0 0,1 1-1 0 0,-1-1 1 0 0,1 0 0 0 0,-1 1-1 0 0,0-1 1 0 0,1 1-1 0 0,-1-1 1 0 0,0 0-1 0 0,1 1 1 0 0,-1-1-1 0 0,0 1 1 0 0,0-1-1 0 0,0 1 1 0 0,1-1-1 0 0,-1 1 1 0 0,0-1 0 0 0,0 1-1 0 0,0 0 1 0 0,0-1-1 0 0,0 1 1 0 0,1 17-239 0 0,0-15 212 0 0,-1 1 0 0 0,0-1 0 0 0,0 1 0 0 0,0-1 0 0 0,0 1 0 0 0,0-1 0 0 0,-1 0 0 0 0,1 1 0 0 0,-1-1 0 0 0,0 0 0 0 0,0 1 0 0 0,0-1 0 0 0,-3 4 0 0 0,-4 6 17 0 0,-2-1 0 0 0,0-1 0 0 0,-16 16 1 0 0,-4 4-6 0 0,27-27 24 0 0,-8 7-14 0 0,-16 25 1 0 0,22-22 16 0 0,5-13-3 0 0,0 1 0 0 0,-1 0 1 0 0,1-1-1 0 0,-1 1 0 0 0,1-1 1 0 0,-1 1-1 0 0,-1 2 1 0 0,-9 20-2 0 0,2-4 3 0 0,3 3-14 0 0,5-19 8 0 0,1-4 2 0 0,-1 1 1 0 0,1-1 0 0 0,0 1-1 0 0,-1 0 1 0 0,1-1 0 0 0,0 1-1 0 0,-1-1 1 0 0,1 1 0 0 0,0-1-1 0 0,-1 1 1 0 0,1-1 0 0 0,-1 0 0 0 0,1 1-1 0 0,-2 0 1 0 0,2 1-14 0 0,0 0 1 0 0,-1 0-1 0 0,1 0 1 0 0,0 1-1 0 0,0-1 1 0 0,0 0-1 0 0,0 0 1 0 0,1 4-1 0 0,1-4 13 0 0,-1-1 0 0 0,-1 0-1 0 0,1 0 1 0 0,0 0 0 0 0,0 1-1 0 0,0-1 1 0 0,-1 0 0 0 0,1 1-1 0 0,1 1 1 0 0,0 3-223 0 0,-1-5 290 0 0,-1-1 0 0 0,0 1-1 0 0,1-1 1 0 0,-1 0 0 0 0,1 1 0 0 0,-1-1 0 0 0,1 0 0 0 0,-1 0-1 0 0,1 1 1 0 0,-1-1 0 0 0,1 0 0 0 0,-1 0 0 0 0,1 0-1 0 0,0 0 1 0 0,-1 0 0 0 0,1 0 0 0 0,-1 0 0 0 0,2 0-1 0 0,15 0 366 0 0,-9 0-495 0 0,66 2 152 0 0,62-3-640 0 0,-116-2-635 0 0,-7-1-2431 0 0,-3 1-4477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17 968 0 0,'0'0'15917'0'0,"17"-3"-15757"0"0,53-7 3 0 0,-60 8-91 0 0,-1 1 0 0 0,1 0 1 0 0,12 1-1 0 0,-6 1 24 0 0,57-1-127 0 0,-57 0-3666 0 0,-1 0-3775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1 760 0 0,'0'0'18888'0'0,"-7"1"-18717"0"0,-21 3-16 0 0,21-2-41 0 0,0-1 1 0 0,0 1-1 0 0,-12 5 1 0 0,15-5-84 0 0,-1 0 0 0 0,0 0 0 0 0,0-1 1 0 0,0 0-1 0 0,-8 1 0 0 0,-29 1-881 0 0,-54-4 0 0 0,78-2-1907 0 0,9 0-2380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1:2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20 3945 0 0,'0'0'17676'0'0,"-2"-3"-17286"0"0,-6-10-96 0 0,5 10 365 0 0,4 3-665 0 0,-1 1 1 0 0,1-1 0 0 0,-1 1-1 0 0,1 0 1 0 0,-1-1 0 0 0,1 1-1 0 0,-1 0 1 0 0,0-1 0 0 0,0 1-1 0 0,1 0 1 0 0,-1-1 0 0 0,0 1-1 0 0,0 0 1 0 0,0-1 0 0 0,0 1-1 0 0,0 1 1 0 0,2 14 13 0 0,3 69 174 0 0,-2-53-71 0 0,-2-24-70 0 0,0-1-1 0 0,5 15 1 0 0,1 10 64 0 0,-6-30-101 0 0,-1-1-1 0 0,1 0 1 0 0,-1 1-1 0 0,0-1 1 0 0,1 1-1 0 0,0-1 1 0 0,1 3-1 0 0,-1-3 2 0 0,-1 0-1 0 0,1 0 0 0 0,-1 0 1 0 0,1 0-1 0 0,-1 0 0 0 0,0 0 1 0 0,1 0-1 0 0,-1 0 0 0 0,0 0 1 0 0,1 2-1 0 0,-1-3-16 0 0,0 0-1 0 0,0 0 1 0 0,0 0 0 0 0,0 1-1 0 0,0-1 1 0 0,0 0 0 0 0,0 0-1 0 0,0 0 1 0 0,0 0 0 0 0,0 0-1 0 0,0 0 1 0 0,0 0 0 0 0,0 0-1 0 0,0 0 1 0 0,0 0 0 0 0,0 0-1 0 0,0 0 1 0 0,0 0 0 0 0,0 0-1 0 0,0 0 1 0 0,0 1 0 0 0,0-1-1 0 0,0 0 1 0 0,0 0 0 0 0,0 0-1 0 0,0 0 1 0 0,0 0 0 0 0,1 0-1 0 0,-1 0 1 0 0,0 0 0 0 0,0 0-1 0 0,0 0 1 0 0,0 0 0 0 0,0 0-1 0 0,0 0 1 0 0,0 0 0 0 0,0 0-1 0 0,0 0 1 0 0,0 0 0 0 0,0 0-1 0 0,0 0 1 0 0,0 0 0 0 0,0 0-1 0 0,1 0 1 0 0,-1 0 0 0 0,0 0-1 0 0,0 0 1 0 0,0 0-1 0 0,0 0 1 0 0,0 0 0 0 0,0 0-1 0 0,0 0 1 0 0,0 0 0 0 0,0 0-1 0 0,0 0 1 0 0,0 0 0 0 0,0-1-1 0 0,3-4-3683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1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228 121 0 0 0,'0'0'14716'0'0,"-7"-8"-13674"0"0,1 1-748 0 0,-41-44 1986 0 0,9 10 1007 0 0,34 35-2672 0 0,3 6-590 0 0,1-1 0 0 0,0 1-1 0 0,0-1 1 0 0,-1 1 0 0 0,1-1 0 0 0,0 1 0 0 0,0 0 0 0 0,-1-1 0 0 0,1 1-1 0 0,-1-1 1 0 0,1 1 0 0 0,0 0 0 0 0,-1 0 0 0 0,1-1 0 0 0,-1 1 0 0 0,1 0-1 0 0,0 0 1 0 0,-1-1 0 0 0,1 1 0 0 0,-1 0 0 0 0,1 0 0 0 0,-1 0-1 0 0,1 0 1 0 0,-1 0 0 0 0,1-1 0 0 0,-1 1 0 0 0,-15 7-72 0 0,-16 2 122 0 0,30-8-70 0 0,1 0 1 0 0,-1 0-1 0 0,0 0 0 0 0,0 0 0 0 0,1 0 1 0 0,-1 0-1 0 0,-2 3 0 0 0,-7 4 41 0 0,10-7-33 0 0,0 0 0 0 0,0 0 0 0 0,0-1 0 0 0,1 1 1 0 0,-1 0-1 0 0,0 0 0 0 0,1 0 0 0 0,-1 0 0 0 0,0 0 0 0 0,1 0 0 0 0,-1 0 0 0 0,1 0 0 0 0,-1 0 1 0 0,1 0-1 0 0,0 0 0 0 0,-1 2 0 0 0,-2 5 231 0 0,3-6-208 0 0,-1-1-1 0 0,1 1 1 0 0,0-1 0 0 0,-1 1 0 0 0,1-1 0 0 0,0 1 0 0 0,0-1 0 0 0,0 0 0 0 0,0 1 0 0 0,1 2-1 0 0,-1 2 91 0 0,1 0-51 0 0,-1-1 1 0 0,1 1 0 0 0,0-1-1 0 0,0 0 1 0 0,1 1-1 0 0,-1-1 1 0 0,1 0-1 0 0,0 0 1 0 0,1 0 0 0 0,-1 0-1 0 0,5 5 1 0 0,-2-1-44 0 0,0-1 1 0 0,1 0 0 0 0,0 0-1 0 0,0 0 1 0 0,1-1 0 0 0,0 0-1 0 0,0 0 1 0 0,1-1 0 0 0,0 0-1 0 0,0 0 1 0 0,15 7 0 0 0,-19-10-11 0 0,1-1 0 0 0,0 0 0 0 0,-1 0 0 0 0,1 0 0 0 0,0 0 0 0 0,0-1 0 0 0,1 0 0 0 0,-1 0 0 0 0,0 0 0 0 0,7-1 0 0 0,-10 0-3 0 0,0 0-1 0 0,-1 0 0 0 0,1 0 0 0 0,0 0 0 0 0,-1 0 0 0 0,1-1 0 0 0,0 1 0 0 0,-1-1 1 0 0,1 1-1 0 0,-1-1 0 0 0,1 0 0 0 0,-1 1 0 0 0,1-1 0 0 0,-1 0 0 0 0,1 0 0 0 0,-1 0 1 0 0,0 0-1 0 0,1 0 0 0 0,-1-1 0 0 0,0 1 0 0 0,0 0 0 0 0,0 0 0 0 0,0-1 0 0 0,0 1 1 0 0,0-1-1 0 0,1-1 0 0 0,0-2 6 0 0,1 0 0 0 0,-1 1 0 0 0,0-1 0 0 0,0 0 0 0 0,-1 0 0 0 0,1 0 0 0 0,1-10 0 0 0,-2-2-58 0 0,0-19 0 0 0,-1 32 23 0 0,-1 0-1 0 0,0 0 1 0 0,0 0-1 0 0,0 0 1 0 0,0 0 0 0 0,0 0-1 0 0,-1 0 1 0 0,0 1 0 0 0,-3-6-1 0 0,-3-7 9 0 0,6 11-15 0 0,0 1 0 0 0,-1-1 0 0 0,1 1 0 0 0,-1 0 0 0 0,0 0 1 0 0,0 0-1 0 0,0 0 0 0 0,-1 0 0 0 0,0 1 0 0 0,1-1 0 0 0,-1 1 1 0 0,0 0-1 0 0,0 0 0 0 0,-1 1 0 0 0,1-1 0 0 0,-1 1 0 0 0,1 0 0 0 0,-1 0 1 0 0,0 0-1 0 0,0 1 0 0 0,1 0 0 0 0,-1 0 0 0 0,-6-1 0 0 0,10 2 11 0 0,-13-1-23 0 0,0 0 0 0 0,1 1 0 0 0,-17 3 0 0 0,25-3 28 0 0,1 1-1 0 0,0 0 0 0 0,0 0 1 0 0,0 0-1 0 0,1 1 0 0 0,-1 0 1 0 0,0 0-1 0 0,0 0 1 0 0,1 0-1 0 0,-1 0 0 0 0,1 0 1 0 0,0 1-1 0 0,0 0 0 0 0,-6 6 1 0 0,8-7 8 0 0,0-1-1 0 0,-1 1 1 0 0,1 1 0 0 0,0-1 0 0 0,1 0-1 0 0,-1 0 1 0 0,0 0 0 0 0,1 0 0 0 0,-1 1-1 0 0,1-1 1 0 0,0 0 0 0 0,-1 0 0 0 0,1 1 0 0 0,0-1-1 0 0,1 0 1 0 0,-1 0 0 0 0,1 4 0 0 0,-1-3 28 0 0,1 1 0 0 0,0-1 0 0 0,0 0 1 0 0,0 0-1 0 0,1 0 0 0 0,-1 0 0 0 0,1 0 1 0 0,-1 0-1 0 0,1 0 0 0 0,0 0 0 0 0,3 3 1 0 0,3 2 4 0 0,1 0 1 0 0,1-1 0 0 0,0 0 0 0 0,0 0 0 0 0,0-1 0 0 0,0-1 0 0 0,1 0 0 0 0,0 0 0 0 0,0-1-1 0 0,12 3 1 0 0,-19-6 15 0 0,1 0 0 0 0,-1 0 0 0 0,0-1-1 0 0,8 0 1 0 0,-11 0-31 0 0,-1 0 0 0 0,1 0 0 0 0,0 0 0 0 0,0 0 0 0 0,0 0 0 0 0,0-1 0 0 0,0 1 0 0 0,0 0 1 0 0,-1 0-1 0 0,1-1 0 0 0,0 1 0 0 0,0-1 0 0 0,0 1 0 0 0,-1-1 0 0 0,1 1 0 0 0,0-1 0 0 0,-1 1 0 0 0,1-1 0 0 0,0 0 0 0 0,-1 1 0 0 0,1-1 0 0 0,-1 0 0 0 0,1 1 0 0 0,-1-1 0 0 0,1 0 0 0 0,-1 0 0 0 0,1 0 0 0 0,-1-1 0 0 0,5-9 175 0 0,-4 10-185 0 0,0-1 0 0 0,-1 1 0 0 0,1 0 0 0 0,-1-1 0 0 0,1 1 0 0 0,-1 0 0 0 0,1-1 0 0 0,-1 1 0 0 0,0-2 0 0 0,1-5-18 0 0,-1 0 1 0 0,0 0-1 0 0,-1 0 1 0 0,0 0-1 0 0,0 0 1 0 0,-1 0-1 0 0,0 1 0 0 0,-4-12 1 0 0,4 14-14 0 0,-1 1 0 0 0,1-1 0 0 0,-1 1 1 0 0,0 0-1 0 0,0 0 0 0 0,0 0 0 0 0,-1 0 0 0 0,0 1 1 0 0,1-1-1 0 0,-1 1 0 0 0,0 0 0 0 0,-7-3 0 0 0,8 4-12 0 0,-1 2 1 0 0,0-1-1 0 0,0 0 0 0 0,1 1 0 0 0,-1 0 0 0 0,0 0 1 0 0,0 0-1 0 0,0 0 0 0 0,-4 1 0 0 0,7-1 20 0 0,-2 1 3 0 0,0 0 0 0 0,1 0 1 0 0,-1 0-1 0 0,1 0 0 0 0,-1 0 1 0 0,1 0-1 0 0,-1 1 0 0 0,1-1 1 0 0,0 1-1 0 0,0 0 0 0 0,0-1 1 0 0,0 1-1 0 0,0 0 0 0 0,0 0 1 0 0,0 0-1 0 0,0 1 0 0 0,1-1 0 0 0,-2 3 1 0 0,2-3 17 0 0,0 0 0 0 0,1 0 1 0 0,-1 0-1 0 0,1 0 0 0 0,0-1 1 0 0,0 1-1 0 0,-1 0 0 0 0,1 0 1 0 0,0 0-1 0 0,0 0 0 0 0,1 0 1 0 0,-1 0-1 0 0,0 0 0 0 0,1 0 1 0 0,-1-1-1 0 0,1 1 0 0 0,0 0 1 0 0,-1 0-1 0 0,1-1 0 0 0,0 1 1 0 0,0 0-1 0 0,0-1 0 0 0,0 1 1 0 0,2 2-1 0 0,3 0-19 0 0,-1-1 1 0 0,1 1-1 0 0,0-1 1 0 0,0 0-1 0 0,0 0 1 0 0,0-1-1 0 0,0 0 0 0 0,0 0 1 0 0,1 0-1 0 0,7 1 1 0 0,-8-2 324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1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202 111 136 0 0,'0'0'16636'0'0,"-15"-13"-15710"0"0,-44-37-112 0 0,13 11 1346 0 0,42 36-1841 0 0,4 3-265 0 0,-1-1 0 0 0,0 1 0 0 0,1-1 0 0 0,-1 1 0 0 0,0-1 0 0 0,0 1 1 0 0,1-1-1 0 0,-1 1 0 0 0,0 0 0 0 0,0-1 0 0 0,0 1 0 0 0,0 0 0 0 0,-1-1 426 0 0,1 13-497 0 0,0-9 32 0 0,0 0 0 0 0,-1 0 1 0 0,1 0-1 0 0,-1-1 0 0 0,0 1 0 0 0,0 0 1 0 0,0-1-1 0 0,-1 1 0 0 0,1-1 1 0 0,-5 5-1 0 0,-10 10 9 0 0,2 1 18 0 0,14-16-31 0 0,1-1-1 0 0,-1 0 0 0 0,0 0 0 0 0,0 1 0 0 0,1-1 0 0 0,-1 0 1 0 0,1 1-1 0 0,-1-1 0 0 0,1 0 0 0 0,-1 1 0 0 0,1-1 1 0 0,0 1-1 0 0,0 1 0 0 0,-1 1 111 0 0,1-1 0 0 0,0 0 0 0 0,0 1 0 0 0,1-1 0 0 0,0 5 0 0 0,0-5-25 0 0,1 1 0 0 0,-1 0 0 0 0,1-1 0 0 0,0 0 0 0 0,0 1 0 0 0,0-1 0 0 0,6 5 0 0 0,21 20 189 0 0,-13-14-257 0 0,1-2 0 0 0,1 1 0 0 0,1-2-1 0 0,-1-1 1 0 0,39 16 0 0 0,-53-25 14 0 0,0 0 0 0 0,1 0 1 0 0,-1 0-1 0 0,8 0 0 0 0,-10-1-7 0 0,-1 0 0 0 0,0 0-1 0 0,0 0 1 0 0,1 0 0 0 0,-1 0 0 0 0,0 0-1 0 0,0-1 1 0 0,1 1 0 0 0,-1 0 0 0 0,0-1 0 0 0,0 1-1 0 0,0 0 1 0 0,1-1 0 0 0,-1 0 0 0 0,0 1 0 0 0,0-1-1 0 0,0 0 1 0 0,0 1 0 0 0,2-3 0 0 0,0-3 54 0 0,0 0-1 0 0,0 0 1 0 0,0 0 0 0 0,-1-1 0 0 0,0 1 0 0 0,0-1 0 0 0,1-10-1 0 0,-1-2-50 0 0,-1-28-1 0 0,-1 43-37 0 0,0-1 1 0 0,-1 1-1 0 0,0-1 0 0 0,0 1 0 0 0,0 0 0 0 0,-1 0 1 0 0,1 0-1 0 0,-5-8 0 0 0,2 6-8 0 0,0-1-1 0 0,0 1 1 0 0,-1 0 0 0 0,-7-8-1 0 0,10 13-2 0 0,1 0-1 0 0,-1-1 0 0 0,0 1 1 0 0,0 0-1 0 0,0 0 0 0 0,0 0 1 0 0,0 0-1 0 0,-1 1 0 0 0,1-1 0 0 0,0 1 1 0 0,0-1-1 0 0,0 1 0 0 0,-1 0 1 0 0,1 0-1 0 0,0 0 0 0 0,-3 0 1 0 0,0 0-7 0 0,1 0 1 0 0,0 1-1 0 0,1 0 1 0 0,-1 0-1 0 0,0 0 1 0 0,0 0-1 0 0,0 1 1 0 0,-5 2-1 0 0,2 0 5 0 0,0 0-1 0 0,0 1 0 0 0,1 0 1 0 0,-1 0-1 0 0,1 1 1 0 0,1 0-1 0 0,-10 12 1 0 0,12-15 17 0 0,1 1 0 0 0,0-1 0 0 0,0 1 0 0 0,0-1 0 0 0,1 1 0 0 0,-1 0 0 0 0,1 0 0 0 0,0 0 0 0 0,0 0 1 0 0,1 0-1 0 0,-1 0 0 0 0,1 0 0 0 0,-1 0 0 0 0,1 0 0 0 0,1 0 0 0 0,-1 0 0 0 0,0 0 0 0 0,2 4 0 0 0,0-4 12 0 0,0 0 0 0 0,0 0 0 0 0,1 0 0 0 0,-1-1 0 0 0,1 1 0 0 0,0-1 0 0 0,0 0 0 0 0,5 5 0 0 0,-3-3 3 0 0,4 3 17 0 0,1 0 1 0 0,0-1-1 0 0,21 12 0 0 0,-24-15-26 0 0,1 0 28 0 0,0 1 0 0 0,1-2 0 0 0,-1 1 1 0 0,1-1-1 0 0,0 0 0 0 0,0-1 0 0 0,0 0 0 0 0,0-1 1 0 0,0 1-1 0 0,10-1 0 0 0,-18-2-16 0 0,0 1 0 0 0,0 0 0 0 0,0 0 0 0 0,0-1-1 0 0,0 1 1 0 0,0-1 0 0 0,0 1 0 0 0,-1-1 0 0 0,1 1 0 0 0,0-1 0 0 0,0 1 0 0 0,-1-1-1 0 0,1 0 1 0 0,0 1 0 0 0,0-1 0 0 0,-1 0 0 0 0,1 0 0 0 0,-1 1 0 0 0,1-1 0 0 0,-1 0-1 0 0,1 0 1 0 0,-1 0 0 0 0,0 0 0 0 0,1 0 0 0 0,-1 0 0 0 0,0 0 0 0 0,1-1 0 0 0,0-3 31 0 0,0 0 0 0 0,0 0 0 0 0,-1-1 0 0 0,1-5 0 0 0,-1 3-53 0 0,-1 0 1 0 0,0 1-1 0 0,0-1 1 0 0,0 0-1 0 0,-1 0 1 0 0,-1 1-1 0 0,-4-12 1 0 0,2 8-5 0 0,-1 1 0 0 0,0-1 0 0 0,0 1 0 0 0,-11-12 0 0 0,14 19 3 0 0,-3-6-8 0 0,-1 1 0 0 0,-16-14 0 0 0,20 20 6 0 0,1 0-1 0 0,-1 0 1 0 0,0 0 0 0 0,0 1 0 0 0,0-1 0 0 0,0 1 0 0 0,0 0-1 0 0,0 0 1 0 0,0 0 0 0 0,0 0 0 0 0,0 0 0 0 0,0 1 0 0 0,-7-1 0 0 0,8 1-7 0 0,-1 0 1 0 0,1 1-1 0 0,-1-1 1 0 0,1 0-1 0 0,-1 1 1 0 0,1 0-1 0 0,-1-1 1 0 0,1 1 0 0 0,-1 0-1 0 0,1 0 1 0 0,0 1-1 0 0,0-1 1 0 0,0 0-1 0 0,-1 1 1 0 0,-1 1 0 0 0,1 0 3 0 0,1 0 1 0 0,-1 0-1 0 0,1 0 1 0 0,0 0 0 0 0,0 0-1 0 0,0 0 1 0 0,0 1-1 0 0,0-1 1 0 0,-1 6 0 0 0,1-1 13 0 0,0 0 1 0 0,0 0 0 0 0,1 0 0 0 0,0 0-1 0 0,1 0 1 0 0,-1 0 0 0 0,2 0 0 0 0,-1 0-1 0 0,3 11 1 0 0,-2-14-24 0 0,1 1 0 0 0,0-1 1 0 0,0 0-1 0 0,0 0 0 0 0,1 0 0 0 0,-1 0 0 0 0,1 0 0 0 0,0-1 1 0 0,1 1-1 0 0,-1-1 0 0 0,1 0 0 0 0,0 0 0 0 0,0 0 0 0 0,6 4 0 0 0,-8-7-136 0 0,-1 0-1 0 0,1-1 1 0 0,0 1-1 0 0,0 0 0 0 0,0-1 1 0 0,0 0-1 0 0,0 1 0 0 0,2-1 1 0 0,4 0-7038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3:1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94 0 0 0,'0'0'19048'0'0,"-18"-14"-18302"0"0,-52-41-68 0 0,46 35 923 0 0,24 20-1229 0 0,-11-2 428 0 0,6 1-795 0 0,0 1 0 0 0,0-1 0 0 0,-1 1 0 0 0,-6 0 0 0 0,5 0 9 0 0,-46 0 35 0 0,52 0-47 0 0,0 0 0 0 0,0 1 0 0 0,0-1 0 0 0,1 0 0 0 0,-1 0 0 0 0,0 0 0 0 0,0 1 0 0 0,1-1 0 0 0,-1 0 0 0 0,0 1 0 0 0,0-1 0 0 0,1 1 0 0 0,-1-1 0 0 0,0 1 0 0 0,1-1 0 0 0,-1 1 0 0 0,0 0 0 0 0,0 0 3 0 0,1 0 0 0 0,-1-1 0 0 0,0 1 0 0 0,1 0-1 0 0,-1-1 1 0 0,0 1 0 0 0,1-1 0 0 0,-1 0 0 0 0,0 1 0 0 0,0-1 0 0 0,-1 1 0 0 0,1 0 2 0 0,0-1 0 0 0,0 1 0 0 0,0 0 0 0 0,0-1 0 0 0,0 1-1 0 0,0 0 1 0 0,1 0 0 0 0,-1 0 0 0 0,0 0 0 0 0,1 0 0 0 0,-1 0 0 0 0,0 0 0 0 0,1 0 0 0 0,-1 0 0 0 0,1 0 0 0 0,-1 2 0 0 0,0 1 43 0 0,0-1 0 0 0,0 0 0 0 0,0 1-1 0 0,0-1 1 0 0,0 5 0 0 0,1 3 179 0 0,0 0 0 0 0,3 14 0 0 0,-2-21-166 0 0,0 0 1 0 0,0 0-1 0 0,1 0 0 0 0,-1 0 0 0 0,1 0 0 0 0,0 0 0 0 0,0-1 0 0 0,0 1 0 0 0,4 3 0 0 0,3 5-28 0 0,1-1 0 0 0,0 0 1 0 0,1-1-1 0 0,0 0 0 0 0,1 0 1 0 0,0-1-1 0 0,17 9 0 0 0,-11-8-56 0 0,1 1-162 0 0,21 8 1 0 0,-34-17 214 0 0,1 1 1 0 0,1-1-1 0 0,-1 0 1 0 0,0-1 0 0 0,0 0-1 0 0,14 1 1 0 0,-20-3-23 0 0,-1 1 1 0 0,1 0 0 0 0,-1 0-1 0 0,1-1 1 0 0,-1 1-1 0 0,1 0 1 0 0,-1-1 0 0 0,0 1-1 0 0,1-1 1 0 0,-1 1 0 0 0,1 0-1 0 0,-1-1 1 0 0,0 1-1 0 0,1-1 1 0 0,-1 1 0 0 0,0-1-1 0 0,0 1 1 0 0,1-1-1 0 0,-1 0 1 0 0,0 1 0 0 0,0-1-1 0 0,0 1 1 0 0,0-1 0 0 0,0 1-1 0 0,0-1 1 0 0,0 0-1 0 0,0 0 1 0 0,1-21 252 0 0,-1 20-256 0 0,0-3-24 0 0,0-1 0 0 0,0 1 0 0 0,-1 0 0 0 0,0-1 0 0 0,0 1 0 0 0,0 0 0 0 0,-1 0 0 0 0,0 0 0 0 0,0 0 0 0 0,-3-7 0 0 0,-3-2 23 0 0,-1 0 1 0 0,0 0 0 0 0,0 0-1 0 0,-17-16 1 0 0,9 12 16 0 0,15 15-29 0 0,0 0 0 0 0,0 0 0 0 0,-1 0 0 0 0,1 0 0 0 0,-1 1 0 0 0,0-1 1 0 0,0 1-1 0 0,0 0 0 0 0,0 0 0 0 0,0 0 0 0 0,0 0 0 0 0,-1 0 0 0 0,1 1 0 0 0,0 0 1 0 0,-1-1-1 0 0,-4 0 0 0 0,5 2-11 0 0,0 0 1 0 0,-1-1-1 0 0,1 1 1 0 0,0 0-1 0 0,-1 1 0 0 0,1-1 1 0 0,0 0-1 0 0,-1 1 1 0 0,1 0-1 0 0,0 0 0 0 0,0 0 1 0 0,0 0-1 0 0,-6 3 1 0 0,3 0 10 0 0,1 0 0 0 0,-1 0 0 0 0,1 0 0 0 0,1 0 0 0 0,-1 1 0 0 0,-4 5 0 0 0,4-5-9 0 0,4-4 15 0 0,0 0 0 0 0,0 0 0 0 0,0 1 0 0 0,0-1 0 0 0,0 0 0 0 0,0 0 0 0 0,0 1 0 0 0,0-1 0 0 0,0 1 0 0 0,0-1 0 0 0,1 1 0 0 0,-1-1 0 0 0,1 1 0 0 0,-1-1 0 0 0,1 1 0 0 0,-1-1 0 0 0,1 1 0 0 0,0 0 0 0 0,0-1 0 0 0,0 1 0 0 0,0-1-1 0 0,0 1 1 0 0,1 2 0 0 0,0-2 29 0 0,0 0 0 0 0,0-1-1 0 0,0 1 1 0 0,0-1-1 0 0,1 0 1 0 0,-1 1-1 0 0,1-1 1 0 0,-1 0-1 0 0,1 0 1 0 0,-1 0 0 0 0,1 0-1 0 0,0 0 1 0 0,2 1-1 0 0,6 4 67 0 0,-4-3-67 0 0,0 1-1 0 0,1-1 1 0 0,-1 0-1 0 0,1-1 0 0 0,-1 0 1 0 0,1 0-1 0 0,0 0 1 0 0,9 0-1 0 0,-6 0-14 0 0,2 0 73 0 0,0-1 0 0 0,18 1 0 0 0,-29-2-67 0 0,0 0 0 0 0,0-1 0 0 0,0 1 0 0 0,0 0 0 0 0,0 0 0 0 0,0 0 0 0 0,0-1 0 0 0,0 1 0 0 0,0 0 0 0 0,0-1 0 0 0,0 1 0 0 0,0-1 0 0 0,0 1 1 0 0,0-1-1 0 0,0 0 0 0 0,0 1 0 0 0,-1-1 0 0 0,1 0 0 0 0,1-1 0 0 0,-1 0 8 0 0,0 0 0 0 0,1 0 0 0 0,-1 0 0 0 0,-1 0 0 0 0,1 0 0 0 0,0 0 0 0 0,0 0 0 0 0,-1 0 0 0 0,1-3 0 0 0,0-1-18 0 0,-1 0 0 0 0,0 1 0 0 0,0-1 0 0 0,0 0 0 0 0,-1 1 0 0 0,0-1-1 0 0,-1-6 1 0 0,-1 6-27 0 0,0-1 0 0 0,1 1-1 0 0,-2 0 1 0 0,1 0 0 0 0,-1 0-1 0 0,-6-8 1 0 0,7 10 8 0 0,0 1 0 0 0,0-1 0 0 0,0 1 0 0 0,-1 0 0 0 0,1 0 0 0 0,-1 0 0 0 0,1 1 0 0 0,-1-1 0 0 0,0 1 0 0 0,-8-3 0 0 0,10 4-3 0 0,-1 0-1 0 0,0 0 1 0 0,0 0 0 0 0,1 1 0 0 0,-1 0 0 0 0,0-1 0 0 0,0 1 0 0 0,0 0 0 0 0,1 0-1 0 0,-1 1 1 0 0,0-1 0 0 0,0 0 0 0 0,0 1 0 0 0,1 0 0 0 0,-1 0 0 0 0,0 0 0 0 0,1 0-1 0 0,-1 0 1 0 0,1 0 0 0 0,-1 1 0 0 0,1-1 0 0 0,0 1 0 0 0,-1-1 0 0 0,1 1-1 0 0,-3 4 1 0 0,0-1 13 0 0,1 0 0 0 0,0 0-1 0 0,0 1 1 0 0,0 0 0 0 0,1-1-1 0 0,0 1 1 0 0,0 1 0 0 0,1-1-1 0 0,-1 0 1 0 0,1 1-1 0 0,1-1 1 0 0,-1 1 0 0 0,1-1-1 0 0,0 1 1 0 0,1 0 0 0 0,-1-1-1 0 0,1 1 1 0 0,2 12 0 0 0,-2-18 14 0 0,1 1 1 0 0,-1 0-1 0 0,1-1 1 0 0,-1 1-1 0 0,1 0 1 0 0,0-1-1 0 0,-1 1 1 0 0,1-1-1 0 0,0 1 1 0 0,0-1-1 0 0,0 1 1 0 0,0-1-1 0 0,1 0 1 0 0,-1 0-1 0 0,0 0 1 0 0,0 1-1 0 0,1-1 1 0 0,-1 0 0 0 0,1 0-1 0 0,-1-1 1 0 0,1 1-1 0 0,-1 0 1 0 0,1 0-1 0 0,-1-1 1 0 0,1 1-1 0 0,2 0 1 0 0,5 0 77 0 0,-1 1 1 0 0,0-2-1 0 0,0 1 1 0 0,11-1-1 0 0,-11 0-63 0 0,-6-1-14 0 0,1 1 1 0 0,0-1-1 0 0,-1 1 1 0 0,1-1-1 0 0,-1 0 1 0 0,1 0-1 0 0,-1 0 1 0 0,0 0 0 0 0,1-1-1 0 0,-1 1 1 0 0,0-1-1 0 0,0 1 1 0 0,0-1-1 0 0,0 0 1 0 0,0 0-1 0 0,0 0 1 0 0,-1 0 0 0 0,1 0-1 0 0,0 0 1 0 0,-1 0-1 0 0,0-1 1 0 0,1 1-1 0 0,-1 0 1 0 0,0-1-1 0 0,0 1 1 0 0,1-6 0 0 0,0-15-531 0 0,-2 22-273 0 0,0 0 56 0 0,-3 1 810 0 0,1 0-128 0 0,0 1 0 0 0,0-1 1 0 0,0 0-1 0 0,0 0 0 0 0,0 1 0 0 0,0-1 0 0 0,0 1 0 0 0,0 0 0 0 0,0 0 0 0 0,1 0 1 0 0,-1-1-1 0 0,0 2 0 0 0,1-1 0 0 0,-1 0 0 0 0,0 0 0 0 0,1 0 0 0 0,0 1 0 0 0,-1-1 1 0 0,1 1-1 0 0,0-1 0 0 0,-1 1 0 0 0,1-1 0 0 0,0 1 0 0 0,-1 3 0 0 0,1-3-77 0 0,1-1 1 0 0,0 1-1 0 0,-1 0 0 0 0,1-1 0 0 0,0 1 0 0 0,0-1 0 0 0,0 1 0 0 0,0 0 1 0 0,0-1-1 0 0,0 1 0 0 0,1-1 0 0 0,-1 1 0 0 0,0-1 0 0 0,1 1 1 0 0,0-1-1 0 0,-1 1 0 0 0,2 2 0 0 0,7 11-2592 0 0,0-5-3296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1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15 0 0 0,'0'0'2517'0'0,"1"-2"-1685"0"0,-1 1-465 0 0,0 1-284 0 0,-1-1 0 0 0,1 1 0 0 0,0 0 0 0 0,0-1 0 0 0,0 1 0 0 0,0 0 0 0 0,0 0 0 0 0,0-1 0 0 0,0 1 0 0 0,1 0 0 0 0,-1 0 0 0 0,0-1 0 0 0,0 1 0 0 0,0 0 0 0 0,0 0 0 0 0,0-1 0 0 0,0 1 0 0 0,0 0 0 0 0,0 0 0 0 0,1-1 0 0 0,-1 1 0 0 0,0 0 0 0 0,0 0 0 0 0,0 0 0 0 0,1-1 0 0 0,-1 1 0 0 0,0 0 0 0 0,0 0 0 0 0,0 0-1 0 0,1 0 1 0 0,-1 0 0 0 0,0-1 0 0 0,1 1 663 0 0,10-3 6144 0 0,32 3 1502 0 0,-42 0-8177 0 0,11 0 957 0 0,-7 0-1006 0 0,-10 0-117 0 0,5 0-67 0 0,-15 0 5 0 0,-22 5 156 0 0,15-2 6 0 0,-21 1 907 0 0,43-4-1010 0 0,-17 0 250 0 0,15 0-283 0 0,2 0 19 0 0,-7 0 860 0 0,57-1-765 0 0,-22 0-267 0 0,0 1 0 0 0,-1 1 0 0 0,29 5 0 0 0,-66-7 186 0 0,1 1 0 0 0,-16 0-1 0 0,10 1-3 0 0,-31-2-1 0 0,31-1-19 0 0,-18 2 0 0 0,29 0-3 0 0,-44-6-343 0 0,45 6-118 0 0,-16 0-296 0 0,6 0-6349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19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92 0 0 0,'0'0'20806'0'0,"-2"-3"-20217"0"0,-3-7-73 0 0,3 7-100 0 0,2-14 2257 0 0,2 15-2611 0 0,-1-1 1 0 0,1 1-1 0 0,-1 0 0 0 0,1 0 0 0 0,0 1 1 0 0,0-1-1 0 0,0 0 0 0 0,0 1 0 0 0,0-1 1 0 0,0 1-1 0 0,4-3 0 0 0,14-9 67 0 0,-17 10-111 0 0,0 1-1 0 0,0 0 1 0 0,0 0 0 0 0,0 0-1 0 0,0 0 1 0 0,0 1-1 0 0,1-1 1 0 0,-1 1 0 0 0,6-2-1 0 0,-7 3-27 0 0,0-1-1 0 0,0 1 1 0 0,-1 0-1 0 0,1 0 1 0 0,0-1-1 0 0,0 1 1 0 0,0 0 0 0 0,-1 0-1 0 0,1 1 1 0 0,0-1-1 0 0,0 0 1 0 0,0 1-1 0 0,-1-1 1 0 0,1 1-1 0 0,1 0 1 0 0,1 1-22 0 0,-1 1 1 0 0,1-1 0 0 0,-1 1-1 0 0,0 0 1 0 0,4 4 0 0 0,-3-3 51 0 0,2 1-53 0 0,0 2-1 0 0,-1-1 0 0 0,6 9 1 0 0,-7 1-63 0 0,-3-10 54 0 0,1 1 0 0 0,-1 0 0 0 0,0-1 0 0 0,-1 1 0 0 0,0-1 0 0 0,-1 14 0 0 0,1 1-34 0 0,-5-5 61 0 0,2-8 10 0 0,-8 16-29 0 0,3-8 31 0 0,-6 3-33 0 0,12-15 31 0 0,0-1 0 0 0,0 1 0 0 0,-1-1 0 0 0,-4 5 0 0 0,-7 9-18 0 0,13-15 25 0 0,-1 1 0 0 0,0-1 1 0 0,-1 0-1 0 0,-3 4 0 0 0,4-4-3 0 0,0 0 0 0 0,0-1 0 0 0,0 1 0 0 0,0 0 0 0 0,1 0 0 0 0,-3 3 0 0 0,3 0 19 0 0,1-4-18 0 0,0-1 0 0 0,0 1 0 0 0,0-1 0 0 0,0 0 0 0 0,0 1 0 0 0,0-1 0 0 0,0 1 0 0 0,0-1 0 0 0,0 0 0 0 0,-1 1 0 0 0,1-1 0 0 0,0 1 1 0 0,0-1-1 0 0,-1 0 0 0 0,1 1 0 0 0,0-1 0 0 0,0 0 0 0 0,-1 1 0 0 0,1-1 0 0 0,0 0 0 0 0,-1 1 0 0 0,-1 4 1 0 0,2-5-1 0 0,0 0-1 0 0,0 0 1 0 0,0 0-1 0 0,0 1 0 0 0,0-1 1 0 0,0 0-1 0 0,0 0 1 0 0,0 0-1 0 0,0 1 0 0 0,0-1 1 0 0,0 0-1 0 0,0 0 1 0 0,0 0-1 0 0,-1 0 1 0 0,1 1-1 0 0,0-1 0 0 0,0 0 1 0 0,0 0-1 0 0,0 0 1 0 0,0 0-1 0 0,0 0 0 0 0,-1 1 1 0 0,1-1-1 0 0,0 0 1 0 0,0 0-1 0 0,0 0 0 0 0,0 0 1 0 0,0 0-1 0 0,-1 0 1 0 0,1 2 12 0 0,-1-1-11 0 0,0 0-9 0 0,-1 4 3 0 0,2-5 5 0 0,0 0-1 0 0,0 0 1 0 0,0 1-1 0 0,0-1 1 0 0,0 0 0 0 0,0 0-1 0 0,0 0 1 0 0,0 0-1 0 0,0 0 1 0 0,0 0-1 0 0,0 1 1 0 0,0-1 0 0 0,0 0-1 0 0,0 0 1 0 0,0 0-1 0 0,0 0 1 0 0,0 0 0 0 0,0 0-1 0 0,0 1 1 0 0,0-1-1 0 0,0 0 1 0 0,0 0-1 0 0,-1 0 1 0 0,1 0 0 0 0,0 0-1 0 0,0 0 1 0 0,0 0-1 0 0,0 0 1 0 0,0 0 0 0 0,0 0-1 0 0,0 0 1 0 0,-1 1-1 0 0,-2 3-47 0 0,-4 2-49 0 0,7-6 97 0 0,0 0-5 0 0,-1 0-1 0 0,1 0 1 0 0,-1 1 0 0 0,1-1-1 0 0,-1 0 1 0 0,1 1 0 0 0,0-1-1 0 0,-1 0 1 0 0,1 1 0 0 0,0-1-1 0 0,-1 0 1 0 0,1 1 0 0 0,0-1-1 0 0,-1 1 1 0 0,1-1 0 0 0,0 1-1 0 0,0-1 1 0 0,-1 1 0 0 0,1 0-1 0 0,0 0 28 0 0,-1-1 1 0 0,1 1-1 0 0,0-1 0 0 0,0 1 0 0 0,-1-1 0 0 0,1 1 0 0 0,0 0 0 0 0,0-1 1 0 0,0 1-1 0 0,0 0 0 0 0,0-1 0 0 0,0 1 0 0 0,0 0 0 0 0,0 0 1 0 0,0-1 30 0 0,0 0 1 0 0,0 1 0 0 0,0-1-1 0 0,0 0 1 0 0,0 0 0 0 0,1 0-1 0 0,-1 1 1 0 0,0-1 0 0 0,0 0 0 0 0,0 0-1 0 0,0 0 1 0 0,1 0 0 0 0,-1 0-1 0 0,0 1 1 0 0,0-1 0 0 0,0 0-1 0 0,1 0 1 0 0,-1 0 0 0 0,0 0-1 0 0,0 0 1 0 0,0 0 0 0 0,1 0 0 0 0,-1 0-1 0 0,0 0 1 0 0,1 0 0 0 0,1 0 282 0 0,0 0 1 0 0,1 0 0 0 0,-1 0-1 0 0,1-1 1 0 0,3 0 0 0 0,-1-1-904 0 0,13-1 642 0 0,0 0 0 0 0,0 2 0 0 0,23 0 0 0 0,45-3 36 0 0,-78 4-828 0 0,10 0 579 0 0,-10 2-4839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3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801 9 0 0 0,'4'-5'15599'0'0,"22"1"-12513"0"0,-44 10-947 0 0,12-3-2012 0 0,-1-1-1 0 0,0 0 1 0 0,1 0 0 0 0,-1 0 0 0 0,-10 0 0 0 0,12-1-40 0 0,0-1 0 0 0,0 1 0 0 0,-7 2 0 0 0,-8 1 141 0 0,-32 5 74 0 0,-12 3-77 0 0,24-8-79 0 0,-33 2 388 0 0,0-2 198 0 0,57-4-609 0 0,8 1-45 0 0,0-1 0 0 0,1 0 0 0 0,-1-1 0 0 0,-13-2 0 0 0,16 2-34 0 0,-1 0 0 0 0,0 1 1 0 0,1 0-1 0 0,-1 0 0 0 0,-7 1 0 0 0,-6-1 19 0 0,7 0-51 0 0,-1 1 0 0 0,1 0-1 0 0,-17 4 1 0 0,-16-2 92 0 0,40-2-84 0 0,-1 0 0 0 0,1-1 0 0 0,-9 0 0 0 0,-10 0 79 0 0,9 2 38 0 0,-23-1-1 0 0,24-2-55 0 0,9 1-70 0 0,1 0 6 0 0,0 0 1 0 0,0 0-1 0 0,0 0 0 0 0,0 1 0 0 0,0 0 0 0 0,0-1 0 0 0,-6 3 1 0 0,5-2-5 0 0,-1-1-10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39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28 0 0 0,'0'0'19261'0'0,"8"-3"-18646"0"0,33-18 328 0 0,-41 21-652 0 0,1-1-154 0 0,1 1 0 0 0,-1-1 0 0 0,0 1 0 0 0,0 0 0 0 0,0-1 1 0 0,0 1-1 0 0,0 0 0 0 0,0 0 0 0 0,0-1 0 0 0,1 1 0 0 0,0 0 1 0 0,3 0-57 0 0,6 2-354 0 0,-11-2 246 0 0,0 0 0 0 0,1 1 0 0 0,-1-1 1 0 0,0 0-1 0 0,0 1 0 0 0,1-1 0 0 0,-1 1 1 0 0,0-1-1 0 0,0 0 0 0 0,0 1 1 0 0,0-1-1 0 0,0 1 0 0 0,0-1 0 0 0,1 1 1 0 0,-1-1-1 0 0,0 1 0 0 0,0-1 0 0 0,0 0 1 0 0,-1 1-1 0 0,1-1 0 0 0,0 1 1 0 0,0-1-1 0 0,0 1 0 0 0,0-1 0 0 0,0 1 1 0 0,-2 2 22 0 0,0 1 0 0 0,0-1 1 0 0,0 0-1 0 0,-1 0 1 0 0,1 0-1 0 0,-1-1 1 0 0,-4 5-1 0 0,4-4 18 0 0,-14 12 203 0 0,-34 24-1 0 0,27-21-106 0 0,16-13-69 0 0,1 1 1 0 0,1 0 0 0 0,-12 13-1 0 0,5-8 6 0 0,11-10-41 0 0,0 0 1 0 0,1 0-1 0 0,-1 0 1 0 0,1 0 0 0 0,0 1-1 0 0,-1-1 1 0 0,1 0-1 0 0,-2 4 1 0 0,2-4-15 0 0,1 0 15 0 0,0-1 1 0 0,0 1-1 0 0,0-1 0 0 0,0 1 0 0 0,-1-1 0 0 0,1 0 0 0 0,0 1 1 0 0,0-1-1 0 0,-1 1 0 0 0,1-1 0 0 0,0 1 0 0 0,-1-1 0 0 0,1 0 1 0 0,0 1-1 0 0,-1-1 0 0 0,1 0 0 0 0,-1 1 0 0 0,1-1 0 0 0,0 0 1 0 0,-1 1-1 0 0,1-1 0 0 0,-1 0 0 0 0,1 0 0 0 0,-1 0 0 0 0,0 1 1 0 0,0 0 4 0 0,1-1-3 0 0,2 2 145 0 0,-1-1-1 0 0,1 0 1 0 0,0 1 0 0 0,-1-1 0 0 0,1 0 0 0 0,0 0-1 0 0,0 0 1 0 0,0 0 0 0 0,3 1 0 0 0,3 2 46 0 0,112 49 500 0 0,-4-15-309 0 0,-98-32-388 0 0,-10-4-36 0 0,3 1-202 0 0,0 1 1 0 0,-1 0-1 0 0,1 0 0 0 0,16 10 1 0 0,-18-6-2141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4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0 0 0,'0'0'4905'0'0,"8"0"-4153"0"0,39 0 649 0 0,50-5 3114 0 0,-75 4-4523 0 0,-16 0-221 0 0,1 0 1 0 0,-1 1-1 0 0,1 0 0 0 0,-1 1 0 0 0,0-1 0 0 0,1 1 1 0 0,-1 0-1 0 0,11 4 0 0 0,-17-5-94 0 0,1 0 1 0 0,-1 0-1 0 0,0 1 1 0 0,5 6-5808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4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14 0 0 0,'0'0'16668'0'0,"20"0"-8115"0"0,-17 0-8427 0 0,0-1-1 0 0,-1 0 0 0 0,1 0 1 0 0,0 0-1 0 0,-1 0 1 0 0,6-4-1 0 0,-8 5-67 0 0,0 0 0 0 0,0 0 0 0 0,0-1 1 0 0,0 1-1 0 0,0 0 0 0 0,1 0 0 0 0,-1-1 0 0 0,0 1 1 0 0,0 0-1 0 0,0 0 0 0 0,0 0 0 0 0,0 0 0 0 0,1-1 1 0 0,-1 1-1 0 0,0 0 0 0 0,0 0 0 0 0,0 0 0 0 0,1 0 1 0 0,-1 0-1 0 0,0 0 0 0 0,0-1 0 0 0,0 1 0 0 0,1 0 1 0 0,-1 0-1 0 0,0 0 0 0 0,0 0 0 0 0,1 0 0 0 0,-1 0 0 0 0,0 0 1 0 0,2 0-133 0 0,-7 0 118 0 0,5 0-12 0 0,-14 0 64 0 0,-141 4 784 0 0,154-4-858 0 0,-11 2 53 0 0,-35-2-1975 0 0,38 2-2046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4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76 0 0 0,'0'0'15037'0'0,"-3"-2"-14359"0"0,-12-12 1328 0 0,18-2 4692 0 0,-1 14-6509 0 0,1 0 1 0 0,-1 0 0 0 0,1 0 0 0 0,0 0 0 0 0,0 0 0 0 0,0 1-1 0 0,4-2 1 0 0,-2 0-97 0 0,2 0-15 0 0,1 0 1 0 0,0 0 0 0 0,10-2-1 0 0,2 1-48 0 0,24-2-1 0 0,19 5 73 0 0,-36 2-108 0 0,-26-1-1 0 0,1 0 0 0 0,-1 0-1 0 0,0 1 1 0 0,1-1 0 0 0,-1 1 0 0 0,0-1 0 0 0,0 1-1 0 0,1 0 1 0 0,-1-1 0 0 0,0 1 0 0 0,0 0 0 0 0,0 0 0 0 0,0 0-1 0 0,2 1 1 0 0,-1 0-12 0 0,0 0 0 0 0,0 0 0 0 0,0 1 0 0 0,-1-1 1 0 0,3 5-1 0 0,-2-2-22 0 0,-1 0 0 0 0,1 0 0 0 0,-1 0 0 0 0,-1 0 1 0 0,1 1-1 0 0,-1-1 0 0 0,0 0 0 0 0,0 1 0 0 0,-1 9 1 0 0,0-11 20 0 0,0-1 0 0 0,-1 1 1 0 0,1 0-1 0 0,-1 0 1 0 0,1-1-1 0 0,-1 1 1 0 0,0-1-1 0 0,0 1 1 0 0,-1-1-1 0 0,1 0 1 0 0,-1 0-1 0 0,1 0 1 0 0,-7 5-1 0 0,1-1-25 0 0,-1-1 0 0 0,0 0-1 0 0,-19 10 1 0 0,7-2 1 0 0,20-14 41 0 0,1 0 1 0 0,0 0 0 0 0,-1 0-1 0 0,1 1 1 0 0,0-1 0 0 0,0 0 0 0 0,-1 0-1 0 0,1 1 1 0 0,0-1 0 0 0,0 0-1 0 0,0 0 1 0 0,0 1 0 0 0,-1-1-1 0 0,1 0 1 0 0,0 1 0 0 0,0-1-1 0 0,0 0 1 0 0,0 0 0 0 0,0 1-1 0 0,0-1 1 0 0,0 0 0 0 0,0 1-1 0 0,0-1 1 0 0,0 0 0 0 0,0 1 0 0 0,0-1-1 0 0,0 0 1 0 0,0 1 0 0 0,0-1-1 0 0,0 2-6 0 0,0-2 1 0 0,0 1 5 0 0,0-1 1 0 0,0 1-1 0 0,-1-1 1 0 0,1 0-1 0 0,0 1 0 0 0,0-1 1 0 0,0 0-1 0 0,0 1 0 0 0,0-1 1 0 0,0 1-1 0 0,0-1 0 0 0,0 0 1 0 0,0 1-1 0 0,0-1 0 0 0,0 1 1 0 0,0-1-1 0 0,0 0 1 0 0,0 1-1 0 0,0-1 0 0 0,1 1 1 0 0,-1-1-1 0 0,0 0 0 0 0,0 1 1 0 0,0-1-1 0 0,1 0 0 0 0,-1 1 1 0 0,0-1-1 0 0,0 0 1 0 0,1 0-1 0 0,-1 1 0 0 0,0-1 1 0 0,1 0-1 0 0,-1 1 0 0 0,10 7 21 0 0,9 5 4 0 0,-13-8-11 0 0,0-1 0 0 0,0 0 0 0 0,13 5 1 0 0,-12-5-18 0 0,0-1 1 0 0,0 1-1 0 0,0 0 1 0 0,0 1-1 0 0,0 0 1 0 0,-1 0-1 0 0,0 0 1 0 0,8 9-1 0 0,3 7-18 0 0,-17-19 19 0 0,1 0 0 0 0,0-1 0 0 0,0 1 0 0 0,-1 0-1 0 0,1-1 1 0 0,-1 1 0 0 0,1 0 0 0 0,-1 2-1 0 0,0-2 3 0 0,1 1-1 0 0,-1-1 0 0 0,1 0 0 0 0,-1 0 1 0 0,1 0-1 0 0,1 3 0 0 0,0-1-13 0 0,-1 0 0 0 0,0 1 1 0 0,0-1-1 0 0,0 1 0 0 0,0 0 0 0 0,-1-1 0 0 0,0 1 0 0 0,0-1 1 0 0,0 1-1 0 0,-1 5 0 0 0,1 6-91 0 0,-1-15 94 0 0,1 0 0 0 0,0 1 1 0 0,-1-1-1 0 0,1 0 0 0 0,-1 0 1 0 0,1 1-1 0 0,-1-1 0 0 0,0 0 1 0 0,1 0-1 0 0,-1 0 0 0 0,0 0 1 0 0,0 0-1 0 0,0 0 0 0 0,0 0 1 0 0,0 0-1 0 0,0 0 0 0 0,0-1 1 0 0,0 1-1 0 0,0 0 1 0 0,0-1-1 0 0,-3 2 0 0 0,-1 1-9 0 0,-1-1 0 0 0,0 0-1 0 0,-7 3 1 0 0,-17 2 2 0 0,-2-2 0 0 0,1 0 0 0 0,-36-1 0 0 0,32-3-3815 0 0,1 0-3948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51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7 415 0 0 0,'0'0'15123'0'0,"-2"-17"-10284"0"0,2 9-3739 0 0,0 5-913 0 0,0 1 0 0 0,0-1 0 0 0,0 1 0 0 0,0-1-1 0 0,0 1 1 0 0,0-1 0 0 0,1 1 0 0 0,-1-1 0 0 0,1 1 0 0 0,0-1 0 0 0,0 1 0 0 0,0-1-1 0 0,0 1 1 0 0,2-3 0 0 0,7-9 354 0 0,1 1 0 0 0,0 0 0 0 0,20-17 1 0 0,-25 25-476 0 0,7-6 77 0 0,1 0 1 0 0,16-9 0 0 0,15-8 88 0 0,-14 5-79 0 0,-18 16-117 0 0,-3 1-12 0 0,1 0 0 0 0,12-5 0 0 0,11-9 36 0 0,3-3 16 0 0,-10 5-1 0 0,42-22 120 0 0,-20 19-115 0 0,-27 12-73 0 0,-11 5-4 0 0,0 0 1 0 0,-1 1 0 0 0,1 0-1 0 0,1 1 1 0 0,14-1 0 0 0,-2 2-81 0 0,37 3 0 0 0,-49-1 56 0 0,-1 0 0 0 0,1 1 0 0 0,15 5-1 0 0,4 1 1 0 0,-22-7 13 0 0,0 1 0 0 0,12 5 0 0 0,27 9-11 0 0,66 33-73 0 0,-63-23 44 0 0,-19-7 56 0 0,-23-15-27 0 0,1 1-1 0 0,15 11 0 0 0,-12-8 9 0 0,-8-4 0 0 0,0-1 0 0 0,0 1 0 0 0,-1 0 0 0 0,7 8 1 0 0,0 0-20 0 0,-4-3 25 0 0,-1 0 0 0 0,0 0 1 0 0,0 0-1 0 0,-1 1 0 0 0,6 14 1 0 0,-8-18 4 0 0,-1 0 0 0 0,1 0 0 0 0,1-1 0 0 0,-1 1 0 0 0,5 5 0 0 0,0 3-3 0 0,-8-12 2 0 0,1-1 1 0 0,0 1-1 0 0,-1 0 0 0 0,1-1 0 0 0,0 1 1 0 0,0-1-1 0 0,0 1 0 0 0,2 1 0 0 0,2 3 1 0 0,0 0 1 0 0,0 1-1 0 0,-1 0 0 0 0,4 8 0 0 0,-1-2-3 0 0,5 13-29 0 0,-11-23 33 0 0,0 0 0 0 0,0 0-1 0 0,0 0 1 0 0,0 0 0 0 0,-1-1 0 0 0,1 1 0 0 0,-1 5 0 0 0,0-5-7 0 0,1 0 0 0 0,-1 0 1 0 0,0 0-1 0 0,1 0 0 0 0,0 0 1 0 0,0 0-1 0 0,2 4 0 0 0,-2-4 4 0 0,0 0-1 0 0,0 0 1 0 0,0 0-1 0 0,0 0 1 0 0,0 0 0 0 0,-1 1-1 0 0,1-1 1 0 0,-1 3 0 0 0,0 30-45 0 0,0-18 34 0 0,-1-15 14 0 0,1-1 0 0 0,0 1 0 0 0,-1-1 0 0 0,1 1 0 0 0,-1-1 0 0 0,-2 5 0 0 0,2-5-3 0 0,0 0 1 0 0,1 0-1 0 0,-1 0 1 0 0,0 0 0 0 0,1 0-1 0 0,-1 4 1 0 0,1-1-2 0 0,-1 0-1 0 0,0-1 1 0 0,0 1 0 0 0,0-1-1 0 0,0 1 1 0 0,-1-1 0 0 0,1 0-1 0 0,-5 7 1 0 0,-2 9 0 0 0,6-17 4 0 0,0 1 1 0 0,0-1-1 0 0,0 1 0 0 0,-1-1 1 0 0,1 0-1 0 0,-1 0 1 0 0,-4 4-1 0 0,4-3 7 0 0,-1 0-1 0 0,1-1 1 0 0,-5 8-1 0 0,-10 9-15 0 0,16-18 8 0 0,0 1 0 0 0,-1-1 1 0 0,1 1-1 0 0,-1-1 0 0 0,1 0 0 0 0,-1 0 0 0 0,-3 2 0 0 0,3-2-1 0 0,-1 0-1 0 0,1 1 1 0 0,0-1-1 0 0,-4 5 0 0 0,2-2 8 0 0,-1 0-1 0 0,1-1 0 0 0,-1 0 0 0 0,0 0 0 0 0,0 0 0 0 0,-9 3 0 0 0,2 0 42 0 0,-15 6-14 0 0,-6 4 38 0 0,24-12-55 0 0,0 0 0 0 0,0-1 1 0 0,-1 0-1 0 0,1-1 0 0 0,-19 3 0 0 0,-10 4 50 0 0,33-8-66 0 0,-109 29 78 0 0,66-23 122 0 0,0-3-1 0 0,-76-2 0 0 0,116-4-159 0 0,0 0 1 0 0,0 0 0 0 0,0-1-1 0 0,-15-5 1 0 0,15 4 3 0 0,-1 0 1 0 0,-17-2-1 0 0,22 4-24 0 0,0 0 0 0 0,0 0-1 0 0,-10-4 1 0 0,-3 0 14 0 0,-19-7 40 0 0,26 8-50 0 0,0 1 0 0 0,-1 0 0 0 0,-14-2 0 0 0,19 3 3 0 0,0 1 1 0 0,0-1 0 0 0,0-1-1 0 0,0 1 1 0 0,-9-6 0 0 0,-6-2 7 0 0,-38-16 18 0 0,53 18 15 0 0,-11-2 3 0 0,-1 0-1 0 0,-16-14 0 0 0,28 19-20 0 0,-4-4 60 0 0,-3-5-15 0 0,-2-1-47 0 0,7 3 26 0 0,6 9-52 0 0,0 0-1 0 0,1 0 1 0 0,0 0-1 0 0,-1 0 0 0 0,1 0 1 0 0,1-1-1 0 0,-4-5 0 0 0,-15-37 142 0 0,18 39-157 0 0,-1-1 1 0 0,1 1-1 0 0,1-1 1 0 0,-2-10-1 0 0,1-3 26 0 0,1 10-65 0 0,0-1 0 0 0,1 1 0 0 0,0 0 0 0 0,0 0-1 0 0,4-19 1 0 0,-2 23-292 0 0,0-1 0 0 0,1 1 0 0 0,4-9-1 0 0,0 5-3683 0 0,2 1-4874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5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14 944 0 0,'0'0'20834'0'0,"3"0"-20331"0"0,-3 0-462 0 0,9-1 308 0 0,-9 1-310 0 0,1 0 0 0 0,-1 0-1 0 0,0 0 1 0 0,1 0 0 0 0,-1 0 0 0 0,0 0-1 0 0,0 0 1 0 0,1 0 0 0 0,-1 0 0 0 0,0 0-1 0 0,1 0 1 0 0,-1 0 0 0 0,0-1-1 0 0,0 1 1 0 0,1 0 0 0 0,-1 0 0 0 0,0 0-1 0 0,0 0 1 0 0,1-1 0 0 0,-1 1 0 0 0,0 0-1 0 0,0 0 1 0 0,0-1 0 0 0,1 1-1 0 0,-1 0 1 0 0,0 0 0 0 0,0-1 0 0 0,0 1-1 0 0,1-1 555 0 0,7-3-248 0 0,-8 4-331 0 0,-1 0 1 0 0,1 0 0 0 0,0 0-1 0 0,0 0 1 0 0,0 0 0 0 0,0 0-1 0 0,0 0 1 0 0,0 0 0 0 0,0 0-1 0 0,0 0 1 0 0,0 0 0 0 0,0 0-1 0 0,0 0 1 0 0,0 0-1 0 0,0-1 1 0 0,0 1 0 0 0,0 0-1 0 0,0 0 1 0 0,0 0 0 0 0,0 0-1 0 0,0 0 1 0 0,0 0 0 0 0,0 0-1 0 0,0 0 1 0 0,0 0 0 0 0,0 0-1 0 0,0 0 1 0 0,0 0 0 0 0,0 0-1 0 0,0 0 1 0 0,0-1-1 0 0,0 1 1 0 0,0 0 0 0 0,0 0-1 0 0,0 0 1 0 0,0 0 0 0 0,0 0-1 0 0,0 0 1 0 0,0 0 0 0 0,0 0-1 0 0,0 0 1 0 0,0 0 0 0 0,0 0-1 0 0,0 0 1 0 0,0 0 0 0 0,0 0-1 0 0,0 0 1 0 0,0 0-1 0 0,0 0 1 0 0,0-1 0 0 0,-30 1-387 0 0,9-1 497 0 0,0 2-1 0 0,-27 3 0 0 0,-98 15 488 0 0,100-14-198 0 0,-65-1-1 0 0,20-1-162 0 0,87-1-1884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4:5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1232 0 0,'0'0'22521'0'0,"-4"12"-20032"0"0,-2-12-2515 0 0,0 1 0 0 0,-1 1 0 0 0,1-1 0 0 0,0 1 0 0 0,0 0 0 0 0,-7 4 0 0 0,-12 3 70 0 0,17-6-38 0 0,-1 0-1 0 0,1 1 1 0 0,0 1-1 0 0,-11 7 1 0 0,11-7-8 0 0,0 0-1 0 0,0 0 1 0 0,-16 5 0 0 0,-10 9 14 0 0,34-19-3 0 0,-1 0 0 0 0,1 1 0 0 0,-1-1 0 0 0,1 0 0 0 0,-1 0 0 0 0,1 0 0 0 0,-1 1 1 0 0,1-1-1 0 0,0 0 0 0 0,-1 1 0 0 0,1-1 0 0 0,-1 0 0 0 0,1 1 0 0 0,0-1 0 0 0,-1 0 0 0 0,1 1 0 0 0,0-1 0 0 0,-1 1 0 0 0,1-1 0 0 0,0 1 1 0 0,0-1-1 0 0,0 1 0 0 0,-1-1 0 0 0,1 1 0 0 0,0-1 0 0 0,0 1 0 0 0,0-1 0 0 0,0 1 0 0 0,0-1 0 0 0,0 1 0 0 0,0-1-10 0 0,0 0-1 0 0,1 0 1 0 0,-1 0-1 0 0,0 0 0 0 0,1 0 1 0 0,-1 0-1 0 0,0 1 1 0 0,1-1-1 0 0,-1 0 1 0 0,0 0-1 0 0,0 0 1 0 0,1 0-1 0 0,-1 0 0 0 0,0 0 1 0 0,0 0-1 0 0,1 1 1 0 0,-1-1-1 0 0,0 0 1 0 0,0 0-1 0 0,1 0 0 0 0,-1 1 1 0 0,0-1-1 0 0,24 13 157 0 0,-9-5-78 0 0,0 0 0 0 0,19 6 0 0 0,62 22 4 0 0,-55-20-84 0 0,-15-7-74 0 0,-18-7-218 0 0,0 1 0 0 0,0 0-1 0 0,-1 0 1 0 0,1 0 0 0 0,12 9 0 0 0,-16-9-424 0 0,1 1-469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00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89 0 0 0,'0'0'2735'0'0,"-2"-3"-1059"0"0,-10-12 9747 0 0,11 6-3704 0 0,0 7-7459 0 0,1 0 0 0 0,-1-1-1 0 0,1 1 1 0 0,0 0 0 0 0,0 0 0 0 0,0 0 0 0 0,0-1-1 0 0,0 1 1 0 0,1-3 0 0 0,10-5 677 0 0,-3 4-634 0 0,-6 4-277 0 0,0 1-1 0 0,1 0 1 0 0,-1 0-1 0 0,1 0 1 0 0,-1 0-1 0 0,1 0 1 0 0,0 0-1 0 0,4 0 1 0 0,3-2-14 0 0,-3 1-19 0 0,1 1 1 0 0,0 0-1 0 0,0 0 1 0 0,10 0-1 0 0,0 1-20 0 0,-5-1-3 0 0,0 0 0 0 0,0 2 0 0 0,18 1 0 0 0,-29-1 24 0 0,0 0 0 0 0,0-1 1 0 0,-1 1-1 0 0,1 0 1 0 0,-1 0-1 0 0,1 0 1 0 0,0 0-1 0 0,1 2 1 0 0,9 5-33 0 0,-10-8 28 0 0,-1 1 0 0 0,0 0 1 0 0,1 0-1 0 0,-1 0 0 0 0,0 0 0 0 0,0 0 1 0 0,2 3-1 0 0,11 12-2 0 0,-7-4-4 0 0,-5-9 12 0 0,-1-1-1 0 0,1 1 1 0 0,-1-1-1 0 0,1 1 1 0 0,0 4-1 0 0,1 2-21 0 0,-3-8 16 0 0,1 1 0 0 0,-1-1 0 0 0,1 1-1 0 0,-1 0 1 0 0,0-1 0 0 0,1 1 0 0 0,-1 2-1 0 0,0 3-47 0 0,0-6 50 0 0,1 1 1 0 0,-1-1-1 0 0,0 1 0 0 0,0-1 1 0 0,0 1-1 0 0,0-1 1 0 0,0 1-1 0 0,-1-1 1 0 0,1 0-1 0 0,0 1 0 0 0,-1-1 1 0 0,1 1-1 0 0,-1-1 1 0 0,1 0-1 0 0,-2 2 0 0 0,-10 14-37 0 0,-9 2 12 0 0,11-9 8 0 0,-17 18 1 0 0,3-1 13 0 0,18-20 5 0 0,-5 3 6 0 0,-16 14-1 0 0,9-7 1 0 0,10-8-13 0 0,8-7 673 0 0,8-2 169 0 0,200 0-411 0 0,-187-1-394 0 0,37-6 1 0 0,-44 3-243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0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37 277 0 0 0,'0'0'19962'0'0,"5"-14"-16232"0"0,0 10-3378 0 0,-5 4-286 0 0,1-1 1 0 0,0 0-1 0 0,0 1 0 0 0,0-1 1 0 0,-1 0-1 0 0,1 1 1 0 0,0-1-1 0 0,-1 0 0 0 0,1 0 1 0 0,-1 0-1 0 0,1 0 1 0 0,-1 1-1 0 0,1-3 0 0 0,5-5 339 0 0,0-1-103 0 0,2-2 61 0 0,-1 1-96 0 0,0 0-18 0 0,-6 9-221 0 0,0 0 0 0 0,0-1 1 0 0,0 1-1 0 0,0 0 0 0 0,0 0 1 0 0,0 0-1 0 0,-1 0 0 0 0,2-3 1 0 0,-1 2 11 0 0,0 0 0 0 0,0 0 0 0 0,0 0 0 0 0,0 0 0 0 0,1 0 0 0 0,1-2 0 0 0,6-10 172 0 0,-7 11-165 0 0,0-1 0 0 0,0 1 1 0 0,0 0-1 0 0,1 0 0 0 0,0 0 0 0 0,-1 0 0 0 0,5-3 1 0 0,12-15 190 0 0,-13 14-147 0 0,0 0 0 0 0,1 0 0 0 0,11-9 0 0 0,-14 13-85 0 0,1-1-1 0 0,0 1 0 0 0,0 0 1 0 0,8-3-1 0 0,8-4 52 0 0,-9 4-60 0 0,0 0 1 0 0,1 1-1 0 0,0 1 0 0 0,0 0 1 0 0,0 0-1 0 0,0 2 0 0 0,1 0 1 0 0,23-1-1 0 0,183-1 42 0 0,-155 4-41 0 0,-60 0-7 0 0,0 1 0 0 0,0 0 0 0 0,0 0 0 0 0,-1 0 0 0 0,1 1 0 0 0,7 3 0 0 0,27 15-21 0 0,9 12-19 0 0,-32-19 42 0 0,21 18 1 0 0,-6-4 0 0 0,-16-14 2 0 0,16 20 0 0 0,-19-20 0 0 0,0 0-1 0 0,17 13 1 0 0,-22-21 2 0 0,0 0-1 0 0,-1 1 1 0 0,0 0 0 0 0,0 0 0 0 0,-1 0 0 0 0,0 1 0 0 0,6 8-1 0 0,-3 2-11 0 0,-4-12 5 0 0,-1 1 1 0 0,0 0 0 0 0,0 0-1 0 0,-1 0 1 0 0,1 0-1 0 0,-1 1 1 0 0,-1-1 0 0 0,1 1-1 0 0,0 11 1 0 0,5 68-50 0 0,-7-75 48 0 0,1-8 5 0 0,-1 0 0 0 0,0 1-1 0 0,0-1 1 0 0,0 0-1 0 0,-1 0 1 0 0,1 1-1 0 0,-1-1 1 0 0,-2 6 0 0 0,2-7 3 0 0,1 1 1 0 0,-1-1 0 0 0,0 1 0 0 0,1 0 0 0 0,-1 0 0 0 0,1-1 0 0 0,0 5-1 0 0,-3 10-23 0 0,1-7 12 0 0,-1 0 1 0 0,-1 0-1 0 0,0-1 1 0 0,-6 13-1 0 0,-12 18-55 0 0,15-29 53 0 0,-2 2-15 0 0,0 1 10 0 0,2-5 11 0 0,3-2 0 0 0,-1-1 0 0 0,-8 9 0 0 0,4-4-24 0 0,5-7 33 0 0,-1 1 0 0 0,1-1 0 0 0,-8 5 0 0 0,-9 8-32 0 0,16-13 22 0 0,-1 1 1 0 0,0-1 0 0 0,-1 0 0 0 0,-10 5 0 0 0,-5 3 5 0 0,-32 17-2 0 0,45-25 8 0 0,-4 3 21 0 0,-1-1-1 0 0,0-1 0 0 0,0 0 1 0 0,-1-1-1 0 0,1-1 0 0 0,-1 0 1 0 0,-20 1-1 0 0,-31 0 204 0 0,-69-5 0 0 0,117-1-144 0 0,1-1 0 0 0,-34-10 0 0 0,-1 0 71 0 0,38 9-66 0 0,0-1-1 0 0,0 0 1 0 0,0-1 0 0 0,-23-15 0 0 0,30 18-38 0 0,-45-30 107 0 0,25 15-139 0 0,6 4 47 0 0,0-1 0 0 0,-26-25 0 0 0,44 37-35 0 0,0 1-1 0 0,0-1 1 0 0,1 0-1 0 0,-1-1 1 0 0,1 1 0 0 0,-1 0-1 0 0,1-1 1 0 0,0 1-1 0 0,0-1 1 0 0,-2-7 0 0 0,0-4 75 0 0,1 6-46 0 0,1 0 0 0 0,-1-10 0 0 0,-1-9-33 0 0,2-1 0 0 0,2-42 0 0 0,1 48-106 0 0,-1 14-45 0 0,0 1 1 0 0,2-10-1 0 0,-2 15-195 0 0,1 1-1 0 0,-1 0 0 0 0,1-1 1 0 0,0 1-1 0 0,0 0 1 0 0,0 0-1 0 0,0-1 1 0 0,0 1-1 0 0,0 0 0 0 0,1 0 1 0 0,-1 0-1 0 0,3-1 1 0 0,-2-1-1178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03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1 0 0 0,'0'0'17814'0'0,"-11"3"-12890"0"0,10-3-4768 0 0,-6 1-90 0 0,1 0 0 0 0,-1 0 0 0 0,-8 3 0 0 0,-11 2 124 0 0,-56 1 595 0 0,35-4-309 0 0,-80-2 618 0 0,66-2-602 0 0,-77 1 216 0 0,131 1-912 0 0,0-1-1 0 0,-15 5 0 0 0,4-2-2277 0 0,1-1-5088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0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12 1736 0 0,'0'0'22078'0'0,"-1"-2"-21758"0"0,-5-8 369 0 0,4 19-1100 0 0,-1-5 421 0 0,-1-1 0 0 0,0 0 0 0 0,0 0 0 0 0,0 0 0 0 0,0 0 0 0 0,0-1 0 0 0,-1 0 0 0 0,1 1 0 0 0,-1-2 1 0 0,-8 4-1 0 0,-21 7 53 0 0,5 0-28 0 0,21-10-23 0 0,0 1-1 0 0,0 0 0 0 0,-13 7 1 0 0,7-2-17 0 0,12-7 4 0 0,0 0 1 0 0,0 0-1 0 0,0 0 0 0 0,0 1 1 0 0,0-1-1 0 0,-2 3 0 0 0,-3 0-1 0 0,6-3 2 0 0,0-1-1 0 0,1 1 1 0 0,-1-1-1 0 0,0 1 1 0 0,1-1-1 0 0,-1 1 1 0 0,1-1-1 0 0,-1 1 1 0 0,1 0-1 0 0,-1-1 1 0 0,1 1-1 0 0,-1 0 1 0 0,1-1-1 0 0,-1 2 1 0 0,-6 6 1 0 0,6-7-1 0 0,0-1 0 0 0,0 1 0 0 0,1 0 1 0 0,-1-1-1 0 0,0 1 0 0 0,1 0 0 0 0,-1 0 0 0 0,0-1 0 0 0,1 1 0 0 0,-1 0 0 0 0,0 1 1 0 0,-1 1 31 0 0,2-3-31 0 0,-1 0 0 0 0,1 0 0 0 0,0 0 0 0 0,0 1 0 0 0,0-1 0 0 0,0 0 0 0 0,0 0 0 0 0,0 0 0 0 0,-1 0 0 0 0,1 0 1 0 0,0 0-1 0 0,0 0 0 0 0,0 0 0 0 0,0 1 0 0 0,0-1 0 0 0,0 0 0 0 0,0 0 0 0 0,0 0 0 0 0,0 0 0 0 0,0 0 0 0 0,0 0 0 0 0,-1 1 1 0 0,1-1-1 0 0,0 0 0 0 0,0 0 0 0 0,0 0 0 0 0,0 0 0 0 0,0 1 0 0 0,0-1 0 0 0,0 0 0 0 0,0 0 0 0 0,0 1-17 0 0,10 5 182 0 0,-9-6-142 0 0,1 1 1 0 0,0 0-1 0 0,-1 0 1 0 0,1 0-1 0 0,0 1 1 0 0,2 1 0 0 0,10 8 91 0 0,56 19 135 0 0,-17-8-213 0 0,-1-2 5 0 0,11 6-366 0 0,-54-22 22 0 0,-5-2-335 0 0,1 0 0 0 0,-1 0 0 0 0,0 1 0 0 0,0-1 0 0 0,0 1 0 0 0,5 5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11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27 0 0 0,'0'0'9687'0'0,"0"-2"-8666"0"0,-11-23 16266 0 0,10 25-17274 0 0,1 0-1 0 0,0 0 1 0 0,0 0 0 0 0,-1 0 0 0 0,1 1 0 0 0,0-1-1 0 0,0 0 1 0 0,0 0 0 0 0,0 0 0 0 0,-1 0-1 0 0,1 0 1 0 0,0 1 0 0 0,0-1 0 0 0,0 0 0 0 0,0 0-1 0 0,-1 0 1 0 0,1 0 0 0 0,0 1 0 0 0,0-1 0 0 0,0 0-1 0 0,0 0 1 0 0,0 1 0 0 0,0-1 0 0 0,0 0 0 0 0,0 1-1 0 0,-1 33-117 0 0,0-18 143 0 0,1-1-1 0 0,0 0 1 0 0,1 1-1 0 0,1-1 1 0 0,6 26-1 0 0,17 47 170 0 0,-16-65-156 0 0,-7-19-37 0 0,0 0 1 0 0,-1 0-1 0 0,1 1 1 0 0,-1-1-1 0 0,0 0 1 0 0,1 9-1 0 0,-2-11-6 0 0,0-1 0 0 0,1 0 0 0 0,-1 1 0 0 0,1-1-1 0 0,-1 0 1 0 0,1 0 0 0 0,0 1 0 0 0,-1-1 0 0 0,1 0 0 0 0,1 2-1 0 0,3 4 6 0 0,-5-7 22 0 0,0 1-39 0 0,0 1-19 0 0,0-2-43 0 0,0 0 1 0 0,1 0-1 0 0,-1 0 1 0 0,0 0 0 0 0,0 0-1 0 0,0 0 1 0 0,0 0-1 0 0,0 0 1 0 0,1 0-1 0 0,-1 0 1 0 0,0 0-1 0 0,0 0 1 0 0,0 0-1 0 0,0 0 1 0 0,0 0-1 0 0,1-1 1 0 0,-1 1-1 0 0,0 0 1 0 0,0 0 0 0 0,0 0-1 0 0,0 0 1 0 0,0 0-1 0 0,0 0 1 0 0,0 0-1 0 0,0-1 1 0 0,0 1-1 0 0,1 0 1 0 0,-1 0-1 0 0,0 0 1 0 0,0 0-1 0 0,0 0 1 0 0,0-1-1 0 0,0 1 1 0 0,0 0 0 0 0,0 0-1 0 0,0 0 1 0 0,0 0-1 0 0,0-1 1 0 0,0 1-1 0 0,0 0 1 0 0,0 0-1 0 0,0 0 1 0 0,0 0-1 0 0,0-1 1 0 0,0-6-3921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1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36 0 0 0,'0'0'19479'0'0,"2"-5"-18723"0"0,2 0-419 0 0,10-20 2049 0 0,1 25-553 0 0,-13 0-1821 0 0,0 0-17 0 0,0-1 0 0 0,0 1 0 0 0,1 0 0 0 0,-1 0 0 0 0,0 1 0 0 0,0-1 0 0 0,0 0 0 0 0,0 1 0 0 0,0-1 0 0 0,0 1 0 0 0,0 0 0 0 0,0-1 0 0 0,0 1 0 0 0,0 0 0 0 0,0 0 0 0 0,0 1 0 0 0,2 1 0 0 0,4 4-5 0 0,4 2-13 0 0,-2 1-1 0 0,14 15 1 0 0,-7-4-6 0 0,-9-11-11 0 0,12 15 0 0 0,-18-21 34 0 0,0 0 0 0 0,0-1 0 0 0,0 1 0 0 0,-1 0 0 0 0,1 0 0 0 0,-1 0 0 0 0,0 1 0 0 0,1 5 1 0 0,-1-9 2 0 0,-1 1 1 0 0,0-1-1 0 0,1 0 1 0 0,-1 0 0 0 0,0 0-1 0 0,1 0 1 0 0,0 0-1 0 0,-1 0 1 0 0,2 2-1 0 0,3 7-4 0 0,-3 4-58 0 0,-1 0 0 0 0,1 24 0 0 0,-2-37 60 0 0,0 0 0 0 0,0 0 0 0 0,0-1-1 0 0,0 1 1 0 0,-1 0 0 0 0,1-1 0 0 0,0 1 0 0 0,0 0 0 0 0,0-1 0 0 0,-1 1 0 0 0,1 0 0 0 0,0-1 0 0 0,-1 1-1 0 0,1-1 1 0 0,-1 1 0 0 0,1 0 0 0 0,-1-1 0 0 0,1 1 0 0 0,-1-1 0 0 0,1 1 0 0 0,-1-1 0 0 0,1 0 0 0 0,-2 1-1 0 0,-5 7-53 0 0,5-6 57 0 0,0-1 0 0 0,-1 1-1 0 0,1 0 1 0 0,-1-1-1 0 0,1 0 1 0 0,-1 0 0 0 0,1 0-1 0 0,-1 0 1 0 0,-4 1-1 0 0,-2 1 85 0 0,-1-1 0 0 0,1 0 0 0 0,-1-1 0 0 0,1 0-1 0 0,-1-1 1 0 0,1 0 0 0 0,-1 0 0 0 0,0-1 0 0 0,1 0-1 0 0,-1-1 1 0 0,-9-3 0 0 0,12 2-1 0 0,0 0 0 0 0,1-1 0 0 0,-1 0 0 0 0,1 0 0 0 0,0-1 0 0 0,0 1 0 0 0,1-1 0 0 0,-1-1 0 0 0,1 1 0 0 0,0-1 0 0 0,1 0 0 0 0,-1 0 0 0 0,1 0 1 0 0,0 0-1 0 0,1-1 0 0 0,-4-7 0 0 0,5 6-33 0 0,1 1 1 0 0,-1-1-1 0 0,1 1 0 0 0,0-1 1 0 0,1 1-1 0 0,-1-1 1 0 0,2 0-1 0 0,1-11 1 0 0,-2 17-50 0 0,1-1 1 0 0,-1 1 0 0 0,1 0 0 0 0,0 0-1 0 0,0 1 1 0 0,0-1 0 0 0,0 0-1 0 0,0 0 1 0 0,0 0 0 0 0,1 1 0 0 0,-1-1-1 0 0,1 0 1 0 0,-1 1 0 0 0,3-2-1 0 0,0-1-120 0 0,0 1 0 0 0,1 0 0 0 0,-1 0 0 0 0,9-3 0 0 0,-8 4-599 0 0,0 2-1 0 0,0-1 1 0 0,0 0-1 0 0,0 1 1 0 0,0 0-1 0 0,8 1 1 0 0,1 1-7785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1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25 305 0 0 0,'0'0'16880'0'0,"-2"-4"-16094"0"0,-1-1-528 0 0,-6-12 715 0 0,8 10-123 0 0,0 0 0 0 0,0 0-1 0 0,0 0 1 0 0,1 0-1 0 0,0-10 1 0 0,0 2-160 0 0,1 10-464 0 0,1 1 0 0 0,-1-1 0 0 0,4-7-1 0 0,-5 10-169 0 0,4-5 232 0 0,-1 0 0 0 0,8-10 0 0 0,-7 12-187 0 0,0 1 0 0 0,0-1-1 0 0,1 1 1 0 0,-1 0 0 0 0,1 0-1 0 0,0 0 1 0 0,8-4 0 0 0,0 0-15 0 0,2-2-26 0 0,27-16 46 0 0,-19 15-88 0 0,1 1-1 0 0,39-12 1 0 0,-37 16-33 0 0,-1 0-1 0 0,39-3 1 0 0,-44 8-4 0 0,35-3-22 0 0,81 3-61 0 0,-123 2 83 0 0,0 1 0 0 0,-1 0 1 0 0,1 1-1 0 0,-1 1 0 0 0,18 7 0 0 0,-6-3 29 0 0,0 1-24 0 0,0 2 0 0 0,-1 0-1 0 0,27 18 1 0 0,-27-17 36 0 0,-15-8-24 0 0,0 0 0 0 0,0 1 1 0 0,13 10-1 0 0,11 11-1 0 0,-21-17 0 0 0,0 0 0 0 0,13 13 0 0 0,-6-4-9 0 0,-13-13 0 0 0,1 1 1 0 0,-1 0 0 0 0,9 12-1 0 0,1 5-2 0 0,9 18 14 0 0,-19-32-14 0 0,0 1-1 0 0,-1-1 1 0 0,-1 1 0 0 0,0 0 0 0 0,4 17-1 0 0,-1-6 0 0 0,-5-18 14 0 0,0 1 1 0 0,0-1-1 0 0,0 1 1 0 0,0-1 0 0 0,0 1-1 0 0,0 3 1 0 0,-1 1-3 0 0,1-1-1 0 0,3 14 1 0 0,-3-13-10 0 0,1 0-1 0 0,0 14 0 0 0,-2-6 9 0 0,1-7-3 0 0,-1 0 0 0 0,0-1 0 0 0,-1 1 0 0 0,0 0 0 0 0,0-1 0 0 0,-4 13 0 0 0,0-6 12 0 0,5-12-7 0 0,-1 0 0 0 0,1-1-1 0 0,-1 1 1 0 0,0 0 0 0 0,0-1 0 0 0,-1 1 0 0 0,1-1 0 0 0,-2 4 0 0 0,-4 6-6 0 0,-2 2 8 0 0,-7 3-37 0 0,-7 7 58 0 0,-4 2-56 0 0,19-18 35 0 0,0 0-1 0 0,0 0 0 0 0,-11 6 0 0 0,-2 2 24 0 0,16-12-22 0 0,-1 1-1 0 0,0-1 0 0 0,-1 0 0 0 0,-10 5 1 0 0,-12 4 36 0 0,21-9-10 0 0,-1 0 0 0 0,1 0 1 0 0,-17 4-1 0 0,-62 6 146 0 0,52-9-113 0 0,12-1-23 0 0,10-1 8 0 0,0-1 0 0 0,-15 0 0 0 0,-3-2 89 0 0,13 1-45 0 0,0-1 0 0 0,0-1 0 0 0,0 0-1 0 0,0-2 1 0 0,-17-4 0 0 0,-78-33 255 0 0,36 3-117 0 0,46 21-144 0 0,22 11-2 0 0,0 0 1 0 0,-9-9-1 0 0,-4-2 78 0 0,18 13-120 0 0,0 0 0 0 0,0-1 0 0 0,-6-7 0 0 0,6 7-7 0 0,0 0-1 0 0,0 0 1 0 0,-6-5-1 0 0,4 4-13 0 0,0 0 1 0 0,0-1-1 0 0,-6-7 0 0 0,-1-1 41 0 0,-2-9-14 0 0,7 14-34 0 0,1 1 0 0 0,0-1 0 0 0,0-1 0 0 0,1 1 0 0 0,0-1-1 0 0,-6-16 1 0 0,4 5 26 0 0,5 12-10 0 0,0 1 0 0 0,0-1 0 0 0,-1-10 0 0 0,1 2 10 0 0,1-1 0 0 0,1 1 0 0 0,1-30 0 0 0,0 42-45 0 0,1 1 0 0 0,1-1 0 0 0,2-7 0 0 0,2-11-177 0 0,-1 4-459 0 0,-4 16 59 0 0,1 0 1 0 0,-2 0-1 0 0,1 0 0 0 0,0-1 0 0 0,-1 1 0 0 0,1-4 1 0 0,-1 0-2606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1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2 0 0 0,'0'0'16905'0'0,"14"0"-13328"0"0,26 0-1282 0 0,-9-2-1238 0 0,-31 2-1090 0 0,-5 4-1378 0 0,-11-1 1264 0 0,4 0 442 0 0,0-1 0 0 0,-23 2 0 0 0,-44-1 579 0 0,59-3-736 0 0,-106 2 571 0 0,19 10-382 0 0,75-8-264 0 0,-49 6 161 0 0,34-7-368 0 0,-67-5 1 0 0,44-4-9727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1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18 1856 0 0,'0'0'23227'0'0,"3"-3"-22931"0"0,10-8-52 0 0,-6 8 340 0 0,-8 6-1194 0 0,-6 6-83 0 0,-9 1 685 0 0,1 0-1 0 0,-2-1 1 0 0,-16 7 0 0 0,-59 25 85 0 0,90-40-76 0 0,0 0-1 0 0,0 0 1 0 0,0 0 0 0 0,0 0-1 0 0,0 1 1 0 0,1-1 0 0 0,-1 0-1 0 0,0 1 1 0 0,-1 1 0 0 0,-1 1-1 0 0,-7 7-14 0 0,10-10 16 0 0,1-1 4 0 0,0 0 0 0 0,0 1 0 0 0,0-1 1 0 0,0 0-1 0 0,0 0 0 0 0,0 1 0 0 0,0-1 1 0 0,0 0-1 0 0,0 0 0 0 0,0 0 0 0 0,0 1 1 0 0,0-1-1 0 0,0 0 0 0 0,0 0 0 0 0,0 0 1 0 0,0 1-1 0 0,0-1 0 0 0,1 0 0 0 0,-1 0 1 0 0,0 0-1 0 0,0 0 0 0 0,0 1 0 0 0,0-1 1 0 0,0 0-1 0 0,1 0 0 0 0,-1 0 0 0 0,0 0 0 0 0,0 0 1 0 0,0 0-1 0 0,0 1 0 0 0,1-1 0 0 0,-1 0 1 0 0,0 0-1 0 0,0 0 0 0 0,0 0 0 0 0,1 0 1 0 0,-1 0-1 0 0,0 0 0 0 0,0 0 0 0 0,0 0 1 0 0,1 0-1 0 0,-1 0 0 0 0,0 0 0 0 0,0 0 1 0 0,0 0-1 0 0,1 0 0 0 0,-1 0 0 0 0,1 0-1 0 0,-1 0 1 0 0,0 0 0 0 0,1 0 0 0 0,-1 0-1 0 0,1 0 1 0 0,-1 0 0 0 0,0 0-1 0 0,1 0 1 0 0,-1 0 0 0 0,0 1-1 0 0,1-1 1 0 0,-1 0 0 0 0,0 0 0 0 0,1 0-1 0 0,-1 1 1 0 0,0-1 0 0 0,1 0-1 0 0,-1 0 1 0 0,0 1 0 0 0,1-1-1 0 0,2 3 14 0 0,0-1-1 0 0,1 0 0 0 0,-1 0 0 0 0,1 0 0 0 0,-1 0 0 0 0,1 0 0 0 0,5 1 1 0 0,-6-2-10 0 0,25 10 29 0 0,-6-3 21 0 0,30 16-1 0 0,-44-21-10 0 0,0 1-1 0 0,14 3 1 0 0,13 6 52 0 0,-21-7-91 0 0,0 0 1 0 0,26 5 0 0 0,-16 1-364 0 0,-23-11 231 0 0,1 0 0 0 0,0 0 0 0 0,0 0-1 0 0,-1 0 1 0 0,1 0 0 0 0,-1 0 0 0 0,1 1-1 0 0,-1-1 1 0 0,1 0 0 0 0,0 3 0 0 0,4 2-3357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1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56 0 0 0,'-16'-14'23788'0'0,"14"-15"-22767"0"0,0 20-702 0 0,1 5-13 0 0,1 6 128 0 0,0-2-502 0 0,0 13-280 0 0,0-7 348 0 0,1 0 0 0 0,0 0 0 0 0,1 0 0 0 0,-1 0 0 0 0,3 6 0 0 0,4 16 27 0 0,10 33 27 0 0,-12-40-45 0 0,7 29 0 0 0,-9-28-30 0 0,-1-6 17 0 0,-1 0 0 0 0,1 23-1 0 0,-3-39-27 0 0,0 1 1 0 0,0-1-1 0 0,0 0 0 0 0,0 0 0 0 0,0 0 0 0 0,0 0 0 0 0,0 1 0 0 0,0-1 0 0 0,0 0 0 0 0,0 0 0 0 0,0 0 0 0 0,0 0 0 0 0,0 1 0 0 0,0-1 0 0 0,0 0 0 0 0,0 0 0 0 0,0 0 0 0 0,0 0 0 0 0,0 1 0 0 0,0-1 0 0 0,-1 0 0 0 0,1 0 0 0 0,0 0 0 0 0,0 0 0 0 0,0 0 0 0 0,0 1 0 0 0,0-1 0 0 0,-1 0 1 0 0,1 0-1 0 0,0 0 0 0 0,0 0 0 0 0,0 0 0 0 0,0 0 0 0 0,0 0 0 0 0,-1 0 0 0 0,1 0 0 0 0,0 0 0 0 0,0 0 0 0 0,0 0 0 0 0,-1 0 0 0 0,1 0 0 0 0,-10-4-1035 0 0,-12-15-4943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1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8 872 0 0,'0'0'21161'0'0,"11"-7"-18155"0"0,-17 7-2448 0 0,-4 0-735 0 0,0 0 0 0 0,-14 2-1 0 0,-20 9 298 0 0,26-7-18 0 0,0 1 0 0 0,0-2 0 0 0,-29 2 0 0 0,-66 0-195 0 0,94-4-420 0 0,-14-1-934 0 0,14-3-3980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1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56 336 0 0 0,'0'0'20288'0'0,"-7"-8"-19718"0"0,-22-24-53 0 0,27 31-434 0 0,1 0 1 0 0,0 0-1 0 0,0 0 0 0 0,0-1 0 0 0,1 1 1 0 0,-1 0-1 0 0,0 0 0 0 0,0-1 0 0 0,1 1 0 0 0,-1 0 1 0 0,1-1-1 0 0,-1 1 0 0 0,1-1 0 0 0,-1 1 1 0 0,1-3-1 0 0,-3-5 706 0 0,2 6-537 0 0,0 0 0 0 0,0-1 0 0 0,0 1 1 0 0,1 0-1 0 0,0-1 0 0 0,-1 1 0 0 0,1 0 0 0 0,0-1 1 0 0,1-5-1 0 0,0-4 293 0 0,-1 9-445 0 0,1 0-1 0 0,0 0 1 0 0,0 0-1 0 0,0 0 1 0 0,0 0 0 0 0,1 0-1 0 0,0 1 1 0 0,-1-1-1 0 0,5-5 1 0 0,4-10 251 0 0,-7 13-280 0 0,0 1-1 0 0,1 0 1 0 0,-1 0-1 0 0,9-9 1 0 0,-1 2 40 0 0,-4 3-92 0 0,0 1-1 0 0,1 1 1 0 0,0-1-1 0 0,0 1 1 0 0,1 1-1 0 0,0 0 1 0 0,0 0-1 0 0,1 1 1 0 0,15-7 0 0 0,-12 7-47 0 0,1 0 1 0 0,-1 1-1 0 0,1 1 1 0 0,0 0-1 0 0,0 1 1 0 0,28 0-1 0 0,20 0-98 0 0,-30 1 71 0 0,57 4 0 0 0,35 22-20 0 0,-120-23 74 0 0,8 1 4 0 0,-1 1 0 0 0,19 11 0 0 0,-23-12-12 0 0,-1 1-2 0 0,0 0-1 0 0,0 0 0 0 0,9 8 1 0 0,11 8 0 0 0,-15-13 8 0 0,0 2 1 0 0,-1-1-1 0 0,16 17 0 0 0,-21-20 5 0 0,8 9-11 0 0,0 0 1 0 0,0 0 0 0 0,18 30-1 0 0,-27-36-7 0 0,0 0 0 0 0,0 0 0 0 0,-1 0-1 0 0,0 0 1 0 0,-1 0 0 0 0,0 1 0 0 0,0-1-1 0 0,-1 1 1 0 0,0 0 0 0 0,0-1 0 0 0,-2 13 0 0 0,2-15 11 0 0,-1 0 1 0 0,-1 0 0 0 0,1 1-1 0 0,-1-1 1 0 0,0 0 0 0 0,-1 0 0 0 0,1 0-1 0 0,-6 11 1 0 0,-3 17-24 0 0,-9 4 39 0 0,13-23-39 0 0,5-12 31 0 0,-1 0 1 0 0,1 0-1 0 0,0 0 1 0 0,-1-1-1 0 0,-2 5 1 0 0,-1-1-5 0 0,0-1 0 0 0,0 1 0 0 0,0-1 0 0 0,-1 0 0 0 0,0 0 0 0 0,0-1 0 0 0,0 0 1 0 0,0 0-1 0 0,-1 0 0 0 0,1-1 0 0 0,-1 0 0 0 0,-11 3 0 0 0,-17 6 40 0 0,4-4 5 0 0,0-1 0 0 0,-1-2 0 0 0,1-2 0 0 0,-59 0 0 0 0,60-3 25 0 0,-59-1 38 0 0,71-1-21 0 0,0 0-1 0 0,-34-9 0 0 0,49 11-62 0 0,-3-2 27 0 0,0 0 1 0 0,0 0-1 0 0,0 0 0 0 0,1 0 0 0 0,-10-6 0 0 0,-14-5 55 0 0,-5-4-48 0 0,26 13-24 0 0,0 0-1 0 0,0-1 1 0 0,-11-7 0 0 0,14 7-4 0 0,-1-1 0 0 0,0 0-1 0 0,-4-7 1 0 0,5 7-20 0 0,0-2-1464 0 0,0 1 0 0 0,1-1 0 0 0,-7-15 0 0 0,7 14-2789 0 0,-10-16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17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843 18 0 0 0,'0'0'12523'0'0,"-2"0"-12051"0"0,1 0-128 0 0,-5 3 4696 0 0,0-1-232 0 0,-5 0-4569 0 0,-8-3 102 0 0,-23-4 0 0 0,5 0 78 0 0,12 1-156 0 0,19 2-209 0 0,-1 1 1 0 0,-11-1-1 0 0,-53-1 100 0 0,37 3-136 0 0,7-1 37 0 0,-46 5 0 0 0,-17 7 3 0 0,61-6-68 0 0,19-2 24 0 0,1-2 0 0 0,0 1 0 0 0,-11-1 0 0 0,-12 3 32 0 0,19-1-38 0 0,-3-2 69 0 0,-30 0 0 0 0,25-1 29 0 0,-25 3 31 0 0,38-3-133 0 0,5 0 1 0 0,1 0 0 0 0,-1 0 0 0 0,1 0 0 0 0,0 0 0 0 0,-1 0 0 0 0,1 1 0 0 0,0-1 0 0 0,-1 1 0 0 0,-2 0 0 0 0,1 0 5 0 0,1 0 0 0 0,-1-1 0 0 0,1 1 0 0 0,-1-1 0 0 0,0 0 0 0 0,-5 0 0 0 0,2 0 18 0 0,-29 1 609 0 0,35-1-596 0 0,-6 6-4387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1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 0 0 0,'0'0'14006'0'0,"2"-5"-10595"0"0,-4 2-1736 0 0,2 2-1587 0 0,0 1 0 0 0,0 0 0 0 0,0 0 0 0 0,0 0 0 0 0,0 0-1 0 0,0-1 1 0 0,0 1 0 0 0,0 0 0 0 0,-1 0 0 0 0,1 0 0 0 0,0 0-1 0 0,0-1 1 0 0,0 1 0 0 0,0 0 0 0 0,0 0 0 0 0,0 0 0 0 0,-1 0-1 0 0,1 0 1 0 0,-3-1 3180 0 0,3 3-3355 0 0,0 1 47 0 0,1-1-1 0 0,-1 0 1 0 0,0 0-1 0 0,0 0 1 0 0,0 1 0 0 0,0-1-1 0 0,-1 2 1 0 0,1 6 99 0 0,1 32 398 0 0,0-37-382 0 0,0-1-1 0 0,0 1 0 0 0,0-1 1 0 0,0 1-1 0 0,0-1 1 0 0,5 8-1 0 0,-4-7-10 0 0,0 0 1 0 0,-1-1 0 0 0,1 1-1 0 0,-1 0 1 0 0,1 5-1 0 0,3 11 62 0 0,0 3 41 0 0,-5-19-136 0 0,0-1 0 0 0,1 0 1 0 0,0 0-1 0 0,0 0 1 0 0,3 7-1 0 0,-2-6 27 0 0,0 0-1 0 0,-1 0 1 0 0,2 10 0 0 0,2 26 93 0 0,-2 81 0 0 0,-4-82 6 0 0,-6 57 25 0 0,7-89-159 0 0,-1 0-1 0 0,0 0 1 0 0,-3 9-1 0 0,2-9-6 0 0,1 0 0 0 0,0 1 0 0 0,-1 9 0 0 0,2-5-2 0 0,-2 0 1 0 0,-4 21-1 0 0,4-21 0 0 0,-1-1 0 0 0,0 22 0 0 0,2 298 357 0 0,6-269-285 0 0,-2-49-66 0 0,5 10 34 0 0,-4 11-73 0 0,-2-26 21 0 0,-1 0 0 0 0,0 0 0 0 0,-1 15-1 0 0,0-22 0 0 0,2 17-519 0 0,-1-15 691 0 0,-1-1-1 0 0,1 1 1 0 0,-1-1 0 0 0,0 1 0 0 0,-1 6 0 0 0,1-9-409 0 0,0 0-1 0 0,-1 0 1 0 0,1 0-1 0 0,0 0 1 0 0,-1-1 0 0 0,1 1-1 0 0,-1 0 1 0 0,1 0-1 0 0,-1 0 1 0 0,1-1-1 0 0,-2 2 1 0 0,2-1-461 0 0,-1-1 1 0 0,0 1-1 0 0,0 0 1 0 0,0-1-1 0 0,0 1 0 0 0,0 0 1 0 0,0-1-1 0 0,0 0 1 0 0,0 1-1 0 0,-3 0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2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527 125 0 0 0,'0'0'20866'0'0,"-4"-3"-20383"0"0,-8-9-95 0 0,8 9 1756 0 0,4 3-2105 0 0,0 0 1 0 0,-1 0-1 0 0,1 0 0 0 0,-1 1 0 0 0,1-1 1 0 0,0 0-1 0 0,-1-1 0 0 0,1 1 0 0 0,-1 0 1 0 0,1 0-1 0 0,-1 0 0 0 0,1 0 1 0 0,0 0-1 0 0,-1 0 0 0 0,1 0 0 0 0,0-1 1 0 0,-1 1-1 0 0,1 0 0 0 0,-1 0 0 0 0,1 0 1 0 0,0-1-1 0 0,-1 1 0 0 0,1 0 0 0 0,0-1 1 0 0,0 1-1 0 0,-1 0 0 0 0,1-1 1 0 0,0 1-1 0 0,0 0 0 0 0,-1-1 0 0 0,1 1 1 0 0,0-1-1 0 0,-4-3 96 0 0,-5-1 61 0 0,9 4-61 0 0,0 2-172 0 0,-1-1 1 0 0,1 0 0 0 0,-1 0-1 0 0,1 0 1 0 0,-1 1 0 0 0,1-1-1 0 0,0 0 1 0 0,-1 0 0 0 0,1 0-1 0 0,-1 0 1 0 0,1 0 0 0 0,-1 0-1 0 0,1 0 1 0 0,-1 0 0 0 0,1 0-1 0 0,-1 0 1 0 0,-7 1 70 0 0,-22 26-66 0 0,27-24 29 0 0,0 0 0 0 0,1-1 0 0 0,-1 1 0 0 0,1 1 0 0 0,0-1 0 0 0,-3 5 0 0 0,-4 6 16 0 0,5-7-11 0 0,0-1 0 0 0,0 1 1 0 0,-2 7-1 0 0,-7 12 5 0 0,2-5 14 0 0,9-17-16 0 0,0 1 0 0 0,-1-1 0 0 0,1 1 0 0 0,-1-1 0 0 0,0 0 0 0 0,-3 4 0 0 0,3-3-2 0 0,3-5-3 0 0,-1 1 0 0 0,1-1 0 0 0,0 1 0 0 0,0-1 0 0 0,-1 1 0 0 0,1 0 0 0 0,0-1 0 0 0,-1 1 0 0 0,1-1 1 0 0,-1 1-1 0 0,1-1 0 0 0,-1 0 0 0 0,1 1 0 0 0,-1-1 0 0 0,1 1 0 0 0,-1-1 0 0 0,1 0 0 0 0,-1 1 0 0 0,1-1 0 0 0,-1 0 0 0 0,1 0 0 0 0,-2 1 0 0 0,2-1 21 0 0,-11 5 7 0 0,6-3-26 0 0,0 0 1 0 0,0 0-1 0 0,0 0 1 0 0,-4 3-1 0 0,-8-1 58 0 0,16-4-40 0 0,1 0-18 0 0,-1 0 0 0 0,1 0 0 0 0,-1 0 0 0 0,0 0-1 0 0,1 0 1 0 0,-1 0 0 0 0,1 0 0 0 0,-1 0 0 0 0,1 0 0 0 0,-1 0 0 0 0,1-1-1 0 0,-1 1 1 0 0,1 0 0 0 0,-1 0 0 0 0,1-1 0 0 0,-1 1 0 0 0,-1-1-1 0 0,-1-1-1 0 0,-1 0 1 0 0,0 0-1 0 0,1-1 0 0 0,0 1 0 0 0,-6-6 0 0 0,-6-5-3 0 0,14 12 2 0 0,-1 0-1 0 0,0-1 1 0 0,1 1 0 0 0,0-1 0 0 0,-1 0-1 0 0,1 0 1 0 0,-2-2 0 0 0,-6-8-3 0 0,-16-14 110 0 0,-26-36-1 0 0,10 1 135 0 0,37 56-164 0 0,0 0-1 0 0,1 0 0 0 0,0-1 1 0 0,1 1-1 0 0,-4-8 0 0 0,6 12-106 0 0,0 1-1 0 0,-1-1 1 0 0,1 1-1 0 0,0-1 1 0 0,-1 1-1 0 0,1-1 1 0 0,-1 1-1 0 0,1-1 1 0 0,-1 1-1 0 0,1 0 1 0 0,-1-1-1 0 0,1 1 1 0 0,-1 0-1 0 0,0-1 1 0 0,0 1 34 0 0,1 0 0 0 0,-1-1 0 0 0,1 1-1 0 0,-1 0 1 0 0,1 0 0 0 0,-1-1 0 0 0,1 1 0 0 0,0 0 0 0 0,-1-1-1 0 0,1 1 1 0 0,-1 0 0 0 0,1-1 0 0 0,0 1 0 0 0,-1 0 0 0 0,1-1-1 0 0,0 1 1 0 0,0-1 0 0 0,-1 1 0 0 0,1-1 0 0 0,0 1 0 0 0,0-1-1 0 0,0 1 1 0 0,-1-1 0 0 0,1 0 0 0 0,-1-1 12 0 0,-1-1-1 0 0,1 1 1 0 0,-1 0 0 0 0,0 0 0 0 0,0 0 0 0 0,1 0-1 0 0,-2 0 1 0 0,1 0 0 0 0,-2-2 0 0 0,-12-12-32 0 0,12 12 24 0 0,1 2-337 0 0,4 7-205 0 0,6 12 543 0 0,1 0 0 0 0,18 30-1 0 0,-25-46-7 0 0,17 26-63 0 0,1-1-1 0 0,31 33 1 0 0,-31-36-1446 0 0,-10-7-5806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2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4342 39 0 0 0,'0'0'3737'0'0,"6"-4"-3194"0"0,28-17 981 0 0,-33 20-1191 0 0,1 0 0 0 0,-1 1 0 0 0,1-1-1 0 0,0 0 1 0 0,-1 1 0 0 0,1-1 0 0 0,2 1 0 0 0,-2-1-191 0 0,0 1-1 0 0,-1 0 1 0 0,1-1 0 0 0,-1 1 0 0 0,1-1-1 0 0,-1 0 1 0 0,3 0 0 0 0,-2 0 222 0 0,0 0 1 0 0,0 1-1 0 0,0-1 1 0 0,0 1-1 0 0,0-1 1 0 0,-1 1-1 0 0,1 0 1 0 0,4 0 2857 0 0,-7 0-3170 0 0,0 0 0 0 0,0 0 0 0 0,1 0 0 0 0,-1 1 0 0 0,0-1 0 0 0,0 0 0 0 0,1 0 0 0 0,-1 1 0 0 0,0-1 0 0 0,1 0 0 0 0,-1 1 0 0 0,-1 0 1 0 0,-2 2 96 0 0,1-1 1 0 0,-1 1-1 0 0,0-1 1 0 0,0 1 0 0 0,0-1-1 0 0,0 0 1 0 0,-8 2 0 0 0,-34 8 1176 0 0,7-6-232 0 0,-1-2 1 0 0,-60 0-1 0 0,-421-3 2221 0 0,455 4-3177 0 0,29-1-50 0 0,-193 2 433 0 0,196-7-479 0 0,-51 5 43 0 0,22-1-21 0 0,-220-1 376 0 0,207 2-372 0 0,-57-1 4 0 0,39 2-26 0 0,0 1-45 0 0,-6 0 26 0 0,45-2-8 0 0,-176 14 88 0 0,114-9-68 0 0,92-8-27 0 0,-33 8 0 0 0,-5-1-12 0 0,30-4 1 0 0,-39 6 61 0 0,-63 8 79 0 0,-241 10 380 0 0,330-26-452 0 0,-87 15 0 0 0,65-8-67 0 0,22-4 24 0 0,-91 6 61 0 0,46-6-28 0 0,19-1-56 0 0,-21 2 36 0 0,81-4-32 0 0,-54 3-6 0 0,9 1 27 0 0,-12-3-35 0 0,19 4 2 0 0,21-6 24 0 0,-36 5 0 0 0,29-4-20 0 0,14-1-1052 0 0,-27 5 1 0 0,31-3-2787 0 0,1-1-3440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2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76 376 0 0,'0'0'23202'0'0,"4"-7"-22804"0"0,14-20-73 0 0,-17 26-250 0 0,-1-1 0 0 0,1 1 0 0 0,0 0-1 0 0,0 0 1 0 0,-1 0 0 0 0,1 0 0 0 0,0 0-1 0 0,0 0 1 0 0,0 0 0 0 0,0 0 0 0 0,0 1 0 0 0,3-2-1 0 0,2-3 56 0 0,-4 4-111 0 0,0-1-1 0 0,0 1 1 0 0,0 0 0 0 0,0 0 0 0 0,0 0-1 0 0,0 0 1 0 0,2-1 0 0 0,-2 2 13 0 0,0-1 1 0 0,0 0 0 0 0,0 0-1 0 0,0 0 1 0 0,0 0-1 0 0,0 0 1 0 0,2-2 0 0 0,-2 1 174 0 0,-2 2-182 0 0,0 0-1 0 0,0 0 1 0 0,0 0 0 0 0,0 0 0 0 0,0 0 0 0 0,0 0 0 0 0,0 0 0 0 0,0 0 0 0 0,0 0 0 0 0,0 0 0 0 0,0 0 0 0 0,0 0 0 0 0,0 0 0 0 0,0-1 0 0 0,0 1 0 0 0,0 0 0 0 0,0 0 0 0 0,-1 0 0 0 0,1 0 0 0 0,0 0 0 0 0,0 0-1 0 0,0 0 1 0 0,0 0 0 0 0,0 0 0 0 0,0 0 0 0 0,0 0 0 0 0,0 0 0 0 0,0 0 0 0 0,0 0 0 0 0,0 0 0 0 0,0 0 0 0 0,0 0 0 0 0,0 0 0 0 0,0 0 0 0 0,0 0 0 0 0,0-1 0 0 0,0 1 0 0 0,0 0 0 0 0,-5 0-648 0 0,-7 7-63 0 0,-10 10 623 0 0,8-6 84 0 0,-6 3 4 0 0,9-6-23 0 0,0 0 1 0 0,0 0 0 0 0,1 1 0 0 0,0 0-1 0 0,-11 14 1 0 0,-23 31 14 0 0,14-25-25 0 0,30-29 11 0 0,-1 8 32 0 0,1-8-41 0 0,0 0-26 0 0,-1 15-16 0 0,1-12 57 0 0,0 0 0 0 0,0-1 0 0 0,0 1 0 0 0,0-1 0 0 0,0 1 0 0 0,1-1-1 0 0,0 4 1 0 0,0-4 4 0 0,0-1 0 0 0,0 1 0 0 0,0-1-1 0 0,0 1 1 0 0,0-1 0 0 0,0 0 0 0 0,0 0-1 0 0,0 1 1 0 0,1-1 0 0 0,-1 0 0 0 0,1 0-1 0 0,-1 0 1 0 0,3 1 0 0 0,15 10 54 0 0,1-1-1 0 0,1-1 1 0 0,-1-1 0 0 0,2-1-1 0 0,-1-1 1 0 0,26 6 0 0 0,-25-8 43 0 0,-17-3-151 0 0,0-1 1 0 0,0 0-1 0 0,0 0 0 0 0,1 0 1 0 0,4 0-1 0 0,-9-1-174 0 0,-1 0-1 0 0,0 0 0 0 0,1 1 1 0 0,-1-1-1 0 0,0 0 0 0 0,1 0 1 0 0,-1 1-1 0 0,0-1 1 0 0,1 0-1 0 0,-1 1 0 0 0,0-1 1 0 0,1 0-1 0 0,-1 1 0 0 0,0-1 1 0 0,0 0-1 0 0,0 1 0 0 0,1-1 1 0 0,-1 1-1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0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25 0 0 0,'-8'-6'20817'0'0,"8"6"-20589"0"0,0 1-1 0 0,-1-1 0 0 0,1 0 1 0 0,0 0-1 0 0,-1 0 1 0 0,1 0-1 0 0,0 0 0 0 0,0 0 1 0 0,-1 0-1 0 0,1 0 1 0 0,0 0-1 0 0,-1 0 1 0 0,1 0-1 0 0,0 0 0 0 0,0 0 1 0 0,-1 0-1 0 0,1 0 1 0 0,0 0-1 0 0,-1-1 0 0 0,-6-18 467 0 0,7 19-543 0 0,-2 0 1206 0 0,3 30-1379 0 0,1-1-1 0 0,8 40 0 0 0,2-11 105 0 0,-4-21-33 0 0,4 11 18 0 0,1 8-9 0 0,-13-51-58 0 0,0-5-1 0 0,0 0 1 0 0,0 0 0 0 0,0 1 0 0 0,0-1 0 0 0,0 0 0 0 0,0 0 0 0 0,0 0 0 0 0,0 0 0 0 0,0 0 0 0 0,1 1-1 0 0,-1-1 1 0 0,0 0 0 0 0,0 0 0 0 0,0 0 0 0 0,0 0 0 0 0,0 0 0 0 0,0 1 0 0 0,0-1 0 0 0,0 0 0 0 0,0 0-1 0 0,0 0 1 0 0,0 0 0 0 0,1 0 0 0 0,-1 0 0 0 0,0 0 0 0 0,0 0 0 0 0,0 1 0 0 0,0-1 0 0 0,0 0 0 0 0,0 0-1 0 0,1 0 1 0 0,-1 0 0 0 0,0-5-1166 0 0,1-6-2075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0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1 320 0 0,'0'0'21693'0'0,"-9"7"-20517"0"0,-171-7 691 0 0,169 0-1749 0 0,-1 1 1 0 0,1 1-1 0 0,-20 6 0 0 0,16-5 30 0 0,-19 4 1 0 0,24-6-660 0 0,-50 4 1207 0 0,40-6-3307 0 0,0-1-3791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0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26 315 0 0 0,'0'0'20924'0'0,"-4"-4"-20331"0"0,-10-12-88 0 0,13 15-336 0 0,0-1 0 0 0,0 1-1 0 0,0-1 1 0 0,1 1 0 0 0,-1-1-1 0 0,1 1 1 0 0,-1-1 0 0 0,1 0 0 0 0,-1 1-1 0 0,1-1 1 0 0,0 0 0 0 0,0 0 0 0 0,0 1-1 0 0,0-1 1 0 0,0 0 0 0 0,0 1 0 0 0,1-4-1 0 0,0-3 426 0 0,-2-17 491 0 0,0 11-718 0 0,1 1 0 0 0,2-15 0 0 0,-1 24-287 0 0,1-1 0 0 0,-1 0 0 0 0,1 1 1 0 0,0-1-1 0 0,0 1 0 0 0,0 0 0 0 0,6-8 0 0 0,4-8 185 0 0,-9 15-219 0 0,0 1 0 0 0,0-1 1 0 0,1 1-1 0 0,0 0 1 0 0,0 0-1 0 0,0 1 0 0 0,8-7 1 0 0,0 2-29 0 0,-7 4-18 0 0,1-1 0 0 0,0 1 0 0 0,0 0 0 0 0,0 1 0 0 0,0 0 0 0 0,1 0 0 0 0,-1 0 0 0 0,1 1 0 0 0,13-4 0 0 0,196-17-217 0 0,-200 22 210 0 0,-10 1 13 0 0,13-2-41 0 0,0 1 0 0 0,34 2 0 0 0,-48 0 20 0 0,-1 0-1 0 0,0 1 0 0 0,0-1 0 0 0,6 4 1 0 0,11 3-37 0 0,-14-5 40 0 0,0 0 0 0 0,0 0-1 0 0,0 1 1 0 0,-1 0 0 0 0,1 0 0 0 0,-1 1 0 0 0,8 7 0 0 0,15 11-27 0 0,19 17 35 0 0,-33-28-6 0 0,-1 2 1 0 0,-1 0 0 0 0,0 0-1 0 0,13 21 1 0 0,-22-28-8 0 0,0-1 1 0 0,-1 1-1 0 0,0 0 1 0 0,0 1-1 0 0,0-1 0 0 0,-1 0 1 0 0,1 12-1 0 0,-1-13 11 0 0,-1 3-14 0 0,0 1 0 0 0,-1 0-1 0 0,-1 18 1 0 0,0-4-3 0 0,1-19 14 0 0,0 0-1 0 0,0 0 0 0 0,0 0 1 0 0,-1 0-1 0 0,0 0 0 0 0,-2 6 0 0 0,2-8 10 0 0,0 0 0 0 0,0 0-1 0 0,0-1 1 0 0,0 1 0 0 0,-1 0 0 0 0,0 0-1 0 0,1-1 1 0 0,-4 4 0 0 0,-2 13-28 0 0,-18 16 13 0 0,15-25 7 0 0,-1 1 1 0 0,-12 8-1 0 0,17-14 22 0 0,-4 3-9 0 0,-1 0 0 0 0,-1-1 0 0 0,-12 7 0 0 0,17-11 22 0 0,1 0 0 0 0,-1 0-1 0 0,1-1 1 0 0,-1 0 0 0 0,0-1 0 0 0,0 1 0 0 0,0-1 0 0 0,0-1 0 0 0,0 1 0 0 0,-8-2 0 0 0,-110 1 283 0 0,113 0-263 0 0,1-2-1 0 0,-17-3 0 0 0,11 2-22 0 0,-98-20 139 0 0,104 21-124 0 0,1-1 1 0 0,-1 0-1 0 0,1-1 1 0 0,-14-6-1 0 0,-31-20 131 0 0,51 28-137 0 0,-1-1 1 0 0,1 0-1 0 0,0 0 1 0 0,0 0 0 0 0,0 0-1 0 0,1 0 1 0 0,-1-1-1 0 0,1 1 1 0 0,-3-5 0 0 0,1 1 32 0 0,1-1-1 0 0,0 1 1 0 0,0-1 0 0 0,-4-11 0 0 0,3 7-57 0 0,1 0 1 0 0,1-1-1 0 0,-4-20 0 0 0,4 22-119 0 0,0-6-1299 0 0,3 16 1087 0 0,0-5-1400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0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74 0 0 0,'0'0'2246'0'0,"0"-3"-1709"0"0,0-30 3354 0 0,0 9 2588 0 0,-2 23-5378 0 0,2 0-896 0 0,-1 1 0 0 0,1 0 1 0 0,-1-1-1 0 0,1 1 1 0 0,0 0-1 0 0,-1-1 1 0 0,1 1-1 0 0,0-1 1 0 0,-2-7 7332 0 0,2 10-6318 0 0,0-1-1226 0 0,0 16-188 0 0,0-11 220 0 0,0-1-1 0 0,0 1 1 0 0,1-1-1 0 0,0 1 1 0 0,0-1-1 0 0,2 8 1 0 0,-1-7 3 0 0,-1-1 0 0 0,0 1 0 0 0,0 0 0 0 0,0 7 0 0 0,0-7 10 0 0,-1 1 1 0 0,1-1 0 0 0,3 10 0 0 0,-1-5 25 0 0,1-1 0 0 0,-2 1 0 0 0,3 16 0 0 0,-5-21-31 0 0,2 0 0 0 0,-1 0 0 0 0,3 6 0 0 0,3 16 126 0 0,-7-24-136 0 0,1-1 0 0 0,0 0 0 0 0,0 0-1 0 0,2 6 1 0 0,-1-7 0 0 0,-1 1 0 0 0,0-1 0 0 0,0 1 0 0 0,-1-1 0 0 0,1 1 0 0 0,-1 0 0 0 0,1 4 0 0 0,-1-6-12 0 0,0-9-3277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0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28 1688 0 0,'0'0'20189'0'0,"-7"4"-16770"0"0,21-19-3358 0 0,5-1-114 0 0,-17 15 76 0 0,-2 1 26 0 0,-15 0-1709 0 0,7 1 1655 0 0,0 0 0 0 0,0 0 0 0 0,-8 3 0 0 0,6-2 98 0 0,0 0 0 0 0,-10 1-1 0 0,-143 1 922 0 0,160-4-1036 0 0,-1 0 1 0 0,1 1-1 0 0,-1 0 0 0 0,1-1 0 0 0,-5 3 1 0 0,5-2-121 0 0,0 0 0 0 0,0 0 0 0 0,0 0 0 0 0,-1-1 0 0 0,-3 1 0 0 0,-14 3-2069 0 0,12-2-2828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0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0 0 0,'0'0'15626'0'0,"0"-3"-14914"0"0,0-6-24 0 0,0 7-44 0 0,1-12 3408 0 0,0 13-3913 0 0,0-1 0 0 0,0 1 0 0 0,0 0-1 0 0,-1 0 1 0 0,1 0 0 0 0,0-1 0 0 0,-1 1 0 0 0,1 0 0 0 0,0-1-1 0 0,-1 1 1 0 0,0-1 0 0 0,1-1 0 0 0,0 0 19 0 0,0 1 1 0 0,-1 0-1 0 0,1-1 0 0 0,0 1 1 0 0,3-4-1 0 0,17-32 1152 0 0,-13 27-990 0 0,-6 9-275 0 0,-1 1 1 0 0,1-1 0 0 0,-1 0 0 0 0,0 1-1 0 0,1-1 1 0 0,-1 0 0 0 0,1-4-1 0 0,-1 4-13 0 0,0 1 0 0 0,0-1 0 0 0,0 1 0 0 0,0-1 0 0 0,0 1 0 0 0,1-1 0 0 0,-1 1-1 0 0,0-1 1 0 0,1 1 0 0 0,2-2 0 0 0,10-10 137 0 0,-10 8-110 0 0,0 0 0 0 0,1 1 0 0 0,7-6 0 0 0,-1 1 54 0 0,-2 2-63 0 0,0 0 0 0 0,1 1 0 0 0,0 0 0 0 0,14-5 0 0 0,-8 3-27 0 0,-6 4-32 0 0,1 0 0 0 0,-1 1 0 0 0,1 1 1 0 0,-1-1-1 0 0,16 0 0 0 0,2-1-10 0 0,2 0-32 0 0,0 2 0 0 0,42 2 0 0 0,-32 0 9 0 0,-28 1 22 0 0,0 0 0 0 0,0 1-1 0 0,0 0 1 0 0,-1 1 0 0 0,1 1-1 0 0,0-1 1 0 0,-1 2 0 0 0,19 9-1 0 0,-1-1-12 0 0,-19-9 14 0 0,16 9-1 0 0,-10-2-13 0 0,0 1-1 0 0,21 20 0 0 0,-9-7 53 0 0,-19-17-23 0 0,0 1 0 0 0,0 0 0 0 0,-1 0 1 0 0,0 1-1 0 0,12 20 0 0 0,-13-17-20 0 0,0 0-21 0 0,0 0 1 0 0,0 0-1 0 0,6 21 0 0 0,-10-21 30 0 0,-1 0-1 0 0,0 0 0 0 0,-1 0 0 0 0,0 0 0 0 0,-1 0 0 0 0,0 0 1 0 0,-3 15-1 0 0,3-26 11 0 0,-1 0 0 0 0,0 0 1 0 0,1-1-1 0 0,-1 1 1 0 0,0 0-1 0 0,0-1 0 0 0,-1 4 1 0 0,1-4-3 0 0,0 0 0 0 0,0 1 0 0 0,0 0 1 0 0,0-1-1 0 0,1 1 0 0 0,-1-1 1 0 0,0 4-1 0 0,-1 1 2 0 0,0-1 0 0 0,0 1-1 0 0,-1-1 1 0 0,0 1 0 0 0,0-1 0 0 0,0 0 0 0 0,-8 9 0 0 0,5-5-2 0 0,-22 20 8 0 0,26-27 1 0 0,1 0 0 0 0,-1 0 0 0 0,0-1 0 0 0,0 1 0 0 0,0-1 1 0 0,0 1-1 0 0,0-1 0 0 0,-4 2 0 0 0,-21 9 28 0 0,21-10-28 0 0,-9 3 17 0 0,1-1 0 0 0,-15 2 0 0 0,10-2-9 0 0,-14 1 108 0 0,-1-1 1 0 0,1-2-1 0 0,-38-2 0 0 0,34 0-61 0 0,26-1-14 0 0,0 0-1 0 0,0-1 0 0 0,0-1 1 0 0,-12-3-1 0 0,-6-2 91 0 0,11 3 63 0 0,-33-14 0 0 0,16 4-38 0 0,27 12-73 0 0,0-1-1 0 0,-14-8 0 0 0,-1-2 45 0 0,2 0 11 0 0,8 4-79 0 0,6 5-37 0 0,0 0 0 0 0,-12-11 0 0 0,12 10 18 0 0,-2-2 68 0 0,5 2-41 0 0,3 5-60 0 0,1 1 0 0 0,-1-1 0 0 0,0 0 0 0 0,1 0 0 0 0,-1 0 0 0 0,1 0 0 0 0,-1 0 0 0 0,1 0 0 0 0,0-1 0 0 0,-1 1 0 0 0,1 0 0 0 0,0 0 0 0 0,0 0 0 0 0,0 0 0 0 0,-1 0 0 0 0,2-2 0 0 0,-2 0-151 0 0,1 0 1 0 0,-1 0-1 0 0,1 0 1 0 0,-1 0-1 0 0,0 0 1 0 0,0 0-1 0 0,0 0 1 0 0,0 1-1 0 0,0-1 1 0 0,-3-3-1 0 0,-1-6-2170 0 0,3 3-995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2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4158 2 0 0 0,'5'-1'15071'0'0,"-6"2"-15019"0"0,1-1 1 0 0,0 1-1 0 0,-1 0 0 0 0,0 0 0 0 0,1-1 1 0 0,-1 1-1 0 0,1 0 0 0 0,-1 0 0 0 0,0-1 1 0 0,0 1-1 0 0,1-1 0 0 0,-1 1 0 0 0,0-1 1 0 0,-1 1-1 0 0,-13 8 951 0 0,1-4-109 0 0,11-3-687 0 0,-1-1-1 0 0,1 1 0 0 0,-1-1 0 0 0,0 0 0 0 0,-4 1 0 0 0,-49 3 1923 0 0,-70-2-1 0 0,119-3-2060 0 0,-451 2 2309 0 0,297 2-2004 0 0,-82 2 123 0 0,102-1-300 0 0,33-2 27 0 0,11-2-71 0 0,-9 4-97 0 0,-111 6 182 0 0,72 5-173 0 0,96-11-45 0 0,-33 2 18 0 0,-13-2 70 0 0,-91-5 69 0 0,122 5-121 0 0,-13 0-71 0 0,-119 4 92 0 0,36-7-16 0 0,-43 2 40 0 0,-61-8-8 0 0,-286 2 5 0 0,486 4-35 0 0,17-1 51 0 0,-54-5-1 0 0,95 3-120 0 0,-19-3 62 0 0,24 3-304 0 0,0 1-1 0 0,0 0 0 0 0,1 0 0 0 0,-1 0 0 0 0,0 0 1 0 0,1 0-1 0 0,-1 0 0 0 0,0 0 0 0 0,0 0 0 0 0,1 1 0 0 0,-1-1 1 0 0,0 1-1 0 0,-2 0 0 0 0,-4 3-4014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31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49 120 0 0 0,'0'0'19408'0'0,"-3"8"-16083"0"0,5-7-3228 0 0,0-2 0 0 0,0 1 0 0 0,0 0 0 0 0,-1 0 0 0 0,1-1 0 0 0,0 1 0 0 0,-1 0 0 0 0,1-1 0 0 0,0 0 1 0 0,-1 1-1 0 0,1-1 0 0 0,-1 0 0 0 0,1 0 0 0 0,-1 0 0 0 0,1 0 0 0 0,2-2 0 0 0,5-4 225 0 0,37-20 1539 0 0,32-20-923 0 0,-61 38-931 0 0,32-14-77 0 0,-37 21-261 0 0,-9 1-485 0 0,-6 1 313 0 0,2 0 163 0 0,1 0 257 0 0,-1 0 0 0 0,1 0 0 0 0,-1 0 0 0 0,1 0 0 0 0,-1 0 0 0 0,1 0 0 0 0,-1 0 0 0 0,1 0 0 0 0,-1 0 0 0 0,1 0 0 0 0,-1 0 0 0 0,1 1 0 0 0,0-1 0 0 0,-1 0 0 0 0,1 0 0 0 0,-1 0 0 0 0,1 1 0 0 0,-1-1 0 0 0,1 0 0 0 0,-1 1 0 0 0,-10 8 144 0 0,6-4-90 0 0,-7 2 81 0 0,1-1 0 0 0,-1-1 1 0 0,0 0-1 0 0,-20 5 1 0 0,7-2 30 0 0,-36 7 56 0 0,-2 1-19 0 0,36-8-177 0 0,27-7 61 0 0,-1-1-6 0 0,-1 1 8 0 0,2 0-10 0 0,-1-1 1 0 0,1 0-1 0 0,0 1 1 0 0,0-1-1 0 0,0 0 1 0 0,-1 1 0 0 0,1-1-1 0 0,0 0 1 0 0,0 1-1 0 0,0-1 1 0 0,0 1 0 0 0,0-1-1 0 0,0 0 1 0 0,0 1-1 0 0,0-1 1 0 0,0 1 0 0 0,0-1-1 0 0,0 0 1 0 0,0 1-1 0 0,0-1 1 0 0,0 1 0 0 0,0-1-1 0 0,1 0 1 0 0,-1 1-1 0 0,0-1 1 0 0,0 0 0 0 0,0 1-1 0 0,1-1 1 0 0,-1 0-1 0 0,0 1 1 0 0,0-1 0 0 0,1 0-1 0 0,-1 1 1 0 0,1-1-1 0 0,0 3 90 0 0,0-1-63 0 0,1 0 0 0 0,-1 0 0 0 0,1 0 0 0 0,-1 0 0 0 0,4 2 0 0 0,-5-3-15 0 0,15 12 150 0 0,1 0 1 0 0,0-1 0 0 0,1-1-1 0 0,0-1 1 0 0,0 0 0 0 0,24 9-1 0 0,-3-2 1 0 0,0-3 0 0 0,50 13 0 0 0,-72-21-136 0 0,-14-5-36 0 0,0 0 0 0 0,0 0 1 0 0,1 0-1 0 0,-1-1 0 0 0,0 1 1 0 0,0-1-1 0 0,1 1 1 0 0,2-1-1 0 0,-5 0-136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3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4227 27 0 0 0,'0'0'6135'0'0,"3"-3"-5701"0"0,11-11-48 0 0,-14 14-347 0 0,1-1 0 0 0,-1 1 0 0 0,1-1 0 0 0,0 1 0 0 0,-1-1 0 0 0,1 1 1 0 0,-1 0-1 0 0,1 0 0 0 0,0-1 0 0 0,-1 1 0 0 0,1 0 0 0 0,0 0 0 0 0,-1 0 0 0 0,1-1 0 0 0,0 1 1 0 0,-1 0-1 0 0,1 0 0 0 0,0 0 0 0 0,-1 0 0 0 0,1 0 0 0 0,0 0 0 0 0,-1 1 0 0 0,2-1 0 0 0,2 1-4 0 0,88-4 14529 0 0,-99 0-14266 0 0,-1 3-743 0 0,4 0 480 0 0,0 0 0 0 0,-1 0 1 0 0,1 0-1 0 0,0 1 0 0 0,-7 1 1 0 0,7-1 20 0 0,0 0 1 0 0,1-1-1 0 0,-1 0 0 0 0,1 0 1 0 0,-7 0-1 0 0,-10 0 78 0 0,-48 4 255 0 0,55-3-298 0 0,-10 1 82 0 0,12 0 9 0 0,-1 0-1 0 0,1-1 0 0 0,-1 0 0 0 0,1-1 0 0 0,-14-1 0 0 0,-4 0 66 0 0,16 0-7 0 0,-24-3-1 0 0,2-1-39 0 0,-106 2 107 0 0,86 4-227 0 0,-308 1 605 0 0,253 1-649 0 0,23 1 59 0 0,-61-4 26 0 0,75-4-42 0 0,-265 4 157 0 0,182-5-45 0 0,77 1-157 0 0,-246 4 33 0 0,260 4-71 0 0,-63 1 20 0 0,42 0 19 0 0,-65-1 31 0 0,29-2-6 0 0,-72-1 119 0 0,32 6-116 0 0,16 2-41 0 0,-72-5 107 0 0,165-5-52 0 0,-96 1 41 0 0,143 1-122 0 0,0 0-1 0 0,-12 2 1 0 0,-3 1-7 0 0,-70 8-23 0 0,61-9 20 0 0,22-2 11 0 0,0-1-1 0 0,1 1 1 0 0,-1 1 0 0 0,1-1 0 0 0,-8 4-1 0 0,9-4 29 0 0,0 1 0 0 0,0-1 0 0 0,-11 1-1 0 0,-4 1-7 0 0,4 1-65 0 0,12-3 53 0 0,-1 1 0 0 0,1-1 0 0 0,-1 0 0 0 0,-5 0-1 0 0,-60 6 30 0 0,51-7-40 0 0,0 2 1 0 0,-25 4 0 0 0,35-4-3 0 0,0-1 0 0 0,-13 0 0 0 0,16 0-154 0 0,1-1 1 0 0,0 1 0 0 0,0 1-1 0 0,0-1 1 0 0,0 1-1 0 0,-9 4 1 0 0,1-1-3330 0 0,-2 0-4204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6:36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63 0 0 0,'0'0'20706'0'0,"8"-6"-20018"0"0,22-20-144 0 0,-25 22-255 0 0,2-2 412 0 0,-7 4-183 0 0,-1-1-216 0 0,10-7-236 0 0,-6 9 49 0 0,-3 1-60 0 0,1 0 1 0 0,-1 0-1 0 0,0 0 0 0 0,0 0 0 0 0,0 0 1 0 0,1 0-1 0 0,-1 0 0 0 0,0 0 0 0 0,0 0 1 0 0,0 0-1 0 0,1 0 0 0 0,-1 0 1 0 0,0-1-1 0 0,0 1 0 0 0,0 0 0 0 0,1 0 1 0 0,-1 0-1 0 0,0 0 0 0 0,0 0 0 0 0,0 0 1 0 0,0 0-1 0 0,0-1 0 0 0,1 1 0 0 0,-1 0 1 0 0,0 0-1 0 0,0 0 0 0 0,0 0 0 0 0,0-1 1 0 0,0 1-1 0 0,0 0 0 0 0,0 0 0 0 0,1 0 1 0 0,-1-1-1 0 0,0 1 0 0 0,0 0 0 0 0,0 0 1 0 0,0 0-1 0 0,0-1 0 0 0,-1 1-123 0 0,0 0-1 0 0,0 0 1 0 0,0 0 0 0 0,0 0-1 0 0,0 0 1 0 0,0 1-1 0 0,0-1 1 0 0,0 0 0 0 0,0 0-1 0 0,0 1 1 0 0,0-1-1 0 0,1 1 1 0 0,-1-1 0 0 0,0 1-1 0 0,0-1 1 0 0,-1 2-1 0 0,-6 3 100 0 0,-1-1 0 0 0,1 1 0 0 0,-10 2 0 0 0,8-3 19 0 0,1 0 1 0 0,-15 10-1 0 0,-15 5 61 0 0,12-4-82 0 0,-13 8 7 0 0,24-12-38 0 0,8-6 12 0 0,0 1 1 0 0,-12 9-1 0 0,16-11 0 0 0,-1 0 0 0 0,0 0 0 0 0,0-1 0 0 0,0 1-1 0 0,-7 2 1 0 0,-2 6 38 0 0,12-8-78 0 0,2-3 28 0 0,0-1 1 0 0,0 0-1 0 0,0 0 1 0 0,0 1-1 0 0,0-1 1 0 0,0 0-1 0 0,0 0 1 0 0,0 1-1 0 0,-1-1 1 0 0,1 0 0 0 0,0 0-1 0 0,0 1 1 0 0,0-1-1 0 0,0 0 1 0 0,0 0-1 0 0,0 1 1 0 0,-1-1-1 0 0,1 0 1 0 0,0 0-1 0 0,0 0 1 0 0,0 0 0 0 0,-1 1-1 0 0,1-1 1 0 0,0 0-1 0 0,0 0 1 0 0,-1 0-1 0 0,1 0 1 0 0,0 0-1 0 0,0 0 1 0 0,-1 0-1 0 0,1 0 1 0 0,0 1 0 0 0,-1-1-1 0 0,1 0 0 0 0,0 1 0 0 0,-1-1 0 0 0,1 1-1 0 0,0-1 1 0 0,-1 1 0 0 0,1-1 0 0 0,0 1 0 0 0,0-1-1 0 0,0 1 1 0 0,-1 0 0 0 0,1-1 0 0 0,0 1 0 0 0,0-1-1 0 0,0 1 1 0 0,0 0 0 0 0,0 0 0 0 0,0-1 219 0 0,0 0-296 0 0,0 2 69 0 0,0-2-1 0 0,0 1-2 0 0,0 0 3 0 0,0 0-8 0 0,1 0 22 0 0,-1 0 0 0 0,1 0 0 0 0,-1 0 0 0 0,1 0 0 0 0,-1 0 0 0 0,1 0 0 0 0,-1-1 0 0 0,1 1 0 0 0,0 0 0 0 0,-1 0 0 0 0,1 0 0 0 0,0-1 0 0 0,0 1 1 0 0,0 0-1 0 0,0-1 0 0 0,0 1 0 0 0,1 0 0 0 0,20 11 343 0 0,19 4 108 0 0,74 18 1 0 0,90 12-178 0 0,-204-46-436 0 0,0 0 0 0 0,0 0 0 0 0,-1 0 0 0 0,1 1 0 0 0,0-1 0 0 0,0 0 0 0 0,-1 1 0 0 0,1-1 0 0 0,0 0 0 0 0,-1 1 0 0 0,1-1 0 0 0,0 1 0 0 0,-1-1 0 0 0,2 1 0 0 0,-2 2-1991 0 0,0-3 1881 0 0,0 1-1 0 0,0-1 1 0 0,0 0-1 0 0,0 1 0 0 0,0-1 1 0 0,0 0-1 0 0,0 1 1 0 0,0-1-1 0 0,0 0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2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96 0 0 0,'0'-5'-2'0'0,"0"3"4"0"0,0 1 0 0 0,0-1 1 0 0,0 1-1 0 0,0-1 1 0 0,0 1-1 0 0,0-1 0 0 0,0 0 1 0 0,-1 1-1 0 0,1-1 1 0 0,-1 1-1 0 0,0-3 1 0 0,-1 0 794 0 0,0 2 130 0 0,1 0 0 0 0,0-1-1 0 0,0 1 1 0 0,0 0-1 0 0,0-1 1 0 0,1 1-1 0 0,-1-1 1 0 0,1 1 0 0 0,-1-4-1 0 0,1 5-761 0 0,0 1-1 0 0,0-1 1 0 0,0 1-1 0 0,-15-21 17488 0 0,14 17-19101 0 0,-1-8 1627 0 0,1 13-97 0 0,1 8-143 0 0,-1 30 88 0 0,4 86 223 0 0,4-74-127 0 0,0-9-38 0 0,-7-39-70 0 0,1 1 0 0 0,0 0 0 0 0,0-1 0 0 0,1 1 0 0 0,1 3 0 0 0,4 15 184 0 0,-6-19-148 0 0,0-1 0 0 0,-1 0 0 0 0,1 1 0 0 0,0-1 0 0 0,0 0 0 0 0,1 0-1 0 0,-1 0 1 0 0,0 1 0 0 0,4 2 0 0 0,-5-5-38 0 0,0 0-77 0 0,0 0 0 0 0,0 0 0 0 0,0 0 0 0 0,0 0 0 0 0,0 0 0 0 0,0 0 0 0 0,0-1 0 0 0,0 1 0 0 0,1 0 1 0 0,-1 0-1 0 0,0 0 0 0 0,0 0 0 0 0,0 0 0 0 0,0 0 0 0 0,0 0 0 0 0,0 0 0 0 0,0 0 0 0 0,0 0 0 0 0,0-1 0 0 0,1 1 0 0 0,-1 0 0 0 0,0 0 0 0 0,0 0 0 0 0,0 0 0 0 0,0 0 0 0 0,0 0 0 0 0,0 0 0 0 0,0 0 0 0 0,1 0 0 0 0,-1 0 0 0 0,0 0 0 0 0,0 0 0 0 0,0 0 1 0 0,0 0-1 0 0,0 0 0 0 0,0 0 0 0 0,0 0 0 0 0,1 0 0 0 0,-1 0 0 0 0,0 0 0 0 0,0 0 0 0 0,0 0 0 0 0,0 1 0 0 0,0-1 0 0 0,0 0 0 0 0,0 0 0 0 0,1 0 0 0 0,-1 0 0 0 0,0 0 0 0 0,0 0 0 0 0,0 0 0 0 0,0 0 0 0 0,0 0 0 0 0,0 0 0 0 0,0 1 0 0 0,0-1 1 0 0,0 0-1 0 0,0-2-922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28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0 0 0,'0'0'22535'0'0,"5"-4"-22032"0"0,1 1-341 0 0,13-13 1450 0 0,-19 17-1630 0 0,1 0 1 0 0,0-1-1 0 0,-1 1 1 0 0,1 0-1 0 0,-1-1 1 0 0,1 1-1 0 0,-1 0 0 0 0,1 0 1 0 0,-1 0-1 0 0,1-1 1 0 0,-1 1-1 0 0,0 0 1 0 0,1 0-1 0 0,-1 1 1 0 0,4 18 38 0 0,-2-9-26 0 0,1 3 8 0 0,-1 1-1 0 0,-1-1 0 0 0,0 27 0 0 0,-2-23 2 0 0,4 26 1 0 0,-3-15 639 0 0,12-29 723 0 0,6-1-1205 0 0,32-4 1 0 0,16 0-118 0 0,-43 5-25 0 0,33-7 0 0 0,-37 4-31 0 0,-5 0-59 0 0,16-4 1 0 0,-18 6-285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2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1792 0 0,'0'0'20506'0'0,"-2"-3"-20277"0"0,-9-10-112 0 0,10 14-155 0 0,0 4-18 0 0,1 6 43 0 0,0 5 168 0 0,5 138 1298 0 0,0-129-1192 0 0,-4-21-172 0 0,1 1 0 0 0,-1 0 0 0 0,-1 0 0 0 0,1 7 0 0 0,3 4-128 0 0,-3-14-339 0 0,-1 0 0 0 0,1 0 0 0 0,-1 1-1 0 0,1-1 1 0 0,-1 0 0 0 0,0 3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37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127 248 0 0 0,'0'0'13035'0'0,"3"-11"-6883"0"0,-3 11-6025 0 0,1-1 1 0 0,-1 0 0 0 0,1 0-1 0 0,-1 1 1 0 0,1-1-1 0 0,-1 0 1 0 0,0 0 0 0 0,1 1-1 0 0,-1-1 1 0 0,0 0-1 0 0,0 0 1 0 0,0 0 0 0 0,1 0-1 0 0,-1-1 1 0 0,0 1-41 0 0,0 0 0 0 0,0 0 0 0 0,0 0 0 0 0,0 1-1 0 0,0-1 1 0 0,0 0 0 0 0,1 0 0 0 0,-1 0 0 0 0,0 1 0 0 0,1-1 0 0 0,-1 0 0 0 0,1 0 0 0 0,-1 1 0 0 0,1-2 0 0 0,1-1 129 0 0,0 1 0 0 0,0 0 0 0 0,0-1 0 0 0,-1 0 0 0 0,3-4 1 0 0,-3 4-66 0 0,1 0 1 0 0,-1 1 0 0 0,1-1-1 0 0,0 0 1 0 0,3-3 0 0 0,7-7 345 0 0,14-13 360 0 0,-9 12-475 0 0,-2 2-65 0 0,1 0-51 0 0,7-2 8 0 0,7-4-12 0 0,37-9-12 0 0,-57 23-218 0 0,0 1 0 0 0,19-4 0 0 0,11-3 28 0 0,-34 9-52 0 0,0 0 1 0 0,0 0 0 0 0,11-1 0 0 0,8 0-4 0 0,-12 0-2 0 0,0 1 0 0 0,0 1 0 0 0,14 1 0 0 0,4 0 19 0 0,-24 0-25 0 0,0-1-1 0 0,1 1 0 0 0,-1 1 1 0 0,0 0-1 0 0,7 2 0 0 0,23 5 24 0 0,-18-5-36 0 0,30 10 1 0 0,-17-5 23 0 0,35 13 1 0 0,-49-17-23 0 0,-15-4 16 0 0,1 0 0 0 0,0 0 0 0 0,-1 0 0 0 0,5 2 0 0 0,35 16 2 0 0,-30-14-9 0 0,0 1 1 0 0,0 0 0 0 0,0 1-1 0 0,16 11 1 0 0,-4-1-19 0 0,-18-13 28 0 0,0 1-1 0 0,0 0 0 0 0,9 8 0 0 0,64 64 3 0 0,-45-37-44 0 0,-32-35 29 0 0,0-1 0 0 0,-1 1 0 0 0,1-1 0 0 0,-1 1-1 0 0,0 0 1 0 0,-1 0 0 0 0,3 10 0 0 0,6 14 14 0 0,3 11-22 0 0,-11-36 15 0 0,-1 0 0 0 0,0 0 0 0 0,1 9 0 0 0,3 11 6 0 0,-1-15-5 0 0,-2 0-1 0 0,1 1 0 0 0,-1-1 0 0 0,0 1 1 0 0,0 18-1 0 0,-2-7-20 0 0,-4 34 0 0 0,-10-1 17 0 0,11-39 5 0 0,-1 0 0 0 0,0 0 1 0 0,-8 16-1 0 0,7-17 3 0 0,4-10-7 0 0,-1 0 0 0 0,0-1 0 0 0,0 1-1 0 0,0 0 1 0 0,-5 6 0 0 0,-22 33-45 0 0,10-18 74 0 0,-2-3-50 0 0,11-11 26 0 0,0-1 0 0 0,-19 15 0 0 0,13-11 9 0 0,11-11-8 0 0,1-1 0 0 0,0 1 0 0 0,-6 5 0 0 0,6-4-1 0 0,0-1 0 0 0,0 0 0 0 0,-7 4 0 0 0,-11 4 23 0 0,0-1 0 0 0,-47 15 0 0 0,41-18 28 0 0,7-1-2 0 0,0-1 0 0 0,-36 3 0 0 0,18-3-14 0 0,24-3-1 0 0,-22 1-1 0 0,-25 0 60 0 0,33-2-15 0 0,-34-1 0 0 0,47-3-15 0 0,-1 0 0 0 0,0-1 0 0 0,1-1-1 0 0,-22-8 1 0 0,4 0 66 0 0,-21-10 27 0 0,6 1-96 0 0,38 18-26 0 0,0 0 0 0 0,0-1 0 0 0,1 0 0 0 0,0-1 0 0 0,0 0 0 0 0,-15-12 0 0 0,6 1 16 0 0,8 9-2 0 0,2 0 0 0 0,-11-12-1 0 0,-2 0-6 0 0,17 16-20 0 0,0 0-1 0 0,0-1 1 0 0,-5-6 0 0 0,-39-46 126 0 0,41 47-91 0 0,0-1 0 0 0,2 1 0 0 0,-1-1-1 0 0,1 0 1 0 0,1-1 0 0 0,0 1 0 0 0,-6-22 0 0 0,4-12 44 0 0,6 39-68 0 0,-1-1-1 0 0,1 1 0 0 0,0-1 0 0 0,1 0 1 0 0,0 1-1 0 0,0-1 0 0 0,0 1 0 0 0,1-1 1 0 0,0 0-1 0 0,0 1 0 0 0,3-9 0 0 0,8-25 107 0 0,7-19-52 0 0,-7 9-132 0 0,-8 39 48 0 0,-2 0-1 0 0,3-13 1 0 0,-2 3-28 0 0,-2 12-391 0 0,0-1 0 0 0,0-17-1 0 0,-2 16-2739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3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812 40 0 0 0,'0'0'3249'0'0,"8"-4"-2276"0"0,3-1-603 0 0,-3 1 426 0 0,1 0 1 0 0,12-4-1 0 0,-18 7 166 0 0,-1 1-527 0 0,-1-1-1 0 0,1 1 1 0 0,11-11 10427 0 0,-13 10-10696 0 0,-7 1 1893 0 0,-12 2-3412 0 0,16-2 2169 0 0,-59 10 359 0 0,-76 8 192 0 0,106-13-1161 0 0,22-4-76 0 0,-21 2-1 0 0,-28 2 104 0 0,43-4-116 0 0,-18 3-1 0 0,19-1 38 0 0,-22 0-1 0 0,-130-2 817 0 0,31-6-555 0 0,49 5-1927 0 0,68 0-2412 0 0,1 0-3366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4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34 0 0 0,'0'0'9399'0'0,"1"-3"-8158"0"0,3-4-298 0 0,0-9 5414 0 0,-4 15-6153 0 0,0 1 0 0 0,1-1 0 0 0,-1 1 0 0 0,0 0 1 0 0,1-1-1 0 0,-1 1 0 0 0,0 0 0 0 0,1-1 0 0 0,-1 1 0 0 0,0 0 1 0 0,1 0-1 0 0,-1-1 0 0 0,1 1 0 0 0,-1 0 0 0 0,1 0 0 0 0,-1 0 1 0 0,1-1-1 0 0,2 0 1659 0 0,-8 0-1683 0 0,1 1-162 0 0,1 1-1 0 0,-1-1 0 0 0,1 1 0 0 0,0-1 0 0 0,0 1 0 0 0,-1 0 1 0 0,1 0-1 0 0,0 1 0 0 0,0-1 0 0 0,-5 3 0 0 0,-1 2 22 0 0,1 0 0 0 0,-9 9 0 0 0,9-8 10 0 0,0-1 1 0 0,-13 9-1 0 0,6-7-6 0 0,-49 26 166 0 0,62-33-203 0 0,-1 0 2 0 0,1 0-1 0 0,0 0 1 0 0,-1 0-1 0 0,1 0 0 0 0,0 1 1 0 0,0-1-1 0 0,0 1 1 0 0,-4 2-1 0 0,-9 9 72 0 0,12-11-75 0 0,1 0-1 0 0,-1 0 1 0 0,0 0-1 0 0,0 0 1 0 0,0 0 0 0 0,-4 2-1 0 0,0 1 16 0 0,7-4-17 0 0,0-1 0 0 0,-1 1-1 0 0,1-1 1 0 0,0 1 0 0 0,-1-1-1 0 0,1 0 1 0 0,-1 1 0 0 0,1-1-1 0 0,0 0 1 0 0,-1 1 0 0 0,1-1 0 0 0,-1 0-1 0 0,0 0 1 0 0,1 1 0 0 0,-1-1-1 0 0,1 0 1 0 0,-1 0 0 0 0,1 0 0 0 0,-1 0-1 0 0,0 1 1 0 0,1-1-1 0 0,-3 0 5 0 0,1 7-1 0 0,1-6 598 0 0,1-1-579 0 0,0 0 0 0 0,0 0 0 0 0,-1 1 0 0 0,1-1 0 0 0,0 0 0 0 0,0 0 0 0 0,0 0 0 0 0,0 0 0 0 0,0 0 0 0 0,0 0 0 0 0,0 0 0 0 0,0 0 0 0 0,0 0 0 0 0,0 0 0 0 0,0 0 0 0 0,0 0 0 0 0,0 0 0 0 0,-1 0 0 0 0,1 0 0 0 0,0 1 0 0 0,0-1 0 0 0,0 0 0 0 0,0 0-1 0 0,0 0 1 0 0,0 0 0 0 0,0 0 0 0 0,0 0 0 0 0,0 0 0 0 0,0 0 0 0 0,0 0 0 0 0,0 0 0 0 0,0 1 0 0 0,0-1 0 0 0,0 0 0 0 0,0 0 0 0 0,0 0 0 0 0,0 0 0 0 0,0 0 0 0 0,0 0 0 0 0,0 0 0 0 0,0 0 0 0 0,0 0 0 0 0,1 0 0 0 0,-1 1 0 0 0,0-1 0 0 0,0 0 0 0 0,0 0 0 0 0,0 0 0 0 0,0 0 0 0 0,0 0 0 0 0,0 0 0 0 0,0 0 0 0 0,0 0 0 0 0,3 2 113 0 0,0 0 1 0 0,0-1 0 0 0,0 1 0 0 0,0-1 0 0 0,0 0-1 0 0,4 1 1 0 0,6 3-58 0 0,73 26 40 0 0,-38-15-84 0 0,-19-8-4 0 0,-18-5-18 0 0,20 8 0 0 0,-25-9-6 0 0,0 0 1 0 0,13 3 0 0 0,-13-4-58 0 0,-1 0 0 0 0,1 1 0 0 0,7 3 1 0 0,-9-3 438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4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 0 0 0,'0'0'19443'0'0,"0"0"-19413"0"0,-1 0 0 0 0,1 0 0 0 0,0 0-1 0 0,0 0 1 0 0,0 0 0 0 0,0 0 0 0 0,0 0 0 0 0,0 0 0 0 0,0 0 0 0 0,0 1 0 0 0,0-1 0 0 0,0 0 0 0 0,0 0-1 0 0,0 0 1 0 0,0 0 0 0 0,0 0 0 0 0,0 0 0 0 0,0 0 0 0 0,0 0 0 0 0,0 0 0 0 0,0 0 0 0 0,0 0 0 0 0,0 0-1 0 0,0 1 1 0 0,0-1 0 0 0,0 0 0 0 0,0 0 0 0 0,0 0 0 0 0,0 0 0 0 0,0 0 0 0 0,0 0 0 0 0,0 0 0 0 0,0 0-1 0 0,0 0 1 0 0,0 0 0 0 0,0 0 0 0 0,0 0 0 0 0,0 1 0 0 0,0-1 0 0 0,0 0 0 0 0,0 0 0 0 0,0 0 0 0 0,0 0-1 0 0,0 0 1 0 0,0 0 0 0 0,0 0 0 0 0,0 0 0 0 0,0 0 0 0 0,1 0 0 0 0,90 57 1113 0 0,-66-44-1038 0 0,-13-6-70 0 0,20 6 1 0 0,5 2 18 0 0,-32-12 51 0 0,1 0-1 0 0,0-1 1 0 0,1 0 0 0 0,-1 0-1 0 0,0-1 1 0 0,1 0-1 0 0,11 1 478 0 0,-28-6-1817 0 0,2-1 1181 0 0,-1 0 1 0 0,-12-4-1 0 0,14 6 64 0 0,-49-28 128 0 0,3 1 107 0 0,-1-1 455 0 0,51 28-615 0 0,2 3-239 0 0,1 0 1 0 0,-1-1 0 0 0,0 1-1 0 0,0-1 1 0 0,1 1 0 0 0,-1 0 0 0 0,0 0-1 0 0,1-1 1 0 0,-1 1 0 0 0,0 0-1 0 0,0 0 1 0 0,-1 0 0 0 0,-6-2-2373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5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79 0 0 0,'-5'-5'10316'0'0,"-1"-29"-3064"0"0,6 33-6837 0 0,0 0-116 0 0,0 0 1 0 0,0 0 0 0 0,0 0 0 0 0,0 0-1 0 0,0 0 1 0 0,0 0 0 0 0,0 0 0 0 0,-1 0 0 0 0,1 1-1 0 0,0-1 1 0 0,-1 0 0 0 0,1 0 0 0 0,-1-1-1 0 0,1 1-232 0 0,0 1-1 0 0,0-1 0 0 0,0 1 1 0 0,0-1-1 0 0,0 1 0 0 0,-1-1 1 0 0,1 1-1 0 0,0-1 1 0 0,0 1-1 0 0,0-1 0 0 0,0 1 1 0 0,-1-1-1 0 0,1 1 0 0 0,0 0 1 0 0,-1-1-1 0 0,1 1 0 0 0,0-1 1 0 0,-1 1-1 0 0,1 0 0 0 0,0-1 1 0 0,-1 1-1 0 0,1 0 0 0 0,-1-1 1 0 0,1 1-1 0 0,0 0 0 0 0,-1-1 1 0 0,0 1-1 0 0,-2-9 801 0 0,1 5 210 0 0,1 8 153 0 0,1-4-1245 0 0,0 12-42 0 0,0-5 63 0 0,-1 8 74 0 0,2 0 1 0 0,-1 0-1 0 0,2 0 1 0 0,6 27-1 0 0,-1 10 51 0 0,-2-21-132 0 0,-2-6 38 0 0,-1-12 0 0 0,0-1 1 0 0,-1 23-1 0 0,-1-32-28 0 0,3 16 11 0 0,-2-11 266 0 0,-1-3-2249 0 0,-5-9-551 0 0,2 2 1515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55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12 0 0 0,'0'0'19707'0'0,"4"-2"-19040"0"0,11-6-89 0 0,-11 6 2275 0 0,-19 3-3145 0 0,0 1 526 0 0,0 1 0 0 0,0-2 0 0 0,-18 0 0 0 0,14-1 41 0 0,-26 4 0 0 0,-120 26 502 0 0,146-28-1009 0 0,1-1 0 0 0,-26-2 0 0 0,12 1-2763 0 0,23-1-960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5:5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17 270 8 0 0,'0'0'21550'0'0,"-3"-5"-20875"0"0,-8-12-116 0 0,11 16-466 0 0,0 0 0 0 0,-1 1 0 0 0,1-1 1 0 0,0 0-1 0 0,0 0 0 0 0,-1 0 1 0 0,1 1-1 0 0,0-1 0 0 0,0 0 0 0 0,0 0 1 0 0,0 0-1 0 0,0 1 0 0 0,0-1 1 0 0,0 0-1 0 0,0 0 0 0 0,0 0 1 0 0,1 0-1 0 0,-1 1 0 0 0,0-1 0 0 0,0 0 1 0 0,1 0-1 0 0,-1 1 0 0 0,0-1 1 0 0,1 0-1 0 0,-1 1 0 0 0,1-2 1 0 0,2-3 505 0 0,2-2-215 0 0,0-2-23 0 0,-4 7-312 0 0,-1 1-1 0 0,1-1 0 0 0,0 1 1 0 0,-1-1-1 0 0,1 1 1 0 0,0 0-1 0 0,0-1 1 0 0,0 1-1 0 0,2-2 1 0 0,-1 1 1 0 0,-1 0 1 0 0,1 0-1 0 0,-1 1 1 0 0,0-1-1 0 0,0 0 0 0 0,0 0 1 0 0,1-3-1 0 0,13-18 277 0 0,-10 16-220 0 0,4-7 67 0 0,0 1 1 0 0,1 1-1 0 0,1 0 0 0 0,17-16 1 0 0,-20 22-158 0 0,-1-1 0 0 0,1 2 0 0 0,1-1 0 0 0,-1 1-1 0 0,1 0 1 0 0,0 1 0 0 0,0 0 0 0 0,0 0 0 0 0,0 1 0 0 0,1 0 0 0 0,-1 1 0 0 0,16-2 0 0 0,156 0-172 0 0,-121 5 134 0 0,-53-1 10 0 0,0 1 0 0 0,0 0 0 0 0,0 0 0 0 0,0 0 0 0 0,0 1 0 0 0,0 0 0 0 0,11 6 0 0 0,-2 0-46 0 0,25 17-1 0 0,-35-20 47 0 0,-1-1 0 0 0,1 1 0 0 0,-1 0 0 0 0,-1 1 0 0 0,1-1-1 0 0,7 12 1 0 0,4 6 16 0 0,-1-3-12 0 0,19 37 0 0 0,-7-7-11 0 0,-24-45 13 0 0,0 1 0 0 0,0 0 1 0 0,3 10-1 0 0,-1-2-3 0 0,-2-3-9 0 0,0 0 0 0 0,-1 0 0 0 0,0 0 0 0 0,0 0 0 0 0,-1 1 0 0 0,-2 20-1 0 0,1-21-22 0 0,0-7 34 0 0,-1 0-1 0 0,0 0 1 0 0,1 0-1 0 0,-2 0 1 0 0,1 0 0 0 0,0 0-1 0 0,-1-1 1 0 0,-4 8-1 0 0,-4 12-31 0 0,7-17 35 0 0,1-1 1 0 0,-1 1-1 0 0,0-1 0 0 0,-4 6 1 0 0,-7 12-8 0 0,11-19 12 0 0,0 1 0 0 0,0-1-1 0 0,0 0 1 0 0,-1 0 0 0 0,-7 6-1 0 0,1 0-45 0 0,3-4 51 0 0,-1 1 0 0 0,0-1 0 0 0,-1 0 0 0 0,1-1 0 0 0,-17 8 0 0 0,9-4 29 0 0,10-6-43 0 0,0 0 1 0 0,0 0 0 0 0,-1 0 0 0 0,-6 2-1 0 0,-2 2 38 0 0,12-5-27 0 0,0-1 1 0 0,1 1 0 0 0,-1-1-1 0 0,-6 2 1 0 0,-8 3 36 0 0,-11 4 23 0 0,2-7 34 0 0,0 0 1 0 0,-40-2-1 0 0,46-1-34 0 0,10-2-5 0 0,0 0 1 0 0,0 0-1 0 0,0-1 1 0 0,0 0-1 0 0,0 0 1 0 0,1-1-1 0 0,-10-6 1 0 0,-53-32 221 0 0,15 5-141 0 0,26 15-86 0 0,-16-15 7 0 0,28 22-1 0 0,18 14-45 0 0,0 0-1 0 0,1 0 1 0 0,-1 0-1 0 0,0 1 1 0 0,1-1 0 0 0,-1 0-1 0 0,1 0 1 0 0,-1 0-1 0 0,1 0 1 0 0,-1 0 0 0 0,1 0-1 0 0,0-1 1 0 0,-1 1-1 0 0,1-2 1 0 0,-1-18 131 0 0,1 15-167 0 0,0 0-50 0 0,1 0 0 0 0,0-1 0 0 0,0 1-1 0 0,1 0 1 0 0,2-6 0 0 0,-2 6-475 0 0,0 0 1 0 0,-1-1-1 0 0,0 1 1 0 0,0 0-1 0 0,1-8 0 0 0,-2 9-86 0 0,-1-15-3266 0 0,-4 8-2759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10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767 51 0 0 0,'12'-3'22036'0'0,"-20"2"-17230"0"0,-24-1-7243 0 0,25 1 4284 0 0,1-1-1782 0 0,-6-1 96 0 0,4 2-38 0 0,-1-1-1 0 0,-10-2 1 0 0,14 2-98 0 0,-61-12 410 0 0,28 9-215 0 0,21 1-188 0 0,1 2 0 0 0,-1 0 1 0 0,1 1-1 0 0,-20 1 0 0 0,-234-2 136 0 0,228 6-160 0 0,22-1-6 0 0,-17 3 3 0 0,9-3 12 0 0,-42-1 497 0 0,71-4 554 0 0,0 5-736 0 0,3 14-524 0 0,0 3 215 0 0,-3-16-17 0 0,-1 0 0 0 0,1 0 0 0 0,0-1 0 0 0,0 1 0 0 0,3 5 0 0 0,-3-5-5 0 0,0-1 0 0 0,0 0 0 0 0,0 1 0 0 0,0-1 0 0 0,0 5 0 0 0,-1-5 0 0 0,1 0-1 0 0,-1 0 0 0 0,1 0 1 0 0,0-1-1 0 0,0 1 1 0 0,2 5-1 0 0,-1-5 2 0 0,-1 0 0 0 0,0 1 0 0 0,0-1 0 0 0,0 0 0 0 0,0 1 0 0 0,-1-1 0 0 0,1 7 0 0 0,-1-7 0 0 0,1 1 0 0 0,-1-1 0 0 0,1 1 0 0 0,-1-1 1 0 0,1 0-1 0 0,0 1 0 0 0,3 5 0 0 0,-2-5-3 0 0,0 0 0 0 0,-1 0 0 0 0,0 0 0 0 0,0 0 0 0 0,0 1 0 0 0,0-1-1 0 0,0 6 1 0 0,2 14-4 0 0,6 23 15 0 0,-6-23-6 0 0,2 2 12 0 0,0 15-50 0 0,-1 181 90 0 0,-4 225-2073 0 0,-2-441-1116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11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44 0 0 0,'0'0'21574'0'0,"2"-5"-20951"0"0,8-15-66 0 0,-8 15 2257 0 0,-15 27-3054 0 0,-2 1 341 0 0,9-13-54 0 0,-6 12 14 0 0,0 1 65 0 0,10-19-86 0 0,-1 0 1 0 0,1 1 0 0 0,0-1 0 0 0,-3 8 0 0 0,-2 7 52 0 0,5-16-67 0 0,1 0 0 0 0,-1 1-1 0 0,1-1 1 0 0,0 1 0 0 0,-1 3 0 0 0,1-2-7 0 0,0-1 1 0 0,0 0-1 0 0,0 0 0 0 0,-4 8 1 0 0,-2 5 4 0 0,6-15-17 0 0,1 0 0 0 0,-1-1-1 0 0,0 1 1 0 0,0 0 0 0 0,0-1 0 0 0,0 1-1 0 0,-3 1 1 0 0,4-2 0 0 0,-1 0-1 0 0,0 0 1 0 0,0 0-1 0 0,0 0 1 0 0,1 0-1 0 0,-1 0 1 0 0,0 0-1 0 0,1 0 1 0 0,-1 0-1 0 0,1 0 1 0 0,-1 0 0 0 0,1 1-1 0 0,0 0 1 0 0,-1-2 71 0 0,1 0 1 0 0,-1 0-1 0 0,1 1 1 0 0,0-1-1 0 0,-1 0 1 0 0,1 0-1 0 0,-1 0 1 0 0,1 0-1 0 0,-1 0 1 0 0,1 0-1 0 0,0 0 1 0 0,-1-1-1 0 0,1 1 1 0 0,-1 0-1 0 0,1 0 1 0 0,0 0 0 0 0,-1 0-1 0 0,1 0 1 0 0,0-1-1 0 0,-1 1 1 0 0,1 0-1 0 0,0 0 1 0 0,-1-1-1 0 0,0 1 1 0 0,-2-8-31 0 0,-1 1 0 0 0,-1 0 0 0 0,0 0 0 0 0,1 1 1 0 0,-2-1-1 0 0,1 1 0 0 0,-12-10 0 0 0,-32-26-39 0 0,18 16 3 0 0,-37-40 0 0 0,52 41 78 0 0,14 23-64 0 0,1-1-1 0 0,-1 1 1 0 0,1-1 0 0 0,0 0-1 0 0,0 0 1 0 0,0 0 0 0 0,0 0-1 0 0,0 1 1 0 0,1-1 0 0 0,-1-6 0 0 0,1 9-34 0 0,-3-2-354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1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51 0 0 0,'0'0'704'0'0,"9"-4"170"0"0,2-3-471 0 0,-2 1 490 0 0,0 1 1 0 0,1 0-1 0 0,13-5 1 0 0,-13 7 588 0 0,-1 0 1 0 0,1 1-1 0 0,0 0 1 0 0,0 0-1 0 0,20 0 1 0 0,-29 2-1375 0 0,0 1 288 0 0,0-1 1 0 0,-1 1-1 0 0,1-1 1 0 0,0 1-1 0 0,0-1 1 0 0,0 1-1 0 0,-1 0 0 0 0,1-1 1 0 0,0 1-1 0 0,-1 0 1 0 0,1-1-1 0 0,0 1 1 0 0,0 1-1 0 0,8 8 231 0 0,-3-7-493 0 0,-5-2-41 0 0,0-1 1 0 0,0 1-1 0 0,0 0 0 0 0,0-1 1 0 0,0 1-1 0 0,0-1 0 0 0,0 0 0 0 0,0 1 1 0 0,0-1-1 0 0,0 0 0 0 0,4 0 3271 0 0,-6 0-2596 0 0,0 0-365 0 0,-23 4-887 0 0,-30-1 930 0 0,47-2-380 0 0,0-1 0 0 0,-1 1-1 0 0,-9-2 1 0 0,10 1-18 0 0,0 0 0 0 0,-1 0 0 0 0,-12 2 0 0 0,-42 6 104 0 0,37-5 44 0 0,0-1 1 0 0,-45-3-1 0 0,23 0 99 0 0,-209 0 735 0 0,174-3-825 0 0,36 1-86 0 0,-8 1 24 0 0,34-2-77 0 0,15 4-79 0 0,4 1 18 0 0,1-1 0 0 0,-1 0 0 0 0,0 0 1 0 0,1 0-1 0 0,-1 0 0 0 0,0 0 1 0 0,1 0-1 0 0,-1 0 0 0 0,0 0 0 0 0,0 0 1 0 0,1 0-1 0 0,-1-1 0 0 0,0 1 1 0 0,1 0-1 0 0,-1 0 0 0 0,0-1 0 0 0,1 1 1 0 0,-1 0-1 0 0,0-2 0 0 0,-24 0 117 0 0,10 1-130 0 0,4-1 19 0 0,11 2-8 0 0,-1 0 1 0 0,1 0-1 0 0,0 0 0 0 0,0 0 0 0 0,0 0 1 0 0,0 0-1 0 0,0 0 0 0 0,0 0 1 0 0,0 0-1 0 0,0 0 0 0 0,0 0 1 0 0,0 0-1 0 0,0 0 0 0 0,0 0 1 0 0,0 0-1 0 0,0 0 0 0 0,-1 0 1 0 0,1 0-1 0 0,0 0 0 0 0,0 0 1 0 0,0 0-1 0 0,0 0 0 0 0,0 0 1 0 0,0 0-1 0 0,0 0 0 0 0,0 0 1 0 0,0 0-1 0 0,0 0 0 0 0,0 0 1 0 0,-1 0-1 0 0,1 0 0 0 0,0 0 1 0 0,0 0-1 0 0,0 0 0 0 0,0 0 1 0 0,0 0-1 0 0,0 0 0 0 0,0 0 1 0 0,0 0-1 0 0,0 0 0 0 0,0 0 1 0 0,0 0-1 0 0,0 0 0 0 0,0 0 1 0 0,0 1-1 0 0,0-1 0 0 0,0 0 1 0 0,0 0-1 0 0,-1 0 0 0 0,1 0 0 0 0,0 0 1 0 0,0 0-1 0 0,0 0 0 0 0,0 0 1 0 0,0 0-1 0 0,0 0 0 0 0,0 0 1 0 0,0 0-1 0 0,0 1 0 0 0,1-1-9 0 0,-1 1 0 0 0,0-1-1 0 0,0 0 1 0 0,0 1 0 0 0,0-1-1 0 0,0 1 1 0 0,1-1 0 0 0,-1 1-1 0 0,0-1 1 0 0,0 1 0 0 0,0-1-1 0 0,0 1 1 0 0,0-1 0 0 0,-1 1-1 0 0,1-1 1 0 0,0 2 0 0 0,0-2 5 0 0,0 1 0 0 0,0 0 1 0 0,0-1-1 0 0,-1 1 1 0 0,1 0-1 0 0,0 0 0 0 0,1-1 1 0 0,-1 1-1 0 0,0 0 0 0 0,0 0 1 0 0,0-1-1 0 0,1 2 0 0 0,0 2 6 0 0,1 1 0 0 0,-1-1-1 0 0,0 1 1 0 0,0-1-1 0 0,0 1 1 0 0,0 0 0 0 0,-1-1-1 0 0,0 1 1 0 0,0 6 0 0 0,1 17 28 0 0,0-20-30 0 0,-1 1 0 0 0,-1 12 0 0 0,1-15-1 0 0,-1 0-1 0 0,1 0 1 0 0,0 0 0 0 0,1 0-1 0 0,0 0 1 0 0,2 9-1 0 0,-1 0-1 0 0,-2-13 0 0 0,0 0 1 0 0,1 0-1 0 0,-1 0 0 0 0,0 0 1 0 0,1 0-1 0 0,-1-1 1 0 0,2 3-1 0 0,-1 0 4 0 0,0 0 0 0 0,0 0 0 0 0,0 0 0 0 0,0-1 0 0 0,-1 1 0 0 0,0 0 0 0 0,0 7-1 0 0,1 11 5 0 0,2 1-11 0 0,-1 27 0 0 0,2-31 35 0 0,-1 53-57 0 0,2-24 26 0 0,-1 31 23 0 0,1-32-22 0 0,-5 62-18 0 0,2-72-4 0 0,1-8 16 0 0,-3 102-36 0 0,0-131 38 0 0,0 2-124 0 0,0 0 0 0 0,-1 0 0 0 0,1 0 0 0 0,0 0 0 0 0,0 0 0 0 0,0 0 0 0 0,0 0 0 0 0,1 1 0 0 0,0 1 0 0 0,0 6-963 0 0,1 9-3660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16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77 0 0 0,'0'0'13782'0'0,"4"-5"-12932"0"0,10-14-75 0 0,-14 19-469 0 0,1 0-1 0 0,-1-1 0 0 0,1 1 0 0 0,-1-1 0 0 0,0 0 1 0 0,1 1-1 0 0,-1-1 0 0 0,0 1 0 0 0,1-1 0 0 0,-1 1 1 0 0,0-1-1 0 0,0 0 0 0 0,0 1 0 0 0,0-1 0 0 0,1 0 1 0 0,-1 1-1 0 0,0-1 0 0 0,0 0 0 0 0,0 1 0 0 0,0-1 1 0 0,-1-1-1 0 0,1 2-272 0 0,0 0 0 0 0,0 0 0 0 0,0 0 0 0 0,0 0 0 0 0,0 0 0 0 0,0-1 1 0 0,0 1-1 0 0,0 0 0 0 0,0 0 0 0 0,0 0 0 0 0,0 0 0 0 0,0 0 0 0 0,0 0 0 0 0,0-1 0 0 0,0 1 0 0 0,0 0 0 0 0,0 0 1 0 0,0 0-1 0 0,0 0 0 0 0,1 0 0 0 0,-1 0 0 0 0,0-1 0 0 0,0 1 0 0 0,0 0 0 0 0,0 0 0 0 0,0 0 0 0 0,0 0 0 0 0,0 0 0 0 0,0 0 1 0 0,0 0-1 0 0,1 0 0 0 0,-1-1 0 0 0,0 1 0 0 0,0 0 0 0 0,0 0 0 0 0,0 0 0 0 0,0 0 0 0 0,0 0 0 0 0,1 0 0 0 0,-1 0 1 0 0,0 0-1 0 0,0 0 0 0 0,0 0 0 0 0,0 0 0 0 0,0 0 0 0 0,1 0 0 0 0,-1 0 67 0 0,1 0-1 0 0,-1 0 0 0 0,1-1 1 0 0,-1 1-1 0 0,1 0 1 0 0,-1-1-1 0 0,1 1 1 0 0,-1 0-1 0 0,1-1 1 0 0,-1 1-1 0 0,1 0 1 0 0,-1-1-1 0 0,0 1 0 0 0,1-1 1 0 0,-1 0-1 0 0,1 1-49 0 0,-1-1-1 0 0,0 1 1 0 0,0 0-1 0 0,0-1 1 0 0,1 1-1 0 0,-1 0 0 0 0,0 0 1 0 0,0-1-1 0 0,1 1 1 0 0,-1 0-1 0 0,0 0 1 0 0,1 0-1 0 0,-1-1 0 0 0,0 1 1 0 0,1 0-1 0 0,-1 0 1 0 0,0 0-1 0 0,1 0 1 0 0,-1 0-1 0 0,0-1 0 0 0,1 1 1 0 0,-1 0-1 0 0,0 0 1 0 0,1 0-1 0 0,-1 0 1 0 0,1 0-1 0 0,-1 0 326 0 0,0 0-361 0 0,0 0 0 0 0,0 0 0 0 0,0 0 0 0 0,0 0 0 0 0,0 0 0 0 0,0-1 1 0 0,0 1-1 0 0,-1 0 0 0 0,1 0 0 0 0,0 0 0 0 0,0 0 0 0 0,0 0 0 0 0,0 0 0 0 0,0 0 0 0 0,-1 0 0 0 0,1 0 1 0 0,0 0-1 0 0,0 0 0 0 0,0 0 0 0 0,0 0 0 0 0,-1 0 0 0 0,1 0 0 0 0,0 0 0 0 0,0 0 0 0 0,0 0 0 0 0,0 0 1 0 0,-1 0-1 0 0,1 0 0 0 0,0 0 0 0 0,0 0 0 0 0,0 0 0 0 0,0 0 0 0 0,0 0 0 0 0,-1 0 0 0 0,1 0 1 0 0,0 0-1 0 0,0 0 0 0 0,0 0 0 0 0,0 0 0 0 0,0 1 0 0 0,-1-1 0 0 0,1 0 0 0 0,0 0 0 0 0,0 0 0 0 0,0 0 1 0 0,0 0-1 0 0,0 0 0 0 0,0 1 0 0 0,0-1 0 0 0,0 0 0 0 0,0 0 0 0 0,0 0 0 0 0,0 0 0 0 0,-1 1 1 0 0,1-1-1 0 0,0 0 0 0 0,0 0 0 0 0,0 0 0 0 0,0 3-19 0 0,0-1-1 0 0,-1 0 1 0 0,1 1 0 0 0,-1-1 0 0 0,0 0-1 0 0,0 0 1 0 0,0 0 0 0 0,-2 4 0 0 0,-5 13 13 0 0,5-9 8 0 0,-1 0 0 0 0,-8 18-1 0 0,-3 7 1 0 0,-3 3 47 0 0,4-9-51 0 0,12-25 3 0 0,1 0-10 0 0,0-1 0 0 0,-1 1 1 0 0,1-1-1 0 0,-1 0 0 0 0,0 0 0 0 0,0 1 1 0 0,0-1-1 0 0,-1-1 0 0 0,-2 5 1 0 0,2 0 733 0 0,3-6-61 0 0,0-4-416 0 0,0 3-254 0 0,-7-16 136 0 0,-67-83-171 0 0,62 81 20 0 0,1-1 1 0 0,1-1 0 0 0,-14-35 0 0 0,19 42 12 0 0,4 11-4 0 0,0 0 0 0 0,0 0 1 0 0,0-1-1 0 0,0 1 0 0 0,0-1 0 0 0,0-4 0 0 0,1 5-801 0 0,0 6-1360 0 0,0-3 1526 0 0,0 0-1 0 0,-1 0 1 0 0,1 0-1 0 0,0 0 1 0 0,0 0-1 0 0,0 0 1 0 0,-1 0-1 0 0,1 0 1 0 0,0 0-1 0 0,-2 1 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28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1096 1 0 0 0,'7'8'20265'0'0,"-9"-2"-18995"0"0,-4-6-1325 0 0,1 1 0 0 0,-1 0 0 0 0,1 1 1 0 0,-1-1-1 0 0,-6 4 0 0 0,-13 3 308 0 0,-13-2 424 0 0,-63 2 0 0 0,90-7-596 0 0,-184 0 948 0 0,102-2-684 0 0,52 1-200 0 0,-121-3 330 0 0,141 2-378 0 0,13 1-26 0 0,0 0 1 0 0,0-1-1 0 0,1 0 0 0 0,-14-3 0 0 0,15 3-26 0 0,1 0 0 0 0,0 1-1 0 0,0 0 1 0 0,-1 0-1 0 0,1 0 1 0 0,0 0-1 0 0,-1 1 1 0 0,1 0 0 0 0,0 0-1 0 0,-7 3 1 0 0,4-2-31 0 0,1 0 1 0 0,-1-1-1 0 0,-10 1 1 0 0,17-2 30 0 0,-16 0-118 0 0,-42 3-31 0 0,41 3 82 0 0,10-1-17 0 0,-1-2 41 0 0,0-1-1 0 0,0 0 0 0 0,-1 0 0 0 0,1 0 0 0 0,-14-1 0 0 0,-21 1 1545 0 0,44-2-1550 0 0,0 0 1 0 0,0 0-1 0 0,0 0 1 0 0,0-1-1 0 0,1 1 1 0 0,-1 0-1 0 0,0 0 1 0 0,0 0-1 0 0,0 0 1 0 0,0 0-1 0 0,0 0 1 0 0,0 0-1 0 0,0 0 1 0 0,0 0-1 0 0,0 0 1 0 0,0 0-1 0 0,0 0 1 0 0,0 0-1 0 0,0 0 1 0 0,0 0-1 0 0,0 0 1 0 0,0 0-1 0 0,0 0 1 0 0,0 0-1 0 0,1 0 1 0 0,-1 0-1 0 0,0 0 1 0 0,0 0-1 0 0,0 0 1 0 0,0 0-1 0 0,0 0 1 0 0,0 0-1 0 0,0 0 1 0 0,0 0-1 0 0,0 0 1 0 0,0 0-1 0 0,0 0 1 0 0,0 0-1 0 0,0 0 1 0 0,1 0-1 0 0,-1 0 1 0 0,0 0-1 0 0,0 0 1 0 0,0 0-1 0 0,0 0 1 0 0,0 0-1 0 0,0 0 1 0 0,0 0-1 0 0,0 0 1 0 0,0 0-1 0 0,0 0 1 0 0,0 0-1 0 0,0 0 1 0 0,0 0-1 0 0,0 0 1 0 0,0 1-1 0 0,0-1 1 0 0,0 0-1 0 0,0 0 1 0 0,0 0-1 0 0,0 0 1 0 0,0 0-1 0 0,0 0 1 0 0,0 0-1 0 0,0 0 1 0 0,0 0-1 0 0,0 0 1 0 0,3 4-809 0 0,-2-3 803 0 0,0 1 0 0 0,0 0-1 0 0,0 0 1 0 0,0 0-1 0 0,-1 0 1 0 0,1 0 0 0 0,0 0-1 0 0,-1 0 1 0 0,1 3-1 0 0,4 14 72 0 0,-3-15-57 0 0,-1 0-1 0 0,0 0 1 0 0,0 0-1 0 0,0 0 0 0 0,0 0 1 0 0,-1 0-1 0 0,1 8 1 0 0,0 2 9 0 0,0 3 0 0 0,-1-14-3 0 0,0 0 0 0 0,0 0 0 0 0,0 0 0 0 0,0 0 0 0 0,1 0 0 0 0,0 0 0 0 0,-1 0 0 0 0,1 0 0 0 0,2 3 0 0 0,-2-2 14 0 0,1 0 1 0 0,0 0 0 0 0,-1-1-1 0 0,1 6 1 0 0,-1-5 1 0 0,0 0 0 0 0,0-1 1 0 0,0 1-1 0 0,1 0 0 0 0,1 3 1 0 0,0-2-9 0 0,-1 0 0 0 0,1 0 0 0 0,1 7 0 0 0,2 5 13 0 0,-1 4-40 0 0,-4-18 8 0 0,-1 0-1 0 0,1 1 0 0 0,0-1 1 0 0,0 0-1 0 0,0 0 0 0 0,1 4 1 0 0,1-2 2 0 0,-2 0 0 0 0,1 0 0 0 0,-1 1 0 0 0,0-1 1 0 0,0 1-1 0 0,0-1 0 0 0,-1 10 0 0 0,1 1 26 0 0,2 6-36 0 0,1 32 1 0 0,-4-45 17 0 0,0-1 0 0 0,0-1 0 0 0,0 0 0 0 0,3 14 0 0 0,-2-14-6 0 0,0 0 1 0 0,-1 1-1 0 0,0-1 1 0 0,-1 12-1 0 0,0 3-20 0 0,1 307 254 0 0,0-328-174 0 0,0 15-46 0 0,2-3-978 0 0,-1 7-2823 0 0,-1-19 3514 0 0,0-1 1 0 0,0 1-1 0 0,0 0 0 0 0,0 0 0 0 0,0-1 1 0 0,0 1-1 0 0,0 0 0 0 0,-1-1 0 0 0,1 1 0 0 0,0 0 1 0 0,0-1-1 0 0,-1 1 0 0 0,1 0 0 0 0,-1-1 1 0 0,1 1-1 0 0,0-1 0 0 0,-1 1 0 0 0,1-1 0 0 0,-1 1 1 0 0,0 0-1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2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343 121 4209 0 0,'0'0'20848'0'0,"0"-4"-20357"0"0,0 2-889 0 0,0 0 707 0 0,-1-1-1 0 0,1 1 0 0 0,0-1 0 0 0,0 1 0 0 0,0-1 1 0 0,0 1-1 0 0,1-1 0 0 0,-1 1 0 0 0,1-1 1 0 0,1-3-1 0 0,-1 5-279 0 0,0-1 0 0 0,0 1 1 0 0,-1 0-1 0 0,1 0 0 0 0,0-1 1 0 0,-1 1-1 0 0,1 0 0 0 0,0-2 1 0 0,3-7 139 0 0,-1 3-94 0 0,-3 6-69 0 0,0 1 0 0 0,0 0-1 0 0,0-1 1 0 0,0 1 0 0 0,0 0 0 0 0,1-1 0 0 0,-1 1 0 0 0,0 0 0 0 0,0-1-1 0 0,0 1 1 0 0,0 0 0 0 0,1-1 0 0 0,-1 1 0 0 0,0 0 0 0 0,0-1 0 0 0,1 1-1 0 0,-1 0 1 0 0,0 0 0 0 0,1-1 0 0 0,-1 1 0 0 0,0 0 0 0 0,1 0 0 0 0,-1 0-18 0 0,0 0 1 0 0,0 0 0 0 0,0-1 0 0 0,0 1 0 0 0,0 0-1 0 0,0 0 1 0 0,1 0 0 0 0,-1 0 0 0 0,0 0 0 0 0,0 0 0 0 0,0 0-1 0 0,0 0 1 0 0,0 0 0 0 0,0 0 0 0 0,0 0 0 0 0,0 0-1 0 0,0 0 1 0 0,0 0 0 0 0,0 0 0 0 0,0 1 0 0 0,1-1-1 0 0,-1 0 1 0 0,0 0 0 0 0,0 0 0 0 0,0 0 0 0 0,0 0 0 0 0,0 0-1 0 0,0 0 1 0 0,0 0 0 0 0,0 0 0 0 0,0 0 0 0 0,0 0-1 0 0,0 0 1 0 0,0 0 0 0 0,0 0 0 0 0,0 0 0 0 0,0 0 0 0 0,0 0-1 0 0,0 1 1 0 0,0-1 0 0 0,1 0 0 0 0,-1 0 0 0 0,0 0-1 0 0,0 0 1 0 0,0 0 0 0 0,-1 6-197 0 0,-4 8 193 0 0,4-11-14 0 0,-12 35 33 0 0,-25 48 0 0 0,22-48 60 0 0,15-36-62 0 0,0 0-1 0 0,0 0 1 0 0,0-1 0 0 0,0 1 0 0 0,0-1-1 0 0,-1 1 1 0 0,1-1 0 0 0,0 1 0 0 0,-1-1-1 0 0,1 0 1 0 0,-1 0 0 0 0,1 0 0 0 0,-1 0-1 0 0,0 0 1 0 0,-2 1 0 0 0,0 2 27 0 0,4-3-29 0 0,-1-1 0 0 0,1 0-1 0 0,0 0 1 0 0,0 1 0 0 0,0-1 0 0 0,0 0-1 0 0,-1 0 1 0 0,1 1 0 0 0,0-1-1 0 0,0 0 1 0 0,-1 0 0 0 0,1 1-1 0 0,0-1 1 0 0,0 0 0 0 0,-1 0-1 0 0,1 0 1 0 0,0 0 0 0 0,-1 0-1 0 0,1 0 1 0 0,0 1 0 0 0,0-1-1 0 0,-1 0 1 0 0,1 0 0 0 0,0 0-1 0 0,-1 0 1 0 0,-13 1 41 0 0,11 0-14 0 0,1-1 0 0 0,-1 1 0 0 0,1-1 0 0 0,-1 0 0 0 0,1 0 0 0 0,-1 0 1 0 0,1 0-1 0 0,-1-1 0 0 0,0 1 0 0 0,-3-2 0 0 0,-5-3 4 0 0,0-1 1 0 0,1 0-1 0 0,0 0 0 0 0,-13-10 1 0 0,17 11-26 0 0,-9-7 10 0 0,0 0 1 0 0,1-1 0 0 0,1-1 0 0 0,0 0-1 0 0,1-1 1 0 0,-16-24 0 0 0,24 32 37 0 0,0 0 0 0 0,0-1 0 0 0,0 1 0 0 0,1-1 0 0 0,0 0 0 0 0,1 0 0 0 0,0 0 0 0 0,0 0 1 0 0,1 0-1 0 0,-1-16 0 0 0,2 24 62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4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1719 0 0 0 0,'0'4'23671'0'0,"15"-4"-21967"0"0,-15 0-1544 0 0,-3 0 1139 0 0,3 0-1207 0 0,-362-4 1652 0 0,95 8-1001 0 0,-99-4-287 0 0,165 1-281 0 0,162 4-179 0 0,22-3 2 0 0,0-1 7 0 0,12-1-3 0 0,0 1 1 0 0,1-1-1 0 0,-1 1 0 0 0,-6 1 0 0 0,9-1-2 0 0,-1-1-1 0 0,0 1 0 0 0,1-1 0 0 0,-1 0 0 0 0,-4 0 1 0 0,4 0-2 0 0,1 0 1 0 0,-1 0-1 0 0,1 0 1 0 0,-1 0 0 0 0,-3 2-1 0 0,2-2 5 0 0,0 1-1 0 0,0 0 1 0 0,0-1-1 0 0,0 1 1 0 0,0-1-1 0 0,-4-1 0 0 0,4 1-1 0 0,0 0-1 0 0,0 0 1 0 0,0 0-1 0 0,0 1 0 0 0,0-1 1 0 0,-3 2-1 0 0,-1 0 3 0 0,1-1 1 0 0,0 1-1 0 0,-10-1 1 0 0,-1 1-23 0 0,-102 3 133 0 0,112-5-107 0 0,-103 1 237 0 0,111-1-245 0 0,-19-5 74 0 0,18 4-240 0 0,0 1-1 0 0,0 0 0 0 0,0-1 1 0 0,-1 1-1 0 0,1 0 1 0 0,0 0-1 0 0,0 0 0 0 0,0 0 1 0 0,0 0-1 0 0,-2 0 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4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34 0 0 0,'0'0'24641'0'0,"4"-3"-24047"0"0,12-10-110 0 0,-12 8 1536 0 0,2 1-1700 0 0,-1 0-265 0 0,-5 4-49 0 0,0 0-1 0 0,1-1 1 0 0,-1 1 0 0 0,1 0-1 0 0,-1-1 1 0 0,0 1 0 0 0,1 0-1 0 0,-1-1 1 0 0,1 1-1 0 0,-1 0 1 0 0,1 0 0 0 0,-1 0-1 0 0,1-1 1 0 0,-1 1-1 0 0,1 0 1 0 0,-1 0 0 0 0,1 0-1 0 0,0 0 78 0 0,-12 1-523 0 0,-10 13 424 0 0,9-5 23 0 0,1-1-1 0 0,-2-1 0 0 0,-12 6 0 0 0,-88 41 92 0 0,54-23-74 0 0,34-18-10 0 0,18-10-9 0 0,0 1 1 0 0,0 0-1 0 0,-8 6 1 0 0,2 0-10 0 0,-1-1 0 0 0,0 0 0 0 0,0-1 1 0 0,-18 7-1 0 0,19-12 35 0 0,11-2-29 0 0,1-1 0 0 0,-1 0 1 0 0,0 1-1 0 0,1 0 0 0 0,-1-1 0 0 0,0 1 0 0 0,1 0 0 0 0,-1-1 0 0 0,1 1 1 0 0,-3 2-1 0 0,-10 1 38 0 0,13-3-41 0 0,1-1 0 0 0,0 0 1 0 0,0 1-1 0 0,-1-1 0 0 0,1 0 1 0 0,0 0-1 0 0,0 1 1 0 0,-1-1-1 0 0,1 0 0 0 0,0 0 1 0 0,-1 1-1 0 0,1-1 0 0 0,0 0 1 0 0,-1 0-1 0 0,1 0 0 0 0,-1 1 1 0 0,1-1-1 0 0,0 0 0 0 0,-1 0 1 0 0,1 0-1 0 0,-1 0 1 0 0,1 0-1 0 0,0 0 0 0 0,-1 0 1 0 0,1 0-1 0 0,-1 0 0 0 0,0 0 9 0 0,0 1 0 0 0,0-1 0 0 0,1 1 0 0 0,-1-1 0 0 0,0 1 0 0 0,1 0 0 0 0,-1-1 0 0 0,1 1-1 0 0,-1 0 1 0 0,1 0 0 0 0,-1-1 0 0 0,1 1 0 0 0,-1 1 0 0 0,1-2-13 0 0,9 11-127 0 0,-2-5 177 0 0,1 1-4 0 0,0-1 0 0 0,0 0 0 0 0,11 6 0 0 0,-13-9-33 0 0,20 11 81 0 0,36 14-1 0 0,111 28 86 0 0,-165-54-191 0 0,0 0 1 0 0,0-1 0 0 0,12 1-1 0 0,-20-2-105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5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3674 6 0 0 0,'0'0'6676'0'0,"-22"0"-2788"0"0,-45 0 2647 0 0,0 1-3729 0 0,-69 0-372 0 0,75-5-1813 0 0,-59 1 185 0 0,-121 3 440 0 0,189 4-1169 0 0,-2 1 101 0 0,22 0-129 0 0,-40-1 200 0 0,-114 7 240 0 0,141-8-403 0 0,-45 5 49 0 0,55-5-100 0 0,24-2 3 0 0,0 0 1 0 0,-20 0 0 0 0,-8 0 35 0 0,-53 6-10 0 0,64-6-52 0 0,19-1-2 0 0,0 0 0 0 0,-16 4 0 0 0,14-3 6 0 0,-1 1 0 0 0,-13-1 0 0 0,-6 0 38 0 0,-66 3 60 0 0,-6-1 9 0 0,95-3-108 0 0,-75 4 127 0 0,-107-4 117 0 0,124-4-189 0 0,-78 1 228 0 0,24 1-248 0 0,20 0 8 0 0,6-1 18 0 0,-1-2 10 0 0,-100 3-86 0 0,120-3 30 0 0,-42-1-1 0 0,109 7-31 0 0,1-1 9 0 0,0 0 1 0 0,0-1-1 0 0,-13-1 1 0 0,13 0-5 0 0,1 2 0 0 0,-1-1-1 0 0,1 1 1 0 0,-14 1 0 0 0,-9 0 0 0 0,-267-1 237 0 0,266 0-221 0 0,8 1 103 0 0,0-1 0 0 0,-39-6 1 0 0,43 4 722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5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28 0 0 0,'0'0'12773'0'0,"-3"0"-11700"0"0,-6 0-221 0 0,-2-3 7136 0 0,3-8-6864 0 0,2 4-551 0 0,5 0 2803 0 0,3 10-2866 0 0,11 7-456 0 0,47 33 87 0 0,-42-30-66 0 0,31 25 0 0 0,13 13-24 0 0,1 0 18 0 0,-39-31-84 0 0,-13-11 38 0 0,14 15 1 0 0,-19-18-4 0 0,1-1-1 0 0,12 10 1 0 0,7 6 29 0 0,-24-19-48 0 0,0-1 0 0 0,0 0 0 0 0,0 1 0 0 0,-1-1 0 0 0,1 0 0 0 0,3 1 0 0 0,9 6 11 0 0,-14-8-74 0 0,1 1 0 0 0,-1-1 0 0 0,0 1 0 0 0,1-1 0 0 0,-1 0-1 0 0,1 1 1 0 0,-1-1 0 0 0,1 0 0 0 0,-1 0 0 0 0,1 0 0 0 0,-1 1 0 0 0,1-1 0 0 0,-1 0 0 0 0,1 0 0 0 0,0 0 0 0 0,-3-6-5001 0 0,-6-3 1554 0 0,-3-3-5271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57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8 2713 0 0,'0'0'21935'0'0,"-2"-1"-21284"0"0,2 0-312 0 0,-5-3-422 0 0,1 3 3133 0 0,-6 6-3244 0 0,-2 2 214 0 0,-2 0-1 0 0,1 0-1 0 0,0 1 0 0 0,0 1 0 0 0,1 0 1 0 0,-18 16-1 0 0,11-7 27 0 0,1 2 0 0 0,-30 39 1 0 0,29-33-11 0 0,-48 64 173 0 0,63-86-202 0 0,3-4-1 0 0,1 1 1 0 0,-1 0-1 0 0,0-1 1 0 0,1 1-1 0 0,-1 0 1 0 0,0 0-1 0 0,1 0 0 0 0,-1-1 1 0 0,1 1-1 0 0,-1 0 1 0 0,1 0-1 0 0,0 0 1 0 0,-1 0-1 0 0,1 2 1 0 0,-1-2-92 0 0,-1 2 524 0 0,4-3-346 0 0,3-3-2891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7:5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22 368 0 0,'0'0'22021'0'0,"-8"-3"-21752"0"0,-26-9-61 0 0,31 10-167 0 0,-1 1 0 0 0,0 0 0 0 0,0 0 0 0 0,0 1 0 0 0,0-1-1 0 0,0 1 1 0 0,0 0 0 0 0,-1 0 0 0 0,-5 0 0 0 0,-6 1 48 0 0,3-1-31 0 0,-25 0 139 0 0,1 1 0 0 0,-38 7 0 0 0,58-6-18 0 0,0-1 0 0 0,-19 0 0 0 0,22-1 1766 0 0,15 11-1935 0 0,3 20 1 0 0,1 5 63 0 0,-4-28-54 0 0,1 1-1 0 0,3 12 1 0 0,0 1 30 0 0,14 50 68 0 0,-3-14-51 0 0,-10-38-43 0 0,9 23 0 0 0,-7-24-7 0 0,4 20 0 0 0,-2-3-18 0 0,-3-12-1 0 0,-1 1 0 0 0,3 37 0 0 0,-8 4-158 0 0,-2-26 2461 0 0,2-40-2289 0 0,-1-1 1 0 0,1 0 0 0 0,0 0 0 0 0,0 1 0 0 0,-1-1 0 0 0,1 1 0 0 0,0-1 0 0 0,0 0 0 0 0,0 1 0 0 0,0 0 0 0 0,0-1 0 0 0,0 1 0 0 0,0-1 0 0 0,-1 1-1 0 0,1 0 1 0 0,0 0 0 0 0,0 0 0 0 0,2-1 0 0 0,2 0-28 0 0,7-3-23 0 0,0 1-1 0 0,0 0 1 0 0,1 1 0 0 0,-1 1-1 0 0,18-1 1 0 0,-11 1-36 0 0,33-4-406 0 0,-50 5 391 0 0,0 0-1 0 0,-1-1 0 0 0,1 1 1 0 0,0 0-1 0 0,0-1 1 0 0,0 0-1 0 0,-1 1 1 0 0,4-3-1 0 0,0-3-3898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8:0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13 144 0 0,'0'0'23640'0'0,"-2"-2"-22963"0"0,-7-8 3263 0 0,9 14-3940 0 0,1 0 0 0 0,-1 0 0 0 0,1 0 0 0 0,1 4 1 0 0,12 29 3 0 0,-4-11 3 0 0,6 17 25 0 0,-9-26-22 0 0,-6-14-11 0 0,1 0 0 0 0,-1 0 0 0 0,0 0-1 0 0,0 1 1 0 0,0-1 0 0 0,-1 0 0 0 0,2 6 0 0 0,-2-2 188 0 0,2-12 446 0 0,12-27-649 0 0,-12 24-23 0 0,1 0-1 0 0,1-1 1 0 0,0 1-1 0 0,0 0 0 0 0,1 1 1 0 0,0-1-1 0 0,8-9 1 0 0,-4 7-2 0 0,0 0 0 0 0,1 1 0 0 0,1 0 0 0 0,11-8 0 0 0,-18 14 46 0 0,1 1 1 0 0,-1-1 0 0 0,1 1-1 0 0,-1 0 1 0 0,1 0 0 0 0,0 1-1 0 0,4-2 1 0 0,-7 3-4 0 0,0-1 0 0 0,0 1 0 0 0,-1 0 0 0 0,1 0-1 0 0,0 0 1 0 0,0 0 0 0 0,0 0 0 0 0,-1 1 0 0 0,1-1 0 0 0,0 0-1 0 0,0 1 1 0 0,-1-1 0 0 0,1 1 0 0 0,0 0 0 0 0,1 0 0 0 0,1 2-18 0 0,0 0-1 0 0,0 0 1 0 0,-1 0 0 0 0,5 5 0 0 0,12 9 11 0 0,-6-5 5 0 0,0-1 1 0 0,19 23-1 0 0,-12-13 0 0 0,-11-10 5 0 0,-7-7-5 0 0,0-1 0 0 0,0 1 1 0 0,1-1-1 0 0,-1 0 1 0 0,5 3-1 0 0,-7-5-31 0 0,-1-1-1 0 0,1 1 0 0 0,0 0 1 0 0,-1-1-1 0 0,1 1 1 0 0,-1 0-1 0 0,1-1 1 0 0,-1 1-1 0 0,1 0 1 0 0,-1 0-1 0 0,0-1 0 0 0,1 1 1 0 0,-1 0-1 0 0,0 0 1 0 0,0 0-1 0 0,1 0 1 0 0,-1-1-1 0 0,0 1 0 0 0,0 0 1 0 0,0 0-1 0 0,0 0 1 0 0,0 0-1 0 0,0 0 1 0 0,-1 1-1 0 0,1 2-1229 0 0,-1-3 766 0 0,0-1 0 0 0,1 0 0 0 0,-1 1 0 0 0,0-1 1 0 0,0 0-1 0 0,0 0 0 0 0,0 0 0 0 0,0 0 0 0 0,0 0 0 0 0,0 0 0 0 0,-2 0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8:0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0 0 0,'0'0'23342'0'0,"0"-3"-22948"0"0,1-9-80 0 0,-1 12-301 0 0,0 0 0 0 0,1 0-1 0 0,-1 0 1 0 0,0-1 0 0 0,0 1-1 0 0,0 0 1 0 0,0 0 0 0 0,0 0-1 0 0,0-1 1 0 0,0 1-1 0 0,0 0 1 0 0,1 0 0 0 0,-1 0-1 0 0,0 0 1 0 0,0 0 0 0 0,0-1-1 0 0,0 1 1 0 0,1 0-1 0 0,-1 0 1 0 0,0 0 0 0 0,0 0-1 0 0,0 0 1 0 0,0 0 0 0 0,1 0-1 0 0,-1 0 1 0 0,0 0-1 0 0,0 0 1 0 0,0 0 0 0 0,1-1-1 0 0,-1 1 1 0 0,0 0 0 0 0,0 0-1 0 0,0 1 1 0 0,1-1 0 0 0,-1 0-1 0 0,0 0 1 0 0,0 0-1 0 0,0 0 1 0 0,1 0 0 0 0,-1 0-1 0 0,0 0 1 0 0,1 0 0 0 0,8 4 84 0 0,-7-3-59 0 0,41 13 121 0 0,-24-7-53 0 0,29 7 0 0 0,-34-10-59 0 0,-9-3 14 0 0,0 0 0 0 0,0 0 0 0 0,8 1 0 0 0,-12 0-53 0 0,-1-1 1 0 0,1 0-1 0 0,-1 0 0 0 0,1 1 1 0 0,-1-1-1 0 0,0 0 0 0 0,0 1 1 0 0,0-1-1 0 0,0 0 1 0 0,0 1-1 0 0,0-1 0 0 0,0 0 1 0 0,0 2-1 0 0,0 0 23 0 0,-1 34-34 0 0,0-16 6 0 0,1 1 1 0 0,1 0-1 0 0,5 25 0 0 0,2 6 20 0 0,1 9-3 0 0,-2-31-28 0 0,-2 1 0 0 0,2 33 1 0 0,-5 67-71 0 0,-2-132 75 0 0,0 1-2 0 0,0 1 15 0 0,17 11 90 0 0,-8-7-65 0 0,-5-3-166 0 0,-13-1-47 0 0,-19 1-141 0 0,0-1 0 0 0,-41-3 0 0 0,20 0-5503 0 0,33 1-4660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8:0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25 1136 0 0,'0'0'18987'0'0,"-2"-3"-18196"0"0,-7-11-56 0 0,5 7 4200 0 0,5 14-4500 0 0,0 2-434 0 0,0-1 1 0 0,0 1-1 0 0,1-1 1 0 0,2 10-1 0 0,-1-7 23 0 0,3 21 0 0 0,-3-11-13 0 0,1 0 1 0 0,6 22-1 0 0,-9-41 11 0 0,0 0 0 0 0,0 0 0 0 0,0 0-1 0 0,0 1 1 0 0,0-1 0 0 0,0 0-1 0 0,0 0 1 0 0,1-1 0 0 0,-1 1-1 0 0,1 0 1 0 0,-1 0 0 0 0,1-1-1 0 0,2 3 1 0 0,1-1 94 0 0,0 0 0 0 0,0 0 0 0 0,10 4 0 0 0,-7-4-85 0 0,-5-2-18 0 0,0 0-1 0 0,1 0 0 0 0,-1 0 1 0 0,1 0-1 0 0,-1-1 0 0 0,4 1 1 0 0,10 1-29 0 0,5 1-36 0 0,0-1 0 0 0,43-2 0 0 0,-34 0-16 0 0,-26 0 62 0 0,0-1 0 0 0,0 1 0 0 0,0-1 0 0 0,0 0 0 0 0,0 0 0 0 0,0-1 0 0 0,0 0 0 0 0,0 1 1 0 0,0-2-1 0 0,-1 1 0 0 0,1 0 0 0 0,-1-1 0 0 0,0 0 0 0 0,1 0 0 0 0,-1 0 0 0 0,-1-1 0 0 0,1 0 0 0 0,0 1 0 0 0,-1-1 0 0 0,0 0 0 0 0,0-1 0 0 0,0 1 1 0 0,0 0-1 0 0,-1-1 0 0 0,1 0 0 0 0,-1 1 0 0 0,-1-1 0 0 0,2-5 0 0 0,1-1 0 0 0,-1 0 0 0 0,-1 0 0 0 0,0-1 0 0 0,-1 1 0 0 0,0 0 0 0 0,-1-1 0 0 0,-1-17 0 0 0,1 29 10 0 0,0-1 1 0 0,0 0 0 0 0,0 0-1 0 0,0 1 1 0 0,0-1 0 0 0,-1 0-1 0 0,1 1 1 0 0,0-1-1 0 0,0 0 1 0 0,-1 1 0 0 0,1-1-1 0 0,0 0 1 0 0,-1 1-1 0 0,1-1 1 0 0,-1 0 0 0 0,1 1-1 0 0,-1-1 1 0 0,0 0-1 0 0,0 1-14 0 0,1 0 0 0 0,0 0-1 0 0,-1-1 1 0 0,1 1-1 0 0,-1 0 1 0 0,1 0-1 0 0,0 0 1 0 0,-1 0-1 0 0,1 0 1 0 0,-1 0 0 0 0,1 1-1 0 0,0-1 1 0 0,-1 0-1 0 0,1 0 1 0 0,-1 0-1 0 0,1 0 1 0 0,0 0-1 0 0,-1 1 1 0 0,1-1 0 0 0,0 0-1 0 0,-1 0 1 0 0,1 0-1 0 0,-1 1 1 0 0,-1 1-15 0 0,0 0 1 0 0,0 0-1 0 0,0 1 1 0 0,0-1-1 0 0,0 1 1 0 0,-1 2-1 0 0,-5 9 37 0 0,3-6-11 0 0,0 1-1 0 0,1 0 1 0 0,-6 14 0 0 0,4-8 20 0 0,5-12-20 0 0,0-1 0 0 0,0 1 0 0 0,0 0 0 0 0,0 0 0 0 0,0 0 0 0 0,0 4 0 0 0,-4 56 80 0 0,6 85 1 0 0,2-92-92 0 0,-1-31 5 0 0,-3 41 1 0 0,0-24-1 0 0,2-37-3 0 0,-1 0 1 0 0,-1 1 0 0 0,1-1-1 0 0,-1 0 1 0 0,0 1 0 0 0,0-1 0 0 0,0 0-1 0 0,-1 0 1 0 0,0 0 0 0 0,0 0-1 0 0,0 0 1 0 0,-4 6 0 0 0,4-9 5 0 0,0 0-1 0 0,0 0 1 0 0,0 0 0 0 0,0 0-1 0 0,0-1 1 0 0,0 1 0 0 0,-1-1 0 0 0,1 1-1 0 0,0-1 1 0 0,-1 0 0 0 0,1 0-1 0 0,-1 0 1 0 0,0 0 0 0 0,1-1 0 0 0,-1 1-1 0 0,0-1 1 0 0,-3 1 0 0 0,2-1 15 0 0,-1 1 1 0 0,1-1 0 0 0,0-1-1 0 0,0 1 1 0 0,0-1 0 0 0,-1 1-1 0 0,1-1 1 0 0,0 0 0 0 0,0-1 0 0 0,-5-1-1 0 0,-12-8 36 0 0,1-1 0 0 0,1 0 0 0 0,0-1 0 0 0,1-1 0 0 0,1-1 0 0 0,-23-24 0 0 0,21 13 235 0 0,19 26-276 0 0,0-1 0 0 0,-1 1 1 0 0,1 0-1 0 0,0 0 0 0 0,0-1 0 0 0,-1 1 1 0 0,1 0-1 0 0,0-1 0 0 0,0 1 0 0 0,0-1 0 0 0,-1 1 1 0 0,1 0-1 0 0,0-1 0 0 0,0 1 0 0 0,0-1 1 0 0,0 1-1 0 0,0 0 0 0 0,0-1 0 0 0,0 1 1 0 0,0-1-1 0 0,0 1 0 0 0,0 0 0 0 0,0-1 0 0 0,0 1 1 0 0,0-1-1 0 0,0 1 0 0 0,0 0 0 0 0,0-1 1 0 0,1 1-1 0 0,-1-1 0 0 0,0 1 0 0 0,0 0 1 0 0,0-1-1 0 0,1 1 0 0 0,-1 0 0 0 0,0-1 0 0 0,0 1 1 0 0,1 0-1 0 0,-1 0 0 0 0,0-1 0 0 0,1 1 1 0 0,-1 0-1 0 0,0 0 0 0 0,1-1 0 0 0,20-10-34 0 0,-15 9-42 0 0,2-1 20 0 0,0 0 0 0 0,0 1-1 0 0,0 0 1 0 0,0 0 0 0 0,1 1 0 0 0,8-1 0 0 0,55 1-220 0 0,-40 2-27 0 0,-17 0-148 0 0,17-1 72 0 0,-30 0-20 0 0,0 0 1 0 0,0 0-1 0 0,-1-1 1 0 0,1 1-1 0 0,0-1 0 0 0,0 1 1 0 0,0-1-1 0 0,-1 1 0 0 0,1-1 1 0 0,0 0-1 0 0,-1 0 0 0 0,1 0 1 0 0,1-1-1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8:0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5025 0 0,'0'0'15969'0'0,"14"0"-15921"0"0,5-2-57 0 0,45 1-334 0 0,-55 1-487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8:0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18 440 0 0,'0'0'22700'0'0,"-6"-2"-22335"0"0,-21-6-40 0 0,27 8-315 0 0,-4-2 59 0 0,1 1 0 0 0,0 0 0 0 0,-1 0-1 0 0,1 0 1 0 0,0 1 0 0 0,-1-1 0 0 0,1 1 0 0 0,-6 0-1 0 0,6 0-58 0 0,-2 0-2 0 0,-2-1-12 0 0,1 2 0 0 0,-1-1 1 0 0,1 0-1 0 0,0 1 0 0 0,-12 3 1 0 0,-25 10 51 0 0,36-10-36 0 0,7-4-10 0 0,-1 0 0 0 0,1 1 0 0 0,0-1 0 0 0,-1 0 0 0 0,1 0 0 0 0,-1 1-1 0 0,0-1 1 0 0,1 0 0 0 0,-1 0 0 0 0,1 1 0 0 0,-1-1 0 0 0,1 0 0 0 0,-1 0 0 0 0,0 0 0 0 0,0 0-2 0 0,1 0 1 0 0,0 0-1 0 0,0 0 1 0 0,-1 0-1 0 0,1 0 1 0 0,0 1 0 0 0,0-1-1 0 0,-1 0 1 0 0,1 0-1 0 0,0 0 1 0 0,0 0-1 0 0,-1 1 1 0 0,1-1-1 0 0,0 0 1 0 0,0 0-1 0 0,0 0 1 0 0,0 1-1 0 0,-1-1 1 0 0,1 0-1 0 0,0 0 1 0 0,0 1-1 0 0,0-1 1 0 0,0 0-1 0 0,0 0 1 0 0,0 1-1 0 0,0-1 1 0 0,-1 0-1 0 0,1 1 1 0 0,0-1-1 0 0,0 1 1 0 0,0-1 7 0 0,-3 12 39 0 0,1 3 73 0 0,0-1 0 0 0,1 1 0 0 0,1-1 0 0 0,1 20 0 0 0,3-5 29 0 0,7 34-1 0 0,30 95 130 0 0,-33-121-212 0 0,2 7-45 0 0,6 64 1 0 0,-13-78-10 0 0,1 12-12 0 0,1-11 35 0 0,-5-30-37 0 0,0-1-4 0 0,0 0 6 0 0,0 0-1 0 0,0 0 1 0 0,0 0-1 0 0,0 1 1 0 0,0-1-1 0 0,0 0 1 0 0,0 0-1 0 0,0 0 1 0 0,0 1 0 0 0,0-1-1 0 0,0 0 1 0 0,0 0-1 0 0,0 0 1 0 0,0 0-1 0 0,0 0 1 0 0,0 1-1 0 0,0-1 1 0 0,0 0-1 0 0,0 0 1 0 0,0 0 0 0 0,0 0-1 0 0,1 0 1 0 0,-1 1-1 0 0,0-1 1 0 0,0 0-1 0 0,0 0 1 0 0,0 0-1 0 0,0 0 1 0 0,0 0-1 0 0,1 0 1 0 0,-1 0-1 0 0,0 0 1 0 0,0 1 0 0 0,0-1-1 0 0,0 0 1 0 0,1 0-1 0 0,-1 0 1 0 0,0 0-1 0 0,0 0 1 0 0,0 0-1 0 0,1 0 1 0 0,172 0-121 0 0,-173 0 27 0 0,0 0 0 0 0,1 0 1 0 0,-1 0-1 0 0,1-1 1 0 0,-1 1-1 0 0,1 0 0 0 0,-1 0 1 0 0,0 0-1 0 0,1 0 1 0 0,-1-1-1 0 0,0 1 1 0 0,1 0-1 0 0,-1 0 0 0 0,0-1 1 0 0,1 1-1 0 0,-1 0 1 0 0,0-1-1 0 0,1 1 1 0 0,-1 0-1 0 0,0-1 0 0 0,0 1 1 0 0,1-1-1 0 0,1-7-6727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8:0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63 6337 0 0,'0'0'17888'0'0,"-1"-5"-17672"0"0,0 2 34 0 0,-3-16-442 0 0,3 3 3164 0 0,1 16-2951 0 0,0-1 0 0 0,0 1 0 0 0,0-1 0 0 0,0 1 0 0 0,0 0 0 0 0,0-1 0 0 0,1 1 0 0 0,-1-1 0 0 0,0 1 0 0 0,0 0 0 0 0,0-1 0 0 0,1 1 0 0 0,-1 0 0 0 0,0-1 0 0 0,1 1 0 0 0,-1 0 0 0 0,0-1 0 0 0,1 1 0 0 0,-1 0 1 0 0,0 0-1 0 0,1-1 0 0 0,-1 1 0 0 0,0 0 0 0 0,1 0 0 0 0,-1 0 0 0 0,1 0 0 0 0,-1-1 0 0 0,0 1 0 0 0,1 0 0 0 0,-1 0 0 0 0,1 0 0 0 0,0 0 0 0 0,-1 0-75 0 0,0 2 29 0 0,1 0 0 0 0,-1-1 0 0 0,0 1-1 0 0,1 0 1 0 0,-1 0 0 0 0,1-1 0 0 0,0 1 0 0 0,1 2-1 0 0,2 7 11 0 0,5 29-1 0 0,3 50 1 0 0,-10-73 28 0 0,7 29 1 0 0,-7-125 619 0 0,-1 71-650 0 0,1 0-1 0 0,0-1 1 0 0,1 1-1 0 0,-1 0 1 0 0,7-13 0 0 0,0 1-22 0 0,-7 15 30 0 0,0 1-1 0 0,1-1 1 0 0,0 1-1 0 0,0-1 1 0 0,0 1-1 0 0,0 0 1 0 0,1 0-1 0 0,0 1 0 0 0,0-1 1 0 0,0 1-1 0 0,0 0 1 0 0,0 0-1 0 0,0 0 1 0 0,1 0-1 0 0,0 1 1 0 0,-1 0-1 0 0,1 0 1 0 0,0 0-1 0 0,0 0 0 0 0,0 1 1 0 0,0 0-1 0 0,1 0 1 0 0,-1 0-1 0 0,7 1 1 0 0,-9 0-1 0 0,-1 0-1 0 0,0 0 1 0 0,0 1 0 0 0,0 0 0 0 0,0-1 0 0 0,0 1 0 0 0,0 0 0 0 0,0 0 0 0 0,0 0 0 0 0,0 0 0 0 0,0 0-1 0 0,-1 0 1 0 0,1 1 0 0 0,0-1 0 0 0,2 3 0 0 0,3 4-5 0 0,-1-1 0 0 0,7 11 0 0 0,-9-12 8 0 0,5 8-9 0 0,-1 0-1 0 0,-1 0 0 0 0,6 15 0 0 0,-1 0 23 0 0,18 34-53 0 0,-27-57 21 0 0,-3-5-6 0 0,1-1 0 0 0,-1 1 0 0 0,1-1 0 0 0,-1 1 0 0 0,0 0 0 0 0,0-1 0 0 0,1 1 0 0 0,-1 0 0 0 0,0-1 0 0 0,0 1 0 0 0,0 0 0 0 0,1 0 0 0 0,-12-3-7737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3T14:48:0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0 0 0,'0'0'17560'0'0,"5"-6"-16964"0"0,18-19-53 0 0,-21 23-435 0 0,0 1 0 0 0,-1-1-1 0 0,1 1 1 0 0,0 0 0 0 0,0 0 0 0 0,0 0 0 0 0,-1 0 0 0 0,1 0 0 0 0,0 0 0 0 0,1 0 0 0 0,-1 1 0 0 0,0-1 0 0 0,0 1 0 0 0,0-1 0 0 0,0 1-1 0 0,0 0 1 0 0,0 0 0 0 0,1 0 0 0 0,-1 0 0 0 0,0 0 0 0 0,3 1 0 0 0,5 0 153 0 0,-3-1-62 0 0,0 0 1 0 0,0 0-1 0 0,0 1 1 0 0,1 0-1 0 0,-2 0 1 0 0,13 4-1 0 0,-7 0 151 0 0,20 8 222 0 0,-30-12-552 0 0,1 1 0 0 0,-1-1 0 0 0,1 1 0 0 0,-1-1 0 0 0,0 1 0 0 0,0 0 1 0 0,0 0-1 0 0,0 0 0 0 0,2 3 0 0 0,-1 0-29 0 0,0 1 0 0 0,0 0 0 0 0,-1 0 0 0 0,3 9 0 0 0,0 8 86 0 0,-1 0 0 0 0,-2 1 0 0 0,1 45 0 0 0,-2-12 20 0 0,5 82 111 0 0,-2-109-174 0 0,-1 9 3 0 0,-3-39-32 0 0,0 1 1 0 0,1-1-1 0 0,-1 1 1 0 0,0-1-1 0 0,0 1 1 0 0,0-1 0 0 0,0 1-1 0 0,0-1 1 0 0,0 1-1 0 0,1-1 1 0 0,-1 1-1 0 0,0-1 1 0 0,0 1-1 0 0,1-1 1 0 0,-1 1-1 0 0,0-1 1 0 0,0 0-1 0 0,1 1 1 0 0,-1-1-1 0 0,1 1 1 0 0,-1-1-1 0 0,1 0 11 0 0,9 11-37 0 0,-10-11 20 0 0,1 0 0 0 0,-1 0 0 0 0,0 1 0 0 0,1-1 0 0 0,-1 0-1 0 0,1 1 1 0 0,-1-1 0 0 0,0 0 0 0 0,0 1 0 0 0,1-1 0 0 0,-1 0 0 0 0,0 1 0 0 0,0-1 0 0 0,1 1 0 0 0,-1-1 0 0 0,0 0 0 0 0,0 1-1 0 0,0-1 1 0 0,0 1 0 0 0,0 0 0 0 0,0-1 3 0 0,2 13-204 0 0,-5-11 204 0 0,1 0 0 0 0,-1 0 0 0 0,0 0 0 0 0,0-1 0 0 0,0 1-1 0 0,0 0 1 0 0,0-1 0 0 0,0 0 0 0 0,0 0 0 0 0,-6 1 0 0 0,-4 1 101 0 0,-19 0 0 0 0,3 0 4 0 0,7 0-242 0 0,0-2 0 0 0,-32-2 0 0 0,14 0-1457 0 0,22 1-1094 0 0,5 0-3704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7ABD-0B2B-FD46-0231-7F122B817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104A9-2E65-E9DD-703E-F99E2D15F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73DA0-B655-F514-7CE8-453FE659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963E3-E64A-77D4-34A9-DA6A09D41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17FBC-6C2D-C0AB-4F5F-64F2973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8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B52A-C103-B735-0405-64D47ABE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58A77-B69D-8150-8EFE-4D25171D2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99B32-28F0-72FD-67AF-32AB5DC8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A189B-CF88-3B08-FB0E-5133957F2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6824-F5FA-11E3-027B-D4C132A3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2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458B-D76E-0789-2E9C-7C234305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13BC6-E471-3DFE-5627-2BCD775B3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F82E1-35C0-D9E3-2B7A-311BDCBA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385AE-234F-EFF1-6375-E017FD09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932B1-32BB-8F18-09EE-DE17D48D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5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6F6D-597F-4E5D-9F53-0F7CD105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C41D3-0C6E-2248-081E-5E552D64F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231E1-4873-14B5-B98E-E17702384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2A9F6-4EF4-BCFC-8F89-6A8DD287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5294D-D9A5-F918-DD91-CF37BA2C0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9B8BC-FAB8-FCE6-C0B8-5E89043B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3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F908-5D90-E2E0-21A8-C96F4292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5BF01-72CA-4816-6B6A-20D09827D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3698C-2616-6AE0-AB80-1A6B51B93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2F0B2-4497-8300-8305-B47356A46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6651E-F1F7-3E09-61CA-C821725F8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A7EEE-3882-7E75-FAA6-83279BF3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158BB-4737-C1D3-552F-7B117794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9EFB5-F76F-DA92-9CEA-B3CC5442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4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D7F5-2693-7AA9-8A94-25CA858E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E611A-844E-1BBB-08C1-1FE26413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A9D91-3E35-7119-A301-08460818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4634B-94AD-209F-8638-7F0406FB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50F28-A98D-83BD-AF58-8878C05ED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AE44C-876A-D6DE-AB64-BFBBAE3C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719BF-1263-4DCB-E02D-CC74463F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0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51C7-CCEB-0E71-E4B6-E64B4434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073B-F83B-D7DF-61D5-D9B74B371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1D382-CFAF-A434-B9F8-CCE2C7674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733F6-47A2-4BBA-41AE-1A3DC066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225A4-9497-EF83-2C65-772E7A4E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24F58-9EC1-E4EC-03A9-B2776583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30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260C-7540-0FB3-0005-D42780146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812DC2-D713-D21A-2EEF-E026D45B0D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17CEE-6958-6321-DD8F-9371797B5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45B80-10CF-0BBA-CD34-8A05A5E6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17AB0-232A-9C87-518C-602D6BA4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35508-67B0-571E-77F3-40BE9319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2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ED4D-C290-AA4C-73F4-499090CF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A872A-E274-188B-969B-712E1BD15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7EBD-4856-11BD-EF89-A75C8EA6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40B35-71DC-31C3-471B-B61A42C9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1387D-F2BB-A16F-0255-2034695C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5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A0406-E655-6ECF-B908-D4C0EA0B5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11408-0852-35BD-BC4E-3B0A9E1E5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5E0C7-472C-CF72-A7F3-01034116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B63F7-B2F5-E096-858C-87A8F2AD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11EDC-885D-2FD5-F941-7F19100D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78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411812-0185-60A3-C89C-4B84C68A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31573-65DB-EDE9-7752-7A7C73672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2BF3-3BC3-5245-0B95-5BA522611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F2CE7-A737-4E86-8512-13C39B49519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D21DC-310C-F09A-B2C7-0AD2A8692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4FF3-C8FF-8A8E-C3EC-C122DEA98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B7D56-02E0-426A-839B-E321D1EFD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9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customXml" Target="../ink/ink150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image" Target="../media/image161.png"/><Relationship Id="rId366" Type="http://schemas.openxmlformats.org/officeDocument/2006/relationships/image" Target="../media/image182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image" Target="../media/image133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customXml" Target="../ink/ink168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customXml" Target="../ink/ink140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image" Target="../media/image144.png"/><Relationship Id="rId304" Type="http://schemas.openxmlformats.org/officeDocument/2006/relationships/image" Target="../media/image151.png"/><Relationship Id="rId346" Type="http://schemas.openxmlformats.org/officeDocument/2006/relationships/image" Target="../media/image172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357" Type="http://schemas.openxmlformats.org/officeDocument/2006/relationships/customXml" Target="../ink/ink179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customXml" Target="../ink/ink130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34.png"/><Relationship Id="rId326" Type="http://schemas.openxmlformats.org/officeDocument/2006/relationships/image" Target="../media/image162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83.png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92" Type="http://schemas.openxmlformats.org/officeDocument/2006/relationships/image" Target="../media/image145.png"/><Relationship Id="rId306" Type="http://schemas.openxmlformats.org/officeDocument/2006/relationships/image" Target="../media/image152.png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image" Target="../media/image173.png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59.xml"/><Relationship Id="rId359" Type="http://schemas.openxmlformats.org/officeDocument/2006/relationships/customXml" Target="../ink/ink180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image" Target="../media/image184.png"/><Relationship Id="rId230" Type="http://schemas.openxmlformats.org/officeDocument/2006/relationships/customXml" Target="../ink/ink115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5.png"/><Relationship Id="rId328" Type="http://schemas.openxmlformats.org/officeDocument/2006/relationships/image" Target="../media/image163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image" Target="../media/image130.png"/><Relationship Id="rId283" Type="http://schemas.openxmlformats.org/officeDocument/2006/relationships/customXml" Target="../ink/ink142.xml"/><Relationship Id="rId318" Type="http://schemas.openxmlformats.org/officeDocument/2006/relationships/image" Target="../media/image158.png"/><Relationship Id="rId339" Type="http://schemas.openxmlformats.org/officeDocument/2006/relationships/customXml" Target="../ink/ink170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350" Type="http://schemas.openxmlformats.org/officeDocument/2006/relationships/image" Target="../media/image174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image" Target="../media/image125.png"/><Relationship Id="rId273" Type="http://schemas.openxmlformats.org/officeDocument/2006/relationships/customXml" Target="../ink/ink137.xml"/><Relationship Id="rId294" Type="http://schemas.openxmlformats.org/officeDocument/2006/relationships/image" Target="../media/image146.png"/><Relationship Id="rId308" Type="http://schemas.openxmlformats.org/officeDocument/2006/relationships/image" Target="../media/image153.png"/><Relationship Id="rId329" Type="http://schemas.openxmlformats.org/officeDocument/2006/relationships/customXml" Target="../ink/ink165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340" Type="http://schemas.openxmlformats.org/officeDocument/2006/relationships/image" Target="../media/image169.png"/><Relationship Id="rId361" Type="http://schemas.openxmlformats.org/officeDocument/2006/relationships/customXml" Target="../ink/ink181.xml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customXml" Target="../ink/ink132.xml"/><Relationship Id="rId284" Type="http://schemas.openxmlformats.org/officeDocument/2006/relationships/image" Target="../media/image141.png"/><Relationship Id="rId319" Type="http://schemas.openxmlformats.org/officeDocument/2006/relationships/customXml" Target="../ink/ink160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330" Type="http://schemas.openxmlformats.org/officeDocument/2006/relationships/image" Target="../media/image164.png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351" Type="http://schemas.openxmlformats.org/officeDocument/2006/relationships/customXml" Target="../ink/ink176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customXml" Target="../ink/ink127.xml"/><Relationship Id="rId274" Type="http://schemas.openxmlformats.org/officeDocument/2006/relationships/image" Target="../media/image136.png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image" Target="../media/image159.png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341" Type="http://schemas.openxmlformats.org/officeDocument/2006/relationships/customXml" Target="../ink/ink171.xml"/><Relationship Id="rId362" Type="http://schemas.openxmlformats.org/officeDocument/2006/relationships/image" Target="../media/image180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image" Target="../media/image131.png"/><Relationship Id="rId285" Type="http://schemas.openxmlformats.org/officeDocument/2006/relationships/customXml" Target="../ink/ink143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image" Target="../media/image154.png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331" Type="http://schemas.openxmlformats.org/officeDocument/2006/relationships/customXml" Target="../ink/ink166.xml"/><Relationship Id="rId35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image" Target="../media/image126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customXml" Target="../ink/ink138.xml"/><Relationship Id="rId296" Type="http://schemas.openxmlformats.org/officeDocument/2006/relationships/image" Target="../media/image147.png"/><Relationship Id="rId300" Type="http://schemas.openxmlformats.org/officeDocument/2006/relationships/image" Target="../media/image149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customXml" Target="../ink/ink161.xml"/><Relationship Id="rId342" Type="http://schemas.openxmlformats.org/officeDocument/2006/relationships/image" Target="../media/image170.png"/><Relationship Id="rId363" Type="http://schemas.openxmlformats.org/officeDocument/2006/relationships/customXml" Target="../ink/ink182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3.xml"/><Relationship Id="rId286" Type="http://schemas.openxmlformats.org/officeDocument/2006/relationships/image" Target="../media/image14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customXml" Target="../ink/ink156.xml"/><Relationship Id="rId332" Type="http://schemas.openxmlformats.org/officeDocument/2006/relationships/image" Target="../media/image165.png"/><Relationship Id="rId353" Type="http://schemas.openxmlformats.org/officeDocument/2006/relationships/customXml" Target="../ink/ink177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28.xml"/><Relationship Id="rId276" Type="http://schemas.openxmlformats.org/officeDocument/2006/relationships/image" Target="../media/image137.png"/><Relationship Id="rId297" Type="http://schemas.openxmlformats.org/officeDocument/2006/relationships/customXml" Target="../ink/ink149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customXml" Target="../ink/ink151.xml"/><Relationship Id="rId322" Type="http://schemas.openxmlformats.org/officeDocument/2006/relationships/image" Target="../media/image160.png"/><Relationship Id="rId343" Type="http://schemas.openxmlformats.org/officeDocument/2006/relationships/customXml" Target="../ink/ink172.xml"/><Relationship Id="rId364" Type="http://schemas.openxmlformats.org/officeDocument/2006/relationships/image" Target="../media/image181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image" Target="../media/image132.png"/><Relationship Id="rId287" Type="http://schemas.openxmlformats.org/officeDocument/2006/relationships/customXml" Target="../ink/ink144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image" Target="../media/image155.png"/><Relationship Id="rId333" Type="http://schemas.openxmlformats.org/officeDocument/2006/relationships/customXml" Target="../ink/ink167.xml"/><Relationship Id="rId354" Type="http://schemas.openxmlformats.org/officeDocument/2006/relationships/image" Target="../media/image176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image" Target="../media/image127.png"/><Relationship Id="rId277" Type="http://schemas.openxmlformats.org/officeDocument/2006/relationships/customXml" Target="../ink/ink139.xml"/><Relationship Id="rId298" Type="http://schemas.openxmlformats.org/officeDocument/2006/relationships/image" Target="../media/image148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image" Target="../media/image150.png"/><Relationship Id="rId323" Type="http://schemas.openxmlformats.org/officeDocument/2006/relationships/customXml" Target="../ink/ink162.xml"/><Relationship Id="rId344" Type="http://schemas.openxmlformats.org/officeDocument/2006/relationships/image" Target="../media/image17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customXml" Target="../ink/ink183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customXml" Target="../ink/ink134.xml"/><Relationship Id="rId288" Type="http://schemas.openxmlformats.org/officeDocument/2006/relationships/image" Target="../media/image14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customXml" Target="../ink/ink1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image" Target="../media/image166.png"/><Relationship Id="rId355" Type="http://schemas.openxmlformats.org/officeDocument/2006/relationships/customXml" Target="../ink/ink178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customXml" Target="../ink/ink129.xml"/><Relationship Id="rId278" Type="http://schemas.openxmlformats.org/officeDocument/2006/relationships/image" Target="../media/image138.png"/><Relationship Id="rId303" Type="http://schemas.openxmlformats.org/officeDocument/2006/relationships/customXml" Target="../ink/ink15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3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customXml" Target="../ink/ink145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6.png"/><Relationship Id="rId356" Type="http://schemas.openxmlformats.org/officeDocument/2006/relationships/image" Target="../media/image177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image" Target="../media/image128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customXml" Target="../ink/ink135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39.png"/><Relationship Id="rId336" Type="http://schemas.openxmlformats.org/officeDocument/2006/relationships/image" Target="../media/image167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9.png"/><Relationship Id="rId316" Type="http://schemas.openxmlformats.org/officeDocument/2006/relationships/image" Target="../media/image157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78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40.png"/><Relationship Id="rId338" Type="http://schemas.openxmlformats.org/officeDocument/2006/relationships/image" Target="../media/image168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251" Type="http://schemas.openxmlformats.org/officeDocument/2006/relationships/customXml" Target="../ink/ink126.xml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image" Target="../media/image179.png"/><Relationship Id="rId220" Type="http://schemas.openxmlformats.org/officeDocument/2006/relationships/customXml" Target="../ink/ink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0AA5-CC80-28DD-BEF0-C441EE551D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PS 07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3B8FE-F6A9-D11B-60BA-5DA9C1E03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4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C840E7B-359E-E471-580E-19C31E43C313}"/>
                  </a:ext>
                </a:extLst>
              </p14:cNvPr>
              <p14:cNvContentPartPr/>
              <p14:nvPr/>
            </p14:nvContentPartPr>
            <p14:xfrm>
              <a:off x="3512702" y="1124203"/>
              <a:ext cx="19440" cy="496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C840E7B-359E-E471-580E-19C31E43C3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4062" y="1115563"/>
                <a:ext cx="3708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0079D62-84DD-B927-D2CC-79EB61C80588}"/>
                  </a:ext>
                </a:extLst>
              </p14:cNvPr>
              <p14:cNvContentPartPr/>
              <p14:nvPr/>
            </p14:nvContentPartPr>
            <p14:xfrm>
              <a:off x="5182742" y="1096483"/>
              <a:ext cx="41760" cy="480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0079D62-84DD-B927-D2CC-79EB61C805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73742" y="1087483"/>
                <a:ext cx="5940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E51631B-AA55-2AE4-749C-1FFCD6951B1A}"/>
                  </a:ext>
                </a:extLst>
              </p14:cNvPr>
              <p14:cNvContentPartPr/>
              <p14:nvPr/>
            </p14:nvContentPartPr>
            <p14:xfrm>
              <a:off x="5175542" y="1045363"/>
              <a:ext cx="768960" cy="586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E51631B-AA55-2AE4-749C-1FFCD6951B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6902" y="1036363"/>
                <a:ext cx="78660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4B820A9-DC66-AE0B-2564-BCF88A49B4D1}"/>
                  </a:ext>
                </a:extLst>
              </p14:cNvPr>
              <p14:cNvContentPartPr/>
              <p14:nvPr/>
            </p14:nvContentPartPr>
            <p14:xfrm>
              <a:off x="7763582" y="3187003"/>
              <a:ext cx="18000" cy="570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4B820A9-DC66-AE0B-2564-BCF88A49B4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54582" y="3178003"/>
                <a:ext cx="3564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BA5DCE9-48F2-F175-D741-7A8182102D65}"/>
                  </a:ext>
                </a:extLst>
              </p14:cNvPr>
              <p14:cNvContentPartPr/>
              <p14:nvPr/>
            </p14:nvContentPartPr>
            <p14:xfrm>
              <a:off x="9492302" y="1252723"/>
              <a:ext cx="614880" cy="147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BA5DCE9-48F2-F175-D741-7A8182102D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83662" y="1244083"/>
                <a:ext cx="6325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C5B9AB0-51EE-FEA0-C16A-C5343F06881E}"/>
                  </a:ext>
                </a:extLst>
              </p14:cNvPr>
              <p14:cNvContentPartPr/>
              <p14:nvPr/>
            </p14:nvContentPartPr>
            <p14:xfrm>
              <a:off x="2864702" y="3507043"/>
              <a:ext cx="678600" cy="169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C5B9AB0-51EE-FEA0-C16A-C5343F0688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56062" y="3498403"/>
                <a:ext cx="6962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11E062F-D52D-2127-692D-956C9597A925}"/>
                  </a:ext>
                </a:extLst>
              </p14:cNvPr>
              <p14:cNvContentPartPr/>
              <p14:nvPr/>
            </p14:nvContentPartPr>
            <p14:xfrm>
              <a:off x="8270822" y="2141923"/>
              <a:ext cx="69840" cy="13503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11E062F-D52D-2127-692D-956C9597A9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61822" y="2133283"/>
                <a:ext cx="87480" cy="13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250DE2BB-CD5D-8124-C904-CDB3D336CEF3}"/>
                  </a:ext>
                </a:extLst>
              </p14:cNvPr>
              <p14:cNvContentPartPr/>
              <p14:nvPr/>
            </p14:nvContentPartPr>
            <p14:xfrm>
              <a:off x="1854182" y="1880923"/>
              <a:ext cx="493560" cy="3733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250DE2BB-CD5D-8124-C904-CDB3D336CE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45542" y="1871923"/>
                <a:ext cx="51120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4C8E5CD6-295B-AF9A-ACE1-4B147D3A9328}"/>
                  </a:ext>
                </a:extLst>
              </p14:cNvPr>
              <p14:cNvContentPartPr/>
              <p14:nvPr/>
            </p14:nvContentPartPr>
            <p14:xfrm>
              <a:off x="10119062" y="2409763"/>
              <a:ext cx="74880" cy="687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4C8E5CD6-295B-AF9A-ACE1-4B147D3A932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10422" y="2400763"/>
                <a:ext cx="925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23DDCEE-099A-1B2F-F1A7-1BAE1AB3C386}"/>
                  </a:ext>
                </a:extLst>
              </p14:cNvPr>
              <p14:cNvContentPartPr/>
              <p14:nvPr/>
            </p14:nvContentPartPr>
            <p14:xfrm>
              <a:off x="7375862" y="2458363"/>
              <a:ext cx="1997640" cy="5148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23DDCEE-099A-1B2F-F1A7-1BAE1AB3C38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67222" y="2449363"/>
                <a:ext cx="201528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BFB2BF0A-25A8-F6C0-340D-0A5EE67CA4C7}"/>
                  </a:ext>
                </a:extLst>
              </p14:cNvPr>
              <p14:cNvContentPartPr/>
              <p14:nvPr/>
            </p14:nvContentPartPr>
            <p14:xfrm>
              <a:off x="7379822" y="2433883"/>
              <a:ext cx="151560" cy="11124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BFB2BF0A-25A8-F6C0-340D-0A5EE67CA4C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70822" y="2425243"/>
                <a:ext cx="16920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57268692-9B53-E89D-3B57-66D69885EC20}"/>
              </a:ext>
            </a:extLst>
          </p:cNvPr>
          <p:cNvGrpSpPr/>
          <p:nvPr/>
        </p:nvGrpSpPr>
        <p:grpSpPr>
          <a:xfrm>
            <a:off x="640622" y="966883"/>
            <a:ext cx="9551880" cy="2858400"/>
            <a:chOff x="640622" y="966883"/>
            <a:chExt cx="9551880" cy="28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D77048A-6722-8742-2D08-9DD7CC3AB2E2}"/>
                    </a:ext>
                  </a:extLst>
                </p14:cNvPr>
                <p14:cNvContentPartPr/>
                <p14:nvPr/>
              </p14:nvContentPartPr>
              <p14:xfrm>
                <a:off x="10137782" y="1287283"/>
                <a:ext cx="34200" cy="2210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D77048A-6722-8742-2D08-9DD7CC3AB2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29142" y="1278283"/>
                  <a:ext cx="51840" cy="22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C72008-90C9-C103-53B7-28B717770D63}"/>
                    </a:ext>
                  </a:extLst>
                </p14:cNvPr>
                <p14:cNvContentPartPr/>
                <p14:nvPr/>
              </p14:nvContentPartPr>
              <p14:xfrm>
                <a:off x="9552782" y="3476443"/>
                <a:ext cx="639720" cy="33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C72008-90C9-C103-53B7-28B717770D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43782" y="3467443"/>
                  <a:ext cx="657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266E74E-4E47-341D-8274-9F68B8E5B68B}"/>
                    </a:ext>
                  </a:extLst>
                </p14:cNvPr>
                <p14:cNvContentPartPr/>
                <p14:nvPr/>
              </p14:nvContentPartPr>
              <p14:xfrm>
                <a:off x="4285262" y="1345243"/>
                <a:ext cx="913680" cy="38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266E74E-4E47-341D-8274-9F68B8E5B6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76262" y="1336603"/>
                  <a:ext cx="931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AA0E99-AC4B-A2E8-1162-0904D08E5FA0}"/>
                    </a:ext>
                  </a:extLst>
                </p14:cNvPr>
                <p14:cNvContentPartPr/>
                <p14:nvPr/>
              </p14:nvContentPartPr>
              <p14:xfrm>
                <a:off x="4992662" y="1286203"/>
                <a:ext cx="191880" cy="10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AA0E99-AC4B-A2E8-1162-0904D08E5F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4022" y="1277563"/>
                  <a:ext cx="209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6E53D1-FACE-6029-FCC2-7D1172F217EB}"/>
                    </a:ext>
                  </a:extLst>
                </p14:cNvPr>
                <p14:cNvContentPartPr/>
                <p14:nvPr/>
              </p14:nvContentPartPr>
              <p14:xfrm>
                <a:off x="8659982" y="1033483"/>
                <a:ext cx="60120" cy="563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6E53D1-FACE-6029-FCC2-7D1172F217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51342" y="1024843"/>
                  <a:ext cx="7776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446731-5F6E-C4F1-AD7D-D026054892A7}"/>
                    </a:ext>
                  </a:extLst>
                </p14:cNvPr>
                <p14:cNvContentPartPr/>
                <p14:nvPr/>
              </p14:nvContentPartPr>
              <p14:xfrm>
                <a:off x="8681942" y="966883"/>
                <a:ext cx="799920" cy="564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446731-5F6E-C4F1-AD7D-D026054892A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73302" y="958243"/>
                  <a:ext cx="81756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385DEC-C197-138C-4DDE-04B5340B08C2}"/>
                    </a:ext>
                  </a:extLst>
                </p14:cNvPr>
                <p14:cNvContentPartPr/>
                <p14:nvPr/>
              </p14:nvContentPartPr>
              <p14:xfrm>
                <a:off x="8780222" y="1565203"/>
                <a:ext cx="712080" cy="30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385DEC-C197-138C-4DDE-04B5340B08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71222" y="1556203"/>
                  <a:ext cx="729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160492-46CC-C99C-7187-35ECECC2154D}"/>
                    </a:ext>
                  </a:extLst>
                </p14:cNvPr>
                <p14:cNvContentPartPr/>
                <p14:nvPr/>
              </p14:nvContentPartPr>
              <p14:xfrm>
                <a:off x="6871142" y="1068043"/>
                <a:ext cx="61560" cy="481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160492-46CC-C99C-7187-35ECECC215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62502" y="1059043"/>
                  <a:ext cx="7920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0B7880-44ED-5CE3-A1A3-70929CC83ACA}"/>
                    </a:ext>
                  </a:extLst>
                </p14:cNvPr>
                <p14:cNvContentPartPr/>
                <p14:nvPr/>
              </p14:nvContentPartPr>
              <p14:xfrm>
                <a:off x="6880862" y="993163"/>
                <a:ext cx="854640" cy="53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0B7880-44ED-5CE3-A1A3-70929CC83A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71862" y="984523"/>
                  <a:ext cx="8722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A06E1B-C104-49EC-210D-4F57AA79947C}"/>
                    </a:ext>
                  </a:extLst>
                </p14:cNvPr>
                <p14:cNvContentPartPr/>
                <p14:nvPr/>
              </p14:nvContentPartPr>
              <p14:xfrm>
                <a:off x="6954302" y="1547563"/>
                <a:ext cx="765360" cy="33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A06E1B-C104-49EC-210D-4F57AA7994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45662" y="1538563"/>
                  <a:ext cx="783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6C8B44-BA6E-2C7D-DB05-9CDDA2AD8B8E}"/>
                    </a:ext>
                  </a:extLst>
                </p14:cNvPr>
                <p14:cNvContentPartPr/>
                <p14:nvPr/>
              </p14:nvContentPartPr>
              <p14:xfrm>
                <a:off x="5940902" y="1295203"/>
                <a:ext cx="957600" cy="27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6C8B44-BA6E-2C7D-DB05-9CDDA2AD8B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32262" y="1286203"/>
                  <a:ext cx="975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F57D3B-8045-6D5F-AD1E-730773948FB4}"/>
                    </a:ext>
                  </a:extLst>
                </p14:cNvPr>
                <p14:cNvContentPartPr/>
                <p14:nvPr/>
              </p14:nvContentPartPr>
              <p14:xfrm>
                <a:off x="6754862" y="1226083"/>
                <a:ext cx="186840" cy="133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F57D3B-8045-6D5F-AD1E-730773948F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45862" y="1217083"/>
                  <a:ext cx="204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305953-F9BE-6051-B766-26076AA9A7A9}"/>
                    </a:ext>
                  </a:extLst>
                </p14:cNvPr>
                <p14:cNvContentPartPr/>
                <p14:nvPr/>
              </p14:nvContentPartPr>
              <p14:xfrm>
                <a:off x="7730462" y="1285123"/>
                <a:ext cx="971640" cy="11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305953-F9BE-6051-B766-26076AA9A7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21462" y="1276123"/>
                  <a:ext cx="989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EE1640E-A84F-CD5B-BFF8-6F1BB21DC721}"/>
                    </a:ext>
                  </a:extLst>
                </p14:cNvPr>
                <p14:cNvContentPartPr/>
                <p14:nvPr/>
              </p14:nvContentPartPr>
              <p14:xfrm>
                <a:off x="8461982" y="1226443"/>
                <a:ext cx="258840" cy="115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EE1640E-A84F-CD5B-BFF8-6F1BB21DC7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53342" y="1217803"/>
                  <a:ext cx="276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61B427-2BE0-18AE-5632-2E1AB7275FF3}"/>
                    </a:ext>
                  </a:extLst>
                </p14:cNvPr>
                <p14:cNvContentPartPr/>
                <p14:nvPr/>
              </p14:nvContentPartPr>
              <p14:xfrm>
                <a:off x="5416742" y="1339843"/>
                <a:ext cx="153720" cy="123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B61B427-2BE0-18AE-5632-2E1AB7275FF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07742" y="1330843"/>
                  <a:ext cx="171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CF46ADE-4BA5-77D7-E7BE-F50A3C957B9A}"/>
                    </a:ext>
                  </a:extLst>
                </p14:cNvPr>
                <p14:cNvContentPartPr/>
                <p14:nvPr/>
              </p14:nvContentPartPr>
              <p14:xfrm>
                <a:off x="5448782" y="1402123"/>
                <a:ext cx="77040" cy="12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CF46ADE-4BA5-77D7-E7BE-F50A3C957B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39782" y="1393123"/>
                  <a:ext cx="94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621EA3-C45F-B9EE-5179-4F70E0F2B48A}"/>
                    </a:ext>
                  </a:extLst>
                </p14:cNvPr>
                <p14:cNvContentPartPr/>
                <p14:nvPr/>
              </p14:nvContentPartPr>
              <p14:xfrm>
                <a:off x="5563982" y="1255963"/>
                <a:ext cx="105480" cy="10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621EA3-C45F-B9EE-5179-4F70E0F2B4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54982" y="1247323"/>
                  <a:ext cx="12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726664A-CC8C-2572-9922-0A0524FBCB99}"/>
                    </a:ext>
                  </a:extLst>
                </p14:cNvPr>
                <p14:cNvContentPartPr/>
                <p14:nvPr/>
              </p14:nvContentPartPr>
              <p14:xfrm>
                <a:off x="5738942" y="1189363"/>
                <a:ext cx="21600" cy="91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726664A-CC8C-2572-9922-0A0524FBCB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30302" y="1180363"/>
                  <a:ext cx="3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6112234-CEA7-CB1D-1FBB-1544AAE94B06}"/>
                    </a:ext>
                  </a:extLst>
                </p14:cNvPr>
                <p14:cNvContentPartPr/>
                <p14:nvPr/>
              </p14:nvContentPartPr>
              <p14:xfrm>
                <a:off x="7173182" y="1248403"/>
                <a:ext cx="131400" cy="148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6112234-CEA7-CB1D-1FBB-1544AAE94B0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64542" y="1239403"/>
                  <a:ext cx="149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DEF071E-3978-FD25-DCF7-512935E18E55}"/>
                    </a:ext>
                  </a:extLst>
                </p14:cNvPr>
                <p14:cNvContentPartPr/>
                <p14:nvPr/>
              </p14:nvContentPartPr>
              <p14:xfrm>
                <a:off x="7197302" y="1322203"/>
                <a:ext cx="85320" cy="5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DEF071E-3978-FD25-DCF7-512935E18E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88302" y="1313203"/>
                  <a:ext cx="102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C758444-9743-6BCC-1FC7-85C08BA37626}"/>
                    </a:ext>
                  </a:extLst>
                </p14:cNvPr>
                <p14:cNvContentPartPr/>
                <p14:nvPr/>
              </p14:nvContentPartPr>
              <p14:xfrm>
                <a:off x="7334462" y="1195483"/>
                <a:ext cx="97200" cy="2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C758444-9743-6BCC-1FC7-85C08BA376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25822" y="1186843"/>
                  <a:ext cx="1148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01C4A7F-91B3-C060-D83E-D08D318256A0}"/>
                    </a:ext>
                  </a:extLst>
                </p14:cNvPr>
                <p14:cNvContentPartPr/>
                <p14:nvPr/>
              </p14:nvContentPartPr>
              <p14:xfrm>
                <a:off x="7524542" y="1147243"/>
                <a:ext cx="39960" cy="79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01C4A7F-91B3-C060-D83E-D08D318256A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15542" y="1138603"/>
                  <a:ext cx="57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5586869-E733-B288-60B5-FE95541D8FDE}"/>
                    </a:ext>
                  </a:extLst>
                </p14:cNvPr>
                <p14:cNvContentPartPr/>
                <p14:nvPr/>
              </p14:nvContentPartPr>
              <p14:xfrm>
                <a:off x="8968502" y="1261003"/>
                <a:ext cx="135360" cy="136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5586869-E733-B288-60B5-FE95541D8FD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959502" y="1252363"/>
                  <a:ext cx="1530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4CB2C1-D102-A7AA-E2A6-C857A0C40B7F}"/>
                    </a:ext>
                  </a:extLst>
                </p14:cNvPr>
                <p14:cNvContentPartPr/>
                <p14:nvPr/>
              </p14:nvContentPartPr>
              <p14:xfrm>
                <a:off x="8999102" y="1328683"/>
                <a:ext cx="100440" cy="11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4CB2C1-D102-A7AA-E2A6-C857A0C40B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90462" y="1320043"/>
                  <a:ext cx="118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BC1C36-9941-08C3-60DE-EFA7CB849FFB}"/>
                    </a:ext>
                  </a:extLst>
                </p14:cNvPr>
                <p14:cNvContentPartPr/>
                <p14:nvPr/>
              </p14:nvContentPartPr>
              <p14:xfrm>
                <a:off x="9125102" y="1172083"/>
                <a:ext cx="102240" cy="12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BC1C36-9941-08C3-60DE-EFA7CB849F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16462" y="1163443"/>
                  <a:ext cx="119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99B3254-8F86-FAF9-D7D8-F160C66A0B22}"/>
                    </a:ext>
                  </a:extLst>
                </p14:cNvPr>
                <p14:cNvContentPartPr/>
                <p14:nvPr/>
              </p14:nvContentPartPr>
              <p14:xfrm>
                <a:off x="9296462" y="1134643"/>
                <a:ext cx="14400" cy="8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99B3254-8F86-FAF9-D7D8-F160C66A0B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87822" y="1126003"/>
                  <a:ext cx="32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832414-DDD3-6CBB-FDB7-A17716B1B39D}"/>
                    </a:ext>
                  </a:extLst>
                </p14:cNvPr>
                <p14:cNvContentPartPr/>
                <p14:nvPr/>
              </p14:nvContentPartPr>
              <p14:xfrm>
                <a:off x="3570302" y="1091803"/>
                <a:ext cx="660240" cy="48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2832414-DDD3-6CBB-FDB7-A17716B1B39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61302" y="1083163"/>
                  <a:ext cx="67788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A637C5-BFF4-A8B4-E65F-DBDB6BFFF30C}"/>
                    </a:ext>
                  </a:extLst>
                </p14:cNvPr>
                <p14:cNvContentPartPr/>
                <p14:nvPr/>
              </p14:nvContentPartPr>
              <p14:xfrm>
                <a:off x="3524942" y="1604803"/>
                <a:ext cx="690840" cy="27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A637C5-BFF4-A8B4-E65F-DBDB6BFFF30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15942" y="1595803"/>
                  <a:ext cx="708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979B90-6AF8-97F8-B314-10D69B35E216}"/>
                    </a:ext>
                  </a:extLst>
                </p14:cNvPr>
                <p14:cNvContentPartPr/>
                <p14:nvPr/>
              </p14:nvContentPartPr>
              <p14:xfrm>
                <a:off x="2003942" y="1335163"/>
                <a:ext cx="1477800" cy="64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979B90-6AF8-97F8-B314-10D69B35E21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95302" y="1326163"/>
                  <a:ext cx="1495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5D9DEA-832E-EF29-C5C2-549C0FC3A5B1}"/>
                    </a:ext>
                  </a:extLst>
                </p14:cNvPr>
                <p14:cNvContentPartPr/>
                <p14:nvPr/>
              </p14:nvContentPartPr>
              <p14:xfrm>
                <a:off x="3236582" y="1275763"/>
                <a:ext cx="250920" cy="144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5D9DEA-832E-EF29-C5C2-549C0FC3A5B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27942" y="1266763"/>
                  <a:ext cx="268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7AD1F7-A016-F66E-1F0B-BF407165D1A5}"/>
                    </a:ext>
                  </a:extLst>
                </p14:cNvPr>
                <p14:cNvContentPartPr/>
                <p14:nvPr/>
              </p14:nvContentPartPr>
              <p14:xfrm>
                <a:off x="3677222" y="1317883"/>
                <a:ext cx="139680" cy="136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7AD1F7-A016-F66E-1F0B-BF407165D1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68222" y="1308883"/>
                  <a:ext cx="157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019C75D-444D-7B19-6266-10A7CC54FBE6}"/>
                    </a:ext>
                  </a:extLst>
                </p14:cNvPr>
                <p14:cNvContentPartPr/>
                <p14:nvPr/>
              </p14:nvContentPartPr>
              <p14:xfrm>
                <a:off x="3701702" y="1389523"/>
                <a:ext cx="50040" cy="6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019C75D-444D-7B19-6266-10A7CC54FB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93062" y="1380523"/>
                  <a:ext cx="67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987FB91-4DFC-31EC-2963-B6A3C6BC5578}"/>
                    </a:ext>
                  </a:extLst>
                </p14:cNvPr>
                <p14:cNvContentPartPr/>
                <p14:nvPr/>
              </p14:nvContentPartPr>
              <p14:xfrm>
                <a:off x="3813302" y="1283323"/>
                <a:ext cx="85320" cy="5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987FB91-4DFC-31EC-2963-B6A3C6BC557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04662" y="1274323"/>
                  <a:ext cx="102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0BF0051-CCAD-03F8-075D-D2E5280A857C}"/>
                    </a:ext>
                  </a:extLst>
                </p14:cNvPr>
                <p14:cNvContentPartPr/>
                <p14:nvPr/>
              </p14:nvContentPartPr>
              <p14:xfrm>
                <a:off x="3990422" y="1218523"/>
                <a:ext cx="16920" cy="95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0BF0051-CCAD-03F8-075D-D2E5280A857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81422" y="1209523"/>
                  <a:ext cx="34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7B26BB9-91C4-C480-2AE3-7A941925F10A}"/>
                    </a:ext>
                  </a:extLst>
                </p14:cNvPr>
                <p14:cNvContentPartPr/>
                <p14:nvPr/>
              </p14:nvContentPartPr>
              <p14:xfrm>
                <a:off x="2831942" y="2011603"/>
                <a:ext cx="14040" cy="117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7B26BB9-91C4-C480-2AE3-7A941925F1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23302" y="2002963"/>
                  <a:ext cx="31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B7D24C-FCDF-F4B5-27ED-F7295FA4AA90}"/>
                    </a:ext>
                  </a:extLst>
                </p14:cNvPr>
                <p14:cNvContentPartPr/>
                <p14:nvPr/>
              </p14:nvContentPartPr>
              <p14:xfrm>
                <a:off x="2745182" y="2075323"/>
                <a:ext cx="146160" cy="23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B7D24C-FCDF-F4B5-27ED-F7295FA4AA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36542" y="2066323"/>
                  <a:ext cx="163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7CF3775-ADEC-ADEA-E42F-1B7CFDC67BFB}"/>
                    </a:ext>
                  </a:extLst>
                </p14:cNvPr>
                <p14:cNvContentPartPr/>
                <p14:nvPr/>
              </p14:nvContentPartPr>
              <p14:xfrm>
                <a:off x="2690462" y="1966963"/>
                <a:ext cx="291600" cy="208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7CF3775-ADEC-ADEA-E42F-1B7CFDC67B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81822" y="1958323"/>
                  <a:ext cx="309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F19F02B-3520-1406-C690-9CED3C266FFB}"/>
                    </a:ext>
                  </a:extLst>
                </p14:cNvPr>
                <p14:cNvContentPartPr/>
                <p14:nvPr/>
              </p14:nvContentPartPr>
              <p14:xfrm>
                <a:off x="2771822" y="1393483"/>
                <a:ext cx="12960" cy="553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F19F02B-3520-1406-C690-9CED3C266F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62822" y="1384483"/>
                  <a:ext cx="3060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4DA0453-547C-52EF-C6F6-E5E34FAC3173}"/>
                    </a:ext>
                  </a:extLst>
                </p14:cNvPr>
                <p14:cNvContentPartPr/>
                <p14:nvPr/>
              </p14:nvContentPartPr>
              <p14:xfrm>
                <a:off x="2698022" y="1840603"/>
                <a:ext cx="139320" cy="91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4DA0453-547C-52EF-C6F6-E5E34FAC317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89382" y="1831603"/>
                  <a:ext cx="156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131533-9A01-F1D5-371C-4C9FCFD0C805}"/>
                    </a:ext>
                  </a:extLst>
                </p14:cNvPr>
                <p14:cNvContentPartPr/>
                <p14:nvPr/>
              </p14:nvContentPartPr>
              <p14:xfrm>
                <a:off x="2797382" y="2228683"/>
                <a:ext cx="53280" cy="1302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131533-9A01-F1D5-371C-4C9FCFD0C8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88742" y="2219683"/>
                  <a:ext cx="70920" cy="13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78D7359-CCD2-7074-9AA5-D9DDC2916817}"/>
                    </a:ext>
                  </a:extLst>
                </p14:cNvPr>
                <p14:cNvContentPartPr/>
                <p14:nvPr/>
              </p14:nvContentPartPr>
              <p14:xfrm>
                <a:off x="2744102" y="2192323"/>
                <a:ext cx="142920" cy="129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78D7359-CCD2-7074-9AA5-D9DDC291681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35462" y="2183683"/>
                  <a:ext cx="160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5DAE316-B9F1-9E42-1D6D-3DE7C4FC4AAB}"/>
                    </a:ext>
                  </a:extLst>
                </p14:cNvPr>
                <p14:cNvContentPartPr/>
                <p14:nvPr/>
              </p14:nvContentPartPr>
              <p14:xfrm>
                <a:off x="6393782" y="1928803"/>
                <a:ext cx="16560" cy="142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5DAE316-B9F1-9E42-1D6D-3DE7C4FC4AA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84782" y="1919803"/>
                  <a:ext cx="34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5468E24-5D78-B324-7C57-3FC745C173B2}"/>
                    </a:ext>
                  </a:extLst>
                </p14:cNvPr>
                <p14:cNvContentPartPr/>
                <p14:nvPr/>
              </p14:nvContentPartPr>
              <p14:xfrm>
                <a:off x="6321062" y="2005483"/>
                <a:ext cx="138240" cy="17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5468E24-5D78-B324-7C57-3FC745C173B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12422" y="1996483"/>
                  <a:ext cx="155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F7A27AD-E67A-2B87-7085-7673DB1A5F59}"/>
                    </a:ext>
                  </a:extLst>
                </p14:cNvPr>
                <p14:cNvContentPartPr/>
                <p14:nvPr/>
              </p14:nvContentPartPr>
              <p14:xfrm>
                <a:off x="6218822" y="1866883"/>
                <a:ext cx="369360" cy="245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F7A27AD-E67A-2B87-7085-7673DB1A5F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09822" y="1858243"/>
                  <a:ext cx="387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BCA1705-4DDF-A602-01BC-775847BF7BAF}"/>
                    </a:ext>
                  </a:extLst>
                </p14:cNvPr>
                <p14:cNvContentPartPr/>
                <p14:nvPr/>
              </p14:nvContentPartPr>
              <p14:xfrm>
                <a:off x="4661102" y="1964803"/>
                <a:ext cx="38160" cy="141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BCA1705-4DDF-A602-01BC-775847BF7BA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52102" y="1955803"/>
                  <a:ext cx="55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B7101A8-A1AC-0713-2E76-2ECD4B8A2ED5}"/>
                    </a:ext>
                  </a:extLst>
                </p14:cNvPr>
                <p14:cNvContentPartPr/>
                <p14:nvPr/>
              </p14:nvContentPartPr>
              <p14:xfrm>
                <a:off x="4579022" y="2031403"/>
                <a:ext cx="150480" cy="8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B7101A8-A1AC-0713-2E76-2ECD4B8A2ED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70022" y="2022403"/>
                  <a:ext cx="168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768028B-6A79-B055-4340-FB2CB9243B85}"/>
                    </a:ext>
                  </a:extLst>
                </p14:cNvPr>
                <p14:cNvContentPartPr/>
                <p14:nvPr/>
              </p14:nvContentPartPr>
              <p14:xfrm>
                <a:off x="4487582" y="1897483"/>
                <a:ext cx="358560" cy="245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768028B-6A79-B055-4340-FB2CB9243B8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78942" y="1888843"/>
                  <a:ext cx="376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66557A7-C539-DCA5-FC8C-AB858B126DFA}"/>
                    </a:ext>
                  </a:extLst>
                </p14:cNvPr>
                <p14:cNvContentPartPr/>
                <p14:nvPr/>
              </p14:nvContentPartPr>
              <p14:xfrm>
                <a:off x="4684502" y="2186203"/>
                <a:ext cx="35280" cy="1298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66557A7-C539-DCA5-FC8C-AB858B126DF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75502" y="2177203"/>
                  <a:ext cx="52920" cy="13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98452F3-FA89-09F6-1F0F-F1EB77D2F5A9}"/>
                    </a:ext>
                  </a:extLst>
                </p14:cNvPr>
                <p14:cNvContentPartPr/>
                <p14:nvPr/>
              </p14:nvContentPartPr>
              <p14:xfrm>
                <a:off x="4620062" y="2178643"/>
                <a:ext cx="150840" cy="109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98452F3-FA89-09F6-1F0F-F1EB77D2F5A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11422" y="2169643"/>
                  <a:ext cx="168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DFC30BD-6B49-88F2-7698-CEA75378C35A}"/>
                    </a:ext>
                  </a:extLst>
                </p14:cNvPr>
                <p14:cNvContentPartPr/>
                <p14:nvPr/>
              </p14:nvContentPartPr>
              <p14:xfrm>
                <a:off x="6425462" y="2155963"/>
                <a:ext cx="74880" cy="1330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DFC30BD-6B49-88F2-7698-CEA75378C3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16462" y="2146963"/>
                  <a:ext cx="92520" cy="13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51C6282-C42B-6C75-56B7-B0092B0B2BDC}"/>
                    </a:ext>
                  </a:extLst>
                </p14:cNvPr>
                <p14:cNvContentPartPr/>
                <p14:nvPr/>
              </p14:nvContentPartPr>
              <p14:xfrm>
                <a:off x="6401342" y="2147683"/>
                <a:ext cx="116640" cy="117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51C6282-C42B-6C75-56B7-B0092B0B2BD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92702" y="2138683"/>
                  <a:ext cx="1342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8D21808-D546-F062-C3F4-4CB6C93E197E}"/>
                    </a:ext>
                  </a:extLst>
                </p14:cNvPr>
                <p14:cNvContentPartPr/>
                <p14:nvPr/>
              </p14:nvContentPartPr>
              <p14:xfrm>
                <a:off x="8202782" y="1877323"/>
                <a:ext cx="15840" cy="175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8D21808-D546-F062-C3F4-4CB6C93E19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93782" y="1868323"/>
                  <a:ext cx="33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A4029AC-D9D9-2040-B92C-F70401C9152C}"/>
                    </a:ext>
                  </a:extLst>
                </p14:cNvPr>
                <p14:cNvContentPartPr/>
                <p14:nvPr/>
              </p14:nvContentPartPr>
              <p14:xfrm>
                <a:off x="8114582" y="1971643"/>
                <a:ext cx="179640" cy="11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A4029AC-D9D9-2040-B92C-F70401C9152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05942" y="1962643"/>
                  <a:ext cx="19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CA4806D-E5B8-FDB1-4B9D-FA542F5BC66A}"/>
                    </a:ext>
                  </a:extLst>
                </p14:cNvPr>
                <p14:cNvContentPartPr/>
                <p14:nvPr/>
              </p14:nvContentPartPr>
              <p14:xfrm>
                <a:off x="8064182" y="1824043"/>
                <a:ext cx="321480" cy="274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CA4806D-E5B8-FDB1-4B9D-FA542F5BC6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55542" y="1815043"/>
                  <a:ext cx="3391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929F14C-A666-89A8-E53F-D7E126350F63}"/>
                    </a:ext>
                  </a:extLst>
                </p14:cNvPr>
                <p14:cNvContentPartPr/>
                <p14:nvPr/>
              </p14:nvContentPartPr>
              <p14:xfrm>
                <a:off x="8226182" y="2103763"/>
                <a:ext cx="116280" cy="108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929F14C-A666-89A8-E53F-D7E126350F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17542" y="2095123"/>
                  <a:ext cx="133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16FD02D-8211-A505-3640-6DB058911380}"/>
                    </a:ext>
                  </a:extLst>
                </p14:cNvPr>
                <p14:cNvContentPartPr/>
                <p14:nvPr/>
              </p14:nvContentPartPr>
              <p14:xfrm>
                <a:off x="8204582" y="1288003"/>
                <a:ext cx="28440" cy="4982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16FD02D-8211-A505-3640-6DB0589113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95582" y="1279363"/>
                  <a:ext cx="460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AB86630-75D9-B2D3-29FC-6D32169EF9FC}"/>
                    </a:ext>
                  </a:extLst>
                </p14:cNvPr>
                <p14:cNvContentPartPr/>
                <p14:nvPr/>
              </p14:nvContentPartPr>
              <p14:xfrm>
                <a:off x="8179382" y="1711003"/>
                <a:ext cx="131400" cy="89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AB86630-75D9-B2D3-29FC-6D32169EF9F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70382" y="1702363"/>
                  <a:ext cx="1490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6704AD0-98E3-0CA2-BDF7-7A8BDB68749C}"/>
                    </a:ext>
                  </a:extLst>
                </p14:cNvPr>
                <p14:cNvContentPartPr/>
                <p14:nvPr/>
              </p14:nvContentPartPr>
              <p14:xfrm>
                <a:off x="6362822" y="1316443"/>
                <a:ext cx="25200" cy="474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6704AD0-98E3-0CA2-BDF7-7A8BDB68749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54182" y="1307803"/>
                  <a:ext cx="428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948D517-F5F2-B46D-BAA7-7533481DAD06}"/>
                    </a:ext>
                  </a:extLst>
                </p14:cNvPr>
                <p14:cNvContentPartPr/>
                <p14:nvPr/>
              </p14:nvContentPartPr>
              <p14:xfrm>
                <a:off x="6312062" y="1707763"/>
                <a:ext cx="118800" cy="110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948D517-F5F2-B46D-BAA7-7533481DAD0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03062" y="1699123"/>
                  <a:ext cx="136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643587F-3DC4-C1C0-0E52-ED4FA0979B6B}"/>
                    </a:ext>
                  </a:extLst>
                </p14:cNvPr>
                <p14:cNvContentPartPr/>
                <p14:nvPr/>
              </p14:nvContentPartPr>
              <p14:xfrm>
                <a:off x="4651742" y="1373323"/>
                <a:ext cx="24120" cy="4881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643587F-3DC4-C1C0-0E52-ED4FA0979B6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42742" y="1364323"/>
                  <a:ext cx="417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5225652-1465-C82E-89DE-A3F2F2A2A12D}"/>
                    </a:ext>
                  </a:extLst>
                </p14:cNvPr>
                <p14:cNvContentPartPr/>
                <p14:nvPr/>
              </p14:nvContentPartPr>
              <p14:xfrm>
                <a:off x="4576862" y="1745203"/>
                <a:ext cx="159840" cy="111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5225652-1465-C82E-89DE-A3F2F2A2A1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68222" y="1736563"/>
                  <a:ext cx="177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3B8B498-AC99-8F3B-31A7-91F377004511}"/>
                    </a:ext>
                  </a:extLst>
                </p14:cNvPr>
                <p14:cNvContentPartPr/>
                <p14:nvPr/>
              </p14:nvContentPartPr>
              <p14:xfrm>
                <a:off x="2706302" y="1309243"/>
                <a:ext cx="96120" cy="90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3B8B498-AC99-8F3B-31A7-91F37700451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97302" y="1300243"/>
                  <a:ext cx="113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3A75E71-DDB6-1C4D-F4DB-27B9BD758720}"/>
                    </a:ext>
                  </a:extLst>
                </p14:cNvPr>
                <p14:cNvContentPartPr/>
                <p14:nvPr/>
              </p14:nvContentPartPr>
              <p14:xfrm>
                <a:off x="2740862" y="1361803"/>
                <a:ext cx="2880" cy="10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3A75E71-DDB6-1C4D-F4DB-27B9BD75872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31862" y="1353163"/>
                  <a:ext cx="20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14EB35B-F7BC-290D-29D0-3F3BB2412294}"/>
                    </a:ext>
                  </a:extLst>
                </p14:cNvPr>
                <p14:cNvContentPartPr/>
                <p14:nvPr/>
              </p14:nvContentPartPr>
              <p14:xfrm>
                <a:off x="4590542" y="1305283"/>
                <a:ext cx="102960" cy="85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14EB35B-F7BC-290D-29D0-3F3BB241229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81542" y="1296643"/>
                  <a:ext cx="120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758B596-C396-7C29-EAFB-3E5C688B3323}"/>
                    </a:ext>
                  </a:extLst>
                </p14:cNvPr>
                <p14:cNvContentPartPr/>
                <p14:nvPr/>
              </p14:nvContentPartPr>
              <p14:xfrm>
                <a:off x="6305222" y="1248403"/>
                <a:ext cx="130680" cy="93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758B596-C396-7C29-EAFB-3E5C688B332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96222" y="1239763"/>
                  <a:ext cx="148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594E576-092A-9442-5D27-D52220CFB5D8}"/>
                    </a:ext>
                  </a:extLst>
                </p14:cNvPr>
                <p14:cNvContentPartPr/>
                <p14:nvPr/>
              </p14:nvContentPartPr>
              <p14:xfrm>
                <a:off x="8166062" y="1244803"/>
                <a:ext cx="111960" cy="82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594E576-092A-9442-5D27-D52220CFB5D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57422" y="1235803"/>
                  <a:ext cx="129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18A9E8-5284-ECAB-AA40-2E76E9510A6B}"/>
                    </a:ext>
                  </a:extLst>
                </p14:cNvPr>
                <p14:cNvContentPartPr/>
                <p14:nvPr/>
              </p14:nvContentPartPr>
              <p14:xfrm>
                <a:off x="9499142" y="3179803"/>
                <a:ext cx="21240" cy="482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18A9E8-5284-ECAB-AA40-2E76E9510A6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90142" y="3170803"/>
                  <a:ext cx="3888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F15744-6107-5468-CE04-07E167BCDEEE}"/>
                    </a:ext>
                  </a:extLst>
                </p14:cNvPr>
                <p14:cNvContentPartPr/>
                <p14:nvPr/>
              </p14:nvContentPartPr>
              <p14:xfrm>
                <a:off x="8846462" y="3154243"/>
                <a:ext cx="651960" cy="35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F15744-6107-5468-CE04-07E167BCDE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37822" y="3145603"/>
                  <a:ext cx="669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9CCFA7-1199-3389-3166-FBE45A786963}"/>
                    </a:ext>
                  </a:extLst>
                </p14:cNvPr>
                <p14:cNvContentPartPr/>
                <p14:nvPr/>
              </p14:nvContentPartPr>
              <p14:xfrm>
                <a:off x="8816222" y="3183763"/>
                <a:ext cx="12600" cy="516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9CCFA7-1199-3389-3166-FBE45A78696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07222" y="3175123"/>
                  <a:ext cx="302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B901FC-7D85-0EFC-B8F7-E694C734814A}"/>
                    </a:ext>
                  </a:extLst>
                </p14:cNvPr>
                <p14:cNvContentPartPr/>
                <p14:nvPr/>
              </p14:nvContentPartPr>
              <p14:xfrm>
                <a:off x="8779502" y="3719803"/>
                <a:ext cx="723240" cy="48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B901FC-7D85-0EFC-B8F7-E694C734814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70862" y="3711163"/>
                  <a:ext cx="740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39F877-D9E6-6B9A-18C1-528C0AE1EF78}"/>
                    </a:ext>
                  </a:extLst>
                </p14:cNvPr>
                <p14:cNvContentPartPr/>
                <p14:nvPr/>
              </p14:nvContentPartPr>
              <p14:xfrm>
                <a:off x="5988422" y="3217963"/>
                <a:ext cx="18720" cy="564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39F877-D9E6-6B9A-18C1-528C0AE1EF7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79782" y="3208963"/>
                  <a:ext cx="3636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25B438-E797-4807-2121-934FDA28F94D}"/>
                    </a:ext>
                  </a:extLst>
                </p14:cNvPr>
                <p14:cNvContentPartPr/>
                <p14:nvPr/>
              </p14:nvContentPartPr>
              <p14:xfrm>
                <a:off x="5292902" y="3176563"/>
                <a:ext cx="689400" cy="20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25B438-E797-4807-2121-934FDA28F94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84262" y="3167563"/>
                  <a:ext cx="707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ABF0D5-3A6D-E3A0-FC59-9CC5B957A1BC}"/>
                    </a:ext>
                  </a:extLst>
                </p14:cNvPr>
                <p14:cNvContentPartPr/>
                <p14:nvPr/>
              </p14:nvContentPartPr>
              <p14:xfrm>
                <a:off x="5254382" y="3211123"/>
                <a:ext cx="18000" cy="54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ABF0D5-3A6D-E3A0-FC59-9CC5B957A1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45382" y="3202123"/>
                  <a:ext cx="356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E1A887-0D28-BC09-77DC-35E99B9354E3}"/>
                    </a:ext>
                  </a:extLst>
                </p14:cNvPr>
                <p14:cNvContentPartPr/>
                <p14:nvPr/>
              </p14:nvContentPartPr>
              <p14:xfrm>
                <a:off x="5252222" y="3809443"/>
                <a:ext cx="709200" cy="15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E1A887-0D28-BC09-77DC-35E99B9354E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43222" y="3800803"/>
                  <a:ext cx="726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1FCEEE-7F37-2CF7-52A7-04C034FF3C95}"/>
                    </a:ext>
                  </a:extLst>
                </p14:cNvPr>
                <p14:cNvContentPartPr/>
                <p14:nvPr/>
              </p14:nvContentPartPr>
              <p14:xfrm>
                <a:off x="4268342" y="3173323"/>
                <a:ext cx="42120" cy="585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1FCEEE-7F37-2CF7-52A7-04C034FF3C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59702" y="3164323"/>
                  <a:ext cx="5976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4055CC-9AA9-8C22-F72C-0C3BA2D6C63C}"/>
                    </a:ext>
                  </a:extLst>
                </p14:cNvPr>
                <p14:cNvContentPartPr/>
                <p14:nvPr/>
              </p14:nvContentPartPr>
              <p14:xfrm>
                <a:off x="3565982" y="3205363"/>
                <a:ext cx="728640" cy="11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4055CC-9AA9-8C22-F72C-0C3BA2D6C6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57342" y="3196363"/>
                  <a:ext cx="746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3821E7-878C-0DA7-20EC-3468489A8FB2}"/>
                    </a:ext>
                  </a:extLst>
                </p14:cNvPr>
                <p14:cNvContentPartPr/>
                <p14:nvPr/>
              </p14:nvContentPartPr>
              <p14:xfrm>
                <a:off x="3566342" y="3212923"/>
                <a:ext cx="33840" cy="587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3821E7-878C-0DA7-20EC-3468489A8FB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57342" y="3203923"/>
                  <a:ext cx="5148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88BE51-92D1-FBB2-FFEB-7A4F323EE403}"/>
                    </a:ext>
                  </a:extLst>
                </p14:cNvPr>
                <p14:cNvContentPartPr/>
                <p14:nvPr/>
              </p14:nvContentPartPr>
              <p14:xfrm>
                <a:off x="3592262" y="3801523"/>
                <a:ext cx="698760" cy="16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88BE51-92D1-FBB2-FFEB-7A4F323EE40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83262" y="3792883"/>
                  <a:ext cx="71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C296A5-FE7B-5AF9-E9AE-34D506598D55}"/>
                    </a:ext>
                  </a:extLst>
                </p14:cNvPr>
                <p14:cNvContentPartPr/>
                <p14:nvPr/>
              </p14:nvContentPartPr>
              <p14:xfrm>
                <a:off x="7026302" y="3136603"/>
                <a:ext cx="734040" cy="61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AC296A5-FE7B-5AF9-E9AE-34D506598D5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17662" y="3127963"/>
                  <a:ext cx="751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437382-B508-35F3-3271-6E223499FEBD}"/>
                    </a:ext>
                  </a:extLst>
                </p14:cNvPr>
                <p14:cNvContentPartPr/>
                <p14:nvPr/>
              </p14:nvContentPartPr>
              <p14:xfrm>
                <a:off x="7018742" y="3221563"/>
                <a:ext cx="36000" cy="514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437382-B508-35F3-3271-6E223499FEB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10102" y="3212923"/>
                  <a:ext cx="536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60D1D2-8F97-CD73-72D0-8D02C86D4D48}"/>
                    </a:ext>
                  </a:extLst>
                </p14:cNvPr>
                <p14:cNvContentPartPr/>
                <p14:nvPr/>
              </p14:nvContentPartPr>
              <p14:xfrm>
                <a:off x="7037462" y="3772003"/>
                <a:ext cx="707760" cy="37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60D1D2-8F97-CD73-72D0-8D02C86D4D4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028822" y="3763003"/>
                  <a:ext cx="725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3C64FC9-C59A-8583-A39A-2EB752DB4CEA}"/>
                    </a:ext>
                  </a:extLst>
                </p14:cNvPr>
                <p14:cNvContentPartPr/>
                <p14:nvPr/>
              </p14:nvContentPartPr>
              <p14:xfrm>
                <a:off x="7058342" y="3764803"/>
                <a:ext cx="10440" cy="40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3C64FC9-C59A-8583-A39A-2EB752DB4CE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49342" y="3755803"/>
                  <a:ext cx="28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16990FE-74E7-69FB-1727-32B145893443}"/>
                    </a:ext>
                  </a:extLst>
                </p14:cNvPr>
                <p14:cNvContentPartPr/>
                <p14:nvPr/>
              </p14:nvContentPartPr>
              <p14:xfrm>
                <a:off x="9552062" y="3413443"/>
                <a:ext cx="171000" cy="133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16990FE-74E7-69FB-1727-32B14589344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43422" y="3404803"/>
                  <a:ext cx="188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1B48EAD-A8ED-B6A6-CB75-65CEE128931B}"/>
                    </a:ext>
                  </a:extLst>
                </p14:cNvPr>
                <p14:cNvContentPartPr/>
                <p14:nvPr/>
              </p14:nvContentPartPr>
              <p14:xfrm>
                <a:off x="7831982" y="3485803"/>
                <a:ext cx="979920" cy="56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1B48EAD-A8ED-B6A6-CB75-65CEE128931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22982" y="3476803"/>
                  <a:ext cx="997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224AB86-FD2B-8826-BDB8-26F009693B28}"/>
                    </a:ext>
                  </a:extLst>
                </p14:cNvPr>
                <p14:cNvContentPartPr/>
                <p14:nvPr/>
              </p14:nvContentPartPr>
              <p14:xfrm>
                <a:off x="7810022" y="3448723"/>
                <a:ext cx="167400" cy="151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224AB86-FD2B-8826-BDB8-26F009693B2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01382" y="3440083"/>
                  <a:ext cx="185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AD61F8A-4403-E7E7-DF0B-C40D533209E5}"/>
                    </a:ext>
                  </a:extLst>
                </p14:cNvPr>
                <p14:cNvContentPartPr/>
                <p14:nvPr/>
              </p14:nvContentPartPr>
              <p14:xfrm>
                <a:off x="6067982" y="3495523"/>
                <a:ext cx="947160" cy="49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AD61F8A-4403-E7E7-DF0B-C40D533209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58982" y="3486523"/>
                  <a:ext cx="964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BDA11D7-1A47-E787-0743-A55876A78475}"/>
                    </a:ext>
                  </a:extLst>
                </p14:cNvPr>
                <p14:cNvContentPartPr/>
                <p14:nvPr/>
              </p14:nvContentPartPr>
              <p14:xfrm>
                <a:off x="6038102" y="3445483"/>
                <a:ext cx="146160" cy="158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BDA11D7-1A47-E787-0743-A55876A7847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029462" y="3436843"/>
                  <a:ext cx="163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827ACF-6752-2388-D1FF-6A89A1A45672}"/>
                    </a:ext>
                  </a:extLst>
                </p14:cNvPr>
                <p14:cNvContentPartPr/>
                <p14:nvPr/>
              </p14:nvContentPartPr>
              <p14:xfrm>
                <a:off x="4330622" y="3496243"/>
                <a:ext cx="907560" cy="45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827ACF-6752-2388-D1FF-6A89A1A4567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21622" y="3487603"/>
                  <a:ext cx="9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5C0F2B9-8393-3B63-CBAF-EDFEAAE2F69B}"/>
                    </a:ext>
                  </a:extLst>
                </p14:cNvPr>
                <p14:cNvContentPartPr/>
                <p14:nvPr/>
              </p14:nvContentPartPr>
              <p14:xfrm>
                <a:off x="4323062" y="3473203"/>
                <a:ext cx="167760" cy="114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5C0F2B9-8393-3B63-CBAF-EDFEAAE2F69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14422" y="3464563"/>
                  <a:ext cx="185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A1CE89-6603-FC64-2CB5-13F177558F8B}"/>
                    </a:ext>
                  </a:extLst>
                </p14:cNvPr>
                <p14:cNvContentPartPr/>
                <p14:nvPr/>
              </p14:nvContentPartPr>
              <p14:xfrm>
                <a:off x="9041222" y="3456643"/>
                <a:ext cx="125280" cy="144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A1CE89-6603-FC64-2CB5-13F177558F8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32582" y="3448003"/>
                  <a:ext cx="142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578166-1DF6-D8E2-3783-D91DDA118947}"/>
                    </a:ext>
                  </a:extLst>
                </p14:cNvPr>
                <p14:cNvContentPartPr/>
                <p14:nvPr/>
              </p14:nvContentPartPr>
              <p14:xfrm>
                <a:off x="9038342" y="3530443"/>
                <a:ext cx="111600" cy="8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578166-1DF6-D8E2-3783-D91DDA11894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29342" y="3521803"/>
                  <a:ext cx="129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275D0C-2490-A9C6-8524-F32455B541F0}"/>
                    </a:ext>
                  </a:extLst>
                </p14:cNvPr>
                <p14:cNvContentPartPr/>
                <p14:nvPr/>
              </p14:nvContentPartPr>
              <p14:xfrm>
                <a:off x="9177662" y="3372043"/>
                <a:ext cx="85680" cy="12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275D0C-2490-A9C6-8524-F32455B541F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68662" y="3363403"/>
                  <a:ext cx="103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CDB981F-B245-A359-E45B-8410726694A6}"/>
                    </a:ext>
                  </a:extLst>
                </p14:cNvPr>
                <p14:cNvContentPartPr/>
                <p14:nvPr/>
              </p14:nvContentPartPr>
              <p14:xfrm>
                <a:off x="9342542" y="3331723"/>
                <a:ext cx="19080" cy="89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CDB981F-B245-A359-E45B-8410726694A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333902" y="3323083"/>
                  <a:ext cx="36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574F4D-5458-6166-8B88-03916956A68A}"/>
                    </a:ext>
                  </a:extLst>
                </p14:cNvPr>
                <p14:cNvContentPartPr/>
                <p14:nvPr/>
              </p14:nvContentPartPr>
              <p14:xfrm>
                <a:off x="7246622" y="3473923"/>
                <a:ext cx="131040" cy="142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574F4D-5458-6166-8B88-03916956A68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37982" y="3465283"/>
                  <a:ext cx="148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63A99B8-FACC-F792-958F-19082B09F48D}"/>
                    </a:ext>
                  </a:extLst>
                </p14:cNvPr>
                <p14:cNvContentPartPr/>
                <p14:nvPr/>
              </p14:nvContentPartPr>
              <p14:xfrm>
                <a:off x="7273262" y="3559603"/>
                <a:ext cx="118440" cy="10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63A99B8-FACC-F792-958F-19082B09F48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64622" y="3550603"/>
                  <a:ext cx="136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20BB6C4-FFAE-16AC-83A5-ECD41BC8F2A8}"/>
                    </a:ext>
                  </a:extLst>
                </p14:cNvPr>
                <p14:cNvContentPartPr/>
                <p14:nvPr/>
              </p14:nvContentPartPr>
              <p14:xfrm>
                <a:off x="7410782" y="3419203"/>
                <a:ext cx="108000" cy="5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20BB6C4-FFAE-16AC-83A5-ECD41BC8F2A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401782" y="3410563"/>
                  <a:ext cx="125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8A6333-F3BC-5598-C7EA-36523914DB29}"/>
                    </a:ext>
                  </a:extLst>
                </p14:cNvPr>
                <p14:cNvContentPartPr/>
                <p14:nvPr/>
              </p14:nvContentPartPr>
              <p14:xfrm>
                <a:off x="7603742" y="3363403"/>
                <a:ext cx="20520" cy="113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8A6333-F3BC-5598-C7EA-36523914DB2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94742" y="3354403"/>
                  <a:ext cx="38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86EF226-35D0-47D3-056A-F2540AB9FFA8}"/>
                    </a:ext>
                  </a:extLst>
                </p14:cNvPr>
                <p14:cNvContentPartPr/>
                <p14:nvPr/>
              </p14:nvContentPartPr>
              <p14:xfrm>
                <a:off x="5491622" y="3524323"/>
                <a:ext cx="123840" cy="133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86EF226-35D0-47D3-056A-F2540AB9FFA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82982" y="3515323"/>
                  <a:ext cx="141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011F36E-FF75-D385-6112-126E296481A4}"/>
                    </a:ext>
                  </a:extLst>
                </p14:cNvPr>
                <p14:cNvContentPartPr/>
                <p14:nvPr/>
              </p14:nvContentPartPr>
              <p14:xfrm>
                <a:off x="5473982" y="3595603"/>
                <a:ext cx="121320" cy="9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011F36E-FF75-D385-6112-126E296481A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64982" y="3586963"/>
                  <a:ext cx="138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DA113B0-BF1A-D930-8428-4F2787E2789A}"/>
                    </a:ext>
                  </a:extLst>
                </p14:cNvPr>
                <p14:cNvContentPartPr/>
                <p14:nvPr/>
              </p14:nvContentPartPr>
              <p14:xfrm>
                <a:off x="5611502" y="3440083"/>
                <a:ext cx="113400" cy="14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DA113B0-BF1A-D930-8428-4F2787E278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02502" y="3431443"/>
                  <a:ext cx="131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68C825C-5508-F4BE-E6B2-1FF3217C4326}"/>
                    </a:ext>
                  </a:extLst>
                </p14:cNvPr>
                <p14:cNvContentPartPr/>
                <p14:nvPr/>
              </p14:nvContentPartPr>
              <p14:xfrm>
                <a:off x="5790062" y="3389683"/>
                <a:ext cx="34200" cy="97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68C825C-5508-F4BE-E6B2-1FF3217C432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81422" y="3380683"/>
                  <a:ext cx="51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15D525D-84E0-8244-9C8D-2CFC50D93865}"/>
                    </a:ext>
                  </a:extLst>
                </p14:cNvPr>
                <p14:cNvContentPartPr/>
                <p14:nvPr/>
              </p14:nvContentPartPr>
              <p14:xfrm>
                <a:off x="3838142" y="3516763"/>
                <a:ext cx="126000" cy="151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15D525D-84E0-8244-9C8D-2CFC50D9386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29502" y="3508123"/>
                  <a:ext cx="143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C8D8CD2-061E-E25B-8A95-35FE68D44DDF}"/>
                    </a:ext>
                  </a:extLst>
                </p14:cNvPr>
                <p14:cNvContentPartPr/>
                <p14:nvPr/>
              </p14:nvContentPartPr>
              <p14:xfrm>
                <a:off x="3836702" y="3605323"/>
                <a:ext cx="93240" cy="6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C8D8CD2-061E-E25B-8A95-35FE68D44DD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828062" y="3596323"/>
                  <a:ext cx="110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B6072FF-F359-BCCA-E991-7E7D5BC5EB27}"/>
                    </a:ext>
                  </a:extLst>
                </p14:cNvPr>
                <p14:cNvContentPartPr/>
                <p14:nvPr/>
              </p14:nvContentPartPr>
              <p14:xfrm>
                <a:off x="3922022" y="3406603"/>
                <a:ext cx="100080" cy="11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B6072FF-F359-BCCA-E991-7E7D5BC5EB2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13382" y="3397963"/>
                  <a:ext cx="117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78D96C-CADD-B97C-8772-AC87EE27870A}"/>
                    </a:ext>
                  </a:extLst>
                </p14:cNvPr>
                <p14:cNvContentPartPr/>
                <p14:nvPr/>
              </p14:nvContentPartPr>
              <p14:xfrm>
                <a:off x="4087262" y="3373843"/>
                <a:ext cx="16560" cy="87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78D96C-CADD-B97C-8772-AC87EE27870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078262" y="3365203"/>
                  <a:ext cx="34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BC07FF6-C186-BB14-1EB0-316F4CF5500C}"/>
                    </a:ext>
                  </a:extLst>
                </p14:cNvPr>
                <p14:cNvContentPartPr/>
                <p14:nvPr/>
              </p14:nvContentPartPr>
              <p14:xfrm>
                <a:off x="8302502" y="3451963"/>
                <a:ext cx="95040" cy="95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BC07FF6-C186-BB14-1EB0-316F4CF550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93502" y="3442963"/>
                  <a:ext cx="112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737484B-9BBD-7B2C-7943-A7D22A2C188F}"/>
                    </a:ext>
                  </a:extLst>
                </p14:cNvPr>
                <p14:cNvContentPartPr/>
                <p14:nvPr/>
              </p14:nvContentPartPr>
              <p14:xfrm>
                <a:off x="6447062" y="3454483"/>
                <a:ext cx="110880" cy="109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737484B-9BBD-7B2C-7943-A7D22A2C188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438062" y="3445483"/>
                  <a:ext cx="128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EE4AD3A-3ABA-87D9-1E8C-614809477FA4}"/>
                    </a:ext>
                  </a:extLst>
                </p14:cNvPr>
                <p14:cNvContentPartPr/>
                <p14:nvPr/>
              </p14:nvContentPartPr>
              <p14:xfrm>
                <a:off x="4671542" y="3494443"/>
                <a:ext cx="99720" cy="104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EE4AD3A-3ABA-87D9-1E8C-614809477FA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62902" y="3485803"/>
                  <a:ext cx="117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EDD83D5-1127-DD8D-5DDE-7778102F80FD}"/>
                    </a:ext>
                  </a:extLst>
                </p14:cNvPr>
                <p14:cNvContentPartPr/>
                <p14:nvPr/>
              </p14:nvContentPartPr>
              <p14:xfrm>
                <a:off x="1936982" y="2072083"/>
                <a:ext cx="86760" cy="6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EDD83D5-1127-DD8D-5DDE-7778102F80F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927982" y="2063443"/>
                  <a:ext cx="104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11E4267-FBD1-8FCD-ED1F-4183EA5D2C36}"/>
                    </a:ext>
                  </a:extLst>
                </p14:cNvPr>
                <p14:cNvContentPartPr/>
                <p14:nvPr/>
              </p14:nvContentPartPr>
              <p14:xfrm>
                <a:off x="2075942" y="1993963"/>
                <a:ext cx="102960" cy="136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11E4267-FBD1-8FCD-ED1F-4183EA5D2C3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066942" y="1984963"/>
                  <a:ext cx="1206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910B254-750F-A5B6-C900-44159BDB69FB}"/>
                    </a:ext>
                  </a:extLst>
                </p14:cNvPr>
                <p14:cNvContentPartPr/>
                <p14:nvPr/>
              </p14:nvContentPartPr>
              <p14:xfrm>
                <a:off x="2354582" y="2064163"/>
                <a:ext cx="299160" cy="28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910B254-750F-A5B6-C900-44159BDB69F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45582" y="2055163"/>
                  <a:ext cx="316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1A6EF03-FABE-810E-75DF-736E08C47421}"/>
                    </a:ext>
                  </a:extLst>
                </p14:cNvPr>
                <p14:cNvContentPartPr/>
                <p14:nvPr/>
              </p14:nvContentPartPr>
              <p14:xfrm>
                <a:off x="2355302" y="2025643"/>
                <a:ext cx="133200" cy="123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1A6EF03-FABE-810E-75DF-736E08C4742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46302" y="2016643"/>
                  <a:ext cx="150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2D68411-4325-828A-5C5D-B2392C377EE7}"/>
                    </a:ext>
                  </a:extLst>
                </p14:cNvPr>
                <p14:cNvContentPartPr/>
                <p14:nvPr/>
              </p14:nvContentPartPr>
              <p14:xfrm>
                <a:off x="2586062" y="2064523"/>
                <a:ext cx="89640" cy="6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2D68411-4325-828A-5C5D-B2392C377E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577422" y="2055523"/>
                  <a:ext cx="107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FD648DC-9B3B-09D0-1AFD-4F7BDD1038BE}"/>
                    </a:ext>
                  </a:extLst>
                </p14:cNvPr>
                <p14:cNvContentPartPr/>
                <p14:nvPr/>
              </p14:nvContentPartPr>
              <p14:xfrm>
                <a:off x="3906902" y="2030683"/>
                <a:ext cx="87840" cy="5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FD648DC-9B3B-09D0-1AFD-4F7BDD1038B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97902" y="2021683"/>
                  <a:ext cx="105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DC364C9-72A4-48E5-42C7-EC67D87451D9}"/>
                    </a:ext>
                  </a:extLst>
                </p14:cNvPr>
                <p14:cNvContentPartPr/>
                <p14:nvPr/>
              </p14:nvContentPartPr>
              <p14:xfrm>
                <a:off x="4024982" y="1942483"/>
                <a:ext cx="118080" cy="177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DC364C9-72A4-48E5-42C7-EC67D87451D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015982" y="1933483"/>
                  <a:ext cx="135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505BC2F-0C1C-7CDA-7712-308F571487E0}"/>
                    </a:ext>
                  </a:extLst>
                </p14:cNvPr>
                <p14:cNvContentPartPr/>
                <p14:nvPr/>
              </p14:nvContentPartPr>
              <p14:xfrm>
                <a:off x="3801782" y="1868323"/>
                <a:ext cx="468000" cy="340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505BC2F-0C1C-7CDA-7712-308F571487E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793142" y="1859683"/>
                  <a:ext cx="485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6A10212-1542-557C-639D-4D084D5F9E74}"/>
                    </a:ext>
                  </a:extLst>
                </p14:cNvPr>
                <p14:cNvContentPartPr/>
                <p14:nvPr/>
              </p14:nvContentPartPr>
              <p14:xfrm>
                <a:off x="4298222" y="2025283"/>
                <a:ext cx="186840" cy="13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6A10212-1542-557C-639D-4D084D5F9E7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289222" y="2016283"/>
                  <a:ext cx="204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60BDC9F-7922-327E-A394-D20DB5513F20}"/>
                    </a:ext>
                  </a:extLst>
                </p14:cNvPr>
                <p14:cNvContentPartPr/>
                <p14:nvPr/>
              </p14:nvContentPartPr>
              <p14:xfrm>
                <a:off x="4263302" y="1992883"/>
                <a:ext cx="117360" cy="93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60BDC9F-7922-327E-A394-D20DB5513F2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254662" y="1984243"/>
                  <a:ext cx="135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9E07A0F-7581-5C57-53C1-E7380A998944}"/>
                    </a:ext>
                  </a:extLst>
                </p14:cNvPr>
                <p14:cNvContentPartPr/>
                <p14:nvPr/>
              </p14:nvContentPartPr>
              <p14:xfrm>
                <a:off x="5736422" y="1960483"/>
                <a:ext cx="149040" cy="109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9E07A0F-7581-5C57-53C1-E7380A99894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727782" y="1951483"/>
                  <a:ext cx="1666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CE48AC9-D113-DC0C-9526-1FE2137B6394}"/>
                    </a:ext>
                  </a:extLst>
                </p14:cNvPr>
                <p14:cNvContentPartPr/>
                <p14:nvPr/>
              </p14:nvContentPartPr>
              <p14:xfrm>
                <a:off x="5612942" y="1862563"/>
                <a:ext cx="389160" cy="321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CE48AC9-D113-DC0C-9526-1FE2137B639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03942" y="1853563"/>
                  <a:ext cx="406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3224DD5-8451-8A61-8DDA-AF10826A0ABA}"/>
                    </a:ext>
                  </a:extLst>
                </p14:cNvPr>
                <p14:cNvContentPartPr/>
                <p14:nvPr/>
              </p14:nvContentPartPr>
              <p14:xfrm>
                <a:off x="5984102" y="2001523"/>
                <a:ext cx="216000" cy="136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3224DD5-8451-8A61-8DDA-AF10826A0AB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975462" y="1992883"/>
                  <a:ext cx="233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1A28294-2EB1-9A10-2C32-98B81628B7D5}"/>
                    </a:ext>
                  </a:extLst>
                </p14:cNvPr>
                <p14:cNvContentPartPr/>
                <p14:nvPr/>
              </p14:nvContentPartPr>
              <p14:xfrm>
                <a:off x="6007502" y="1959043"/>
                <a:ext cx="114840" cy="105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1A28294-2EB1-9A10-2C32-98B81628B7D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98502" y="1950043"/>
                  <a:ext cx="1324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7EE7684-93AF-B7F6-02D2-61436FD5305D}"/>
                    </a:ext>
                  </a:extLst>
                </p14:cNvPr>
                <p14:cNvContentPartPr/>
                <p14:nvPr/>
              </p14:nvContentPartPr>
              <p14:xfrm>
                <a:off x="7507262" y="1917283"/>
                <a:ext cx="26280" cy="119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7EE7684-93AF-B7F6-02D2-61436FD5305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498622" y="1908283"/>
                  <a:ext cx="43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42577C4-DCC3-EE51-FE6B-E35AFCD7DC4F}"/>
                    </a:ext>
                  </a:extLst>
                </p14:cNvPr>
                <p14:cNvContentPartPr/>
                <p14:nvPr/>
              </p14:nvContentPartPr>
              <p14:xfrm>
                <a:off x="7585382" y="1924843"/>
                <a:ext cx="97200" cy="106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42577C4-DCC3-EE51-FE6B-E35AFCD7DC4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576382" y="1915843"/>
                  <a:ext cx="114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95045A9-78A4-FD08-EE76-2C5C78ABE52A}"/>
                    </a:ext>
                  </a:extLst>
                </p14:cNvPr>
                <p14:cNvContentPartPr/>
                <p14:nvPr/>
              </p14:nvContentPartPr>
              <p14:xfrm>
                <a:off x="7421222" y="1815403"/>
                <a:ext cx="398160" cy="3171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95045A9-78A4-FD08-EE76-2C5C78ABE52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412582" y="1806763"/>
                  <a:ext cx="4158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7710E2C-CBE4-CA89-3BCD-8E517AA088D3}"/>
                    </a:ext>
                  </a:extLst>
                </p14:cNvPr>
                <p14:cNvContentPartPr/>
                <p14:nvPr/>
              </p14:nvContentPartPr>
              <p14:xfrm>
                <a:off x="7797422" y="1956523"/>
                <a:ext cx="272520" cy="18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7710E2C-CBE4-CA89-3BCD-8E517AA088D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788782" y="1947523"/>
                  <a:ext cx="290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C5A0475-F6C3-8FA1-E975-F93230D2619C}"/>
                    </a:ext>
                  </a:extLst>
                </p14:cNvPr>
                <p14:cNvContentPartPr/>
                <p14:nvPr/>
              </p14:nvContentPartPr>
              <p14:xfrm>
                <a:off x="7826222" y="1921963"/>
                <a:ext cx="123120" cy="101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C5A0475-F6C3-8FA1-E975-F93230D2619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817582" y="1913323"/>
                  <a:ext cx="140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0BE84AD-2831-037F-283E-78639A458890}"/>
                    </a:ext>
                  </a:extLst>
                </p14:cNvPr>
                <p14:cNvContentPartPr/>
                <p14:nvPr/>
              </p14:nvContentPartPr>
              <p14:xfrm>
                <a:off x="1523342" y="2608843"/>
                <a:ext cx="24480" cy="113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0BE84AD-2831-037F-283E-78639A45889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514702" y="2599843"/>
                  <a:ext cx="42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FE5F043-DCAA-4C0E-6CFC-1D7AC52E4C4D}"/>
                    </a:ext>
                  </a:extLst>
                </p14:cNvPr>
                <p14:cNvContentPartPr/>
                <p14:nvPr/>
              </p14:nvContentPartPr>
              <p14:xfrm>
                <a:off x="1455302" y="2672203"/>
                <a:ext cx="136800" cy="13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FE5F043-DCAA-4C0E-6CFC-1D7AC52E4C4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446302" y="2663563"/>
                  <a:ext cx="154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212EA6B-633D-E649-3EC0-05B1D1BC2AF1}"/>
                    </a:ext>
                  </a:extLst>
                </p14:cNvPr>
                <p14:cNvContentPartPr/>
                <p14:nvPr/>
              </p14:nvContentPartPr>
              <p14:xfrm>
                <a:off x="1365662" y="2544763"/>
                <a:ext cx="316080" cy="225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212EA6B-633D-E649-3EC0-05B1D1BC2AF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356662" y="2536123"/>
                  <a:ext cx="3337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CB694FD-030E-BE37-67AD-21A8F13BF0F4}"/>
                    </a:ext>
                  </a:extLst>
                </p14:cNvPr>
                <p14:cNvContentPartPr/>
                <p14:nvPr/>
              </p14:nvContentPartPr>
              <p14:xfrm>
                <a:off x="1527302" y="2011243"/>
                <a:ext cx="303480" cy="19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CB694FD-030E-BE37-67AD-21A8F13BF0F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518302" y="2002603"/>
                  <a:ext cx="321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90FBEE4-EF6E-F862-E847-7CD947A807D7}"/>
                    </a:ext>
                  </a:extLst>
                </p14:cNvPr>
                <p14:cNvContentPartPr/>
                <p14:nvPr/>
              </p14:nvContentPartPr>
              <p14:xfrm>
                <a:off x="1501382" y="2021323"/>
                <a:ext cx="20520" cy="4838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90FBEE4-EF6E-F862-E847-7CD947A807D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492742" y="2012323"/>
                  <a:ext cx="3816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49052CF-5AE2-78A9-E69B-31934E684996}"/>
                    </a:ext>
                  </a:extLst>
                </p14:cNvPr>
                <p14:cNvContentPartPr/>
                <p14:nvPr/>
              </p14:nvContentPartPr>
              <p14:xfrm>
                <a:off x="1418942" y="2389243"/>
                <a:ext cx="189720" cy="113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49052CF-5AE2-78A9-E69B-31934E68499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410302" y="2380603"/>
                  <a:ext cx="207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326B020-C054-2213-CFDB-BDD320430007}"/>
                    </a:ext>
                  </a:extLst>
                </p14:cNvPr>
                <p14:cNvContentPartPr/>
                <p14:nvPr/>
              </p14:nvContentPartPr>
              <p14:xfrm>
                <a:off x="1675622" y="2530363"/>
                <a:ext cx="1595880" cy="112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326B020-C054-2213-CFDB-BDD32043000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666982" y="2521363"/>
                  <a:ext cx="161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A71FE4D-B956-D9B0-2E61-6011AD21AAF6}"/>
                    </a:ext>
                  </a:extLst>
                </p14:cNvPr>
                <p14:cNvContentPartPr/>
                <p14:nvPr/>
              </p14:nvContentPartPr>
              <p14:xfrm>
                <a:off x="1652582" y="2561683"/>
                <a:ext cx="92160" cy="126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A71FE4D-B956-D9B0-2E61-6011AD21AAF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643942" y="2552683"/>
                  <a:ext cx="109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30A326D-C6DE-23CB-F317-F171345B2C70}"/>
                    </a:ext>
                  </a:extLst>
                </p14:cNvPr>
                <p14:cNvContentPartPr/>
                <p14:nvPr/>
              </p14:nvContentPartPr>
              <p14:xfrm>
                <a:off x="5284622" y="2455483"/>
                <a:ext cx="22320" cy="1213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30A326D-C6DE-23CB-F317-F171345B2C7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275622" y="2446483"/>
                  <a:ext cx="39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FDB418C-BF89-0900-17D9-CA5C89031F7F}"/>
                    </a:ext>
                  </a:extLst>
                </p14:cNvPr>
                <p14:cNvContentPartPr/>
                <p14:nvPr/>
              </p14:nvContentPartPr>
              <p14:xfrm>
                <a:off x="5212262" y="2528923"/>
                <a:ext cx="148680" cy="12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FDB418C-BF89-0900-17D9-CA5C89031F7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203262" y="2520283"/>
                  <a:ext cx="166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0B6364C-7FC2-784C-1368-E090D7EE440C}"/>
                    </a:ext>
                  </a:extLst>
                </p14:cNvPr>
                <p14:cNvContentPartPr/>
                <p14:nvPr/>
              </p14:nvContentPartPr>
              <p14:xfrm>
                <a:off x="5152862" y="2417683"/>
                <a:ext cx="282240" cy="211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0B6364C-7FC2-784C-1368-E090D7EE440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144222" y="2409043"/>
                  <a:ext cx="299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62AE862-3421-FE54-4B6D-51FB24A50E6F}"/>
                    </a:ext>
                  </a:extLst>
                </p14:cNvPr>
                <p14:cNvContentPartPr/>
                <p14:nvPr/>
              </p14:nvContentPartPr>
              <p14:xfrm>
                <a:off x="3447902" y="2500123"/>
                <a:ext cx="21960" cy="1090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62AE862-3421-FE54-4B6D-51FB24A50E6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439262" y="2491483"/>
                  <a:ext cx="39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9269B1A-1E1A-7EE6-3251-4F5B9D7C8F19}"/>
                    </a:ext>
                  </a:extLst>
                </p14:cNvPr>
                <p14:cNvContentPartPr/>
                <p14:nvPr/>
              </p14:nvContentPartPr>
              <p14:xfrm>
                <a:off x="3403622" y="2547283"/>
                <a:ext cx="121320" cy="12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9269B1A-1E1A-7EE6-3251-4F5B9D7C8F1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394982" y="2538283"/>
                  <a:ext cx="138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53FE9C5-27E0-91A6-6AD2-CF1454E0ED64}"/>
                    </a:ext>
                  </a:extLst>
                </p14:cNvPr>
                <p14:cNvContentPartPr/>
                <p14:nvPr/>
              </p14:nvContentPartPr>
              <p14:xfrm>
                <a:off x="3293102" y="2439283"/>
                <a:ext cx="317160" cy="2188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53FE9C5-27E0-91A6-6AD2-CF1454E0ED6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284462" y="2430643"/>
                  <a:ext cx="334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BCF2DAF-F21F-C600-024D-01F2FFB51738}"/>
                    </a:ext>
                  </a:extLst>
                </p14:cNvPr>
                <p14:cNvContentPartPr/>
                <p14:nvPr/>
              </p14:nvContentPartPr>
              <p14:xfrm>
                <a:off x="3627542" y="2517043"/>
                <a:ext cx="1499040" cy="493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BCF2DAF-F21F-C600-024D-01F2FFB5173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618542" y="2508403"/>
                  <a:ext cx="1516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BDBAD43-29C3-4D8C-3E9A-8C59713C3A71}"/>
                    </a:ext>
                  </a:extLst>
                </p14:cNvPr>
                <p14:cNvContentPartPr/>
                <p14:nvPr/>
              </p14:nvContentPartPr>
              <p14:xfrm>
                <a:off x="3618542" y="2505523"/>
                <a:ext cx="129960" cy="1044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BDBAD43-29C3-4D8C-3E9A-8C59713C3A7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609902" y="2496883"/>
                  <a:ext cx="147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004F36-F3DB-561F-377C-190FB0B57D8D}"/>
                    </a:ext>
                  </a:extLst>
                </p14:cNvPr>
                <p14:cNvContentPartPr/>
                <p14:nvPr/>
              </p14:nvContentPartPr>
              <p14:xfrm>
                <a:off x="5480822" y="2472043"/>
                <a:ext cx="1568520" cy="48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004F36-F3DB-561F-377C-190FB0B57D8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471822" y="2463403"/>
                  <a:ext cx="1586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DD1EE32-292B-DF6C-B004-E1690BCF66EF}"/>
                    </a:ext>
                  </a:extLst>
                </p14:cNvPr>
                <p14:cNvContentPartPr/>
                <p14:nvPr/>
              </p14:nvContentPartPr>
              <p14:xfrm>
                <a:off x="5459582" y="2447923"/>
                <a:ext cx="147600" cy="1227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DD1EE32-292B-DF6C-B004-E1690BCF66E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450582" y="2438923"/>
                  <a:ext cx="165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7EA8AD4-18EF-28B3-B5BE-21848297F606}"/>
                    </a:ext>
                  </a:extLst>
                </p14:cNvPr>
                <p14:cNvContentPartPr/>
                <p14:nvPr/>
              </p14:nvContentPartPr>
              <p14:xfrm>
                <a:off x="9493022" y="2412283"/>
                <a:ext cx="18720" cy="122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7EA8AD4-18EF-28B3-B5BE-21848297F60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484022" y="2403283"/>
                  <a:ext cx="36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09DD366-7809-B1C9-E959-140683AD17C7}"/>
                    </a:ext>
                  </a:extLst>
                </p14:cNvPr>
                <p14:cNvContentPartPr/>
                <p14:nvPr/>
              </p14:nvContentPartPr>
              <p14:xfrm>
                <a:off x="9569342" y="2405083"/>
                <a:ext cx="126720" cy="78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09DD366-7809-B1C9-E959-140683AD17C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560342" y="2396083"/>
                  <a:ext cx="144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B67634D-D5A5-137C-F048-36485C028CAE}"/>
                    </a:ext>
                  </a:extLst>
                </p14:cNvPr>
                <p14:cNvContentPartPr/>
                <p14:nvPr/>
              </p14:nvContentPartPr>
              <p14:xfrm>
                <a:off x="9659702" y="2432443"/>
                <a:ext cx="8640" cy="100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B67634D-D5A5-137C-F048-36485C028CA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651062" y="2423803"/>
                  <a:ext cx="26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2491865-9B00-958A-2840-B6F36FDB57D3}"/>
                    </a:ext>
                  </a:extLst>
                </p14:cNvPr>
                <p14:cNvContentPartPr/>
                <p14:nvPr/>
              </p14:nvContentPartPr>
              <p14:xfrm>
                <a:off x="9367022" y="2260003"/>
                <a:ext cx="461160" cy="383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2491865-9B00-958A-2840-B6F36FDB57D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358382" y="2251363"/>
                  <a:ext cx="4788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099B01A-C783-FB13-2725-373EDA7B4F70}"/>
                    </a:ext>
                  </a:extLst>
                </p14:cNvPr>
                <p14:cNvContentPartPr/>
                <p14:nvPr/>
              </p14:nvContentPartPr>
              <p14:xfrm>
                <a:off x="9850862" y="2446843"/>
                <a:ext cx="320400" cy="20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099B01A-C783-FB13-2725-373EDA7B4F7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841862" y="2438203"/>
                  <a:ext cx="338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2F35A11-1378-CDCE-D42A-F409D06BE298}"/>
                    </a:ext>
                  </a:extLst>
                </p14:cNvPr>
                <p14:cNvContentPartPr/>
                <p14:nvPr/>
              </p14:nvContentPartPr>
              <p14:xfrm>
                <a:off x="9841862" y="2395003"/>
                <a:ext cx="111600" cy="101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2F35A11-1378-CDCE-D42A-F409D06BE29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832862" y="2386003"/>
                  <a:ext cx="129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175493C-92C0-979D-A4BD-9AED0FF6B28A}"/>
                    </a:ext>
                  </a:extLst>
                </p14:cNvPr>
                <p14:cNvContentPartPr/>
                <p14:nvPr/>
              </p14:nvContentPartPr>
              <p14:xfrm>
                <a:off x="9886502" y="2487163"/>
                <a:ext cx="93960" cy="457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175493C-92C0-979D-A4BD-9AED0FF6B28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877862" y="2478523"/>
                  <a:ext cx="111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503ACE3-0A65-4762-36DE-B29F2C7F691D}"/>
                    </a:ext>
                  </a:extLst>
                </p14:cNvPr>
                <p14:cNvContentPartPr/>
                <p14:nvPr/>
              </p14:nvContentPartPr>
              <p14:xfrm>
                <a:off x="7180742" y="2408683"/>
                <a:ext cx="12600" cy="1180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503ACE3-0A65-4762-36DE-B29F2C7F691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171742" y="2399683"/>
                  <a:ext cx="30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EF1C2A1-E5B8-9D65-E3DD-09F6B5A76386}"/>
                    </a:ext>
                  </a:extLst>
                </p14:cNvPr>
                <p14:cNvContentPartPr/>
                <p14:nvPr/>
              </p14:nvContentPartPr>
              <p14:xfrm>
                <a:off x="7085702" y="2475643"/>
                <a:ext cx="160200" cy="165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EF1C2A1-E5B8-9D65-E3DD-09F6B5A7638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077062" y="2466643"/>
                  <a:ext cx="177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AE0A129-1C3F-B88E-E78E-53DBA90E8FDA}"/>
                    </a:ext>
                  </a:extLst>
                </p14:cNvPr>
                <p14:cNvContentPartPr/>
                <p14:nvPr/>
              </p14:nvContentPartPr>
              <p14:xfrm>
                <a:off x="7046102" y="2353963"/>
                <a:ext cx="283680" cy="242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AE0A129-1C3F-B88E-E78E-53DBA90E8FD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037462" y="2344963"/>
                  <a:ext cx="301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871172F-C6CB-919D-273E-4F335F8D83AD}"/>
                    </a:ext>
                  </a:extLst>
                </p14:cNvPr>
                <p14:cNvContentPartPr/>
                <p14:nvPr/>
              </p14:nvContentPartPr>
              <p14:xfrm>
                <a:off x="7140062" y="1960843"/>
                <a:ext cx="280800" cy="387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871172F-C6CB-919D-273E-4F335F8D83A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131062" y="1951843"/>
                  <a:ext cx="2984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20D2ED7-71A2-D438-12D5-7E5A92B6FA32}"/>
                    </a:ext>
                  </a:extLst>
                </p14:cNvPr>
                <p14:cNvContentPartPr/>
                <p14:nvPr/>
              </p14:nvContentPartPr>
              <p14:xfrm>
                <a:off x="7105862" y="2249203"/>
                <a:ext cx="130320" cy="950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20D2ED7-71A2-D438-12D5-7E5A92B6FA3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096862" y="2240203"/>
                  <a:ext cx="147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BAEA8B0-ECCE-592E-D7AF-5E1FEE84988E}"/>
                    </a:ext>
                  </a:extLst>
                </p14:cNvPr>
                <p14:cNvContentPartPr/>
                <p14:nvPr/>
              </p14:nvContentPartPr>
              <p14:xfrm>
                <a:off x="5266262" y="2035723"/>
                <a:ext cx="332280" cy="362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BAEA8B0-ECCE-592E-D7AF-5E1FEE84988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257262" y="2026723"/>
                  <a:ext cx="3499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4FAF404-9784-11EA-0D92-7D0441C4E3E3}"/>
                    </a:ext>
                  </a:extLst>
                </p14:cNvPr>
                <p14:cNvContentPartPr/>
                <p14:nvPr/>
              </p14:nvContentPartPr>
              <p14:xfrm>
                <a:off x="5237462" y="2308963"/>
                <a:ext cx="97200" cy="961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4FAF404-9784-11EA-0D92-7D0441C4E3E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228462" y="2300323"/>
                  <a:ext cx="1148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5AE5C9A-F3F2-72E0-029D-5A97163EEB25}"/>
                    </a:ext>
                  </a:extLst>
                </p14:cNvPr>
                <p14:cNvContentPartPr/>
                <p14:nvPr/>
              </p14:nvContentPartPr>
              <p14:xfrm>
                <a:off x="3376982" y="2029243"/>
                <a:ext cx="397440" cy="369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5AE5C9A-F3F2-72E0-029D-5A97163EEB2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367982" y="2020603"/>
                  <a:ext cx="4150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86502C5-B0E0-5829-C642-4412D94E95AC}"/>
                    </a:ext>
                  </a:extLst>
                </p14:cNvPr>
                <p14:cNvContentPartPr/>
                <p14:nvPr/>
              </p14:nvContentPartPr>
              <p14:xfrm>
                <a:off x="3319022" y="2303563"/>
                <a:ext cx="132480" cy="964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86502C5-B0E0-5829-C642-4412D94E95A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10382" y="2294923"/>
                  <a:ext cx="150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3D64652-1795-72F5-214C-F98040DD5741}"/>
                    </a:ext>
                  </a:extLst>
                </p14:cNvPr>
                <p14:cNvContentPartPr/>
                <p14:nvPr/>
              </p14:nvContentPartPr>
              <p14:xfrm>
                <a:off x="707942" y="2649883"/>
                <a:ext cx="624240" cy="147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3D64652-1795-72F5-214C-F98040DD574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99302" y="2640883"/>
                  <a:ext cx="641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C71D2FA-76CD-D7E3-66C2-BDB58BD8B885}"/>
                    </a:ext>
                  </a:extLst>
                </p14:cNvPr>
                <p14:cNvContentPartPr/>
                <p14:nvPr/>
              </p14:nvContentPartPr>
              <p14:xfrm>
                <a:off x="640622" y="2570323"/>
                <a:ext cx="172800" cy="147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C71D2FA-76CD-D7E3-66C2-BDB58BD8B88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31982" y="2561683"/>
                  <a:ext cx="19044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01F77815-4B2D-4764-5710-AD18EECD7D64}"/>
                  </a:ext>
                </a:extLst>
              </p14:cNvPr>
              <p14:cNvContentPartPr/>
              <p14:nvPr/>
            </p14:nvContentPartPr>
            <p14:xfrm>
              <a:off x="719462" y="1381243"/>
              <a:ext cx="1323000" cy="2736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01F77815-4B2D-4764-5710-AD18EECD7D64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710462" y="1372603"/>
                <a:ext cx="134064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8" name="Group 287">
            <a:extLst>
              <a:ext uri="{FF2B5EF4-FFF2-40B4-BE49-F238E27FC236}">
                <a16:creationId xmlns:a16="http://schemas.microsoft.com/office/drawing/2014/main" id="{0B11419B-2A65-5DE3-F5DA-43F5488475F4}"/>
              </a:ext>
            </a:extLst>
          </p:cNvPr>
          <p:cNvGrpSpPr/>
          <p:nvPr/>
        </p:nvGrpSpPr>
        <p:grpSpPr>
          <a:xfrm>
            <a:off x="680942" y="1007923"/>
            <a:ext cx="599760" cy="249120"/>
            <a:chOff x="680942" y="1007923"/>
            <a:chExt cx="59976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9AA1151-BCA6-5B1E-4CF1-E1E4A44A1C8E}"/>
                    </a:ext>
                  </a:extLst>
                </p14:cNvPr>
                <p14:cNvContentPartPr/>
                <p14:nvPr/>
              </p14:nvContentPartPr>
              <p14:xfrm>
                <a:off x="680942" y="1120963"/>
                <a:ext cx="153000" cy="1195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9AA1151-BCA6-5B1E-4CF1-E1E4A44A1C8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72302" y="1111963"/>
                  <a:ext cx="170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7303E83-CF44-2DE2-0561-087F7AD5BC1A}"/>
                    </a:ext>
                  </a:extLst>
                </p14:cNvPr>
                <p14:cNvContentPartPr/>
                <p14:nvPr/>
              </p14:nvContentPartPr>
              <p14:xfrm>
                <a:off x="689222" y="1128883"/>
                <a:ext cx="113400" cy="1130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7303E83-CF44-2DE2-0561-087F7AD5BC1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80582" y="1120243"/>
                  <a:ext cx="131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424EBAF-B8EF-B01A-DBFF-3E5CA742530C}"/>
                    </a:ext>
                  </a:extLst>
                </p14:cNvPr>
                <p14:cNvContentPartPr/>
                <p14:nvPr/>
              </p14:nvContentPartPr>
              <p14:xfrm>
                <a:off x="861662" y="1020163"/>
                <a:ext cx="126720" cy="236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424EBAF-B8EF-B01A-DBFF-3E5CA742530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52662" y="1011523"/>
                  <a:ext cx="144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A20643B-CD5B-D520-4E6D-A803DCC2A412}"/>
                    </a:ext>
                  </a:extLst>
                </p14:cNvPr>
                <p14:cNvContentPartPr/>
                <p14:nvPr/>
              </p14:nvContentPartPr>
              <p14:xfrm>
                <a:off x="998822" y="1126363"/>
                <a:ext cx="149760" cy="669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A20643B-CD5B-D520-4E6D-A803DCC2A41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89822" y="1117723"/>
                  <a:ext cx="167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DCE2044-4687-7417-D27C-2D2DC85AD1EA}"/>
                    </a:ext>
                  </a:extLst>
                </p14:cNvPr>
                <p14:cNvContentPartPr/>
                <p14:nvPr/>
              </p14:nvContentPartPr>
              <p14:xfrm>
                <a:off x="1191062" y="1007923"/>
                <a:ext cx="89640" cy="2264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DCE2044-4687-7417-D27C-2D2DC85AD1E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82422" y="998923"/>
                  <a:ext cx="10728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9DBBFEF-7B57-08CA-9B48-DF8627D7C7E7}"/>
              </a:ext>
            </a:extLst>
          </p:cNvPr>
          <p:cNvGrpSpPr/>
          <p:nvPr/>
        </p:nvGrpSpPr>
        <p:grpSpPr>
          <a:xfrm>
            <a:off x="713342" y="2902603"/>
            <a:ext cx="596880" cy="331560"/>
            <a:chOff x="713342" y="2902603"/>
            <a:chExt cx="59688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40A8A78-57CA-6E65-85C9-8A7E92927E64}"/>
                    </a:ext>
                  </a:extLst>
                </p14:cNvPr>
                <p14:cNvContentPartPr/>
                <p14:nvPr/>
              </p14:nvContentPartPr>
              <p14:xfrm>
                <a:off x="713342" y="2996923"/>
                <a:ext cx="145800" cy="2372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40A8A78-57CA-6E65-85C9-8A7E92927E6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04342" y="2988283"/>
                  <a:ext cx="163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F37425F-0090-F3BD-F8DB-C08E8FB3C17F}"/>
                    </a:ext>
                  </a:extLst>
                </p14:cNvPr>
                <p14:cNvContentPartPr/>
                <p14:nvPr/>
              </p14:nvContentPartPr>
              <p14:xfrm>
                <a:off x="816302" y="3139843"/>
                <a:ext cx="38160" cy="1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F37425F-0090-F3BD-F8DB-C08E8FB3C17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07302" y="3131203"/>
                  <a:ext cx="55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E43B9F9-8AEC-EEAB-A41D-C70B60C69E78}"/>
                    </a:ext>
                  </a:extLst>
                </p14:cNvPr>
                <p14:cNvContentPartPr/>
                <p14:nvPr/>
              </p14:nvContentPartPr>
              <p14:xfrm>
                <a:off x="909902" y="2902603"/>
                <a:ext cx="104760" cy="2469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E43B9F9-8AEC-EEAB-A41D-C70B60C69E7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01262" y="2893603"/>
                  <a:ext cx="1224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A59632A-E59C-3273-DDA1-6D9A6C1FDFE8}"/>
                    </a:ext>
                  </a:extLst>
                </p14:cNvPr>
                <p14:cNvContentPartPr/>
                <p14:nvPr/>
              </p14:nvContentPartPr>
              <p14:xfrm>
                <a:off x="1039502" y="3007723"/>
                <a:ext cx="123120" cy="84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A59632A-E59C-3273-DDA1-6D9A6C1FDFE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30862" y="2999083"/>
                  <a:ext cx="140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1DFF3EA-CF69-FABB-55B9-9DFBA3F97D12}"/>
                    </a:ext>
                  </a:extLst>
                </p14:cNvPr>
                <p14:cNvContentPartPr/>
                <p14:nvPr/>
              </p14:nvContentPartPr>
              <p14:xfrm>
                <a:off x="1208702" y="2931043"/>
                <a:ext cx="101520" cy="2030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1DFF3EA-CF69-FABB-55B9-9DFBA3F97D1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200062" y="2922043"/>
                  <a:ext cx="119160" cy="22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002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PS 07 Figures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2</cp:revision>
  <dcterms:created xsi:type="dcterms:W3CDTF">2026-10-03T14:36:44Z</dcterms:created>
  <dcterms:modified xsi:type="dcterms:W3CDTF">2026-10-03T14:48:36Z</dcterms:modified>
</cp:coreProperties>
</file>