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F7B2-56CD-306F-9C11-244E335C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B41DF-4106-63C2-64AA-3988D27A2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8A5A0-A762-9034-0504-F7167B157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E9C9-0680-356B-8090-C7B68E8A0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83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Think-Pair-Share runs long, move the quiz to the start of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5392" y="1688374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B9318643-0B8D-601F-B2D7-342CAB094A78}"/>
              </a:ext>
            </a:extLst>
          </p:cNvPr>
          <p:cNvSpPr/>
          <p:nvPr/>
        </p:nvSpPr>
        <p:spPr>
          <a:xfrm>
            <a:off x="960120" y="222199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FED92-AC9C-1AEE-6F1B-6AE66E9D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8281BD-4A9C-1ED7-9A2E-391F6C3B607F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F39C57-445E-1CE3-6162-D3FAB1DDE9A2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0E304C-C62C-98FC-BC70-1A6E4F5C49C0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A3F664-B844-994C-C24D-7D057FFAD40E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5A1BBD-E0FB-221F-2DE8-6A4F1FD5C7F7}"/>
              </a:ext>
            </a:extLst>
          </p:cNvPr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678D3B0-994B-05D4-EDE4-B9DEA9D168AF}"/>
              </a:ext>
            </a:extLst>
          </p:cNvPr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6C6FC0-5E15-7F2F-CCE2-F8D120C8945F}"/>
              </a:ext>
            </a:extLst>
          </p:cNvPr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27E65A-D20A-D16E-F68F-D7EA1ED28A1C}"/>
              </a:ext>
            </a:extLst>
          </p:cNvPr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655AF5-3B82-714B-5E1E-4F4F5AE90126}"/>
              </a:ext>
            </a:extLst>
          </p:cNvPr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9B08BE5-F7A1-EB8B-803E-7878257F69DE}"/>
              </a:ext>
            </a:extLst>
          </p:cNvPr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22E073-D23E-9017-0CC6-BBAE60317DE2}"/>
              </a:ext>
            </a:extLst>
          </p:cNvPr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67A24A4-087E-4663-2F8B-45BCD7087EDF}"/>
              </a:ext>
            </a:extLst>
          </p:cNvPr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02289E-C913-8984-1231-D70AE6E7EEA6}"/>
              </a:ext>
            </a:extLst>
          </p:cNvPr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7CC499-F737-0805-B7E9-E3EF2C7D0502}"/>
              </a:ext>
            </a:extLst>
          </p:cNvPr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at ω=0 the terms 1 and 0.9e^{-jω} nearly cancel in the denominator, making the magnitude large.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483B98D-17BF-212E-6B8B-215109D625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70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15 minutes • closed notes unless your course policy says otherwise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9966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Core skills: LTI properties, convolution, eigenfunction reasoning, DTFT periodicity.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short calculation: derive H(e^{jω}) from a first-order difference equation.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conceptual explanation: interpret a frequency response without plotting.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4800600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4910328"/>
            <a:ext cx="7443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Suggested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5184648"/>
            <a:ext cx="7443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Give the quiz at the start of Week 2 or as the last 15 minutes of Lecture 2, depending on pacing.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2127</Words>
  <Application>Microsoft Office PowerPoint</Application>
  <PresentationFormat>Widescreen</PresentationFormat>
  <Paragraphs>315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3</cp:revision>
  <dcterms:created xsi:type="dcterms:W3CDTF">2026-08-18T14:03:18Z</dcterms:created>
  <dcterms:modified xsi:type="dcterms:W3CDTF">2026-08-18T23:41:28Z</dcterms:modified>
</cp:coreProperties>
</file>