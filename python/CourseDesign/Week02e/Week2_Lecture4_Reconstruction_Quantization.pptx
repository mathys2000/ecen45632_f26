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2498-E17C-2A42-C8DF-7F06B051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02C2-9F9E-6249-9D74-AC84AFCD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7FA77-D640-D06C-9F0F-1A333C10D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56D5-5DC8-10DA-2B57-5ED8B3EF4F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47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Reconstruction, D/A,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Quantization Noise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interpolation gives the theory; ZOH and finite bit depth explain what hardware actually does.</a:t>
            </a:r>
            <a:endParaRPr lang="en-US" sz="2000" dirty="0"/>
          </a:p>
        </p:txBody>
      </p:sp>
      <p:pic>
        <p:nvPicPr>
          <p:cNvPr id="6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78" y="960120"/>
            <a:ext cx="4898605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25196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36168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ideal D/C • sinc interpolation • zero-order hold • quantization • SQNR • PyTorch dtype bridge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Recap: after Lecture 3, we trust the sample times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ask how to reconstruct between samples and represent amplitudes.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4301"/>
            <a:ext cx="10789920" cy="2734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error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1707857"/>
            <a:ext cx="23447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error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moves energy to the wrong frequency. It is fundamentally non-unique.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2636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99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maps a continuous amplitude to one of finitely many levels.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4, students should be able to move between ideal theory and real hardware.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ideal bandlimited interpolation formula from the reconstruction low-pass filter.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zero-order hold behavior in time and its sinc-shaped magnitude droop.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 uniform B-bit quantizer and compute Δ and quantization-error variance.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and use SQNR ≈ 6.02B + 1.76 dB for a full-scale sine.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16-bit PCM storage and float32 computation in PyTorch.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reconstruction in the frequency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spectral replicas do not overlap, simply isolate the baseband copy.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5907024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746" y="1280160"/>
            <a:ext cx="4017388" cy="7132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369554"/>
            <a:ext cx="4754880" cy="10033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0" y="173736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72784" y="184708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 T cancels the 1/T introduced by ideal sampling.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301752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72784" y="312724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Ω_M &lt; Ω_c &lt; Ω_s − Ω_M so only one replica passes.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ideal low-pass filtering to sinc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transform of a brick-wall low-pass filter is a sinc.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04790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369" y="1325880"/>
            <a:ext cx="8794143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741" y="2423160"/>
            <a:ext cx="4380839" cy="841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840480"/>
            <a:ext cx="98755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3950208"/>
            <a:ext cx="9582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sinc(u)=sin(πu)/(πu). Every sample contributes one shifted, scaled interpolation kernel.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sinc basis passes through every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integer offsets, normalized sinc is zero—except at the center.</a:t>
            </a:r>
            <a:endParaRPr lang="en-US" sz="1550" dirty="0"/>
          </a:p>
        </p:txBody>
      </p:sp>
      <p:pic>
        <p:nvPicPr>
          <p:cNvPr id="4" name="Image 0" descr="/mnt/data/week2_dsp_ml/assets/sinc_b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900"/>
            <a:ext cx="6583680" cy="3017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4928" y="1682496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0" y="2272284"/>
            <a:ext cx="3657600" cy="731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35240" y="3246120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81544" y="3355848"/>
            <a:ext cx="31821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t=mT, only the n=m kernel survives → x_r(mT)=x[m].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illustration of ideal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true ideal sum is infinite; a finite example still shows the geometry.</a:t>
            </a:r>
            <a:endParaRPr lang="en-US" sz="1550" dirty="0"/>
          </a:p>
        </p:txBody>
      </p:sp>
      <p:pic>
        <p:nvPicPr>
          <p:cNvPr id="4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06" y="1280160"/>
            <a:ext cx="9605108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real DAC does not implement ideal sinc directly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ideal impulse response is infinite in duration and noncausal when centered at t=0.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mathematical interpolator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hardware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9377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Infinite support in 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around the interpolation instant.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Brick-wall frequency response.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only under ideal bandlimiting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892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simple analog waveform from each code.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is extremely natural in a DAC.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with an analog reconstruction / anti-imaging filter.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Oversampling reduces the burden on analog filtering.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5074920"/>
            <a:ext cx="7680960" cy="640080"/>
          </a:xfrm>
          <a:prstGeom prst="roundRect">
            <a:avLst>
              <a:gd name="adj" fmla="val 10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2304" y="5184648"/>
            <a:ext cx="7388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theory tells us the target; implementation approximates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(ZOH): hold each sample for one period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rectangular pulse is convolved with the weighted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471830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493311"/>
            <a:ext cx="4572000" cy="3966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53112"/>
            <a:ext cx="4754880" cy="414416"/>
          </a:xfrm>
          <a:prstGeom prst="rect">
            <a:avLst/>
          </a:prstGeom>
        </p:spPr>
      </p:pic>
      <p:pic>
        <p:nvPicPr>
          <p:cNvPr id="7" name="Image 2" descr="/mnt/data/week2_dsp_ml/assets/zoh_wave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125720"/>
            <a:ext cx="5852160" cy="265228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3794760"/>
            <a:ext cx="4343400" cy="1143000"/>
          </a:xfrm>
          <a:prstGeom prst="roundRect">
            <a:avLst>
              <a:gd name="adj" fmla="val 56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3904488"/>
            <a:ext cx="40507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staircase is already a continuous-time waveform—but it contains spectral images and amplitude droop.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the ZOH frequency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rectangular hold pulse.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175504" cy="73152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335" y="1325880"/>
            <a:ext cx="2655570" cy="6217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2342" y="2240280"/>
            <a:ext cx="2910516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1508760"/>
            <a:ext cx="45720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phase term: e^{-jΩT/2} corresponds to a T/2 delay.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 term: sinc-shaped envelope.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frequencies are attenuated more than low frequencies.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069080"/>
            <a:ext cx="978408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178808"/>
            <a:ext cx="9491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ΩT=π: |H|/T = 2/π ≈ 0.637 → −3.92 dB.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ZOH creates sinc-shaped amplitude droop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deterministic frequency response—not random noise.</a:t>
            </a:r>
            <a:endParaRPr lang="en-US" sz="1550" dirty="0"/>
          </a:p>
        </p:txBody>
      </p:sp>
      <p:pic>
        <p:nvPicPr>
          <p:cNvPr id="4" name="Image 0" descr="/mnt/data/week2_dsp_ml/assets/zoh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65" y="1325880"/>
            <a:ext cx="9886191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530352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75104" y="5413248"/>
            <a:ext cx="8211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filtering can both suppress images and compensate some passband droop.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D/A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 is only one stage; analog filtering completes the reconstruction.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samples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 code 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LPF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$x_r(t)$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886200"/>
            <a:ext cx="1005840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2144" y="3995928"/>
            <a:ext cx="9765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analog LPF removes spectral images around multiples of f_s; oversampling gives the filter more transition width.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Quantization: the second discretization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time. Quantization discretizes amplitude.</a:t>
            </a:r>
            <a:endParaRPr lang="en-US" sz="1550" dirty="0"/>
          </a:p>
        </p:txBody>
      </p:sp>
      <p:pic>
        <p:nvPicPr>
          <p:cNvPr id="4" name="Image 0" descr="/mnt/data/week2_dsp_ml/assets/quant_stair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44548"/>
            <a:ext cx="4754880" cy="38603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90118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614211"/>
            <a:ext cx="4754880" cy="3834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07" y="2423160"/>
            <a:ext cx="1155266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3246120"/>
            <a:ext cx="4663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bits → 2^B nominal levels.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quantizer step for full-scale range roughly [−A,A].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Overload/clipping is a separate failure mode when |x| exceeds the designed range.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additive quantization-noise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Useful—but only under assumptions.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16966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63488"/>
            <a:ext cx="4023360" cy="5191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235376"/>
            <a:ext cx="4572000" cy="4852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4139" y="3063240"/>
            <a:ext cx="3786922" cy="713232"/>
          </a:xfrm>
          <a:prstGeom prst="rect">
            <a:avLst/>
          </a:prstGeom>
        </p:spPr>
      </p:pic>
      <p:pic>
        <p:nvPicPr>
          <p:cNvPr id="8" name="Image 3" descr="/mnt/data/week2_dsp_ml/assets/quant_error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7203"/>
            <a:ext cx="4663440" cy="251207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217920" y="457200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/>
          <p:nvPr/>
        </p:nvSpPr>
        <p:spPr>
          <a:xfrm>
            <a:off x="6364224" y="4681728"/>
            <a:ext cx="4645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approximation when the signal spans many levels and the error is sufficiently decorrelated from the signal.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quantization-noise variance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error over one quantization interval.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51755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158" y="1280160"/>
            <a:ext cx="4659923" cy="685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768" y="2286000"/>
            <a:ext cx="3402623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1560" y="3794760"/>
            <a:ext cx="996696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197864" y="3904488"/>
            <a:ext cx="9674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additional bit halves Δ → noise power falls by a factor of 4 → about 6 dB improvement.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SQNR: where 6.02B + 1.76 dB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arbitrary rule of thumb; it follows from signal and error power.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21208" y="1271016"/>
            <a:ext cx="109362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349" y="1325880"/>
            <a:ext cx="5545942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583" y="2331720"/>
            <a:ext cx="5761714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50008" y="3419856"/>
            <a:ext cx="7461504" cy="950976"/>
          </a:xfrm>
          <a:prstGeom prst="roundRect">
            <a:avLst>
              <a:gd name="adj" fmla="val 4808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5723" y="3474720"/>
            <a:ext cx="6790073" cy="8412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28800" y="470916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975104" y="4818888"/>
            <a:ext cx="8211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+1.76 dB constant is specific to a full-scale sine and the ideal uniform-quantizer model.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6 dB per bit—verified numerically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 model is remarkably accurate at moderate/high resolution.</a:t>
            </a:r>
            <a:endParaRPr lang="en-US" sz="1550" dirty="0"/>
          </a:p>
        </p:txBody>
      </p:sp>
      <p:pic>
        <p:nvPicPr>
          <p:cNvPr id="4" name="Image 0" descr="/mnt/data/week2_dsp_ml/assets/sqnr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2843"/>
            <a:ext cx="7498080" cy="38751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45920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58784" y="1755648"/>
            <a:ext cx="2633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results deviate more because the high-resolution assumptions are weak.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412480" y="3337560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58784" y="34472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full-scale sine theory: 98.08 dB SQNR.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audio: “96 dB” and “98 dB” can both appear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refer to slightly different reference calculations.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dB/bit rule of thumb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54701"/>
            <a:ext cx="4800600" cy="5254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640" y="2014728"/>
            <a:ext cx="4800600" cy="4053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692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 dB is the amplitude ratio across 16 binary bits.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093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556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98.1 dB includes the RMS power of a full-scale sine and uniform error model.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2834640" y="4754880"/>
            <a:ext cx="6583680" cy="594360"/>
          </a:xfrm>
          <a:prstGeom prst="roundRect">
            <a:avLst>
              <a:gd name="adj" fmla="val 10769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80944" y="4864608"/>
            <a:ext cx="6291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precise about what quantity is being compared.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PCM storage is not the same thing as ML compute dtype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Casting to float changes representation—not the information already captured.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920240"/>
          </a:xfrm>
          <a:prstGeom prst="roundRect">
            <a:avLst>
              <a:gd name="adj" fmla="val 2381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54480"/>
            <a:ext cx="4974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pcm = np.array(..., dtype=np.int16)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pcm.astype(np.float32) / 32768.0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xt = torch.from_numpy(x)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xt.dtype == torch.float32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120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PCM: discrete integer codes from the recording/ADC pipeline.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float32 tensor: convenient numerical format for DSP and neural-network arithmetic.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int16 → float32 cannot recreate amplitude values between the original quantization levels.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float32 tensor can still contain badly aliased or coarsely quantized data.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4270248"/>
            <a:ext cx="9674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bits in the variable ≠ more bits of information in the measurement.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214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 aliasing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9626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controlled bandwidth loss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8039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noise floor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46451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granular/fuzzy error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4-bit quantization does to a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error is often broad-band, but it need not be perfectly white or independent.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</a:t>
            </a:r>
            <a:endParaRPr lang="en-US" sz="1800" dirty="0"/>
          </a:p>
        </p:txBody>
      </p:sp>
      <p:pic>
        <p:nvPicPr>
          <p:cNvPr id="6" name="Image 0" descr="/mnt/data/week2_dsp_ml/assets/spec_quan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6087"/>
            <a:ext cx="5394960" cy="2531586"/>
          </a:xfrm>
          <a:prstGeom prst="rect">
            <a:avLst/>
          </a:prstGeom>
        </p:spPr>
      </p:pic>
      <p:pic>
        <p:nvPicPr>
          <p:cNvPr id="7" name="Image 1" descr="/mnt/data/week2_dsp_ml/assets/spec_quant_4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46087"/>
            <a:ext cx="5394960" cy="2531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 nuance: when the “white quantization noise” story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is one tool for trading correlated distortion for more noise-like error.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6751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sinusoids can produce periodic, signal-correlated error rather than white noise.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 clipping is nonlinear distortion and is not captured by 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intentionally adds noise before quantization to decorrelate the quantization error.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shaping can push quantization noise toward frequency regions that matter less—but requires feedback/oversampling ideas beyond today.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818120" y="1737360"/>
            <a:ext cx="3337560" cy="2194560"/>
          </a:xfrm>
          <a:prstGeom prst="roundRect">
            <a:avLst>
              <a:gd name="adj" fmla="val 291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64424" y="1847088"/>
            <a:ext cx="30449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lesson for ML: know which “noise assumptions” are physics and which are convenient approximations.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F478-CC9C-4D6F-91BE-8A673353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402028-2CF1-2113-87CD-3107422BBCDD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4A7E21-4033-46F7-3D99-714B664684B5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CF963A-C328-337D-7B58-C30DE45DEDCF}"/>
              </a:ext>
            </a:extLst>
          </p:cNvPr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31F8D4-02BE-B8DD-F0C8-5EDECF8A343A}"/>
              </a:ext>
            </a:extLst>
          </p:cNvPr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ADA08F-9250-A6EF-092D-2D2E9132AC45}"/>
              </a:ext>
            </a:extLst>
          </p:cNvPr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4FD53B-E5C9-0219-B91E-1383A54F5E45}"/>
              </a:ext>
            </a:extLst>
          </p:cNvPr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5F559B-CF7F-8F9C-55A2-694DB4B5B6B7}"/>
              </a:ext>
            </a:extLst>
          </p:cNvPr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9941B5-269A-84EE-EC32-FA71C175A690}"/>
              </a:ext>
            </a:extLst>
          </p:cNvPr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A417D4-47D2-820B-2823-2F211C6BF30D}"/>
              </a:ext>
            </a:extLst>
          </p:cNvPr>
          <p:cNvSpPr/>
          <p:nvPr/>
        </p:nvSpPr>
        <p:spPr>
          <a:xfrm>
            <a:off x="960120" y="46177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sinc is the impulse response of the ideal bandlimiting reconstruction filter.  2) sinc-shaped magnitude droop (plus linear phase/delay).  3) ≈ 74 dB.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C460C52-7C8F-0DD4-2CA5-90F05B094C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4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 summary: faithful digital audio needs both time and amplitude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theory, reconstruction, and quantization are one end-to-end system.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68580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D/C isolates one spectrum replica and yields sinc interpolation.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zero-order hold is practical but imposes sinc-shaped passband droop and spectral images.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B-bit uniform quantizer has step Δ≈2A/2^B; under standard assumptions σ_e²≈Δ²/12.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full-scale sine gives SQNR≈6.02B+1.76 dB.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int16→float32 is a computational conversion; it does not undo aliasing or quantization.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173736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47304" y="1847088"/>
            <a:ext cx="30449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principle: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acquisition creates “features” that no downstream ML method can reliably repair.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1679</Words>
  <Application>Microsoft Office PowerPoint</Application>
  <PresentationFormat>Widescreen</PresentationFormat>
  <Paragraphs>226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4 — Reconstruction, D/A, and Quantization Noise</dc:title>
  <dc:subject>Week 2 DSP + ML course materials</dc:subject>
  <dc:creator>OpenAI</dc:creator>
  <cp:lastModifiedBy>Peter Mathys</cp:lastModifiedBy>
  <cp:revision>2</cp:revision>
  <cp:lastPrinted>2026-08-19T22:38:57Z</cp:lastPrinted>
  <dcterms:created xsi:type="dcterms:W3CDTF">2026-08-18T14:43:54Z</dcterms:created>
  <dcterms:modified xsi:type="dcterms:W3CDTF">2026-08-19T22:41:11Z</dcterms:modified>
</cp:coreProperties>
</file>