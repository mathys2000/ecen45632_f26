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2651760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761488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36392"/>
            <a:ext cx="32461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651760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65176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761488"/>
            <a:ext cx="3246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136392"/>
            <a:ext cx="32461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651760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65176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761488"/>
            <a:ext cx="2971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136392"/>
            <a:ext cx="29718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0160" y="5349240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80160" y="5349240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23160"/>
            <a:ext cx="6583680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95744" y="1664208"/>
            <a:ext cx="4069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5744" y="2039112"/>
            <a:ext cx="406908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566160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356616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95744" y="3675888"/>
            <a:ext cx="4069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4050792"/>
            <a:ext cx="40690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606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0175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31272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3502152"/>
            <a:ext cx="23317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017520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30175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31272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3502152"/>
            <a:ext cx="23317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17520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0175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31272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502152"/>
            <a:ext cx="23317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017520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3017520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6024" y="31272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502152"/>
            <a:ext cx="23317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5–8 • IIR, bilinear transform, preprocessing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Evaluate a fourth-order Butterworth response at Ω_c and 2Ω_c.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Stability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s=−2+j3 through the bilinear transform for T=0.1 and verify |z|&lt;1.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Ω_c for desired ω_c=0.4π, T=1.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filtfilt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phase cancellation, |H|², noncausality, and ML train/serve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80"/>
            <a:ext cx="9784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1–4 • 10–12 minutes total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Q1 • Delay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symmetric FIR has N=31 taps. What is its group delay?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Q2 •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vs rectangular: which has lower sidelobes? Which has narrower main lobe?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Q3 • Gibbs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Explain Gibbs phenomenon in one sentence.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Why flip fixed FIR taps when reproducing textbook convolution?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WEEKLY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8346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in dB at Ω=Ω_c?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8346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Q6 • 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State the Ω–ω bilinear frequency relation.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8346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Q7 •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ω_c=0.6π, should the analog prototype use Ω_c=0.6π/T directly?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8346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8346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Q8 • Zero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2677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 benefit and main deployment limitation of forward-backward filtering?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7E37"/>
                </a:solidFill>
                <a:latin typeface="Arial"/>
              </a:rPr>
              <a:t>INSTRUCTOR SOLUTION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77724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Weekly Quiz + Homework
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86868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C8D4E2"/>
                </a:solidFill>
                <a:latin typeface="Arial"/>
              </a:rPr>
              <a:t>Keep these slides after the student-facing material or move them to a separate instructor deck.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1–4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1089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542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τ_g=(31−1)/2=15 samples.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1089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542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Hamming → lower sidelobes; rectangular → narrower main lobe.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1089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542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produces oscillatory ripple near a frequency discontinuity; increasing N narrows the ripple region but does not drive peak overshoot to zero.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1089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10896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542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uses cross-correlation ordering; textbook convolution contains x[n−k], which reverses one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Quiz solutions • Questions 5–8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971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404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−3.01 dB because |H|=1/√2.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971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404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Ω=(2/T)tan(ω/2).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971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404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No. Prewarp with Ω_c=(2/T)tan(0.3π).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404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Benefit: zero net phase offline. Limitation: noncausal/future-aware, so it cannot be reproduced directly in a strict streaming pipeline.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5–6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7432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 • Butterworth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21762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Ω=Ω_c: |H|=1/√2 → −3.01 dB. At Ω=2Ω_c with N=4: |H|²=1/(1+2⁸)=1/257, so |H|≈0.0624 → ≈−24.1 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0292" cy="27432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 • Pole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1901952"/>
            <a:ext cx="4892040" cy="21762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T=0.1 and s=−2+j3, z=(1+sT/2)/(1−sT/2)≈0.785+j0.243, so |z|≈0.822&lt;1.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7–8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7 • Prewarp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ω_c=0.4π and T=1:</a:t>
            </a:r>
          </a:p>
        </p:txBody>
      </p:sp>
      <p:pic>
        <p:nvPicPr>
          <p:cNvPr id="10" name="Picture 9" descr="eq_6cb892ae0f1d49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60320"/>
            <a:ext cx="4480560" cy="3958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7432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7432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8 • 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1762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 and phase cancels. It is noncausal, has boundary handling issues, and can create train/deployment mismatch if inference must be 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