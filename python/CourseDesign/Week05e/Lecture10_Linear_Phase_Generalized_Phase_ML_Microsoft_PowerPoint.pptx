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C57E7-184D-49F6-851B-A4BDDD2235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761BF-D4E2-4BF2-A71C-3518E5E05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F1EAC-54D7-4F50-AD03-E2FB0F524F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610A3-F1F1-4001-9FAA-D2744CA3B8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1EF20-42D5-4566-A3E5-051B9757D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LECTURE 10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All equations shown as raw $...$ / $$...$$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H(e^{j\omega})=\beta-\alpha\omega$$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$$H(e^{j\omega})=e^{-j\alpha\omega}e^{j\beta}A(\omega)$$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$A(\omega)$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$\pi$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$\tau_g=\alpha$.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97280" y="5303520"/>
            <a:ext cx="9692280" cy="822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$$h[n]=h[M-n]$$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$$h[n]=-h[M-n]$$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$n$ with $M-n$ yields cosine terms after factoring out $e^{-j\omega M/2}$.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$\pm\pi/2$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$$H(e^{j\omega})=e^{-j\omega M/2}A(\omega)$$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$H(e^{j\omega})=\sum_{n=0}^{M}h[n]e^{-j\omega n}$.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$n$ with $M-n$ using $h[n]=h[M-n]$.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$e^{-j\omega M/2}$.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$-\omega M/2$.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$$\tau_g=\frac{M}{2}=\frac{N-1}{2}$$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$h[n]=-h[M-n]$, paired terms become proportional to $\sin((M/2-n)\omega)$.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$N$,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$N$,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$N$,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$N$,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40"/>
            <a:ext cx="4571640" cy="123408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odd},\qquad h[n]=h[M-n]$$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$M/2=(N-1)/2$.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$z=1$ or $z=-1$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even},\qquad h[n]=h[M-n]$$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$$H(e^{j\pi})=0\quad\Longleftrightarrow\quad z=-1\text{ is a zero}$$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$H(e^{j\pi})$.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odd},\qquad h[n]=-h[M-n]$$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$$H(e^{j0})=0,\qquad H(e^{j\pi})=0$$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$z=1$ and $z=-1$.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even},\qquad h[n]=-h[M-n]$$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$$H(e^{j0})=0$$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$\omega=\pi$.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$H(e^{j\pi})=0$.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$$z_0,\quad z_0^*,\quad \frac{1}{z_0},\quad \frac{1}{z_0^*}$$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$z_0$ is a zero, reciprocal symmetry forces $1/z_0$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$$H(z)=\pm z^{-M}H(z^{-1})$$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$A(\omega)$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$\pi$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$-\omega M/2$.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$$y_c[n]=b_c+\sum_{m}\sum_{k=0}^{K-1}w_{c,m}[k]x_m[n+k]$$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$$h=[a_0,a_1,\ldots,a_R,\ldots,a_1,a_0]$$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Answer: Type II because $N$ is even and the taps are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 $H(e^{j\pi})=0$.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No.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 • Derive the pure-delay factor from symmetric FIR taps.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 • Classify four examples as Types I–IV and state forced endpoint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 • Complete the four-zero constellation for $z_0=0.7e^{j0.6}$.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8 • Design a symmetry-constrained trainable Conv1d parameterization and discuss its inductive bias.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1–4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85800" y="1417320"/>
            <a:ext cx="1069812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Q1 • What geometric quantities determine $|H(e^{j\omega})|$ from a pole-zero plot?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Q2 • State $\tau_p(\omega)$ and $\tau_g(\omega)$.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Q3 • What property defines an all-pass system?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Q4 • Why can equal magnitude responses still produce different transient waveforms?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5–8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Q5 • A real symmetric FIR has $N=21$. What is its group delay?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Q6 • Which type is even-length and symmetric, and what forced zero does it have?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Q7 • If a complex zero $z_0$ is off the unit circle, what other three zeros accompany it in a real linear-phase FIR?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Q8 • Does a random `nn.Conv1d` kernel automatically have linear phase? Why?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quiz solutions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640080" y="132588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A1: zero-vector lengths in numerator divided by pole-vector lengths in denominator.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A2: $\tau_p=-\angle H/\omega$ and $\tau_g=-d(\angle H)/d\omega$.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A3: $|H_{ap}(e^{j\omega})|=1$ for all $\omega$.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A4: phase / group-delay differences alter relative arrival times of frequency components.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A5: $10$ samples.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A6: Type II; forced zero at $z=-1$ or $\omega=\pi$.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A7: $z_0^*$, $1/z_0$, and $1/z_0^*$.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A8: no; generic kernels are unconstrained, so symmetry is not guaranteed.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homework solution sketch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P5: $H(e^{j\omega})=e^{-j\omega M/2}A(\omega)$, so $\tau_g=M/2=(N-1)/2$.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P6: I = odd/symmetric; II = even/symmetric with $\omega=\pi$ zero; III = odd/antisymmetric with $0$ and $\pi$ zeros; IV = even/antisymmetric with $0$ zero.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P7: $z_0$, $z_0^*$, $1/z_0$, $1/z_0^*$.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P8: learn half + center, mirror the half; exact symmetry is maintained during every update.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2871</Words>
  <Application>Microsoft Office PowerPoint</Application>
  <PresentationFormat>Widescreen</PresentationFormat>
  <Paragraphs>307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1</cp:revision>
  <dcterms:modified xsi:type="dcterms:W3CDTF">2026-08-31T21:11:41Z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