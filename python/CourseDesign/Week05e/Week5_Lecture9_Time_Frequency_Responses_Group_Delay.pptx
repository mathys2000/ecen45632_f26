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WEEK 5 ● LECTURE 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All equations shown as raw $...$ / $$...$$ 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$$H(e^{j\omega})=H(z)\big|_{z=e^{j\omega}}$$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$\omega$ corresponds to one point $e^{j\omega}$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$$|H(e^{j\omega})|=|K|\frac{\prod_i|e^{j\omega}-z_i|}{\prod_k|e^{j\omega}-p_k|}$$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/mnt/data/week5_lectures9_10/assets/L9_pz_geometry.png"/>
          <p:cNvPicPr/>
          <p:nvPr/>
        </p:nvPicPr>
        <p:blipFill>
          <a:blip r:embed="rId3"/>
          <a:stretch/>
        </p:blipFill>
        <p:spPr>
          <a:xfrm>
            <a:off x="6537960" y="1325880"/>
            <a:ext cx="466308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$$\angle H(e^{j\omega})=\angle K+\sum_i\angle(e^{j\omega}-z_i)-\sum_k\angle(e^{j\omega}-p_k)$$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$$H(z)=\frac{1-0.8z^{-1}}{1-0.5z^{-1}}$$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$\omega=0$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$z=1$. The zero-distance is $0.2$ and pole-distance is $0.5$, so $|H(1)|=0.4$.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$\omega=\pi$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$z=-1$. The distances are $1.8$ and $1.5$, so $|H(-1)|=1.2$.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$\omega_0$ moves radially from radius $0.5$ to radius $0.95$. What happens near $\omega_0$?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$$\tau_p(\omega)=-\frac{\angle H(e^{j\omega})}{\omega}$$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$$\tau_g(\omega)=-\frac{d}{d\omega}\angle H(e^{j\omega})$$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$$\angle H(e^{j\omega})=\beta-\alpha\omega$$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$$\tau_g(\omega)=\alpha$$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$\beta$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$\pi$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$|H(e^{j\omega})|$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$$x[n]=\frac{1}{2\pi}\int_{-\pi}^{\pi}X(e^{j\omega})e^{j\omega n}d\omega$$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$$|H_{ap}(e^{j\omega})|=1\quad\forall\omega$$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$$H_{ap}(z)=\frac{z^{-1}-a^*}{1-az^{-1}},\qquad |a|&lt;1$$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$z=a$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$z=1/a^*$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$|z|=1$,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$|H_{tot}|=|H||H_{ap}|=|H|$.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$$\tau_{g,tot}(\omega)=\tau_{g,H}(\omega)+\tau_{g,ap}(\omega)$$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$|H(e^{j\omega})|$ but different $\angle H(e^{j\omega})$.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$H(z)=(1-0.8z^{-1})/(1-0.5z^{-1})$.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$\phi(\omega)=-3\omega+0.4\sin\omega$.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$|H(1)|=0.4$, $|H(-1)|=1.2$;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$\tau_p=3-0.4\sin\omega/\omega$ and $\tau_g=3-0.4\cos\omega$.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$1+a^2-2a\cos\omega$.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2077</Words>
  <Application>Microsoft Office PowerPoint</Application>
  <PresentationFormat>Widescreen</PresentationFormat>
  <Paragraphs>220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2</cp:revision>
  <dcterms:modified xsi:type="dcterms:W3CDTF">2026-09-03T19:46:53Z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