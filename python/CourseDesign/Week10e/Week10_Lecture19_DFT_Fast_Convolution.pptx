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10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19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1424</Words>
  <Application>Microsoft Office PowerPoint</Application>
  <PresentationFormat>Widescreen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2</cp:revision>
  <dcterms:created xsi:type="dcterms:W3CDTF">2013-01-27T09:14:16Z</dcterms:created>
  <dcterms:modified xsi:type="dcterms:W3CDTF">2026-09-22T20:03:17Z</dcterms:modified>
  <cp:category/>
</cp:coreProperties>
</file>