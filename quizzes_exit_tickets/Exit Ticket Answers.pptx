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A0991-EEF0-C0B8-ADA4-95FCC5520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6200EC-9BB1-AAAB-5C34-D26B0E395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17468-369E-F21D-FB7A-FEFBCB01F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147A-03C3-4376-8BB3-6B5643ADBD7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6F96F-CA0C-E434-B688-F57263604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DB106-96BE-8F5D-9883-1BCF97BB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76279-D093-4D0F-9752-1BCCA1FDF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4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5247-5FBB-F5A0-74C6-4266C7163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517CE-36B6-DC6C-6DF2-B60773288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D40E2-8115-8F75-CE6A-1B8DD58E1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147A-03C3-4376-8BB3-6B5643ADBD7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8663F-E085-3F5E-6A9E-DD718EFC0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2C785-8A17-27CA-5AA2-C3F45B05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76279-D093-4D0F-9752-1BCCA1FDF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76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D50D-046A-D6D9-B6B0-6C6D1BC4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E8331-8A74-16C1-0450-461CD8448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C70A1-9179-5B75-3DC5-7D9C9F920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147A-03C3-4376-8BB3-6B5643ADBD7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DC08A-E3A1-36DB-54C5-9DB3F992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19A2D-C221-2653-25DC-21FA0165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76279-D093-4D0F-9752-1BCCA1FDF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02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B4E53-D9F8-E16D-9A04-3203CC09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3F50C-3DB9-349C-D74B-630822363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A8592-2C82-CBF6-CCCD-F1546166C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0FE98-89DC-5CA6-5F9E-F203160B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147A-03C3-4376-8BB3-6B5643ADBD7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AC613-377B-F1BE-AA9E-DD413A7EC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E88F0-CCA8-A476-9383-F6BEE51E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76279-D093-4D0F-9752-1BCCA1FDF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633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0FF31-112E-DD55-6DC6-4FF84EE3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67CA9-AF85-18EF-43A1-793B27283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F368C-92F8-0840-F3CF-A254AFD35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18928C-5D2C-F1F3-1DFD-DDDDFC7C84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40738-E565-AC7E-F500-22C21BD0B0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0B2DAC-7ADE-77B6-8877-65D24A14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147A-03C3-4376-8BB3-6B5643ADBD7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DC76C3-CBF7-FB69-B23B-80E239EA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371615-EDA0-7840-3C4D-054FE1F86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76279-D093-4D0F-9752-1BCCA1FDF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675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BB1FB-F456-1223-6783-8D2A03FE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E53D6-24F6-D8EE-4AE8-2009D54C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147A-03C3-4376-8BB3-6B5643ADBD7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E74885-3682-0568-56D3-395A82F1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72B77-5DED-202C-4BCA-5E952BBFE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76279-D093-4D0F-9752-1BCCA1FDF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54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B2CCAF-BCAF-F6C3-1637-DC827D3C1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147A-03C3-4376-8BB3-6B5643ADBD7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C0293-9E71-211C-978A-0A456887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BD582-5D6A-9597-592C-99F7C5FB4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76279-D093-4D0F-9752-1BCCA1FDF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8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31F8-CCF2-07CC-8D06-B7E036EF9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96531-70EB-F5E4-4E1F-EF6045BE5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6F56C-3575-10FB-4A19-71D575FC2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80EB8-82D7-6305-ED54-7288C2E2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147A-03C3-4376-8BB3-6B5643ADBD7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54E63-5B76-3FAE-8A2F-DE549973D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7F130-6417-396D-D433-92CB49BB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76279-D093-4D0F-9752-1BCCA1FDF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37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6EB2-0A3E-D0AC-2E48-AABB15ACC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8092F4-F61E-5049-5963-822A8C0FD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0B179-C5F6-CBE9-72BF-80160B964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9B870-7492-3A06-0720-168BA8755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147A-03C3-4376-8BB3-6B5643ADBD7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F3E95-6CD7-6040-CEB9-3756C767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2EFCB-F4A5-C81E-EB75-ACD816179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76279-D093-4D0F-9752-1BCCA1FDF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47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D9BDA-AB93-6A24-2D19-F6EF02A80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86BC2-6C53-5640-E16E-EC50E16E7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3C2D7-620E-CCB8-E409-B8C1F0C7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147A-03C3-4376-8BB3-6B5643ADBD7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6A6AB-9ED9-9683-6197-EEAC204E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FACFB-0CFC-997C-46E5-CAA458657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76279-D093-4D0F-9752-1BCCA1FDF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97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4B7098-4AFF-2996-6C2C-DFD7BD105A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80AD00-FBC5-3565-7CCB-6349C1BC4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6F4AE-D287-37BD-0900-70B038F6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147A-03C3-4376-8BB3-6B5643ADBD7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280E3-B660-E0F6-EF3E-4D51DBD2D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7AAAD-157A-D1C2-6731-E62C37FE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76279-D093-4D0F-9752-1BCCA1FDF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40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8828BF-52A2-A671-FBFA-F9598D2F1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8C1CD-706A-7707-E21F-8572741D2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DE623-DF64-60D2-6AAA-1F8BE1960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7147A-03C3-4376-8BB3-6B5643ADBD7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62161-CC26-CB0C-3712-8C7B13631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6FFBE-111C-74AF-FAEF-14CA167B5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576279-D093-4D0F-9752-1BCCA1FDF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4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33E7B-0D66-89FA-0B78-945207C658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Exit Ticket Answers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1C690-3F73-0959-963C-FD684A403F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ECEN 4/5632 Theory and Application of Digital Filters</a:t>
            </a:r>
          </a:p>
        </p:txBody>
      </p:sp>
    </p:spTree>
    <p:extLst>
      <p:ext uri="{BB962C8B-B14F-4D97-AF65-F5344CB8AC3E}">
        <p14:creationId xmlns:p14="http://schemas.microsoft.com/office/powerpoint/2010/main" val="1722840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8DA5F1-32A7-0CE5-AACA-7834103B2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92" y="353099"/>
            <a:ext cx="8411993" cy="6151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8B2771-4B83-C3C2-8631-4090DD53C80B}"/>
              </a:ext>
            </a:extLst>
          </p:cNvPr>
          <p:cNvSpPr txBox="1"/>
          <p:nvPr/>
        </p:nvSpPr>
        <p:spPr>
          <a:xfrm>
            <a:off x="9723474" y="1057940"/>
            <a:ext cx="1796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Exit ticket answers have to be short and to the point</a:t>
            </a:r>
          </a:p>
        </p:txBody>
      </p:sp>
    </p:spTree>
    <p:extLst>
      <p:ext uri="{BB962C8B-B14F-4D97-AF65-F5344CB8AC3E}">
        <p14:creationId xmlns:p14="http://schemas.microsoft.com/office/powerpoint/2010/main" val="1614650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4A8957-4A4D-3570-4C9D-DD4B32FDC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84" y="1291163"/>
            <a:ext cx="10722935" cy="25915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896240-FCD6-1A9D-E9E6-967737D71EDE}"/>
              </a:ext>
            </a:extLst>
          </p:cNvPr>
          <p:cNvSpPr txBox="1"/>
          <p:nvPr/>
        </p:nvSpPr>
        <p:spPr>
          <a:xfrm>
            <a:off x="7283302" y="584791"/>
            <a:ext cx="155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Good answer</a:t>
            </a:r>
          </a:p>
        </p:txBody>
      </p:sp>
    </p:spTree>
    <p:extLst>
      <p:ext uri="{BB962C8B-B14F-4D97-AF65-F5344CB8AC3E}">
        <p14:creationId xmlns:p14="http://schemas.microsoft.com/office/powerpoint/2010/main" val="3359585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6B6CFD-5DD5-16D8-6A0E-6D6D5FEA3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11" y="1566236"/>
            <a:ext cx="9893595" cy="38946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19F8AF-35DD-621D-5F9B-11363B294B11}"/>
              </a:ext>
            </a:extLst>
          </p:cNvPr>
          <p:cNvSpPr txBox="1"/>
          <p:nvPr/>
        </p:nvSpPr>
        <p:spPr>
          <a:xfrm>
            <a:off x="6565605" y="664535"/>
            <a:ext cx="2877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Too wordy, bad formatting</a:t>
            </a:r>
          </a:p>
        </p:txBody>
      </p:sp>
    </p:spTree>
    <p:extLst>
      <p:ext uri="{BB962C8B-B14F-4D97-AF65-F5344CB8AC3E}">
        <p14:creationId xmlns:p14="http://schemas.microsoft.com/office/powerpoint/2010/main" val="463810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9BF0E7-FB76-0DF7-44DE-329D381A2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07" y="2331661"/>
            <a:ext cx="10536865" cy="19702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03700A-48A0-2229-588F-CEDF67F72E3B}"/>
              </a:ext>
            </a:extLst>
          </p:cNvPr>
          <p:cNvSpPr txBox="1"/>
          <p:nvPr/>
        </p:nvSpPr>
        <p:spPr>
          <a:xfrm>
            <a:off x="5396023" y="882502"/>
            <a:ext cx="382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This is a short but incorrect answer</a:t>
            </a:r>
          </a:p>
        </p:txBody>
      </p:sp>
    </p:spTree>
    <p:extLst>
      <p:ext uri="{BB962C8B-B14F-4D97-AF65-F5344CB8AC3E}">
        <p14:creationId xmlns:p14="http://schemas.microsoft.com/office/powerpoint/2010/main" val="3332152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Exit Ticket Answers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3</cp:revision>
  <dcterms:created xsi:type="dcterms:W3CDTF">2026-09-03T03:33:15Z</dcterms:created>
  <dcterms:modified xsi:type="dcterms:W3CDTF">2026-09-03T03:46:38Z</dcterms:modified>
</cp:coreProperties>
</file>