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1 (Aug 24-28)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2, Discrete-Time Signals and Systems (refresher) in Oppenheim Schafer Book.</a:t>
            </a:r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1 (Aug 24-28)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1</cp:revision>
  <dcterms:created xsi:type="dcterms:W3CDTF">2026-08-20T04:36:31Z</dcterms:created>
  <dcterms:modified xsi:type="dcterms:W3CDTF">2026-08-20T04:45:13Z</dcterms:modified>
</cp:coreProperties>
</file>