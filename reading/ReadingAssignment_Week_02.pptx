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DDE-EFE8-3098-CEE9-A0D9A3A5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E1B62-F4C6-8F4D-2406-9E77EC51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8CB-10E0-BF35-AE3E-8729501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AB1E-0075-A6AD-1FCB-583B86EF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343D6-1732-DD73-62D1-DEDA41A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DDF-727E-F57B-4D9E-8518FE5C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F8FB-6522-4F9A-6122-04FADF9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F89B-9B89-16CD-8C86-9C7BBB88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C94A-44AD-69C9-52CB-D1EA2714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AE46-690C-3F44-C009-55C409CC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5499-442F-E75F-149D-6F641CE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CBBD-1443-F1BD-247D-B91D1201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AF06-BF67-3DC5-2DC1-83984CE5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E2B9-78AE-57C5-352A-715D7CF6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D7A0-2FBA-1EE8-C38D-40CA4173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8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2804-E6B2-F98B-DF0F-2EEE302A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37B9-5D7A-8493-6E5A-76A723AE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7224F-2C58-7956-B5C1-B4DE0067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17687-1B14-187B-7BFD-A824790C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1D4-75FA-821B-E517-D31DA48C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2F50-7479-8F99-135E-8A209D39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997-336C-3F41-3B42-6D4B80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77A9-6AD0-35EA-CDD4-497927A5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4320-09A2-AF13-87ED-812879B0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946D1-695E-CBFC-7A2B-297652E4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1A805-E4E2-BE15-65D5-3909A3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4AB5-284E-2078-85D6-A3B03FA0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D54B3-6041-9FA7-96F9-D030A89D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B218-6350-914D-1351-95462068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9F0-C05F-6D25-D79B-799C7B1C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4F2E4-22C8-B1F9-1E4F-2B56ED5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7676-0B77-B1B0-06BC-8D1742C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D2F5D-E9F0-E496-3B09-48447C2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AE584-0A0A-FA67-5C79-8C8D9541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4E0-B9F7-6B80-E479-9D72AFA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B4-B8FE-ABFD-059B-15BCE1D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80A-7C66-8EA2-20E0-A7351E77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99D1-5B09-CBFB-609F-6F924172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E8880-3812-D4DC-CADF-273882C7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4B59-6040-2FEE-FCB8-93C47B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FBB9-0086-CAC9-7C14-4DEFA0D9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8648-32EB-9EC7-B426-7C3E774A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8C3A-E1F5-0F23-7E87-CE4E812D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AD5BF-5E85-066B-E4FB-94BE112E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94FB-7EBD-658E-17A4-C89B4DCB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3C0F-6DB9-814F-2D73-4D3D271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D6798-D435-ACA8-E90C-4FC069C2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F482D-3D28-592D-869D-F8CB1CBA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65D9-FCF1-2E36-4CFB-390C0F4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1507-E3CF-9C67-4C21-03105EFB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40F0-A367-E499-B092-84868D58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90B5-BC9A-D76C-CD7D-79F1CCC8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6B61-0920-79A1-8A1C-02605A61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B0569-5F00-6A6F-F85A-F35255DF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19C6-D4E2-F00C-2B2E-221BD53A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B837-DB00-36DD-0094-B520976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B531-9B0D-84B2-955E-492DBBA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5A7-581E-66C6-54B4-E6982BE7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9B7EE-95F9-BF89-BE9D-89D0DAB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98B8-C3F1-86EF-B059-2EBD6516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FB63-B47F-A57E-B879-BD408B907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B07C4-E32A-499D-81E9-2E14274B65D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BE61-6F91-3362-B7F5-8D22EF91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326F-189A-E577-0724-2D768F35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C71-3CF1-1D88-CB30-6077150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Week 2 (Aug 31 – Sep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B43F-0BB5-330E-0A12-F0BCFB63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Sections 4.1 (</a:t>
            </a:r>
            <a:r>
              <a:rPr lang="en-US"/>
              <a:t>Periodic Sampling), </a:t>
            </a:r>
            <a:r>
              <a:rPr lang="en-US" dirty="0"/>
              <a:t>4.2 </a:t>
            </a:r>
            <a:r>
              <a:rPr lang="en-US"/>
              <a:t>(Frequency-Domain </a:t>
            </a:r>
            <a:r>
              <a:rPr lang="en-US" dirty="0"/>
              <a:t>Representation of Sampling), 4.3 (Reconstruction of  a Bandlimited Signal from its Samples), and 4.8 (Digital Processing of Analog Signals), in Oppenheim Schafer Book.</a:t>
            </a:r>
          </a:p>
        </p:txBody>
      </p:sp>
    </p:spTree>
    <p:extLst>
      <p:ext uri="{BB962C8B-B14F-4D97-AF65-F5344CB8AC3E}">
        <p14:creationId xmlns:p14="http://schemas.microsoft.com/office/powerpoint/2010/main" val="343041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Reading Week 2 (Aug 31 – Sep 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3</cp:revision>
  <dcterms:created xsi:type="dcterms:W3CDTF">2026-08-20T04:36:31Z</dcterms:created>
  <dcterms:modified xsi:type="dcterms:W3CDTF">2026-08-27T20:18:38Z</dcterms:modified>
</cp:coreProperties>
</file>