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66" d="100"/>
          <a:sy n="66" d="100"/>
        </p:scale>
        <p:origin x="679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11DDE-EFE8-3098-CEE9-A0D9A3A507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3E1B62-F4C6-8F4D-2406-9E77EC519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D28CB-10E0-BF35-AE3E-87295010F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8AB1E-0075-A6AD-1FCB-583B86EF3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343D6-1732-DD73-62D1-DEDA41AA6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801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C8DDF-727E-F57B-4D9E-8518FE5CA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0F8FB-6522-4F9A-6122-04FADF94D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AF89B-9B89-16CD-8C86-9C7BBB88E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5C94A-44AD-69C9-52CB-D1EA27148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5AE46-690C-3F44-C009-55C409CCC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184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A5499-442F-E75F-149D-6F641CE96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FCBBD-1443-F1BD-247D-B91D1201E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7AF06-BF67-3DC5-2DC1-83984CE58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1E2B9-78AE-57C5-352A-715D7CF60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AD7A0-2FBA-1EE8-C38D-40CA41736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181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B2804-E6B2-F98B-DF0F-2EEE302AD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737B9-5D7A-8493-6E5A-76A723AE99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A7224F-2C58-7956-B5C1-B4DE0067C3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D17687-1B14-187B-7BFD-A824790CD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F251D4-75FA-821B-E517-D31DA48C1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4C2F50-7479-8F99-135E-8A209D395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325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C2997-336C-3F41-3B42-6D4B80AA4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177A9-6AD0-35EA-CDD4-497927A5E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014320-09A2-AF13-87ED-812879B0A4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7946D1-695E-CBFC-7A2B-297652E434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B1A805-E4E2-BE15-65D5-3909A3DDEB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714AB5-284E-2078-85D6-A3B03FA00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FD54B3-6041-9FA7-96F9-D030A89D3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D9B218-6350-914D-1351-954620681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372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E59F0-C05F-6D25-D79B-799C7B1C3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04F2E4-22C8-B1F9-1E4F-2B56ED588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A57676-0B77-B1B0-06BC-8D1742C64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AD2F5D-E9F0-E496-3B09-48447C2D7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24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AE584-0A0A-FA67-5C79-8C8D9541D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57E4E0-B9F7-6B80-E479-9D72AFA8F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60CB4-B8FE-ABFD-059B-15BCE1D1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71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F980A-7C66-8EA2-20E0-A7351E779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799D1-5B09-CBFB-609F-6F9241725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DE8880-3812-D4DC-CADF-273882C731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384B59-6040-2FEE-FCB8-93C47B3AF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D5FBB9-0086-CAC9-7C14-4DEFA0D9D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328648-32EB-9EC7-B426-7C3E774A9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124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18C3A-E1F5-0F23-7E87-CE4E812D0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4AD5BF-5E85-066B-E4FB-94BE112E22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A94FB-7EBD-658E-17A4-C89B4DCB6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C3C0F-6DB9-814F-2D73-4D3D27148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8D6798-D435-ACA8-E90C-4FC069C20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F482D-3D28-592D-869D-F8CB1CBAA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602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C65D9-FCF1-2E36-4CFB-390C0F412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F11507-E3CF-9C67-4C21-03105EFB41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440F0-A367-E499-B092-84868D58F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290B5-BC9A-D76C-CD7D-79F1CCC8B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66B61-0920-79A1-8A1C-02605A61D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914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3B0569-5F00-6A6F-F85A-F35255DFD3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1E19C6-D4E2-F00C-2B2E-221BD53AF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AB837-DB00-36DD-0094-B5209767A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3B531-9B0D-84B2-955E-492DBBAAF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0C5A7-581E-66C6-54B4-E6982BE7E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374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59B7EE-95F9-BF89-BE9D-89D0DABBA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498B8-C3F1-86EF-B059-2EBD65168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6FB63-B47F-A57E-B879-BD408B907C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EB07C4-E32A-499D-81E9-2E14274B65DB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CBE61-6F91-3362-B7F5-8D22EF917F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4326F-189A-E577-0724-2D768F35A6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465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07C71-3CF1-1D88-CB30-60771505E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Week 3 (Sep 7-11)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5B43F-0BB5-330E-0A12-F0BCFB635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Chapter 3, The z-Transform (refresher) </a:t>
            </a:r>
            <a:r>
              <a:rPr lang="en-US"/>
              <a:t>in Oppenheim/Schafer </a:t>
            </a:r>
            <a:r>
              <a:rPr lang="en-US" dirty="0"/>
              <a:t>Book.</a:t>
            </a:r>
          </a:p>
        </p:txBody>
      </p:sp>
    </p:spTree>
    <p:extLst>
      <p:ext uri="{BB962C8B-B14F-4D97-AF65-F5344CB8AC3E}">
        <p14:creationId xmlns:p14="http://schemas.microsoft.com/office/powerpoint/2010/main" val="3430412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21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Reading Week 3 (Sep 7-11)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Mathys</dc:creator>
  <cp:lastModifiedBy>Peter Mathys</cp:lastModifiedBy>
  <cp:revision>2</cp:revision>
  <dcterms:created xsi:type="dcterms:W3CDTF">2026-08-20T04:36:31Z</dcterms:created>
  <dcterms:modified xsi:type="dcterms:W3CDTF">2026-09-04T23:41:16Z</dcterms:modified>
</cp:coreProperties>
</file>