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4 (Sep 14-18)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 5.7, Linear Systems with </a:t>
            </a:r>
            <a:r>
              <a:rPr lang="en-US"/>
              <a:t>Generalized Linear Phase</a:t>
            </a:r>
            <a:endParaRPr lang="en-US" dirty="0"/>
          </a:p>
          <a:p>
            <a:r>
              <a:rPr lang="en-US" dirty="0"/>
              <a:t>Chapter 7, Filter Design Techniques in Oppenheim/Schafer Book.</a:t>
            </a:r>
          </a:p>
          <a:p>
            <a:r>
              <a:rPr lang="en-US" dirty="0"/>
              <a:t>Section “Performing Discrete Convolutions” in Chapter 14, Classifying Images with Deep Convolutional Neural Networks in Raschka/Liu/</a:t>
            </a:r>
            <a:r>
              <a:rPr lang="en-US" dirty="0" err="1"/>
              <a:t>Mirjalili</a:t>
            </a:r>
            <a:r>
              <a:rPr lang="en-US" dirty="0"/>
              <a:t>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4531</TotalTime>
  <Words>53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4 (Sep 14-18)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5</cp:revision>
  <cp:lastPrinted>2026-09-11T20:31:19Z</cp:lastPrinted>
  <dcterms:created xsi:type="dcterms:W3CDTF">2026-08-20T04:36:31Z</dcterms:created>
  <dcterms:modified xsi:type="dcterms:W3CDTF">2026-09-14T23:41:43Z</dcterms:modified>
</cp:coreProperties>
</file>