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5 (Sep 21-25)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5.1-5.5, Frequency Response (with Emphasis on Phase) of Rational LTI Systems and All-Pass Systems in Oppenheim/Schafer Book.</a:t>
            </a:r>
          </a:p>
          <a:p>
            <a:r>
              <a:rPr lang="en-US"/>
              <a:t>Midterm 1 Exam, Thu 9-24-26.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38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5 (Sep 21-25)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6</cp:revision>
  <cp:lastPrinted>2026-09-11T20:31:19Z</cp:lastPrinted>
  <dcterms:created xsi:type="dcterms:W3CDTF">2026-08-20T04:36:31Z</dcterms:created>
  <dcterms:modified xsi:type="dcterms:W3CDTF">2026-09-20T17:59:38Z</dcterms:modified>
</cp:coreProperties>
</file>