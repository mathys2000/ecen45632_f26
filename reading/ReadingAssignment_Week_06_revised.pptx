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6 (Sep 28 – Oct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5.5-5.7, All-Pass Systems and Generalized Linear Phase Systems in Oppenheim/Schafer Book.</a:t>
            </a:r>
          </a:p>
          <a:p>
            <a:r>
              <a:rPr lang="en-US" dirty="0"/>
              <a:t>Chapter 8, The Discrete Fourier Transform (focus on Sections 8.5, 8.6, 8.7) in Oppenheim/Schafer </a:t>
            </a:r>
            <a:r>
              <a:rPr lang="en-US"/>
              <a:t>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4695</TotalTime>
  <Words>49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6 (Sep 28 – Oct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8</cp:revision>
  <cp:lastPrinted>2026-09-11T20:31:19Z</cp:lastPrinted>
  <dcterms:created xsi:type="dcterms:W3CDTF">2026-08-20T04:36:31Z</dcterms:created>
  <dcterms:modified xsi:type="dcterms:W3CDTF">2026-10-01T14:19:03Z</dcterms:modified>
</cp:coreProperties>
</file>