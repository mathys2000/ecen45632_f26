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8 (Oct 12 – 16)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10, Fourier Analysis of Signals Using the Discrete Fourier Transform (focus on </a:t>
            </a:r>
            <a:r>
              <a:rPr lang="en-US"/>
              <a:t>Sections 10.2 to 10.5) </a:t>
            </a:r>
            <a:r>
              <a:rPr lang="en-US" dirty="0"/>
              <a:t>in Oppenheim/Schafer Book.</a:t>
            </a:r>
          </a:p>
          <a:p>
            <a:r>
              <a:rPr lang="en-US" dirty="0"/>
              <a:t>Section 4.6, Changing the Sampling Rate Using Discrete-Time Processing in Oppenheim/Schafer Book.</a:t>
            </a:r>
          </a:p>
          <a:p>
            <a:r>
              <a:rPr lang="en-US" dirty="0"/>
              <a:t>Section “Subsampling layers” in Chapter 14, Classifying Images with Deep Convolutional Neural Networks in Raschka/Liu/</a:t>
            </a:r>
            <a:r>
              <a:rPr lang="en-US" dirty="0" err="1"/>
              <a:t>Mirjalili</a:t>
            </a:r>
            <a:r>
              <a:rPr lang="en-US" dirty="0"/>
              <a:t> 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4699</TotalTime>
  <Words>75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8 (Oct 12 – 16)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9</cp:revision>
  <cp:lastPrinted>2026-10-12T17:55:12Z</cp:lastPrinted>
  <dcterms:created xsi:type="dcterms:W3CDTF">2026-08-20T04:36:31Z</dcterms:created>
  <dcterms:modified xsi:type="dcterms:W3CDTF">2026-10-12T18:00:12Z</dcterms:modified>
</cp:coreProperties>
</file>