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1DDE-EFE8-3098-CEE9-A0D9A3A50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E1B62-F4C6-8F4D-2406-9E77EC519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28CB-10E0-BF35-AE3E-87295010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8AB1E-0075-A6AD-1FCB-583B86EF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343D6-1732-DD73-62D1-DEDA41AA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0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8DDF-727E-F57B-4D9E-8518FE5C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0F8FB-6522-4F9A-6122-04FADF94D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AF89B-9B89-16CD-8C86-9C7BBB88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5C94A-44AD-69C9-52CB-D1EA2714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5AE46-690C-3F44-C009-55C409CC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8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5499-442F-E75F-149D-6F641CE9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FCBBD-1443-F1BD-247D-B91D1201E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7AF06-BF67-3DC5-2DC1-83984CE5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1E2B9-78AE-57C5-352A-715D7CF6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AD7A0-2FBA-1EE8-C38D-40CA4173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8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2804-E6B2-F98B-DF0F-2EEE302A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37B9-5D7A-8493-6E5A-76A723AE9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7224F-2C58-7956-B5C1-B4DE0067C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17687-1B14-187B-7BFD-A824790C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251D4-75FA-821B-E517-D31DA48C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C2F50-7479-8F99-135E-8A209D39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25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2997-336C-3F41-3B42-6D4B80AA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177A9-6AD0-35EA-CDD4-497927A5E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14320-09A2-AF13-87ED-812879B0A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7946D1-695E-CBFC-7A2B-297652E43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1A805-E4E2-BE15-65D5-3909A3DDE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14AB5-284E-2078-85D6-A3B03FA0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FD54B3-6041-9FA7-96F9-D030A89D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D9B218-6350-914D-1351-95462068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7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59F0-C05F-6D25-D79B-799C7B1C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4F2E4-22C8-B1F9-1E4F-2B56ED58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57676-0B77-B1B0-06BC-8D1742C64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D2F5D-E9F0-E496-3B09-48447C2D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2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AE584-0A0A-FA67-5C79-8C8D9541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7E4E0-B9F7-6B80-E479-9D72AFA8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60CB4-B8FE-ABFD-059B-15BCE1D1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980A-7C66-8EA2-20E0-A7351E77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799D1-5B09-CBFB-609F-6F924172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E8880-3812-D4DC-CADF-273882C73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84B59-6040-2FEE-FCB8-93C47B3A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5FBB9-0086-CAC9-7C14-4DEFA0D9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28648-32EB-9EC7-B426-7C3E774A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2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8C3A-E1F5-0F23-7E87-CE4E812D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4AD5BF-5E85-066B-E4FB-94BE112E2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A94FB-7EBD-658E-17A4-C89B4DCB6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C3C0F-6DB9-814F-2D73-4D3D2714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D6798-D435-ACA8-E90C-4FC069C2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F482D-3D28-592D-869D-F8CB1CBA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0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65D9-FCF1-2E36-4CFB-390C0F41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11507-E3CF-9C67-4C21-03105EFB4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440F0-A367-E499-B092-84868D58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90B5-BC9A-D76C-CD7D-79F1CCC8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66B61-0920-79A1-8A1C-02605A61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1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B0569-5F00-6A6F-F85A-F35255DFD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E19C6-D4E2-F00C-2B2E-221BD53AF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AB837-DB00-36DD-0094-B5209767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3B531-9B0D-84B2-955E-492DBBAA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0C5A7-581E-66C6-54B4-E6982BE7E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7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9B7EE-95F9-BF89-BE9D-89D0DABB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98B8-C3F1-86EF-B059-2EBD65168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6FB63-B47F-A57E-B879-BD408B907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B07C4-E32A-499D-81E9-2E14274B65D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CBE61-6F91-3362-B7F5-8D22EF917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4326F-189A-E577-0724-2D768F35A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6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7C71-3CF1-1D88-CB30-60771505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Week 9 (Oct 19 – 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B43F-0BB5-330E-0A12-F0BCFB635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Section </a:t>
            </a:r>
            <a:r>
              <a:rPr lang="en-US" dirty="0"/>
              <a:t>4.6, Changing the Sampling Rate Using Discrete-Time Processing in Oppenheim/Schafer Book.</a:t>
            </a:r>
          </a:p>
          <a:p>
            <a:r>
              <a:rPr lang="en-US" dirty="0"/>
              <a:t>Section “Subsampling layers” in Chapter 14, Classifying Images with Deep Convolutional Neural Networks in Raschka/Liu/</a:t>
            </a:r>
            <a:r>
              <a:rPr lang="en-US" dirty="0" err="1"/>
              <a:t>Mirjalili</a:t>
            </a:r>
            <a:r>
              <a:rPr lang="en-US" dirty="0"/>
              <a:t> Book.</a:t>
            </a:r>
          </a:p>
        </p:txBody>
      </p:sp>
    </p:spTree>
    <p:extLst>
      <p:ext uri="{BB962C8B-B14F-4D97-AF65-F5344CB8AC3E}">
        <p14:creationId xmlns:p14="http://schemas.microsoft.com/office/powerpoint/2010/main" val="343041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4700</TotalTime>
  <Words>49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Reading Week 9 (Oct 19 – 23)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10</cp:revision>
  <cp:lastPrinted>2026-10-12T17:55:12Z</cp:lastPrinted>
  <dcterms:created xsi:type="dcterms:W3CDTF">2026-08-20T04:36:31Z</dcterms:created>
  <dcterms:modified xsi:type="dcterms:W3CDTF">2026-10-20T22:50:02Z</dcterms:modified>
</cp:coreProperties>
</file>