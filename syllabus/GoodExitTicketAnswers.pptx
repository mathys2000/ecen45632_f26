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7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DD083-50E1-451A-027B-E61EAB877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D21CE0-18C1-D737-283B-051701A53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6A468-D2A5-974C-A52E-F76B55631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4495-83AB-442F-B8D9-C9177F2E114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F0202-A273-0939-F33A-C7478C67D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D0081-FC23-6602-09CE-9252DB0C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72231-9E47-4232-A358-D2A97AEF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3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A2C11-7F66-24D9-E948-06CA3A9FD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26FA4-1A2D-E0DE-2398-3D1C83F93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5A68D-00CF-173A-ED92-A2437FCF1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4495-83AB-442F-B8D9-C9177F2E114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8CE8D-745A-C454-7F3A-5B58B6B8D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A4D7E-8BC6-4AFD-0A98-50F5F9E2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72231-9E47-4232-A358-D2A97AEF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83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DDF7B-6E9B-A4B3-0353-9D5D7F7BE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53CB9-2CC2-22B6-3D4F-9666951FA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84276-D334-27C8-0AA8-E03003385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4495-83AB-442F-B8D9-C9177F2E114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0766E-5A2C-E85E-D966-95380E455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E1DC9-1BE5-B1B9-0CC4-613535A39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72231-9E47-4232-A358-D2A97AEF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92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F005A-F256-314D-3FA1-12284B730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CCDEB-3785-1B13-0690-75D9026901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5D9D9-3EC3-0948-E596-2880EDF1C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F728D-6D9C-88C3-57DF-0702AF6DE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4495-83AB-442F-B8D9-C9177F2E114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0026A-FB27-2FB1-99DD-AC998E3BE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8254E-AE06-CFC3-6296-26B3BCDDF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72231-9E47-4232-A358-D2A97AEF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47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83960-7BAC-5DDD-23DD-61DFBB47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DA868-9642-6FCE-B98E-97CAF1E5C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87039-70B9-5836-B6C1-04C7C6400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2F9520-82CA-971D-47DB-21DE3E2589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EE9523-6DA7-38C5-44D1-C9872EAF3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10FBD0-DC3C-CC84-2A19-48A561027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4495-83AB-442F-B8D9-C9177F2E114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893317-DA1F-6DF8-44DF-3E2A6E2B5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8DC076-D3C6-AA44-F09D-228045B71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72231-9E47-4232-A358-D2A97AEF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8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CB2BC-A682-794D-1B09-A7B00F3E3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134305-6684-19AF-F9C5-FC7B34B3B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4495-83AB-442F-B8D9-C9177F2E114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BC1163-1B11-A729-8DCA-6F0CFA14D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2142F-01D5-2CB9-24B7-696FE2DFE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72231-9E47-4232-A358-D2A97AEF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22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E6413D-FD3F-31B9-0B34-B0DFA2425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4495-83AB-442F-B8D9-C9177F2E114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C5469-7A8C-9960-8EE6-E02FFB36F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95BDB-06DE-5997-5269-2C8C5E0A9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72231-9E47-4232-A358-D2A97AEF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55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0F47F-5490-4737-D01E-51BD2B57A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22673-E745-F8D9-5A52-2D5F096C5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B5CEE-1262-77F9-5C84-700A2B3B2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ACB45-4468-176F-5CDB-A91825EAB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4495-83AB-442F-B8D9-C9177F2E114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18C1D-844A-5FAC-E275-D2BEAFB7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B06AA-2822-8DF7-EA1F-8E360541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72231-9E47-4232-A358-D2A97AEF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91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228C0-96FC-CA5D-9DE4-80E4AB790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652D1A-6848-753E-8756-6FA98D98B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70FAA-247F-59A3-FD55-A59358154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7418A-940A-2367-3C8B-DC9002C78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4495-83AB-442F-B8D9-C9177F2E114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E6434-86F4-8823-DC56-35732BAFA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74326-7023-CEC8-B62F-687CCA0A3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72231-9E47-4232-A358-D2A97AEF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411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B95D3-1DB6-D7EC-71B5-23A30C6F2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62A32-CDA6-D3BA-7F31-ED797BFCF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3FF8-6C36-CA6F-00AF-39EC06A7A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4495-83AB-442F-B8D9-C9177F2E114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35424-7201-2736-1141-C0B273B3C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347E1-FD94-6E1F-95CE-D9DAB92D6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72231-9E47-4232-A358-D2A97AEF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98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6C546B-D243-6301-59E2-6A61A909F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856CCD-A16B-9293-C97C-5D18E5681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35770-6CA3-7B95-AD45-9EEBDB63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4495-83AB-442F-B8D9-C9177F2E114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AABA4-3716-561F-0494-706ED4E4C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2601A-E43E-853C-4D3E-5C685D36D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72231-9E47-4232-A358-D2A97AEF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6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1E38FC-2835-AAE5-3C11-C011D9D93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50036-659D-DEBB-D66C-D7ED06DF2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22DAE-E497-9DDE-5F8E-1A72B850A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624495-83AB-442F-B8D9-C9177F2E114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2312E-5804-2C38-A174-57BE7035E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EB294-D8C4-5251-4288-FD75EDA22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72231-9E47-4232-A358-D2A97AEF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541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16CA-53D5-F12A-2DF5-6BCA5430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975"/>
          </a:xfrm>
        </p:spPr>
        <p:txBody>
          <a:bodyPr/>
          <a:lstStyle/>
          <a:p>
            <a:r>
              <a:rPr lang="en-US" dirty="0"/>
              <a:t>Good Exit Ticket Answers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046DF5-FDCC-D045-2E80-D21A3DBA033C}"/>
                  </a:ext>
                </a:extLst>
              </p:cNvPr>
              <p:cNvSpPr txBox="1"/>
              <p:nvPr/>
            </p:nvSpPr>
            <p:spPr>
              <a:xfrm>
                <a:off x="838200" y="1469985"/>
                <a:ext cx="10307255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Good exit ticket answers should be </a:t>
                </a:r>
                <a:r>
                  <a:rPr lang="en-US" b="1" dirty="0"/>
                  <a:t>short</a:t>
                </a:r>
                <a:r>
                  <a:rPr lang="en-US" dirty="0"/>
                  <a:t>, </a:t>
                </a:r>
                <a:r>
                  <a:rPr lang="en-US" b="1" dirty="0"/>
                  <a:t>diagnostic</a:t>
                </a:r>
                <a:r>
                  <a:rPr lang="en-US" dirty="0"/>
                  <a:t>, and </a:t>
                </a:r>
                <a:r>
                  <a:rPr lang="en-US" b="1" dirty="0"/>
                  <a:t>explanatory</a:t>
                </a:r>
                <a:r>
                  <a:rPr lang="en-US" dirty="0"/>
                  <a:t>. They are not a reproduction of the lecture notes. They are used to probe your understanding of key ideas and your ability to formulate them in your correctly in your own words.</a:t>
                </a:r>
              </a:p>
              <a:p>
                <a:endParaRPr lang="en-US" dirty="0"/>
              </a:p>
              <a:p>
                <a:r>
                  <a:rPr lang="en-US" dirty="0"/>
                  <a:t>Features of a strong exit ticket answer: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Correct conclusion.</a:t>
                </a:r>
                <a:r>
                  <a:rPr lang="en-US" dirty="0"/>
                  <a:t> The answer reaches the right result: stable/unstable, DTFT exists/does not exist, etc.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One essential reason.</a:t>
                </a:r>
                <a:r>
                  <a:rPr lang="en-US" dirty="0"/>
                  <a:t> Should give the key reasoning, not just the final word, e.g., "Stable because unit circle is in ROC" is much stronger than simply "stable".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Uses the right concept and/or vocabulary.</a:t>
                </a:r>
                <a:r>
                  <a:rPr lang="en-US" dirty="0"/>
                  <a:t> Terms such as ROC, unit circle, pole, zero, aliasing, </a:t>
                </a:r>
                <a:r>
                  <a:rPr lang="en-US" dirty="0" err="1"/>
                  <a:t>sinc</a:t>
                </a:r>
                <a:r>
                  <a:rPr lang="en-US" dirty="0"/>
                  <a:t>, quantization, and causality must be used accurately.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Shows the relevant connection.</a:t>
                </a:r>
                <a:r>
                  <a:rPr lang="en-US" dirty="0"/>
                  <a:t> Good answers connect two ideas: "causal =&gt; exterior ROC",  or "adding one bit halves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dirty="0"/>
                  <a:t> =&gt; about 6 dB SQNR improvement".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Avoids irrelevant detail.</a:t>
                </a:r>
                <a:r>
                  <a:rPr lang="en-US" dirty="0"/>
                  <a:t> An exit ticket should not require a full derivation unless derivation itself is the learning objective. Usually one equation plus one sentence is enough.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Makes reasoning visible.</a:t>
                </a:r>
                <a:r>
                  <a:rPr lang="en-US" dirty="0"/>
                  <a:t> Shows enough evidence to distinguish understanding from guessing.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046DF5-FDCC-D045-2E80-D21A3DBA0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69985"/>
                <a:ext cx="10307255" cy="4524315"/>
              </a:xfrm>
              <a:prstGeom prst="rect">
                <a:avLst/>
              </a:prstGeom>
              <a:blipFill>
                <a:blip r:embed="rId2"/>
                <a:stretch>
                  <a:fillRect l="-533" t="-539" b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4913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227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Good Exit Ticket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Mathys</dc:creator>
  <cp:lastModifiedBy>Peter Mathys</cp:lastModifiedBy>
  <cp:revision>4</cp:revision>
  <dcterms:created xsi:type="dcterms:W3CDTF">2026-08-25T13:20:18Z</dcterms:created>
  <dcterms:modified xsi:type="dcterms:W3CDTF">2026-08-25T13:47:32Z</dcterms:modified>
</cp:coreProperties>
</file>