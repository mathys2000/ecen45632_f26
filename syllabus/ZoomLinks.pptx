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6" d="100"/>
          <a:sy n="66" d="100"/>
        </p:scale>
        <p:origin x="67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DF635-23A4-B373-51E2-6894919F6A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892E7-9217-98AE-9B45-E788FAA80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3E474-7C96-9E49-C9A2-AD217E381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720A-986D-4F36-80A1-9A50154DB1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6BF9C-F2ED-3301-2486-69CBC5165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5D2E4A-67D2-0F43-081F-BA190FE82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8683-656A-42E1-928E-D880C9A2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754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20BD4-4B3F-92CC-4FE6-FDD5C19DB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0448C-6EA3-4E1F-DDE8-A988CBD487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21B97-B04B-BB3C-3F5B-35122A05E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720A-986D-4F36-80A1-9A50154DB1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70F49-BB15-AFBD-9E52-A1A25CAA0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6CDAF-BB33-FEA5-C05C-1CB4E0D0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8683-656A-42E1-928E-D880C9A2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210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C7CAFF-21F8-5A48-92EF-EF7ACBBF7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27633-8569-9665-7616-D57B198C9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D6DC5-AB4A-C4D9-C670-D18E8499A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720A-986D-4F36-80A1-9A50154DB1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E6D0B-91F5-E2F4-714A-8394D278C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846C92-A1D0-D141-02F8-4746278DE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8683-656A-42E1-928E-D880C9A2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179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B5C2B-3ED3-E121-F543-3533224E7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D8C61C-1EBC-B499-7D2F-233F4692E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D15BF-D669-63FF-C04A-EB5A96C9B1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8EC592-A712-A29A-D7FC-33332DC4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720A-986D-4F36-80A1-9A50154DB1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0B460-769C-AE53-BFE6-3578D1B03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0C696-3D67-2D39-7989-64F1DE475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8683-656A-42E1-928E-D880C9A2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251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5DE5EB-3E2F-0945-9F6A-81FBB3CED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A7148-109E-560D-6FD3-DACDDF107B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EA5F1A-E4DE-C209-06F2-EA5ED88A6C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C8441A-CF4D-5657-3C43-DBD2EFBB87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99B012-33DA-2EBB-BD20-DB5C91B2C3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67F640-9C22-D250-9A8D-1A63E2C1F7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720A-986D-4F36-80A1-9A50154DB1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E97A47-CC7C-2C01-2B3D-9BE822A86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F7DBB7-D3A9-4003-42BB-2C41B39A8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8683-656A-42E1-928E-D880C9A2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504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0479E-ADCD-5887-49C2-51680ADE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99374B-0689-BF8E-C53A-3F7EBA4B4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720A-986D-4F36-80A1-9A50154DB1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DEC752-87E2-7C13-DC55-BAF57FF3F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1AE5B-4DFB-B900-6BBD-23F4904FE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8683-656A-42E1-928E-D880C9A2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660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3824A2-E190-8D1E-356B-4B4C27571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720A-986D-4F36-80A1-9A50154DB1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6610AD-2E2F-0505-1198-21C8E38D4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6DB097-7386-08A3-DCC9-C940F3E3F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8683-656A-42E1-928E-D880C9A2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35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AC550-CAAB-7180-0E79-A448172DA4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50ACB5-1068-8B36-0726-1EA0D7638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81CF77-E336-57B7-DD25-1965209757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9251B9-A9FD-AEF9-2536-04F4F2BFC8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720A-986D-4F36-80A1-9A50154DB1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B4D709-3235-4329-6AE7-3A7751C51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205EB-0C6D-ED5B-B12B-486B1E89F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8683-656A-42E1-928E-D880C9A2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870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1C6792-C755-8B26-3718-C3626A108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3FA6CA-043D-D805-B96C-89644E56E5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91AF8A-9D0B-BC2A-1F39-BE418D17FC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044564-F9CE-1EF7-4ABC-2B7EE6C6D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720A-986D-4F36-80A1-9A50154DB1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0057B-494E-71D9-B7CA-FD1DB7637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26E01A-9F3D-95A0-E3ED-B55B2E43F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8683-656A-42E1-928E-D880C9A2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6439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88F77-3DA5-A617-F416-AC0E47B15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67379F-ED55-9A44-9D13-AE87E0C042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F28CC-98AF-C3B2-B15F-3AC52C527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720A-986D-4F36-80A1-9A50154DB1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E08D7-9CFC-AA10-A044-E0B89ABC2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1EF94-786A-8639-7189-ED6770B13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8683-656A-42E1-928E-D880C9A2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67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9813E9-81F4-EC35-03CC-A16A38BFEBB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39702B-9AD3-1DD3-CCBA-131198B6C1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D5278-8C7D-C88A-99E0-8C4622970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E720A-986D-4F36-80A1-9A50154DB1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A4B0F4-2CB9-7A6E-C298-19969B601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993389-922A-DE8B-D143-3FC2E4C6C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F8683-656A-42E1-928E-D880C9A2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314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711DCA-87B3-6F04-EA17-A227ABCD1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E3574-EAD8-D778-79C7-1301818EC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05F33-7C25-7C44-4ACC-0AB085ABB0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7E720A-986D-4F36-80A1-9A50154DB1B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27E34-D96F-24DB-EB40-B088263CE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79FD5-25D4-AD41-004E-4FF3490AB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F8683-656A-42E1-928E-D880C9A29F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90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uboulder.zoom.us/j/9198097821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0A93EB-BC03-16EF-DC1F-D6D6111F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Zoom Links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E3F03-30DD-20FC-1852-B0B4190299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</a:t>
            </a:r>
            <a:r>
              <a:rPr lang="en-US" dirty="0" err="1"/>
              <a:t>TTh</a:t>
            </a:r>
            <a:r>
              <a:rPr lang="en-US" dirty="0"/>
              <a:t> 9:30 – 10:45 am</a:t>
            </a:r>
          </a:p>
          <a:p>
            <a:r>
              <a:rPr lang="en-US" dirty="0">
                <a:hlinkClick r:id="rId2"/>
              </a:rPr>
              <a:t>https://cuboulder.zoom.us/j/91980978211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2024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Zoom Links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Mathys</dc:creator>
  <cp:lastModifiedBy>Peter Mathys</cp:lastModifiedBy>
  <cp:revision>1</cp:revision>
  <dcterms:created xsi:type="dcterms:W3CDTF">2026-08-20T04:46:07Z</dcterms:created>
  <dcterms:modified xsi:type="dcterms:W3CDTF">2026-08-20T04:50:14Z</dcterms:modified>
</cp:coreProperties>
</file>