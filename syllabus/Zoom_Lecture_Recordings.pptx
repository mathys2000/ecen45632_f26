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90" d="100"/>
          <a:sy n="90" d="100"/>
        </p:scale>
        <p:origin x="8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183A6-F0B3-A58A-77D4-E1591F41D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D50692-3EC5-003C-B4BF-19EA5751B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558D6-05A4-C55D-E3BC-A5B99E19C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03976-8362-4091-BEF3-ED3417BA30F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6E314-D896-A0F1-7162-DB2BDB0D1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943FE-F051-190D-2250-5B09F1176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12371-7DD5-426C-8550-F9CB21461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02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37303-25B3-DC1E-B282-773DD32F7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19117-1F39-17F8-2BB5-18EA281D8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FBD8E-2B99-C2F2-D8C8-C24E32F78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03976-8362-4091-BEF3-ED3417BA30F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8212C-43A4-0407-9B42-B5F48EC81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A495F-29FD-A5DA-F480-342B71F94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12371-7DD5-426C-8550-F9CB21461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792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B1A53-B67B-22A2-346D-3FF996534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36C96-6A43-A9E4-4AD2-F59628A94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B405A-D767-C663-6F8B-787FB39B8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03976-8362-4091-BEF3-ED3417BA30F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A1CF4-62AD-8746-6E14-BB8BEA75F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F81FC-50B9-F688-9AD4-58DC0137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12371-7DD5-426C-8550-F9CB21461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215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47087-B614-F15D-3A08-7DE7113E7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F8B4B-9859-DD48-417D-3E08513F10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D6418-A133-2C92-2108-108AF387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148D0-5337-699C-C435-333B2B5A6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03976-8362-4091-BEF3-ED3417BA30F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293E4-D216-F615-5BF9-72B7668D1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FD2F94-C2DF-C4E2-7B1A-7F15DBAC6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12371-7DD5-426C-8550-F9CB21461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41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5DC91-64AC-D71B-DF81-DC98C08E0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52934-D4C1-BDB5-60B8-060DD493D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8CC641-5ED9-A1D3-152E-51174B051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59A9B8-B6D0-B53A-2E35-FD033141CA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BDC491-9335-E471-51EC-489C671A27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DC58F1-AC99-C119-D3F3-097918D3C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03976-8362-4091-BEF3-ED3417BA30F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A73107-1682-57F0-70FE-642DB216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34E2DE-8FE1-D88B-6C19-404CC4D3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12371-7DD5-426C-8550-F9CB21461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71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CE9C7-4591-22C8-D437-F6BAEEA99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D459CA-AA78-6C6F-194A-FD5B4E526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03976-8362-4091-BEF3-ED3417BA30F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5A343C-7B09-D944-0B90-D2B4B752C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BE0B9-8139-20D4-93FE-6ABB997BA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12371-7DD5-426C-8550-F9CB21461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194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80872E-B9C9-5F35-E79E-1989C96C1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03976-8362-4091-BEF3-ED3417BA30F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B2242A-3437-D627-1561-5DD38BD13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25BF4-F28C-C9A8-0C5A-2CFA1B08D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12371-7DD5-426C-8550-F9CB21461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80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9A1C9-6CD4-6670-3661-630A6BE51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1E1DC-2B5B-CA85-47C9-B2B6F871C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CEC21-1E00-80D7-D702-948B01971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C674E-41D4-406B-7747-48E7D8BB0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03976-8362-4091-BEF3-ED3417BA30F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7C35FB-E11C-81D3-2923-BF7914BF3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C74963-2125-A26C-A678-0FF289E2D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12371-7DD5-426C-8550-F9CB21461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711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2F943-7194-36D5-E9E9-76F40E28E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66D71F-E149-426B-2CFE-A0A413AD09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299F22-B47D-70E5-0F72-7468FAA12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13731-1893-D3D5-961E-857924B13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03976-8362-4091-BEF3-ED3417BA30F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CF6D3-D9E6-38F3-53CA-DD1723A6E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514CB-A7EE-A3E1-C1A8-88D0FCB8A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12371-7DD5-426C-8550-F9CB21461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586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87462-D4DA-FEA6-A808-676A087D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77B829-A616-EDD9-84AA-F40FBD753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A20F1-A0FC-FACC-AD57-90FECED6B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03976-8362-4091-BEF3-ED3417BA30F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5F77F-5042-8415-05E1-4D6AA4545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3FBF5-0539-78F3-CC6A-C357F6641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12371-7DD5-426C-8550-F9CB21461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0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318873-7E5D-53D1-D4C8-3C77EA2828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FA72B7-770E-03FE-4935-4B9D485238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2425D-57AB-43DB-D6C4-0C7152524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03976-8362-4091-BEF3-ED3417BA30F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66BC1-1F6D-A430-FF28-FB334A39B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E8EE0-229B-5689-E5F7-EEBCFE5D6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12371-7DD5-426C-8550-F9CB21461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047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E8B73A-3418-5136-DCF5-7CC18C62E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F272E-1AD1-AF11-0629-2D7649B29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B2B72-FB6D-5A97-E694-EC7DA9AD93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703976-8362-4091-BEF3-ED3417BA30F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F7C31-CE35-A5D5-0066-1689CBDD4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BE031-6331-1621-1C12-8A7E5F93D5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512371-7DD5-426C-8550-F9CB21461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281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uboulder.zoom.us/rec/share/FXyvtp8H82UjV7ZT2WBSyyi9u1vjc0wvyhM_C-LPjiePnaYnDgCF01oVOO_D3Wmr.uduB-4gGq9ILcGzG?from=hu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D75DB-7B22-542E-99BF-EBF7C82DF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Zoom Lecture Recordings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4F53F-C9E8-0A80-824C-699745DD0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Thu Aug 8, 2026</a:t>
            </a:r>
            <a:r>
              <a:rPr lang="en-US" dirty="0"/>
              <a:t>, Passcode: ^E5rXyq&amp;</a:t>
            </a:r>
          </a:p>
        </p:txBody>
      </p:sp>
    </p:spTree>
    <p:extLst>
      <p:ext uri="{BB962C8B-B14F-4D97-AF65-F5344CB8AC3E}">
        <p14:creationId xmlns:p14="http://schemas.microsoft.com/office/powerpoint/2010/main" val="2462086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Zoom Lecture Recordings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Mathys</dc:creator>
  <cp:lastModifiedBy>Peter Mathys</cp:lastModifiedBy>
  <cp:revision>1</cp:revision>
  <dcterms:created xsi:type="dcterms:W3CDTF">2026-08-21T02:13:18Z</dcterms:created>
  <dcterms:modified xsi:type="dcterms:W3CDTF">2026-08-21T02:18:30Z</dcterms:modified>
</cp:coreProperties>
</file>